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9"/>
  </p:notesMasterIdLst>
  <p:sldIdLst>
    <p:sldId id="256" r:id="rId2"/>
    <p:sldId id="259" r:id="rId3"/>
    <p:sldId id="260" r:id="rId4"/>
    <p:sldId id="257" r:id="rId5"/>
    <p:sldId id="258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8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9" r:id="rId25"/>
    <p:sldId id="280" r:id="rId26"/>
    <p:sldId id="282" r:id="rId27"/>
    <p:sldId id="283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66" autoAdjust="0"/>
    <p:restoredTop sz="84985" autoAdjust="0"/>
  </p:normalViewPr>
  <p:slideViewPr>
    <p:cSldViewPr snapToGrid="0">
      <p:cViewPr varScale="1">
        <p:scale>
          <a:sx n="103" d="100"/>
          <a:sy n="103" d="100"/>
        </p:scale>
        <p:origin x="1709" y="82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9AA79-6C80-4FF4-AC94-72219ED6D3FF}" type="datetimeFigureOut">
              <a:rPr lang="en-US" smtClean="0"/>
              <a:t>2/7/2026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4FBF07-CB34-4155-A5DE-05680DBF7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8296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Agenda: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4FBF07-CB34-4155-A5DE-05680DBF71D1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56183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4FBF07-CB34-4155-A5DE-05680DBF71D1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33421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37E80-C9FC-37E0-64B9-6EA5AD87A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45C463-B307-3F56-DE4B-5FA33840D4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C66AEB-26FD-8157-4945-E14BC1CD89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6DFDD9-E3A1-9017-0281-7EFA07E2BA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4FBF07-CB34-4155-A5DE-05680DBF71D1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08878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B105A-1C48-445B-B97E-5C95C16B9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EF48C3-D322-15D5-078B-07A359073D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3DF514-FE91-9944-36ED-15CD2FBE51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D0C55F-BEB7-DC10-E3D5-940D5EB3D5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4FBF07-CB34-4155-A5DE-05680DBF71D1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7107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lash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627D0-66DE-1693-8765-B06CDF19D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78134"/>
            <a:ext cx="7886700" cy="70173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F09DA0-0F13-04E5-01B9-0F60EBAA5852}"/>
              </a:ext>
            </a:extLst>
          </p:cNvPr>
          <p:cNvSpPr/>
          <p:nvPr userDrawn="1"/>
        </p:nvSpPr>
        <p:spPr>
          <a:xfrm>
            <a:off x="628650" y="3053356"/>
            <a:ext cx="206680" cy="7265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49B85-3114-A7B9-CEBB-2B41D77B3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35637-D0B4-CB52-3199-7127537DD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Omar T. Amer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654D5D-022E-CBF7-A1DC-7B25BB0C5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pPr algn="ctr"/>
            <a:fld id="{B3A75D6B-1EC1-4CD2-A765-44306AE3A45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11130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lash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627D0-66DE-1693-8765-B06CDF19D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78134"/>
            <a:ext cx="7886700" cy="70173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693400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lash Car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 sz="1400" b="1"/>
            </a:lvl1pPr>
          </a:lstStyle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 sz="1400" b="1"/>
            </a:lvl1pPr>
          </a:lstStyle>
          <a:p>
            <a:r>
              <a:rPr lang="en-US"/>
              <a:t>Omar T. Amer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sz="1400" b="1"/>
            </a:lvl1pPr>
          </a:lstStyle>
          <a:p>
            <a:fld id="{B3A75D6B-1EC1-4CD2-A765-44306AE3A45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64A6832-7D18-392B-90A6-9B402F7E13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716" y="2944018"/>
            <a:ext cx="7886700" cy="969963"/>
          </a:xfrm>
        </p:spPr>
        <p:txBody>
          <a:bodyPr anchor="ctr">
            <a:normAutofit/>
          </a:bodyPr>
          <a:lstStyle>
            <a:lvl1pPr marL="0" indent="0" algn="ctr">
              <a:buNone/>
              <a:defRPr sz="4000" b="1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DC0A5C3-CDD3-0C74-F244-32FCC7448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66972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827" y="1436307"/>
            <a:ext cx="8064346" cy="1759712"/>
          </a:xfrm>
        </p:spPr>
        <p:txBody>
          <a:bodyPr wrap="square" lIns="182880" anchor="ctr">
            <a:sp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Omar T. Amer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B3A75D6B-1EC1-4CD2-A765-44306AE3A45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73971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Omar T. Amer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>
            <a:lvl1pPr algn="r">
              <a:defRPr/>
            </a:lvl1pPr>
          </a:lstStyle>
          <a:p>
            <a:fld id="{B3A75D6B-1EC1-4CD2-A765-44306AE3A45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407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Omar T. Amer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B3A75D6B-1EC1-4CD2-A765-44306AE3A45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05033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Omar T. Amer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B3A75D6B-1EC1-4CD2-A765-44306AE3A45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237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Omar T. Amer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B3A75D6B-1EC1-4CD2-A765-44306AE3A45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40980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Omar T. Amer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B3A75D6B-1EC1-4CD2-A765-44306AE3A45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8697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Omar T. Amer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B3A75D6B-1EC1-4CD2-A765-44306AE3A45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27856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Omar T. Amer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pPr algn="r"/>
            <a:fld id="{B3A75D6B-1EC1-4CD2-A765-44306AE3A451}" type="slidenum">
              <a:rPr lang="en-US" smtClean="0"/>
              <a:pPr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2830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Omar T. Amer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pPr algn="r"/>
            <a:fld id="{B3A75D6B-1EC1-4CD2-A765-44306AE3A451}" type="slidenum">
              <a:rPr lang="en-US" smtClean="0"/>
              <a:pPr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27003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Omar T. Amer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75D6B-1EC1-4CD2-A765-44306AE3A45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36511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Omar T. Amer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75D6B-1EC1-4CD2-A765-44306AE3A45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2892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677042"/>
            <a:ext cx="7886700" cy="701731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z="1400" b="1" smtClean="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ctr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1" smtClean="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Omar T. Amer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1400" b="1" smtClean="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A75D6B-1EC1-4CD2-A765-44306AE3A45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08246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2" r:id="rId1"/>
    <p:sldLayoutId id="2147483674" r:id="rId2"/>
    <p:sldLayoutId id="2147483673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hf sldNum="0"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Aptos Narrow" panose="020B00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44EAF-80D4-06E6-9432-92E6398CA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6700" dirty="0"/>
              <a:t>ELC681 Final Project</a:t>
            </a:r>
            <a:br>
              <a:rPr lang="en-US" sz="6700" dirty="0"/>
            </a:br>
            <a:r>
              <a:rPr lang="en-US" sz="3100" dirty="0"/>
              <a:t>By </a:t>
            </a:r>
            <a:r>
              <a:rPr lang="en-US" sz="3100" dirty="0">
                <a:solidFill>
                  <a:schemeClr val="accent1"/>
                </a:solidFill>
              </a:rPr>
              <a:t>Omar T. Amer</a:t>
            </a:r>
            <a:br>
              <a:rPr lang="en-US" sz="3100" dirty="0">
                <a:solidFill>
                  <a:schemeClr val="accent1"/>
                </a:solidFill>
              </a:rPr>
            </a:br>
            <a:r>
              <a:rPr lang="en-US" sz="2700" dirty="0"/>
              <a:t>ID 202410224</a:t>
            </a:r>
          </a:p>
        </p:txBody>
      </p:sp>
    </p:spTree>
    <p:extLst>
      <p:ext uri="{BB962C8B-B14F-4D97-AF65-F5344CB8AC3E}">
        <p14:creationId xmlns:p14="http://schemas.microsoft.com/office/powerpoint/2010/main" val="37273114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B322D-2A14-CD77-7177-1C862EEC9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53DF8ED-2FC8-51D7-13FF-C251066A2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Plan</a:t>
            </a:r>
          </a:p>
        </p:txBody>
      </p:sp>
    </p:spTree>
    <p:extLst>
      <p:ext uri="{BB962C8B-B14F-4D97-AF65-F5344CB8AC3E}">
        <p14:creationId xmlns:p14="http://schemas.microsoft.com/office/powerpoint/2010/main" val="20139151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454532A-E22D-7745-5F4E-5FBE20A7B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Omar T. Amer</a:t>
            </a:r>
            <a:endParaRPr lang="en-US" dirty="0"/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39AA13F5-DBE4-F531-BE20-7094CC72B41A}"/>
              </a:ext>
            </a:extLst>
          </p:cNvPr>
          <p:cNvGrpSpPr/>
          <p:nvPr/>
        </p:nvGrpSpPr>
        <p:grpSpPr>
          <a:xfrm>
            <a:off x="602163" y="299293"/>
            <a:ext cx="7939674" cy="5816781"/>
            <a:chOff x="602164" y="299293"/>
            <a:chExt cx="7939674" cy="5816781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77C9A52-92C4-087E-21D5-74598EDEDC4F}"/>
                </a:ext>
              </a:extLst>
            </p:cNvPr>
            <p:cNvSpPr/>
            <p:nvPr/>
          </p:nvSpPr>
          <p:spPr>
            <a:xfrm>
              <a:off x="602164" y="1724088"/>
              <a:ext cx="2286000" cy="9144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Generate Traffic Pattern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DC8E0A5-686B-40FF-E2F4-26E3078FA8D0}"/>
                </a:ext>
              </a:extLst>
            </p:cNvPr>
            <p:cNvSpPr/>
            <p:nvPr/>
          </p:nvSpPr>
          <p:spPr>
            <a:xfrm>
              <a:off x="6255838" y="1724121"/>
              <a:ext cx="2286000" cy="9144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Start Network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406E01D-8522-9002-FBD5-098A281C726A}"/>
                </a:ext>
              </a:extLst>
            </p:cNvPr>
            <p:cNvSpPr/>
            <p:nvPr/>
          </p:nvSpPr>
          <p:spPr>
            <a:xfrm>
              <a:off x="602166" y="3215640"/>
              <a:ext cx="2286000" cy="9144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Send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384B9BF-76E4-56C5-F576-1D939A589E97}"/>
                </a:ext>
              </a:extLst>
            </p:cNvPr>
            <p:cNvSpPr/>
            <p:nvPr/>
          </p:nvSpPr>
          <p:spPr>
            <a:xfrm>
              <a:off x="1745164" y="5201674"/>
              <a:ext cx="2286000" cy="9144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Plot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227A96E-B377-F803-94D9-C0FC4DFB5371}"/>
                </a:ext>
              </a:extLst>
            </p:cNvPr>
            <p:cNvSpPr/>
            <p:nvPr/>
          </p:nvSpPr>
          <p:spPr>
            <a:xfrm>
              <a:off x="5112838" y="5201674"/>
              <a:ext cx="2286000" cy="9144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Test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A9DEB9CE-61B3-A8F2-8271-CBFABE8B9130}"/>
                </a:ext>
              </a:extLst>
            </p:cNvPr>
            <p:cNvSpPr/>
            <p:nvPr/>
          </p:nvSpPr>
          <p:spPr>
            <a:xfrm>
              <a:off x="3657600" y="299293"/>
              <a:ext cx="1828800" cy="9144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START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F7FCC75-3F1C-9AC6-4699-135B84993A85}"/>
                </a:ext>
              </a:extLst>
            </p:cNvPr>
            <p:cNvSpPr/>
            <p:nvPr/>
          </p:nvSpPr>
          <p:spPr>
            <a:xfrm>
              <a:off x="6255838" y="3215640"/>
              <a:ext cx="2286000" cy="9144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/>
                <a:t>Collect Metrics</a:t>
              </a:r>
            </a:p>
          </p:txBody>
        </p:sp>
        <p:cxnSp>
          <p:nvCxnSpPr>
            <p:cNvPr id="22" name="Connector: Elbow 21">
              <a:extLst>
                <a:ext uri="{FF2B5EF4-FFF2-40B4-BE49-F238E27FC236}">
                  <a16:creationId xmlns:a16="http://schemas.microsoft.com/office/drawing/2014/main" id="{18E6F2A0-8AED-CFDF-9CE8-DE6ACCE28BF8}"/>
                </a:ext>
              </a:extLst>
            </p:cNvPr>
            <p:cNvCxnSpPr>
              <a:stCxn id="14" idx="2"/>
              <a:endCxn id="3" idx="0"/>
            </p:cNvCxnSpPr>
            <p:nvPr/>
          </p:nvCxnSpPr>
          <p:spPr>
            <a:xfrm rot="10800000" flipV="1">
              <a:off x="1745164" y="756492"/>
              <a:ext cx="1912436" cy="967595"/>
            </a:xfrm>
            <a:prstGeom prst="bentConnector2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: Elbow 23">
              <a:extLst>
                <a:ext uri="{FF2B5EF4-FFF2-40B4-BE49-F238E27FC236}">
                  <a16:creationId xmlns:a16="http://schemas.microsoft.com/office/drawing/2014/main" id="{4E96EEA7-1B69-7042-2050-AD498F86ADD8}"/>
                </a:ext>
              </a:extLst>
            </p:cNvPr>
            <p:cNvCxnSpPr>
              <a:stCxn id="14" idx="6"/>
              <a:endCxn id="10" idx="0"/>
            </p:cNvCxnSpPr>
            <p:nvPr/>
          </p:nvCxnSpPr>
          <p:spPr>
            <a:xfrm>
              <a:off x="5486400" y="756493"/>
              <a:ext cx="1912438" cy="967628"/>
            </a:xfrm>
            <a:prstGeom prst="bentConnector2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8A5799BE-AB00-86B4-EB2E-E541C7627AC8}"/>
                </a:ext>
              </a:extLst>
            </p:cNvPr>
            <p:cNvCxnSpPr>
              <a:stCxn id="3" idx="2"/>
              <a:endCxn id="11" idx="0"/>
            </p:cNvCxnSpPr>
            <p:nvPr/>
          </p:nvCxnSpPr>
          <p:spPr>
            <a:xfrm>
              <a:off x="1745164" y="2638488"/>
              <a:ext cx="2" cy="577152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03461795-17C6-A403-FD29-7787DE0FC891}"/>
                </a:ext>
              </a:extLst>
            </p:cNvPr>
            <p:cNvCxnSpPr/>
            <p:nvPr/>
          </p:nvCxnSpPr>
          <p:spPr>
            <a:xfrm>
              <a:off x="2888164" y="3429000"/>
              <a:ext cx="3367674" cy="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07945A4F-BB69-FC6B-4311-6BB5AA6B19F1}"/>
                </a:ext>
              </a:extLst>
            </p:cNvPr>
            <p:cNvCxnSpPr/>
            <p:nvPr/>
          </p:nvCxnSpPr>
          <p:spPr>
            <a:xfrm flipH="1">
              <a:off x="2888164" y="3886200"/>
              <a:ext cx="3367674" cy="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or: Elbow 58">
              <a:extLst>
                <a:ext uri="{FF2B5EF4-FFF2-40B4-BE49-F238E27FC236}">
                  <a16:creationId xmlns:a16="http://schemas.microsoft.com/office/drawing/2014/main" id="{C4BAB854-6627-9B15-97B3-694C2CEFDC9C}"/>
                </a:ext>
              </a:extLst>
            </p:cNvPr>
            <p:cNvCxnSpPr>
              <a:stCxn id="11" idx="2"/>
              <a:endCxn id="12" idx="0"/>
            </p:cNvCxnSpPr>
            <p:nvPr/>
          </p:nvCxnSpPr>
          <p:spPr>
            <a:xfrm rot="16200000" flipH="1">
              <a:off x="1780848" y="4094358"/>
              <a:ext cx="1071634" cy="1142998"/>
            </a:xfrm>
            <a:prstGeom prst="bentConnector3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or: Elbow 60">
              <a:extLst>
                <a:ext uri="{FF2B5EF4-FFF2-40B4-BE49-F238E27FC236}">
                  <a16:creationId xmlns:a16="http://schemas.microsoft.com/office/drawing/2014/main" id="{B3C1F2E3-400E-C2F8-A744-75967A6B3CEA}"/>
                </a:ext>
              </a:extLst>
            </p:cNvPr>
            <p:cNvCxnSpPr>
              <a:stCxn id="11" idx="2"/>
              <a:endCxn id="13" idx="0"/>
            </p:cNvCxnSpPr>
            <p:nvPr/>
          </p:nvCxnSpPr>
          <p:spPr>
            <a:xfrm rot="16200000" flipH="1">
              <a:off x="3464685" y="2410521"/>
              <a:ext cx="1071634" cy="4510672"/>
            </a:xfrm>
            <a:prstGeom prst="bentConnector3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nector: Elbow 64">
              <a:extLst>
                <a:ext uri="{FF2B5EF4-FFF2-40B4-BE49-F238E27FC236}">
                  <a16:creationId xmlns:a16="http://schemas.microsoft.com/office/drawing/2014/main" id="{A63D09C6-5AD4-1746-5461-0134DA174865}"/>
                </a:ext>
              </a:extLst>
            </p:cNvPr>
            <p:cNvCxnSpPr>
              <a:stCxn id="15" idx="2"/>
              <a:endCxn id="13" idx="0"/>
            </p:cNvCxnSpPr>
            <p:nvPr/>
          </p:nvCxnSpPr>
          <p:spPr>
            <a:xfrm rot="5400000">
              <a:off x="6291521" y="4094357"/>
              <a:ext cx="1071634" cy="1143000"/>
            </a:xfrm>
            <a:prstGeom prst="bentConnector3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" name="Rectangle 70">
            <a:extLst>
              <a:ext uri="{FF2B5EF4-FFF2-40B4-BE49-F238E27FC236}">
                <a16:creationId xmlns:a16="http://schemas.microsoft.com/office/drawing/2014/main" id="{504691C3-78F6-B587-64AA-5C9C57A5C714}"/>
              </a:ext>
            </a:extLst>
          </p:cNvPr>
          <p:cNvSpPr/>
          <p:nvPr/>
        </p:nvSpPr>
        <p:spPr>
          <a:xfrm>
            <a:off x="-2327338" y="1863982"/>
            <a:ext cx="2286000" cy="914400"/>
          </a:xfrm>
          <a:prstGeom prst="rect">
            <a:avLst/>
          </a:prstGeom>
          <a:solidFill>
            <a:schemeClr val="accent5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Constant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37297B23-FE5B-4913-2F58-8BFC9709C83E}"/>
              </a:ext>
            </a:extLst>
          </p:cNvPr>
          <p:cNvSpPr/>
          <p:nvPr/>
        </p:nvSpPr>
        <p:spPr>
          <a:xfrm>
            <a:off x="-2327802" y="2003876"/>
            <a:ext cx="2286000" cy="9144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AR1</a:t>
            </a:r>
          </a:p>
        </p:txBody>
      </p:sp>
    </p:spTree>
    <p:extLst>
      <p:ext uri="{BB962C8B-B14F-4D97-AF65-F5344CB8AC3E}">
        <p14:creationId xmlns:p14="http://schemas.microsoft.com/office/powerpoint/2010/main" val="36812935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4.07407E-6 L 0.34097 4.07407E-6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04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3.7037E-6 L 0.36927 3.7037E-6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45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 animBg="1"/>
      <p:bldP spid="7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2CE1486-FAB1-8C89-17A3-D6AB1D362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1: Best Effort</a:t>
            </a:r>
          </a:p>
        </p:txBody>
      </p:sp>
    </p:spTree>
    <p:extLst>
      <p:ext uri="{BB962C8B-B14F-4D97-AF65-F5344CB8AC3E}">
        <p14:creationId xmlns:p14="http://schemas.microsoft.com/office/powerpoint/2010/main" val="33850568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02590EB-D594-C5AA-3ADF-B4E9F4E9DE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9827" y="1851805"/>
            <a:ext cx="8064346" cy="928716"/>
          </a:xfrm>
        </p:spPr>
        <p:txBody>
          <a:bodyPr/>
          <a:lstStyle/>
          <a:p>
            <a:r>
              <a:rPr lang="en-US" dirty="0"/>
              <a:t>Phase 1: Best Effort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0050E44-22CB-88DF-E78D-D75DB8FDF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Omar T. Amer</a:t>
            </a:r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B4B6A8E-92CB-96F7-58FE-B47C065B92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0333748"/>
              </p:ext>
            </p:extLst>
          </p:nvPr>
        </p:nvGraphicFramePr>
        <p:xfrm>
          <a:off x="1524000" y="3262970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988879939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862562808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Prerequisites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86933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✅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Topology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536742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496F2AE-B3E5-3844-EAF0-8E465EF5E4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4211810"/>
              </p:ext>
            </p:extLst>
          </p:nvPr>
        </p:nvGraphicFramePr>
        <p:xfrm>
          <a:off x="973873" y="4353370"/>
          <a:ext cx="7196254" cy="1285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8127">
                  <a:extLst>
                    <a:ext uri="{9D8B030D-6E8A-4147-A177-3AD203B41FA5}">
                      <a16:colId xmlns:a16="http://schemas.microsoft.com/office/drawing/2014/main" val="988879939"/>
                    </a:ext>
                  </a:extLst>
                </a:gridCol>
                <a:gridCol w="3598127">
                  <a:extLst>
                    <a:ext uri="{9D8B030D-6E8A-4147-A177-3AD203B41FA5}">
                      <a16:colId xmlns:a16="http://schemas.microsoft.com/office/drawing/2014/main" val="2862562808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Test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86933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1"/>
                          </a:solidFill>
                        </a:rPr>
                        <a:t>PASS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Contention implies that the bandwidths of Gold and Bronze are nearly equal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53674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56052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20FADF-1155-5AEF-358A-C70AB548A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Omar T. Amer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8D202D-6443-B0BB-7432-298ED8BF2C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26" t="28158" r="11301" b="28256"/>
          <a:stretch>
            <a:fillRect/>
          </a:stretch>
        </p:blipFill>
        <p:spPr>
          <a:xfrm>
            <a:off x="2847277" y="5377273"/>
            <a:ext cx="3449445" cy="800504"/>
          </a:xfrm>
          <a:prstGeom prst="rect">
            <a:avLst/>
          </a:prstGeo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B889D01-EAF3-4E12-0419-D1724ED109D0}"/>
              </a:ext>
            </a:extLst>
          </p:cNvPr>
          <p:cNvSpPr/>
          <p:nvPr/>
        </p:nvSpPr>
        <p:spPr>
          <a:xfrm>
            <a:off x="1886785" y="1116905"/>
            <a:ext cx="5549442" cy="3446024"/>
          </a:xfrm>
          <a:custGeom>
            <a:avLst/>
            <a:gdLst>
              <a:gd name="csX0" fmla="*/ 0 w 5549442"/>
              <a:gd name="csY0" fmla="*/ 3446024 h 3446024"/>
              <a:gd name="csX1" fmla="*/ 5549442 w 5549442"/>
              <a:gd name="csY1" fmla="*/ 3446024 h 3446024"/>
              <a:gd name="csX2" fmla="*/ 5549442 w 5549442"/>
              <a:gd name="csY2" fmla="*/ 0 h 3446024"/>
              <a:gd name="csX3" fmla="*/ 0 w 5549442"/>
              <a:gd name="csY3" fmla="*/ 0 h 34460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549442" h="3446024">
                <a:moveTo>
                  <a:pt x="0" y="3446024"/>
                </a:moveTo>
                <a:lnTo>
                  <a:pt x="5549442" y="3446024"/>
                </a:lnTo>
                <a:lnTo>
                  <a:pt x="5549442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12419" cap="flat">
            <a:noFill/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grpSp>
        <p:nvGrpSpPr>
          <p:cNvPr id="13" name="Graphic 7">
            <a:extLst>
              <a:ext uri="{FF2B5EF4-FFF2-40B4-BE49-F238E27FC236}">
                <a16:creationId xmlns:a16="http://schemas.microsoft.com/office/drawing/2014/main" id="{79D4C40A-1C7C-0DA8-FF2F-C91C55686AC9}"/>
              </a:ext>
            </a:extLst>
          </p:cNvPr>
          <p:cNvGrpSpPr/>
          <p:nvPr/>
        </p:nvGrpSpPr>
        <p:grpSpPr>
          <a:xfrm>
            <a:off x="2107681" y="1116905"/>
            <a:ext cx="5198063" cy="3858281"/>
            <a:chOff x="2107681" y="1116905"/>
            <a:chExt cx="5198063" cy="3858281"/>
          </a:xfrm>
        </p:grpSpPr>
        <p:grpSp>
          <p:nvGrpSpPr>
            <p:cNvPr id="14" name="Graphic 7">
              <a:extLst>
                <a:ext uri="{FF2B5EF4-FFF2-40B4-BE49-F238E27FC236}">
                  <a16:creationId xmlns:a16="http://schemas.microsoft.com/office/drawing/2014/main" id="{4D7EF2A5-5F06-3E62-B425-17FA269D86AB}"/>
                </a:ext>
              </a:extLst>
            </p:cNvPr>
            <p:cNvGrpSpPr/>
            <p:nvPr/>
          </p:nvGrpSpPr>
          <p:grpSpPr>
            <a:xfrm>
              <a:off x="2107681" y="4562929"/>
              <a:ext cx="62643" cy="183248"/>
              <a:chOff x="2107681" y="4562929"/>
              <a:chExt cx="62643" cy="183248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51BB6910-2A66-BDB8-2E38-8DDB1F751239}"/>
                  </a:ext>
                </a:extLst>
              </p:cNvPr>
              <p:cNvSpPr/>
              <p:nvPr/>
            </p:nvSpPr>
            <p:spPr>
              <a:xfrm>
                <a:off x="2139032" y="4562929"/>
                <a:ext cx="12431" cy="43510"/>
              </a:xfrm>
              <a:custGeom>
                <a:avLst/>
                <a:gdLst>
                  <a:gd name="csX0" fmla="*/ 92 w 12431"/>
                  <a:gd name="csY0" fmla="*/ 320 h 43510"/>
                  <a:gd name="csX1" fmla="*/ 92 w 12431"/>
                  <a:gd name="csY1" fmla="*/ 43831 h 435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431" h="43510">
                    <a:moveTo>
                      <a:pt x="92" y="320"/>
                    </a:moveTo>
                    <a:lnTo>
                      <a:pt x="92" y="43831"/>
                    </a:lnTo>
                  </a:path>
                </a:pathLst>
              </a:custGeom>
              <a:solidFill>
                <a:srgbClr val="FFFFFF"/>
              </a:solidFill>
              <a:ln w="9935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54FF5502-63A3-94FA-5A81-06C2EC85069F}"/>
                  </a:ext>
                </a:extLst>
              </p:cNvPr>
              <p:cNvSpPr/>
              <p:nvPr/>
            </p:nvSpPr>
            <p:spPr>
              <a:xfrm flipV="1">
                <a:off x="2107681" y="4652145"/>
                <a:ext cx="62643" cy="94032"/>
              </a:xfrm>
              <a:custGeom>
                <a:avLst/>
                <a:gdLst>
                  <a:gd name="csX0" fmla="*/ 29370 w 62643"/>
                  <a:gd name="csY0" fmla="*/ 82323 h 94032"/>
                  <a:gd name="csX1" fmla="*/ 15132 w 62643"/>
                  <a:gd name="csY1" fmla="*/ 72999 h 94032"/>
                  <a:gd name="csX2" fmla="*/ 10373 w 62643"/>
                  <a:gd name="csY2" fmla="*/ 44989 h 94032"/>
                  <a:gd name="csX3" fmla="*/ 15132 w 62643"/>
                  <a:gd name="csY3" fmla="*/ 17038 h 94032"/>
                  <a:gd name="csX4" fmla="*/ 29370 w 62643"/>
                  <a:gd name="csY4" fmla="*/ 7714 h 94032"/>
                  <a:gd name="csX5" fmla="*/ 43666 w 62643"/>
                  <a:gd name="csY5" fmla="*/ 17038 h 94032"/>
                  <a:gd name="csX6" fmla="*/ 48444 w 62643"/>
                  <a:gd name="csY6" fmla="*/ 44989 h 94032"/>
                  <a:gd name="csX7" fmla="*/ 43666 w 62643"/>
                  <a:gd name="csY7" fmla="*/ 72999 h 94032"/>
                  <a:gd name="csX8" fmla="*/ 29370 w 62643"/>
                  <a:gd name="csY8" fmla="*/ 82323 h 94032"/>
                  <a:gd name="csX9" fmla="*/ 29370 w 62643"/>
                  <a:gd name="csY9" fmla="*/ 92035 h 94032"/>
                  <a:gd name="csX10" fmla="*/ 52659 w 62643"/>
                  <a:gd name="csY10" fmla="*/ 79972 h 94032"/>
                  <a:gd name="csX11" fmla="*/ 60701 w 62643"/>
                  <a:gd name="csY11" fmla="*/ 44989 h 94032"/>
                  <a:gd name="csX12" fmla="*/ 52659 w 62643"/>
                  <a:gd name="csY12" fmla="*/ 10045 h 94032"/>
                  <a:gd name="csX13" fmla="*/ 29370 w 62643"/>
                  <a:gd name="csY13" fmla="*/ -1998 h 94032"/>
                  <a:gd name="csX14" fmla="*/ 6099 w 62643"/>
                  <a:gd name="csY14" fmla="*/ 10045 h 94032"/>
                  <a:gd name="csX15" fmla="*/ -1942 w 62643"/>
                  <a:gd name="csY15" fmla="*/ 44989 h 94032"/>
                  <a:gd name="csX16" fmla="*/ 6099 w 62643"/>
                  <a:gd name="csY16" fmla="*/ 79972 h 94032"/>
                  <a:gd name="csX17" fmla="*/ 29370 w 62643"/>
                  <a:gd name="csY17" fmla="*/ 92035 h 940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</a:cxnLst>
                <a:rect l="l" t="t" r="r" b="b"/>
                <a:pathLst>
                  <a:path w="62643" h="94032">
                    <a:moveTo>
                      <a:pt x="29370" y="82323"/>
                    </a:moveTo>
                    <a:cubicBezTo>
                      <a:pt x="23063" y="82323"/>
                      <a:pt x="18317" y="79215"/>
                      <a:pt x="15132" y="72999"/>
                    </a:cubicBezTo>
                    <a:cubicBezTo>
                      <a:pt x="11959" y="66796"/>
                      <a:pt x="10373" y="57460"/>
                      <a:pt x="10373" y="44989"/>
                    </a:cubicBezTo>
                    <a:cubicBezTo>
                      <a:pt x="10373" y="32571"/>
                      <a:pt x="11959" y="23253"/>
                      <a:pt x="15132" y="17038"/>
                    </a:cubicBezTo>
                    <a:cubicBezTo>
                      <a:pt x="18317" y="10822"/>
                      <a:pt x="23063" y="7714"/>
                      <a:pt x="29370" y="7714"/>
                    </a:cubicBezTo>
                    <a:cubicBezTo>
                      <a:pt x="35728" y="7714"/>
                      <a:pt x="40493" y="10822"/>
                      <a:pt x="43666" y="17038"/>
                    </a:cubicBezTo>
                    <a:cubicBezTo>
                      <a:pt x="46852" y="23253"/>
                      <a:pt x="48444" y="32571"/>
                      <a:pt x="48444" y="44989"/>
                    </a:cubicBezTo>
                    <a:cubicBezTo>
                      <a:pt x="48444" y="57460"/>
                      <a:pt x="46852" y="66796"/>
                      <a:pt x="43666" y="72999"/>
                    </a:cubicBezTo>
                    <a:cubicBezTo>
                      <a:pt x="40493" y="79215"/>
                      <a:pt x="35728" y="82323"/>
                      <a:pt x="29370" y="82323"/>
                    </a:cubicBezTo>
                    <a:close/>
                    <a:moveTo>
                      <a:pt x="29370" y="92035"/>
                    </a:moveTo>
                    <a:cubicBezTo>
                      <a:pt x="39535" y="92035"/>
                      <a:pt x="47298" y="88014"/>
                      <a:pt x="52659" y="79972"/>
                    </a:cubicBezTo>
                    <a:cubicBezTo>
                      <a:pt x="58021" y="71944"/>
                      <a:pt x="60701" y="60283"/>
                      <a:pt x="60701" y="44989"/>
                    </a:cubicBezTo>
                    <a:cubicBezTo>
                      <a:pt x="60701" y="29735"/>
                      <a:pt x="58021" y="18087"/>
                      <a:pt x="52659" y="10045"/>
                    </a:cubicBezTo>
                    <a:cubicBezTo>
                      <a:pt x="47298" y="2016"/>
                      <a:pt x="39535" y="-1998"/>
                      <a:pt x="29370" y="-1998"/>
                    </a:cubicBezTo>
                    <a:cubicBezTo>
                      <a:pt x="19217" y="-1998"/>
                      <a:pt x="11461" y="2016"/>
                      <a:pt x="6099" y="10045"/>
                    </a:cubicBezTo>
                    <a:cubicBezTo>
                      <a:pt x="738" y="18087"/>
                      <a:pt x="-1942" y="29735"/>
                      <a:pt x="-1942" y="44989"/>
                    </a:cubicBezTo>
                    <a:cubicBezTo>
                      <a:pt x="-1942" y="60283"/>
                      <a:pt x="738" y="71944"/>
                      <a:pt x="6099" y="79972"/>
                    </a:cubicBezTo>
                    <a:cubicBezTo>
                      <a:pt x="11461" y="88014"/>
                      <a:pt x="19217" y="92035"/>
                      <a:pt x="29370" y="920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7" name="Graphic 7">
              <a:extLst>
                <a:ext uri="{FF2B5EF4-FFF2-40B4-BE49-F238E27FC236}">
                  <a16:creationId xmlns:a16="http://schemas.microsoft.com/office/drawing/2014/main" id="{CF10EFA0-D9FF-7C7A-1D72-E829204308E8}"/>
                </a:ext>
              </a:extLst>
            </p:cNvPr>
            <p:cNvGrpSpPr/>
            <p:nvPr/>
          </p:nvGrpSpPr>
          <p:grpSpPr>
            <a:xfrm>
              <a:off x="3127769" y="4562929"/>
              <a:ext cx="57534" cy="181481"/>
              <a:chOff x="3127769" y="4562929"/>
              <a:chExt cx="57534" cy="181481"/>
            </a:xfrm>
          </p:grpSpPr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2D9482CB-8A91-25B9-94BE-A0CA881B2E50}"/>
                  </a:ext>
                </a:extLst>
              </p:cNvPr>
              <p:cNvSpPr/>
              <p:nvPr/>
            </p:nvSpPr>
            <p:spPr>
              <a:xfrm>
                <a:off x="3158207" y="4562929"/>
                <a:ext cx="12431" cy="43510"/>
              </a:xfrm>
              <a:custGeom>
                <a:avLst/>
                <a:gdLst>
                  <a:gd name="csX0" fmla="*/ 174 w 12431"/>
                  <a:gd name="csY0" fmla="*/ 320 h 43510"/>
                  <a:gd name="csX1" fmla="*/ 174 w 12431"/>
                  <a:gd name="csY1" fmla="*/ 43831 h 435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431" h="43510">
                    <a:moveTo>
                      <a:pt x="174" y="320"/>
                    </a:moveTo>
                    <a:lnTo>
                      <a:pt x="174" y="43831"/>
                    </a:lnTo>
                  </a:path>
                </a:pathLst>
              </a:custGeom>
              <a:solidFill>
                <a:srgbClr val="FFFFFF"/>
              </a:solidFill>
              <a:ln w="9935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5E9D0B6B-B5B2-D2DA-CD8E-98351917C9BC}"/>
                  </a:ext>
                </a:extLst>
              </p:cNvPr>
              <p:cNvSpPr/>
              <p:nvPr/>
            </p:nvSpPr>
            <p:spPr>
              <a:xfrm flipV="1">
                <a:off x="3127769" y="4652145"/>
                <a:ext cx="57534" cy="92265"/>
              </a:xfrm>
              <a:custGeom>
                <a:avLst/>
                <a:gdLst>
                  <a:gd name="csX0" fmla="*/ 12967 w 57534"/>
                  <a:gd name="csY0" fmla="*/ 8271 h 92265"/>
                  <a:gd name="csX1" fmla="*/ 55759 w 57534"/>
                  <a:gd name="csY1" fmla="*/ 8271 h 92265"/>
                  <a:gd name="csX2" fmla="*/ 55759 w 57534"/>
                  <a:gd name="csY2" fmla="*/ -2044 h 92265"/>
                  <a:gd name="csX3" fmla="*/ -1776 w 57534"/>
                  <a:gd name="csY3" fmla="*/ -2044 h 92265"/>
                  <a:gd name="csX4" fmla="*/ -1776 w 57534"/>
                  <a:gd name="csY4" fmla="*/ 8271 h 92265"/>
                  <a:gd name="csX5" fmla="*/ 17241 w 57534"/>
                  <a:gd name="csY5" fmla="*/ 27656 h 92265"/>
                  <a:gd name="csX6" fmla="*/ 32391 w 57534"/>
                  <a:gd name="csY6" fmla="*/ 43370 h 92265"/>
                  <a:gd name="csX7" fmla="*/ 40608 w 57534"/>
                  <a:gd name="csY7" fmla="*/ 54559 h 92265"/>
                  <a:gd name="csX8" fmla="*/ 42958 w 57534"/>
                  <a:gd name="csY8" fmla="*/ 63572 h 92265"/>
                  <a:gd name="csX9" fmla="*/ 37889 w 57534"/>
                  <a:gd name="csY9" fmla="*/ 75343 h 92265"/>
                  <a:gd name="csX10" fmla="*/ 24680 w 57534"/>
                  <a:gd name="csY10" fmla="*/ 79907 h 92265"/>
                  <a:gd name="csX11" fmla="*/ 12501 w 57534"/>
                  <a:gd name="csY11" fmla="*/ 77907 h 92265"/>
                  <a:gd name="csX12" fmla="*/ -1174 w 57534"/>
                  <a:gd name="csY12" fmla="*/ 71827 h 92265"/>
                  <a:gd name="csX13" fmla="*/ -1174 w 57534"/>
                  <a:gd name="csY13" fmla="*/ 84220 h 92265"/>
                  <a:gd name="csX14" fmla="*/ 12656 w 57534"/>
                  <a:gd name="csY14" fmla="*/ 88707 h 92265"/>
                  <a:gd name="csX15" fmla="*/ 24447 w 57534"/>
                  <a:gd name="csY15" fmla="*/ 90222 h 92265"/>
                  <a:gd name="csX16" fmla="*/ 46901 w 57534"/>
                  <a:gd name="csY16" fmla="*/ 83171 h 92265"/>
                  <a:gd name="csX17" fmla="*/ 55273 w 57534"/>
                  <a:gd name="csY17" fmla="*/ 64368 h 92265"/>
                  <a:gd name="csX18" fmla="*/ 53175 w 57534"/>
                  <a:gd name="csY18" fmla="*/ 53762 h 92265"/>
                  <a:gd name="csX19" fmla="*/ 45561 w 57534"/>
                  <a:gd name="csY19" fmla="*/ 41972 h 92265"/>
                  <a:gd name="csX20" fmla="*/ 35907 w 57534"/>
                  <a:gd name="csY20" fmla="*/ 31793 h 92265"/>
                  <a:gd name="csX21" fmla="*/ 12967 w 57534"/>
                  <a:gd name="csY21" fmla="*/ 8271 h 9226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</a:cxnLst>
                <a:rect l="l" t="t" r="r" b="b"/>
                <a:pathLst>
                  <a:path w="57534" h="92265">
                    <a:moveTo>
                      <a:pt x="12967" y="8271"/>
                    </a:moveTo>
                    <a:lnTo>
                      <a:pt x="55759" y="8271"/>
                    </a:lnTo>
                    <a:lnTo>
                      <a:pt x="55759" y="-2044"/>
                    </a:lnTo>
                    <a:lnTo>
                      <a:pt x="-1776" y="-2044"/>
                    </a:lnTo>
                    <a:lnTo>
                      <a:pt x="-1776" y="8271"/>
                    </a:lnTo>
                    <a:cubicBezTo>
                      <a:pt x="2873" y="13088"/>
                      <a:pt x="9212" y="19550"/>
                      <a:pt x="17241" y="27656"/>
                    </a:cubicBezTo>
                    <a:cubicBezTo>
                      <a:pt x="25282" y="35775"/>
                      <a:pt x="30332" y="41013"/>
                      <a:pt x="32391" y="43370"/>
                    </a:cubicBezTo>
                    <a:cubicBezTo>
                      <a:pt x="36315" y="47773"/>
                      <a:pt x="39054" y="51503"/>
                      <a:pt x="40608" y="54559"/>
                    </a:cubicBezTo>
                    <a:cubicBezTo>
                      <a:pt x="42175" y="57615"/>
                      <a:pt x="42958" y="60619"/>
                      <a:pt x="42958" y="63572"/>
                    </a:cubicBezTo>
                    <a:cubicBezTo>
                      <a:pt x="42958" y="68389"/>
                      <a:pt x="41268" y="72312"/>
                      <a:pt x="37889" y="75343"/>
                    </a:cubicBezTo>
                    <a:cubicBezTo>
                      <a:pt x="34509" y="78386"/>
                      <a:pt x="30106" y="79907"/>
                      <a:pt x="24680" y="79907"/>
                    </a:cubicBezTo>
                    <a:cubicBezTo>
                      <a:pt x="20834" y="79907"/>
                      <a:pt x="16774" y="79240"/>
                      <a:pt x="12501" y="77907"/>
                    </a:cubicBezTo>
                    <a:cubicBezTo>
                      <a:pt x="8241" y="76573"/>
                      <a:pt x="3682" y="74546"/>
                      <a:pt x="-1174" y="71827"/>
                    </a:cubicBezTo>
                    <a:lnTo>
                      <a:pt x="-1174" y="84220"/>
                    </a:lnTo>
                    <a:cubicBezTo>
                      <a:pt x="3760" y="86201"/>
                      <a:pt x="8370" y="87697"/>
                      <a:pt x="12656" y="88707"/>
                    </a:cubicBezTo>
                    <a:cubicBezTo>
                      <a:pt x="16956" y="89717"/>
                      <a:pt x="20886" y="90222"/>
                      <a:pt x="24447" y="90222"/>
                    </a:cubicBezTo>
                    <a:cubicBezTo>
                      <a:pt x="33835" y="90222"/>
                      <a:pt x="41320" y="87871"/>
                      <a:pt x="46901" y="83171"/>
                    </a:cubicBezTo>
                    <a:cubicBezTo>
                      <a:pt x="52483" y="78483"/>
                      <a:pt x="55273" y="72215"/>
                      <a:pt x="55273" y="64368"/>
                    </a:cubicBezTo>
                    <a:cubicBezTo>
                      <a:pt x="55273" y="60638"/>
                      <a:pt x="54574" y="57103"/>
                      <a:pt x="53175" y="53762"/>
                    </a:cubicBezTo>
                    <a:cubicBezTo>
                      <a:pt x="51790" y="50434"/>
                      <a:pt x="49252" y="46504"/>
                      <a:pt x="45561" y="41972"/>
                    </a:cubicBezTo>
                    <a:cubicBezTo>
                      <a:pt x="44551" y="40793"/>
                      <a:pt x="41333" y="37401"/>
                      <a:pt x="35907" y="31793"/>
                    </a:cubicBezTo>
                    <a:cubicBezTo>
                      <a:pt x="30494" y="26186"/>
                      <a:pt x="22848" y="18345"/>
                      <a:pt x="12967" y="8271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" name="Graphic 7">
              <a:extLst>
                <a:ext uri="{FF2B5EF4-FFF2-40B4-BE49-F238E27FC236}">
                  <a16:creationId xmlns:a16="http://schemas.microsoft.com/office/drawing/2014/main" id="{5A9B9062-D681-B9E0-2D32-D60983DA740C}"/>
                </a:ext>
              </a:extLst>
            </p:cNvPr>
            <p:cNvGrpSpPr/>
            <p:nvPr/>
          </p:nvGrpSpPr>
          <p:grpSpPr>
            <a:xfrm>
              <a:off x="4143914" y="4562929"/>
              <a:ext cx="66042" cy="181481"/>
              <a:chOff x="4143914" y="4562929"/>
              <a:chExt cx="66042" cy="181481"/>
            </a:xfrm>
          </p:grpSpPr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B040B5FC-0B9A-0C86-6027-23296B01910A}"/>
                  </a:ext>
                </a:extLst>
              </p:cNvPr>
              <p:cNvSpPr/>
              <p:nvPr/>
            </p:nvSpPr>
            <p:spPr>
              <a:xfrm>
                <a:off x="4177382" y="4562929"/>
                <a:ext cx="12431" cy="43510"/>
              </a:xfrm>
              <a:custGeom>
                <a:avLst/>
                <a:gdLst>
                  <a:gd name="csX0" fmla="*/ 256 w 12431"/>
                  <a:gd name="csY0" fmla="*/ 320 h 43510"/>
                  <a:gd name="csX1" fmla="*/ 256 w 12431"/>
                  <a:gd name="csY1" fmla="*/ 43831 h 435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431" h="43510">
                    <a:moveTo>
                      <a:pt x="256" y="320"/>
                    </a:moveTo>
                    <a:lnTo>
                      <a:pt x="256" y="43831"/>
                    </a:lnTo>
                  </a:path>
                </a:pathLst>
              </a:custGeom>
              <a:solidFill>
                <a:srgbClr val="FFFFFF"/>
              </a:solidFill>
              <a:ln w="9935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8F47EBF6-A324-F219-BBCF-89C6D330BD00}"/>
                  </a:ext>
                </a:extLst>
              </p:cNvPr>
              <p:cNvSpPr/>
              <p:nvPr/>
            </p:nvSpPr>
            <p:spPr>
              <a:xfrm flipV="1">
                <a:off x="4143914" y="4653777"/>
                <a:ext cx="66042" cy="90633"/>
              </a:xfrm>
              <a:custGeom>
                <a:avLst/>
                <a:gdLst>
                  <a:gd name="csX0" fmla="*/ 39151 w 66042"/>
                  <a:gd name="csY0" fmla="*/ 77949 h 90633"/>
                  <a:gd name="csX1" fmla="*/ 8188 w 66042"/>
                  <a:gd name="csY1" fmla="*/ 29563 h 90633"/>
                  <a:gd name="csX2" fmla="*/ 39151 w 66042"/>
                  <a:gd name="csY2" fmla="*/ 29563 h 90633"/>
                  <a:gd name="csX3" fmla="*/ 39151 w 66042"/>
                  <a:gd name="csY3" fmla="*/ 77949 h 90633"/>
                  <a:gd name="csX4" fmla="*/ 35926 w 66042"/>
                  <a:gd name="csY4" fmla="*/ 88632 h 90633"/>
                  <a:gd name="csX5" fmla="*/ 51349 w 66042"/>
                  <a:gd name="csY5" fmla="*/ 88632 h 90633"/>
                  <a:gd name="csX6" fmla="*/ 51349 w 66042"/>
                  <a:gd name="csY6" fmla="*/ 29563 h 90633"/>
                  <a:gd name="csX7" fmla="*/ 64286 w 66042"/>
                  <a:gd name="csY7" fmla="*/ 29563 h 90633"/>
                  <a:gd name="csX8" fmla="*/ 64286 w 66042"/>
                  <a:gd name="csY8" fmla="*/ 19365 h 90633"/>
                  <a:gd name="csX9" fmla="*/ 51349 w 66042"/>
                  <a:gd name="csY9" fmla="*/ 19365 h 90633"/>
                  <a:gd name="csX10" fmla="*/ 51349 w 66042"/>
                  <a:gd name="csY10" fmla="*/ -2002 h 90633"/>
                  <a:gd name="csX11" fmla="*/ 39151 w 66042"/>
                  <a:gd name="csY11" fmla="*/ -2002 h 90633"/>
                  <a:gd name="csX12" fmla="*/ 39151 w 66042"/>
                  <a:gd name="csY12" fmla="*/ 19365 h 90633"/>
                  <a:gd name="csX13" fmla="*/ -1757 w 66042"/>
                  <a:gd name="csY13" fmla="*/ 19365 h 90633"/>
                  <a:gd name="csX14" fmla="*/ -1757 w 66042"/>
                  <a:gd name="csY14" fmla="*/ 31194 h 90633"/>
                  <a:gd name="csX15" fmla="*/ 35926 w 66042"/>
                  <a:gd name="csY15" fmla="*/ 88632 h 9063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66042" h="90633">
                    <a:moveTo>
                      <a:pt x="39151" y="77949"/>
                    </a:moveTo>
                    <a:lnTo>
                      <a:pt x="8188" y="29563"/>
                    </a:lnTo>
                    <a:lnTo>
                      <a:pt x="39151" y="29563"/>
                    </a:lnTo>
                    <a:lnTo>
                      <a:pt x="39151" y="77949"/>
                    </a:lnTo>
                    <a:close/>
                    <a:moveTo>
                      <a:pt x="35926" y="88632"/>
                    </a:moveTo>
                    <a:lnTo>
                      <a:pt x="51349" y="88632"/>
                    </a:lnTo>
                    <a:lnTo>
                      <a:pt x="51349" y="29563"/>
                    </a:lnTo>
                    <a:lnTo>
                      <a:pt x="64286" y="29563"/>
                    </a:lnTo>
                    <a:lnTo>
                      <a:pt x="64286" y="19365"/>
                    </a:lnTo>
                    <a:lnTo>
                      <a:pt x="51349" y="19365"/>
                    </a:lnTo>
                    <a:lnTo>
                      <a:pt x="51349" y="-2002"/>
                    </a:lnTo>
                    <a:lnTo>
                      <a:pt x="39151" y="-2002"/>
                    </a:lnTo>
                    <a:lnTo>
                      <a:pt x="39151" y="19365"/>
                    </a:lnTo>
                    <a:lnTo>
                      <a:pt x="-1757" y="19365"/>
                    </a:lnTo>
                    <a:lnTo>
                      <a:pt x="-1757" y="31194"/>
                    </a:lnTo>
                    <a:lnTo>
                      <a:pt x="35926" y="88632"/>
                    </a:lnTo>
                    <a:close/>
                  </a:path>
                </a:pathLst>
              </a:custGeom>
              <a:solidFill>
                <a:srgbClr val="FFFFFF"/>
              </a:solidFill>
              <a:ln w="19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3" name="Graphic 7">
              <a:extLst>
                <a:ext uri="{FF2B5EF4-FFF2-40B4-BE49-F238E27FC236}">
                  <a16:creationId xmlns:a16="http://schemas.microsoft.com/office/drawing/2014/main" id="{3CE5302C-04BB-EA8E-DF11-3A295388F492}"/>
                </a:ext>
              </a:extLst>
            </p:cNvPr>
            <p:cNvGrpSpPr/>
            <p:nvPr/>
          </p:nvGrpSpPr>
          <p:grpSpPr>
            <a:xfrm>
              <a:off x="5165692" y="4562929"/>
              <a:ext cx="62585" cy="183248"/>
              <a:chOff x="5165692" y="4562929"/>
              <a:chExt cx="62585" cy="183248"/>
            </a:xfrm>
          </p:grpSpPr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E090877A-F05A-6E98-FBF5-7D4A759372CD}"/>
                  </a:ext>
                </a:extLst>
              </p:cNvPr>
              <p:cNvSpPr/>
              <p:nvPr/>
            </p:nvSpPr>
            <p:spPr>
              <a:xfrm>
                <a:off x="5196557" y="4562929"/>
                <a:ext cx="12431" cy="43510"/>
              </a:xfrm>
              <a:custGeom>
                <a:avLst/>
                <a:gdLst>
                  <a:gd name="csX0" fmla="*/ 338 w 12431"/>
                  <a:gd name="csY0" fmla="*/ 320 h 43510"/>
                  <a:gd name="csX1" fmla="*/ 338 w 12431"/>
                  <a:gd name="csY1" fmla="*/ 43831 h 435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431" h="43510">
                    <a:moveTo>
                      <a:pt x="338" y="320"/>
                    </a:moveTo>
                    <a:lnTo>
                      <a:pt x="338" y="43831"/>
                    </a:lnTo>
                  </a:path>
                </a:pathLst>
              </a:custGeom>
              <a:solidFill>
                <a:srgbClr val="FFFFFF"/>
              </a:solidFill>
              <a:ln w="9935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55A4B182-CB89-CCCE-5342-96415014E3F4}"/>
                  </a:ext>
                </a:extLst>
              </p:cNvPr>
              <p:cNvSpPr/>
              <p:nvPr/>
            </p:nvSpPr>
            <p:spPr>
              <a:xfrm flipV="1">
                <a:off x="5165692" y="4652145"/>
                <a:ext cx="62585" cy="94032"/>
              </a:xfrm>
              <a:custGeom>
                <a:avLst/>
                <a:gdLst>
                  <a:gd name="csX0" fmla="*/ 30641 w 62585"/>
                  <a:gd name="csY0" fmla="*/ 49962 h 94032"/>
                  <a:gd name="csX1" fmla="*/ 17549 w 62585"/>
                  <a:gd name="csY1" fmla="*/ 44309 h 94032"/>
                  <a:gd name="csX2" fmla="*/ 12732 w 62585"/>
                  <a:gd name="csY2" fmla="*/ 28848 h 94032"/>
                  <a:gd name="csX3" fmla="*/ 17549 w 62585"/>
                  <a:gd name="csY3" fmla="*/ 13386 h 94032"/>
                  <a:gd name="csX4" fmla="*/ 30641 w 62585"/>
                  <a:gd name="csY4" fmla="*/ 7714 h 94032"/>
                  <a:gd name="csX5" fmla="*/ 43714 w 62585"/>
                  <a:gd name="csY5" fmla="*/ 13386 h 94032"/>
                  <a:gd name="csX6" fmla="*/ 48531 w 62585"/>
                  <a:gd name="csY6" fmla="*/ 28848 h 94032"/>
                  <a:gd name="csX7" fmla="*/ 43714 w 62585"/>
                  <a:gd name="csY7" fmla="*/ 44309 h 94032"/>
                  <a:gd name="csX8" fmla="*/ 30641 w 62585"/>
                  <a:gd name="csY8" fmla="*/ 49962 h 94032"/>
                  <a:gd name="csX9" fmla="*/ 54980 w 62585"/>
                  <a:gd name="csY9" fmla="*/ 88402 h 94032"/>
                  <a:gd name="csX10" fmla="*/ 54980 w 62585"/>
                  <a:gd name="csY10" fmla="*/ 77234 h 94032"/>
                  <a:gd name="csX11" fmla="*/ 45656 w 62585"/>
                  <a:gd name="csY11" fmla="*/ 80555 h 94032"/>
                  <a:gd name="csX12" fmla="*/ 36332 w 62585"/>
                  <a:gd name="csY12" fmla="*/ 81721 h 94032"/>
                  <a:gd name="csX13" fmla="*/ 17782 w 62585"/>
                  <a:gd name="csY13" fmla="*/ 73523 h 94032"/>
                  <a:gd name="csX14" fmla="*/ 10479 w 62585"/>
                  <a:gd name="csY14" fmla="*/ 48758 h 94032"/>
                  <a:gd name="csX15" fmla="*/ 19453 w 62585"/>
                  <a:gd name="csY15" fmla="*/ 56857 h 94032"/>
                  <a:gd name="csX16" fmla="*/ 31360 w 62585"/>
                  <a:gd name="csY16" fmla="*/ 59674 h 94032"/>
                  <a:gd name="csX17" fmla="*/ 52940 w 62585"/>
                  <a:gd name="csY17" fmla="*/ 51380 h 94032"/>
                  <a:gd name="csX18" fmla="*/ 60865 w 62585"/>
                  <a:gd name="csY18" fmla="*/ 28848 h 94032"/>
                  <a:gd name="csX19" fmla="*/ 52610 w 62585"/>
                  <a:gd name="csY19" fmla="*/ 6432 h 94032"/>
                  <a:gd name="csX20" fmla="*/ 30641 w 62585"/>
                  <a:gd name="csY20" fmla="*/ -1998 h 94032"/>
                  <a:gd name="csX21" fmla="*/ 6594 w 62585"/>
                  <a:gd name="csY21" fmla="*/ 10045 h 94032"/>
                  <a:gd name="csX22" fmla="*/ -1720 w 62585"/>
                  <a:gd name="csY22" fmla="*/ 44989 h 94032"/>
                  <a:gd name="csX23" fmla="*/ 8478 w 62585"/>
                  <a:gd name="csY23" fmla="*/ 79254 h 94032"/>
                  <a:gd name="csX24" fmla="*/ 35847 w 62585"/>
                  <a:gd name="csY24" fmla="*/ 92035 h 94032"/>
                  <a:gd name="csX25" fmla="*/ 45171 w 62585"/>
                  <a:gd name="csY25" fmla="*/ 91122 h 94032"/>
                  <a:gd name="csX26" fmla="*/ 54980 w 62585"/>
                  <a:gd name="csY26" fmla="*/ 88402 h 940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</a:cxnLst>
                <a:rect l="l" t="t" r="r" b="b"/>
                <a:pathLst>
                  <a:path w="62585" h="94032">
                    <a:moveTo>
                      <a:pt x="30641" y="49962"/>
                    </a:moveTo>
                    <a:cubicBezTo>
                      <a:pt x="25138" y="49962"/>
                      <a:pt x="20774" y="48078"/>
                      <a:pt x="17549" y="44309"/>
                    </a:cubicBezTo>
                    <a:cubicBezTo>
                      <a:pt x="14338" y="40554"/>
                      <a:pt x="12732" y="35400"/>
                      <a:pt x="12732" y="28848"/>
                    </a:cubicBezTo>
                    <a:cubicBezTo>
                      <a:pt x="12732" y="22334"/>
                      <a:pt x="14338" y="17180"/>
                      <a:pt x="17549" y="13386"/>
                    </a:cubicBezTo>
                    <a:cubicBezTo>
                      <a:pt x="20774" y="9605"/>
                      <a:pt x="25138" y="7714"/>
                      <a:pt x="30641" y="7714"/>
                    </a:cubicBezTo>
                    <a:cubicBezTo>
                      <a:pt x="36145" y="7714"/>
                      <a:pt x="40502" y="9605"/>
                      <a:pt x="43714" y="13386"/>
                    </a:cubicBezTo>
                    <a:cubicBezTo>
                      <a:pt x="46925" y="17180"/>
                      <a:pt x="48531" y="22334"/>
                      <a:pt x="48531" y="28848"/>
                    </a:cubicBezTo>
                    <a:cubicBezTo>
                      <a:pt x="48531" y="35400"/>
                      <a:pt x="46925" y="40554"/>
                      <a:pt x="43714" y="44309"/>
                    </a:cubicBezTo>
                    <a:cubicBezTo>
                      <a:pt x="40502" y="48078"/>
                      <a:pt x="36145" y="49962"/>
                      <a:pt x="30641" y="49962"/>
                    </a:cubicBezTo>
                    <a:close/>
                    <a:moveTo>
                      <a:pt x="54980" y="88402"/>
                    </a:moveTo>
                    <a:lnTo>
                      <a:pt x="54980" y="77234"/>
                    </a:lnTo>
                    <a:cubicBezTo>
                      <a:pt x="51898" y="78684"/>
                      <a:pt x="48790" y="79791"/>
                      <a:pt x="45656" y="80555"/>
                    </a:cubicBezTo>
                    <a:cubicBezTo>
                      <a:pt x="42522" y="81332"/>
                      <a:pt x="39414" y="81721"/>
                      <a:pt x="36332" y="81721"/>
                    </a:cubicBezTo>
                    <a:cubicBezTo>
                      <a:pt x="28239" y="81721"/>
                      <a:pt x="22056" y="78988"/>
                      <a:pt x="17782" y="73523"/>
                    </a:cubicBezTo>
                    <a:cubicBezTo>
                      <a:pt x="13522" y="68059"/>
                      <a:pt x="11087" y="59803"/>
                      <a:pt x="10479" y="48758"/>
                    </a:cubicBezTo>
                    <a:cubicBezTo>
                      <a:pt x="12861" y="52280"/>
                      <a:pt x="15853" y="54980"/>
                      <a:pt x="19453" y="56857"/>
                    </a:cubicBezTo>
                    <a:cubicBezTo>
                      <a:pt x="23066" y="58735"/>
                      <a:pt x="27035" y="59674"/>
                      <a:pt x="31360" y="59674"/>
                    </a:cubicBezTo>
                    <a:cubicBezTo>
                      <a:pt x="40463" y="59674"/>
                      <a:pt x="47657" y="56909"/>
                      <a:pt x="52940" y="51380"/>
                    </a:cubicBezTo>
                    <a:cubicBezTo>
                      <a:pt x="58224" y="45863"/>
                      <a:pt x="60865" y="38353"/>
                      <a:pt x="60865" y="28848"/>
                    </a:cubicBezTo>
                    <a:cubicBezTo>
                      <a:pt x="60865" y="19537"/>
                      <a:pt x="58114" y="12065"/>
                      <a:pt x="52610" y="6432"/>
                    </a:cubicBezTo>
                    <a:cubicBezTo>
                      <a:pt x="47106" y="812"/>
                      <a:pt x="39784" y="-1998"/>
                      <a:pt x="30641" y="-1998"/>
                    </a:cubicBezTo>
                    <a:cubicBezTo>
                      <a:pt x="20152" y="-1998"/>
                      <a:pt x="12136" y="2016"/>
                      <a:pt x="6594" y="10045"/>
                    </a:cubicBezTo>
                    <a:cubicBezTo>
                      <a:pt x="1051" y="18087"/>
                      <a:pt x="-1720" y="29735"/>
                      <a:pt x="-1720" y="44989"/>
                    </a:cubicBezTo>
                    <a:cubicBezTo>
                      <a:pt x="-1720" y="59311"/>
                      <a:pt x="1680" y="70733"/>
                      <a:pt x="8478" y="79254"/>
                    </a:cubicBezTo>
                    <a:cubicBezTo>
                      <a:pt x="15277" y="87774"/>
                      <a:pt x="24399" y="92035"/>
                      <a:pt x="35847" y="92035"/>
                    </a:cubicBezTo>
                    <a:cubicBezTo>
                      <a:pt x="38929" y="92035"/>
                      <a:pt x="42037" y="91731"/>
                      <a:pt x="45171" y="91122"/>
                    </a:cubicBezTo>
                    <a:cubicBezTo>
                      <a:pt x="48304" y="90513"/>
                      <a:pt x="51574" y="89607"/>
                      <a:pt x="54980" y="88402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6" name="Graphic 7">
              <a:extLst>
                <a:ext uri="{FF2B5EF4-FFF2-40B4-BE49-F238E27FC236}">
                  <a16:creationId xmlns:a16="http://schemas.microsoft.com/office/drawing/2014/main" id="{9F204EDF-7F0D-0D16-BA15-DF8D2C14F335}"/>
                </a:ext>
              </a:extLst>
            </p:cNvPr>
            <p:cNvGrpSpPr/>
            <p:nvPr/>
          </p:nvGrpSpPr>
          <p:grpSpPr>
            <a:xfrm>
              <a:off x="6184614" y="4562929"/>
              <a:ext cx="62157" cy="183248"/>
              <a:chOff x="6184614" y="4562929"/>
              <a:chExt cx="62157" cy="183248"/>
            </a:xfrm>
          </p:grpSpPr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1DBFA4C4-9A12-8CBB-9D60-B998752AFBE4}"/>
                  </a:ext>
                </a:extLst>
              </p:cNvPr>
              <p:cNvSpPr/>
              <p:nvPr/>
            </p:nvSpPr>
            <p:spPr>
              <a:xfrm>
                <a:off x="6215732" y="4562929"/>
                <a:ext cx="12431" cy="43510"/>
              </a:xfrm>
              <a:custGeom>
                <a:avLst/>
                <a:gdLst>
                  <a:gd name="csX0" fmla="*/ 420 w 12431"/>
                  <a:gd name="csY0" fmla="*/ 320 h 43510"/>
                  <a:gd name="csX1" fmla="*/ 420 w 12431"/>
                  <a:gd name="csY1" fmla="*/ 43831 h 435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431" h="43510">
                    <a:moveTo>
                      <a:pt x="420" y="320"/>
                    </a:moveTo>
                    <a:lnTo>
                      <a:pt x="420" y="43831"/>
                    </a:lnTo>
                  </a:path>
                </a:pathLst>
              </a:custGeom>
              <a:solidFill>
                <a:srgbClr val="FFFFFF"/>
              </a:solidFill>
              <a:ln w="9935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38BE35FD-9E0B-C5AE-1C3C-9DFB1BB8BA80}"/>
                  </a:ext>
                </a:extLst>
              </p:cNvPr>
              <p:cNvSpPr/>
              <p:nvPr/>
            </p:nvSpPr>
            <p:spPr>
              <a:xfrm flipV="1">
                <a:off x="6184614" y="4652145"/>
                <a:ext cx="62157" cy="94032"/>
              </a:xfrm>
              <a:custGeom>
                <a:avLst/>
                <a:gdLst>
                  <a:gd name="csX0" fmla="*/ 29465 w 62157"/>
                  <a:gd name="csY0" fmla="*/ 42814 h 94032"/>
                  <a:gd name="csX1" fmla="*/ 15713 w 62157"/>
                  <a:gd name="csY1" fmla="*/ 38132 h 94032"/>
                  <a:gd name="csX2" fmla="*/ 10721 w 62157"/>
                  <a:gd name="csY2" fmla="*/ 25274 h 94032"/>
                  <a:gd name="csX3" fmla="*/ 15713 w 62157"/>
                  <a:gd name="csY3" fmla="*/ 12395 h 94032"/>
                  <a:gd name="csX4" fmla="*/ 29465 w 62157"/>
                  <a:gd name="csY4" fmla="*/ 7714 h 94032"/>
                  <a:gd name="csX5" fmla="*/ 43237 w 62157"/>
                  <a:gd name="csY5" fmla="*/ 12415 h 94032"/>
                  <a:gd name="csX6" fmla="*/ 48287 w 62157"/>
                  <a:gd name="csY6" fmla="*/ 25274 h 94032"/>
                  <a:gd name="csX7" fmla="*/ 43276 w 62157"/>
                  <a:gd name="csY7" fmla="*/ 38132 h 94032"/>
                  <a:gd name="csX8" fmla="*/ 29465 w 62157"/>
                  <a:gd name="csY8" fmla="*/ 42814 h 94032"/>
                  <a:gd name="csX9" fmla="*/ 17208 w 62157"/>
                  <a:gd name="csY9" fmla="*/ 48019 h 94032"/>
                  <a:gd name="csX10" fmla="*/ 4913 w 62157"/>
                  <a:gd name="csY10" fmla="*/ 55362 h 94032"/>
                  <a:gd name="csX11" fmla="*/ 523 w 62157"/>
                  <a:gd name="csY11" fmla="*/ 68551 h 94032"/>
                  <a:gd name="csX12" fmla="*/ 8254 w 62157"/>
                  <a:gd name="csY12" fmla="*/ 85722 h 94032"/>
                  <a:gd name="csX13" fmla="*/ 29465 w 62157"/>
                  <a:gd name="csY13" fmla="*/ 92035 h 94032"/>
                  <a:gd name="csX14" fmla="*/ 50715 w 62157"/>
                  <a:gd name="csY14" fmla="*/ 85722 h 94032"/>
                  <a:gd name="csX15" fmla="*/ 58427 w 62157"/>
                  <a:gd name="csY15" fmla="*/ 68551 h 94032"/>
                  <a:gd name="csX16" fmla="*/ 54017 w 62157"/>
                  <a:gd name="csY16" fmla="*/ 55362 h 94032"/>
                  <a:gd name="csX17" fmla="*/ 41800 w 62157"/>
                  <a:gd name="csY17" fmla="*/ 48019 h 94032"/>
                  <a:gd name="csX18" fmla="*/ 55591 w 62157"/>
                  <a:gd name="csY18" fmla="*/ 39939 h 94032"/>
                  <a:gd name="csX19" fmla="*/ 60544 w 62157"/>
                  <a:gd name="csY19" fmla="*/ 25274 h 94032"/>
                  <a:gd name="csX20" fmla="*/ 52502 w 62157"/>
                  <a:gd name="csY20" fmla="*/ 5033 h 94032"/>
                  <a:gd name="csX21" fmla="*/ 29465 w 62157"/>
                  <a:gd name="csY21" fmla="*/ -1998 h 94032"/>
                  <a:gd name="csX22" fmla="*/ 6428 w 62157"/>
                  <a:gd name="csY22" fmla="*/ 5033 h 94032"/>
                  <a:gd name="csX23" fmla="*/ -1614 w 62157"/>
                  <a:gd name="csY23" fmla="*/ 25274 h 94032"/>
                  <a:gd name="csX24" fmla="*/ 3359 w 62157"/>
                  <a:gd name="csY24" fmla="*/ 39939 h 94032"/>
                  <a:gd name="csX25" fmla="*/ 17208 w 62157"/>
                  <a:gd name="csY25" fmla="*/ 48019 h 94032"/>
                  <a:gd name="csX26" fmla="*/ 12721 w 62157"/>
                  <a:gd name="csY26" fmla="*/ 67385 h 94032"/>
                  <a:gd name="csX27" fmla="*/ 17111 w 62157"/>
                  <a:gd name="csY27" fmla="*/ 56411 h 94032"/>
                  <a:gd name="csX28" fmla="*/ 29465 w 62157"/>
                  <a:gd name="csY28" fmla="*/ 52468 h 94032"/>
                  <a:gd name="csX29" fmla="*/ 41819 w 62157"/>
                  <a:gd name="csY29" fmla="*/ 56411 h 94032"/>
                  <a:gd name="csX30" fmla="*/ 46287 w 62157"/>
                  <a:gd name="csY30" fmla="*/ 67385 h 94032"/>
                  <a:gd name="csX31" fmla="*/ 41819 w 62157"/>
                  <a:gd name="csY31" fmla="*/ 78380 h 94032"/>
                  <a:gd name="csX32" fmla="*/ 29465 w 62157"/>
                  <a:gd name="csY32" fmla="*/ 82323 h 94032"/>
                  <a:gd name="csX33" fmla="*/ 17111 w 62157"/>
                  <a:gd name="csY33" fmla="*/ 78380 h 94032"/>
                  <a:gd name="csX34" fmla="*/ 12721 w 62157"/>
                  <a:gd name="csY34" fmla="*/ 67385 h 940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</a:cxnLst>
                <a:rect l="l" t="t" r="r" b="b"/>
                <a:pathLst>
                  <a:path w="62157" h="94032">
                    <a:moveTo>
                      <a:pt x="29465" y="42814"/>
                    </a:moveTo>
                    <a:cubicBezTo>
                      <a:pt x="23638" y="42814"/>
                      <a:pt x="19054" y="41253"/>
                      <a:pt x="15713" y="38132"/>
                    </a:cubicBezTo>
                    <a:cubicBezTo>
                      <a:pt x="12385" y="35012"/>
                      <a:pt x="10721" y="30725"/>
                      <a:pt x="10721" y="25274"/>
                    </a:cubicBezTo>
                    <a:cubicBezTo>
                      <a:pt x="10721" y="19809"/>
                      <a:pt x="12385" y="15516"/>
                      <a:pt x="15713" y="12395"/>
                    </a:cubicBezTo>
                    <a:cubicBezTo>
                      <a:pt x="19054" y="9274"/>
                      <a:pt x="23638" y="7714"/>
                      <a:pt x="29465" y="7714"/>
                    </a:cubicBezTo>
                    <a:cubicBezTo>
                      <a:pt x="35292" y="7714"/>
                      <a:pt x="39883" y="9281"/>
                      <a:pt x="43237" y="12415"/>
                    </a:cubicBezTo>
                    <a:cubicBezTo>
                      <a:pt x="46604" y="15561"/>
                      <a:pt x="48287" y="19848"/>
                      <a:pt x="48287" y="25274"/>
                    </a:cubicBezTo>
                    <a:cubicBezTo>
                      <a:pt x="48287" y="30725"/>
                      <a:pt x="46617" y="35012"/>
                      <a:pt x="43276" y="38132"/>
                    </a:cubicBezTo>
                    <a:cubicBezTo>
                      <a:pt x="39948" y="41253"/>
                      <a:pt x="35344" y="42814"/>
                      <a:pt x="29465" y="42814"/>
                    </a:cubicBezTo>
                    <a:close/>
                    <a:moveTo>
                      <a:pt x="17208" y="48019"/>
                    </a:moveTo>
                    <a:cubicBezTo>
                      <a:pt x="11951" y="49314"/>
                      <a:pt x="7852" y="51762"/>
                      <a:pt x="4913" y="55362"/>
                    </a:cubicBezTo>
                    <a:cubicBezTo>
                      <a:pt x="1986" y="58975"/>
                      <a:pt x="523" y="63371"/>
                      <a:pt x="523" y="68551"/>
                    </a:cubicBezTo>
                    <a:cubicBezTo>
                      <a:pt x="523" y="75790"/>
                      <a:pt x="3100" y="81513"/>
                      <a:pt x="8254" y="85722"/>
                    </a:cubicBezTo>
                    <a:cubicBezTo>
                      <a:pt x="13421" y="89931"/>
                      <a:pt x="20491" y="92035"/>
                      <a:pt x="29465" y="92035"/>
                    </a:cubicBezTo>
                    <a:cubicBezTo>
                      <a:pt x="38491" y="92035"/>
                      <a:pt x="45574" y="89931"/>
                      <a:pt x="50715" y="85722"/>
                    </a:cubicBezTo>
                    <a:cubicBezTo>
                      <a:pt x="55856" y="81513"/>
                      <a:pt x="58427" y="75790"/>
                      <a:pt x="58427" y="68551"/>
                    </a:cubicBezTo>
                    <a:cubicBezTo>
                      <a:pt x="58427" y="63371"/>
                      <a:pt x="56957" y="58975"/>
                      <a:pt x="54017" y="55362"/>
                    </a:cubicBezTo>
                    <a:cubicBezTo>
                      <a:pt x="51091" y="51762"/>
                      <a:pt x="47018" y="49314"/>
                      <a:pt x="41800" y="48019"/>
                    </a:cubicBezTo>
                    <a:cubicBezTo>
                      <a:pt x="47704" y="46647"/>
                      <a:pt x="52302" y="43953"/>
                      <a:pt x="55591" y="39939"/>
                    </a:cubicBezTo>
                    <a:cubicBezTo>
                      <a:pt x="58893" y="35937"/>
                      <a:pt x="60544" y="31049"/>
                      <a:pt x="60544" y="25274"/>
                    </a:cubicBezTo>
                    <a:cubicBezTo>
                      <a:pt x="60544" y="16481"/>
                      <a:pt x="57863" y="9734"/>
                      <a:pt x="52502" y="5033"/>
                    </a:cubicBezTo>
                    <a:cubicBezTo>
                      <a:pt x="47141" y="346"/>
                      <a:pt x="39462" y="-1998"/>
                      <a:pt x="29465" y="-1998"/>
                    </a:cubicBezTo>
                    <a:cubicBezTo>
                      <a:pt x="19481" y="-1998"/>
                      <a:pt x="11802" y="346"/>
                      <a:pt x="6428" y="5033"/>
                    </a:cubicBezTo>
                    <a:cubicBezTo>
                      <a:pt x="1067" y="9734"/>
                      <a:pt x="-1614" y="16481"/>
                      <a:pt x="-1614" y="25274"/>
                    </a:cubicBezTo>
                    <a:cubicBezTo>
                      <a:pt x="-1614" y="31049"/>
                      <a:pt x="44" y="35937"/>
                      <a:pt x="3359" y="39939"/>
                    </a:cubicBezTo>
                    <a:cubicBezTo>
                      <a:pt x="6687" y="43953"/>
                      <a:pt x="11303" y="46647"/>
                      <a:pt x="17208" y="48019"/>
                    </a:cubicBezTo>
                    <a:close/>
                    <a:moveTo>
                      <a:pt x="12721" y="67385"/>
                    </a:moveTo>
                    <a:cubicBezTo>
                      <a:pt x="12721" y="62698"/>
                      <a:pt x="14185" y="59039"/>
                      <a:pt x="17111" y="56411"/>
                    </a:cubicBezTo>
                    <a:cubicBezTo>
                      <a:pt x="20051" y="53782"/>
                      <a:pt x="24169" y="52468"/>
                      <a:pt x="29465" y="52468"/>
                    </a:cubicBezTo>
                    <a:cubicBezTo>
                      <a:pt x="34736" y="52468"/>
                      <a:pt x="38853" y="53782"/>
                      <a:pt x="41819" y="56411"/>
                    </a:cubicBezTo>
                    <a:cubicBezTo>
                      <a:pt x="44797" y="59039"/>
                      <a:pt x="46287" y="62698"/>
                      <a:pt x="46287" y="67385"/>
                    </a:cubicBezTo>
                    <a:cubicBezTo>
                      <a:pt x="46287" y="72086"/>
                      <a:pt x="44797" y="75751"/>
                      <a:pt x="41819" y="78380"/>
                    </a:cubicBezTo>
                    <a:cubicBezTo>
                      <a:pt x="38853" y="81008"/>
                      <a:pt x="34736" y="82323"/>
                      <a:pt x="29465" y="82323"/>
                    </a:cubicBezTo>
                    <a:cubicBezTo>
                      <a:pt x="24169" y="82323"/>
                      <a:pt x="20051" y="81008"/>
                      <a:pt x="17111" y="78380"/>
                    </a:cubicBezTo>
                    <a:cubicBezTo>
                      <a:pt x="14185" y="75751"/>
                      <a:pt x="12721" y="72086"/>
                      <a:pt x="12721" y="67385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9" name="Graphic 7">
              <a:extLst>
                <a:ext uri="{FF2B5EF4-FFF2-40B4-BE49-F238E27FC236}">
                  <a16:creationId xmlns:a16="http://schemas.microsoft.com/office/drawing/2014/main" id="{46D21539-BD2D-D03E-DD2C-5960F3744965}"/>
                </a:ext>
              </a:extLst>
            </p:cNvPr>
            <p:cNvGrpSpPr/>
            <p:nvPr/>
          </p:nvGrpSpPr>
          <p:grpSpPr>
            <a:xfrm>
              <a:off x="7169466" y="4562929"/>
              <a:ext cx="136278" cy="183248"/>
              <a:chOff x="7169466" y="4562929"/>
              <a:chExt cx="136278" cy="183248"/>
            </a:xfrm>
          </p:grpSpPr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ED7F418C-BE32-03C2-8A4C-4978F9DBFCEC}"/>
                  </a:ext>
                </a:extLst>
              </p:cNvPr>
              <p:cNvSpPr/>
              <p:nvPr/>
            </p:nvSpPr>
            <p:spPr>
              <a:xfrm>
                <a:off x="7234907" y="4562929"/>
                <a:ext cx="12431" cy="43510"/>
              </a:xfrm>
              <a:custGeom>
                <a:avLst/>
                <a:gdLst>
                  <a:gd name="csX0" fmla="*/ 502 w 12431"/>
                  <a:gd name="csY0" fmla="*/ 320 h 43510"/>
                  <a:gd name="csX1" fmla="*/ 502 w 12431"/>
                  <a:gd name="csY1" fmla="*/ 43831 h 435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431" h="43510">
                    <a:moveTo>
                      <a:pt x="502" y="320"/>
                    </a:moveTo>
                    <a:lnTo>
                      <a:pt x="502" y="43831"/>
                    </a:lnTo>
                  </a:path>
                </a:pathLst>
              </a:custGeom>
              <a:solidFill>
                <a:srgbClr val="FFFFFF"/>
              </a:solidFill>
              <a:ln w="9935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31" name="Graphic 7">
                <a:extLst>
                  <a:ext uri="{FF2B5EF4-FFF2-40B4-BE49-F238E27FC236}">
                    <a16:creationId xmlns:a16="http://schemas.microsoft.com/office/drawing/2014/main" id="{7F769BF2-EC93-C610-DF2E-F296CF660E57}"/>
                  </a:ext>
                </a:extLst>
              </p:cNvPr>
              <p:cNvGrpSpPr/>
              <p:nvPr/>
            </p:nvGrpSpPr>
            <p:grpSpPr>
              <a:xfrm>
                <a:off x="7169466" y="4652145"/>
                <a:ext cx="136278" cy="94032"/>
                <a:chOff x="7169466" y="4652145"/>
                <a:chExt cx="136278" cy="94032"/>
              </a:xfrm>
              <a:solidFill>
                <a:srgbClr val="FFFFFF"/>
              </a:solidFill>
            </p:grpSpPr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51C6684F-CC58-A8F8-1941-110537133415}"/>
                    </a:ext>
                  </a:extLst>
                </p:cNvPr>
                <p:cNvSpPr/>
                <p:nvPr/>
              </p:nvSpPr>
              <p:spPr>
                <a:xfrm flipV="1">
                  <a:off x="7169466" y="4653777"/>
                  <a:ext cx="53960" cy="90633"/>
                </a:xfrm>
                <a:custGeom>
                  <a:avLst/>
                  <a:gdLst>
                    <a:gd name="csX0" fmla="*/ 175 w 53960"/>
                    <a:gd name="csY0" fmla="*/ 8313 h 90633"/>
                    <a:gd name="csX1" fmla="*/ 20201 w 53960"/>
                    <a:gd name="csY1" fmla="*/ 8313 h 90633"/>
                    <a:gd name="csX2" fmla="*/ 20201 w 53960"/>
                    <a:gd name="csY2" fmla="*/ 77463 h 90633"/>
                    <a:gd name="csX3" fmla="*/ -1593 w 53960"/>
                    <a:gd name="csY3" fmla="*/ 73093 h 90633"/>
                    <a:gd name="csX4" fmla="*/ -1593 w 53960"/>
                    <a:gd name="csY4" fmla="*/ 84262 h 90633"/>
                    <a:gd name="csX5" fmla="*/ 20085 w 53960"/>
                    <a:gd name="csY5" fmla="*/ 88632 h 90633"/>
                    <a:gd name="csX6" fmla="*/ 32341 w 53960"/>
                    <a:gd name="csY6" fmla="*/ 88632 h 90633"/>
                    <a:gd name="csX7" fmla="*/ 32341 w 53960"/>
                    <a:gd name="csY7" fmla="*/ 8313 h 90633"/>
                    <a:gd name="csX8" fmla="*/ 52368 w 53960"/>
                    <a:gd name="csY8" fmla="*/ 8313 h 90633"/>
                    <a:gd name="csX9" fmla="*/ 52368 w 53960"/>
                    <a:gd name="csY9" fmla="*/ -2002 h 90633"/>
                    <a:gd name="csX10" fmla="*/ 175 w 53960"/>
                    <a:gd name="csY10" fmla="*/ -2002 h 90633"/>
                    <a:gd name="csX11" fmla="*/ 175 w 53960"/>
                    <a:gd name="csY11" fmla="*/ 8313 h 9063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</a:cxnLst>
                  <a:rect l="l" t="t" r="r" b="b"/>
                  <a:pathLst>
                    <a:path w="53960" h="90633">
                      <a:moveTo>
                        <a:pt x="175" y="8313"/>
                      </a:moveTo>
                      <a:lnTo>
                        <a:pt x="20201" y="8313"/>
                      </a:lnTo>
                      <a:lnTo>
                        <a:pt x="20201" y="77463"/>
                      </a:lnTo>
                      <a:lnTo>
                        <a:pt x="-1593" y="73093"/>
                      </a:lnTo>
                      <a:lnTo>
                        <a:pt x="-1593" y="84262"/>
                      </a:lnTo>
                      <a:lnTo>
                        <a:pt x="20085" y="88632"/>
                      </a:lnTo>
                      <a:lnTo>
                        <a:pt x="32341" y="88632"/>
                      </a:lnTo>
                      <a:lnTo>
                        <a:pt x="32341" y="8313"/>
                      </a:lnTo>
                      <a:lnTo>
                        <a:pt x="52368" y="8313"/>
                      </a:lnTo>
                      <a:lnTo>
                        <a:pt x="52368" y="-2002"/>
                      </a:lnTo>
                      <a:lnTo>
                        <a:pt x="175" y="-2002"/>
                      </a:lnTo>
                      <a:lnTo>
                        <a:pt x="175" y="831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9" cap="flat">
                  <a:noFill/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D2C76348-AEA2-B860-0889-9C9346067380}"/>
                    </a:ext>
                  </a:extLst>
                </p:cNvPr>
                <p:cNvSpPr/>
                <p:nvPr/>
              </p:nvSpPr>
              <p:spPr>
                <a:xfrm flipV="1">
                  <a:off x="7243101" y="4652145"/>
                  <a:ext cx="62643" cy="94032"/>
                </a:xfrm>
                <a:custGeom>
                  <a:avLst/>
                  <a:gdLst>
                    <a:gd name="csX0" fmla="*/ 29783 w 62643"/>
                    <a:gd name="csY0" fmla="*/ 82323 h 94032"/>
                    <a:gd name="csX1" fmla="*/ 15545 w 62643"/>
                    <a:gd name="csY1" fmla="*/ 72999 h 94032"/>
                    <a:gd name="csX2" fmla="*/ 10786 w 62643"/>
                    <a:gd name="csY2" fmla="*/ 44989 h 94032"/>
                    <a:gd name="csX3" fmla="*/ 15545 w 62643"/>
                    <a:gd name="csY3" fmla="*/ 17038 h 94032"/>
                    <a:gd name="csX4" fmla="*/ 29783 w 62643"/>
                    <a:gd name="csY4" fmla="*/ 7714 h 94032"/>
                    <a:gd name="csX5" fmla="*/ 44079 w 62643"/>
                    <a:gd name="csY5" fmla="*/ 17038 h 94032"/>
                    <a:gd name="csX6" fmla="*/ 48857 w 62643"/>
                    <a:gd name="csY6" fmla="*/ 44989 h 94032"/>
                    <a:gd name="csX7" fmla="*/ 44079 w 62643"/>
                    <a:gd name="csY7" fmla="*/ 72999 h 94032"/>
                    <a:gd name="csX8" fmla="*/ 29783 w 62643"/>
                    <a:gd name="csY8" fmla="*/ 82323 h 94032"/>
                    <a:gd name="csX9" fmla="*/ 29783 w 62643"/>
                    <a:gd name="csY9" fmla="*/ 92035 h 94032"/>
                    <a:gd name="csX10" fmla="*/ 53073 w 62643"/>
                    <a:gd name="csY10" fmla="*/ 79972 h 94032"/>
                    <a:gd name="csX11" fmla="*/ 61114 w 62643"/>
                    <a:gd name="csY11" fmla="*/ 44989 h 94032"/>
                    <a:gd name="csX12" fmla="*/ 53073 w 62643"/>
                    <a:gd name="csY12" fmla="*/ 10045 h 94032"/>
                    <a:gd name="csX13" fmla="*/ 29783 w 62643"/>
                    <a:gd name="csY13" fmla="*/ -1998 h 94032"/>
                    <a:gd name="csX14" fmla="*/ 6513 w 62643"/>
                    <a:gd name="csY14" fmla="*/ 10045 h 94032"/>
                    <a:gd name="csX15" fmla="*/ -1529 w 62643"/>
                    <a:gd name="csY15" fmla="*/ 44989 h 94032"/>
                    <a:gd name="csX16" fmla="*/ 6513 w 62643"/>
                    <a:gd name="csY16" fmla="*/ 79972 h 94032"/>
                    <a:gd name="csX17" fmla="*/ 29783 w 62643"/>
                    <a:gd name="csY17" fmla="*/ 92035 h 9403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</a:cxnLst>
                  <a:rect l="l" t="t" r="r" b="b"/>
                  <a:pathLst>
                    <a:path w="62643" h="94032">
                      <a:moveTo>
                        <a:pt x="29783" y="82323"/>
                      </a:moveTo>
                      <a:cubicBezTo>
                        <a:pt x="23476" y="82323"/>
                        <a:pt x="18730" y="79215"/>
                        <a:pt x="15545" y="72999"/>
                      </a:cubicBezTo>
                      <a:cubicBezTo>
                        <a:pt x="12372" y="66796"/>
                        <a:pt x="10786" y="57460"/>
                        <a:pt x="10786" y="44989"/>
                      </a:cubicBezTo>
                      <a:cubicBezTo>
                        <a:pt x="10786" y="32571"/>
                        <a:pt x="12372" y="23253"/>
                        <a:pt x="15545" y="17038"/>
                      </a:cubicBezTo>
                      <a:cubicBezTo>
                        <a:pt x="18730" y="10822"/>
                        <a:pt x="23476" y="7714"/>
                        <a:pt x="29783" y="7714"/>
                      </a:cubicBezTo>
                      <a:cubicBezTo>
                        <a:pt x="36141" y="7714"/>
                        <a:pt x="40906" y="10822"/>
                        <a:pt x="44079" y="17038"/>
                      </a:cubicBezTo>
                      <a:cubicBezTo>
                        <a:pt x="47265" y="23253"/>
                        <a:pt x="48857" y="32571"/>
                        <a:pt x="48857" y="44989"/>
                      </a:cubicBezTo>
                      <a:cubicBezTo>
                        <a:pt x="48857" y="57460"/>
                        <a:pt x="47265" y="66796"/>
                        <a:pt x="44079" y="72999"/>
                      </a:cubicBezTo>
                      <a:cubicBezTo>
                        <a:pt x="40906" y="79215"/>
                        <a:pt x="36141" y="82323"/>
                        <a:pt x="29783" y="82323"/>
                      </a:cubicBezTo>
                      <a:close/>
                      <a:moveTo>
                        <a:pt x="29783" y="92035"/>
                      </a:moveTo>
                      <a:cubicBezTo>
                        <a:pt x="39948" y="92035"/>
                        <a:pt x="47711" y="88014"/>
                        <a:pt x="53073" y="79972"/>
                      </a:cubicBezTo>
                      <a:cubicBezTo>
                        <a:pt x="58434" y="71944"/>
                        <a:pt x="61114" y="60283"/>
                        <a:pt x="61114" y="44989"/>
                      </a:cubicBezTo>
                      <a:cubicBezTo>
                        <a:pt x="61114" y="29735"/>
                        <a:pt x="58434" y="18087"/>
                        <a:pt x="53073" y="10045"/>
                      </a:cubicBezTo>
                      <a:cubicBezTo>
                        <a:pt x="47711" y="2016"/>
                        <a:pt x="39948" y="-1998"/>
                        <a:pt x="29783" y="-1998"/>
                      </a:cubicBezTo>
                      <a:cubicBezTo>
                        <a:pt x="19630" y="-1998"/>
                        <a:pt x="11874" y="2016"/>
                        <a:pt x="6513" y="10045"/>
                      </a:cubicBezTo>
                      <a:cubicBezTo>
                        <a:pt x="1151" y="18087"/>
                        <a:pt x="-1529" y="29735"/>
                        <a:pt x="-1529" y="44989"/>
                      </a:cubicBezTo>
                      <a:cubicBezTo>
                        <a:pt x="-1529" y="60283"/>
                        <a:pt x="1151" y="71944"/>
                        <a:pt x="6513" y="79972"/>
                      </a:cubicBezTo>
                      <a:cubicBezTo>
                        <a:pt x="11874" y="88014"/>
                        <a:pt x="19630" y="92035"/>
                        <a:pt x="29783" y="9203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9" cap="flat">
                  <a:noFill/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34" name="Graphic 7">
              <a:extLst>
                <a:ext uri="{FF2B5EF4-FFF2-40B4-BE49-F238E27FC236}">
                  <a16:creationId xmlns:a16="http://schemas.microsoft.com/office/drawing/2014/main" id="{8799CDD3-CD43-C026-C9D1-625DB5466A9C}"/>
                </a:ext>
              </a:extLst>
            </p:cNvPr>
            <p:cNvGrpSpPr/>
            <p:nvPr/>
          </p:nvGrpSpPr>
          <p:grpSpPr>
            <a:xfrm>
              <a:off x="2648620" y="1116905"/>
              <a:ext cx="0" cy="3470887"/>
              <a:chOff x="2648620" y="1116905"/>
              <a:chExt cx="0" cy="3470887"/>
            </a:xfrm>
          </p:grpSpPr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B57F377A-FBCD-309B-7423-9416BDCD271D}"/>
                  </a:ext>
                </a:extLst>
              </p:cNvPr>
              <p:cNvSpPr/>
              <p:nvPr/>
            </p:nvSpPr>
            <p:spPr>
              <a:xfrm>
                <a:off x="2648620" y="1116905"/>
                <a:ext cx="12431" cy="3446024"/>
              </a:xfrm>
              <a:custGeom>
                <a:avLst/>
                <a:gdLst>
                  <a:gd name="csX0" fmla="*/ 0 w 12431"/>
                  <a:gd name="csY0" fmla="*/ 3446024 h 3446024"/>
                  <a:gd name="csX1" fmla="*/ 0 w 12431"/>
                  <a:gd name="csY1" fmla="*/ 0 h 344602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431" h="3446024">
                    <a:moveTo>
                      <a:pt x="0" y="3446024"/>
                    </a:moveTo>
                    <a:lnTo>
                      <a:pt x="0" y="0"/>
                    </a:lnTo>
                  </a:path>
                </a:pathLst>
              </a:custGeom>
              <a:noFill/>
              <a:ln w="9935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6A38AA88-4AE5-FD1B-5F41-41506A2FA02B}"/>
                  </a:ext>
                </a:extLst>
              </p:cNvPr>
              <p:cNvSpPr/>
              <p:nvPr/>
            </p:nvSpPr>
            <p:spPr>
              <a:xfrm>
                <a:off x="2648620" y="4562929"/>
                <a:ext cx="12431" cy="24863"/>
              </a:xfrm>
              <a:custGeom>
                <a:avLst/>
                <a:gdLst>
                  <a:gd name="csX0" fmla="*/ 133 w 12431"/>
                  <a:gd name="csY0" fmla="*/ 320 h 24863"/>
                  <a:gd name="csX1" fmla="*/ 133 w 12431"/>
                  <a:gd name="csY1" fmla="*/ 25183 h 2486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431" h="24863">
                    <a:moveTo>
                      <a:pt x="133" y="320"/>
                    </a:moveTo>
                    <a:lnTo>
                      <a:pt x="133" y="25183"/>
                    </a:lnTo>
                  </a:path>
                </a:pathLst>
              </a:custGeom>
              <a:solidFill>
                <a:srgbClr val="FFFFFF"/>
              </a:solidFill>
              <a:ln w="7451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7" name="Graphic 7">
              <a:extLst>
                <a:ext uri="{FF2B5EF4-FFF2-40B4-BE49-F238E27FC236}">
                  <a16:creationId xmlns:a16="http://schemas.microsoft.com/office/drawing/2014/main" id="{4180C0A3-F313-C2F1-38A9-970A7EAF1209}"/>
                </a:ext>
              </a:extLst>
            </p:cNvPr>
            <p:cNvGrpSpPr/>
            <p:nvPr/>
          </p:nvGrpSpPr>
          <p:grpSpPr>
            <a:xfrm>
              <a:off x="3667795" y="1116905"/>
              <a:ext cx="0" cy="3470887"/>
              <a:chOff x="3667795" y="1116905"/>
              <a:chExt cx="0" cy="3470887"/>
            </a:xfrm>
          </p:grpSpPr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37BF4C66-F216-352A-4439-5CD45D0A78B8}"/>
                  </a:ext>
                </a:extLst>
              </p:cNvPr>
              <p:cNvSpPr/>
              <p:nvPr/>
            </p:nvSpPr>
            <p:spPr>
              <a:xfrm>
                <a:off x="3667795" y="1116905"/>
                <a:ext cx="12431" cy="3446024"/>
              </a:xfrm>
              <a:custGeom>
                <a:avLst/>
                <a:gdLst>
                  <a:gd name="csX0" fmla="*/ 0 w 12431"/>
                  <a:gd name="csY0" fmla="*/ 3446024 h 3446024"/>
                  <a:gd name="csX1" fmla="*/ 0 w 12431"/>
                  <a:gd name="csY1" fmla="*/ 0 h 344602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431" h="3446024">
                    <a:moveTo>
                      <a:pt x="0" y="3446024"/>
                    </a:moveTo>
                    <a:lnTo>
                      <a:pt x="0" y="0"/>
                    </a:lnTo>
                  </a:path>
                </a:pathLst>
              </a:custGeom>
              <a:noFill/>
              <a:ln w="9935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B0FCAFA8-50BF-1923-8D12-B757D1E05BD0}"/>
                  </a:ext>
                </a:extLst>
              </p:cNvPr>
              <p:cNvSpPr/>
              <p:nvPr/>
            </p:nvSpPr>
            <p:spPr>
              <a:xfrm>
                <a:off x="3667795" y="4562929"/>
                <a:ext cx="12431" cy="24863"/>
              </a:xfrm>
              <a:custGeom>
                <a:avLst/>
                <a:gdLst>
                  <a:gd name="csX0" fmla="*/ 215 w 12431"/>
                  <a:gd name="csY0" fmla="*/ 320 h 24863"/>
                  <a:gd name="csX1" fmla="*/ 215 w 12431"/>
                  <a:gd name="csY1" fmla="*/ 25183 h 2486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431" h="24863">
                    <a:moveTo>
                      <a:pt x="215" y="320"/>
                    </a:moveTo>
                    <a:lnTo>
                      <a:pt x="215" y="25183"/>
                    </a:lnTo>
                  </a:path>
                </a:pathLst>
              </a:custGeom>
              <a:solidFill>
                <a:srgbClr val="FFFFFF"/>
              </a:solidFill>
              <a:ln w="7451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0" name="Graphic 7">
              <a:extLst>
                <a:ext uri="{FF2B5EF4-FFF2-40B4-BE49-F238E27FC236}">
                  <a16:creationId xmlns:a16="http://schemas.microsoft.com/office/drawing/2014/main" id="{FB43322A-5EFA-462D-33F2-283499455FAC}"/>
                </a:ext>
              </a:extLst>
            </p:cNvPr>
            <p:cNvGrpSpPr/>
            <p:nvPr/>
          </p:nvGrpSpPr>
          <p:grpSpPr>
            <a:xfrm>
              <a:off x="4686969" y="1116905"/>
              <a:ext cx="0" cy="3470887"/>
              <a:chOff x="4686969" y="1116905"/>
              <a:chExt cx="0" cy="3470887"/>
            </a:xfrm>
          </p:grpSpPr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7C94D8F9-0E2C-3BAB-3D8A-9C933BB710D4}"/>
                  </a:ext>
                </a:extLst>
              </p:cNvPr>
              <p:cNvSpPr/>
              <p:nvPr/>
            </p:nvSpPr>
            <p:spPr>
              <a:xfrm>
                <a:off x="4686969" y="1116905"/>
                <a:ext cx="12431" cy="3446024"/>
              </a:xfrm>
              <a:custGeom>
                <a:avLst/>
                <a:gdLst>
                  <a:gd name="csX0" fmla="*/ 0 w 12431"/>
                  <a:gd name="csY0" fmla="*/ 3446024 h 3446024"/>
                  <a:gd name="csX1" fmla="*/ 0 w 12431"/>
                  <a:gd name="csY1" fmla="*/ 0 h 344602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431" h="3446024">
                    <a:moveTo>
                      <a:pt x="0" y="3446024"/>
                    </a:moveTo>
                    <a:lnTo>
                      <a:pt x="0" y="0"/>
                    </a:lnTo>
                  </a:path>
                </a:pathLst>
              </a:custGeom>
              <a:noFill/>
              <a:ln w="9935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CD7AB99A-8F39-19BA-71A8-EB0FDB6BAC97}"/>
                  </a:ext>
                </a:extLst>
              </p:cNvPr>
              <p:cNvSpPr/>
              <p:nvPr/>
            </p:nvSpPr>
            <p:spPr>
              <a:xfrm>
                <a:off x="4686969" y="4562929"/>
                <a:ext cx="12431" cy="24863"/>
              </a:xfrm>
              <a:custGeom>
                <a:avLst/>
                <a:gdLst>
                  <a:gd name="csX0" fmla="*/ 297 w 12431"/>
                  <a:gd name="csY0" fmla="*/ 320 h 24863"/>
                  <a:gd name="csX1" fmla="*/ 297 w 12431"/>
                  <a:gd name="csY1" fmla="*/ 25183 h 2486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431" h="24863">
                    <a:moveTo>
                      <a:pt x="297" y="320"/>
                    </a:moveTo>
                    <a:lnTo>
                      <a:pt x="297" y="25183"/>
                    </a:lnTo>
                  </a:path>
                </a:pathLst>
              </a:custGeom>
              <a:solidFill>
                <a:srgbClr val="FFFFFF"/>
              </a:solidFill>
              <a:ln w="7451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3" name="Graphic 7">
              <a:extLst>
                <a:ext uri="{FF2B5EF4-FFF2-40B4-BE49-F238E27FC236}">
                  <a16:creationId xmlns:a16="http://schemas.microsoft.com/office/drawing/2014/main" id="{AEA45F2E-74A1-4BF8-C636-806015D1CA13}"/>
                </a:ext>
              </a:extLst>
            </p:cNvPr>
            <p:cNvGrpSpPr/>
            <p:nvPr/>
          </p:nvGrpSpPr>
          <p:grpSpPr>
            <a:xfrm>
              <a:off x="5706144" y="1116905"/>
              <a:ext cx="0" cy="3470887"/>
              <a:chOff x="5706144" y="1116905"/>
              <a:chExt cx="0" cy="3470887"/>
            </a:xfrm>
          </p:grpSpPr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A5857CD0-6CF1-942A-46EB-451768AE6C40}"/>
                  </a:ext>
                </a:extLst>
              </p:cNvPr>
              <p:cNvSpPr/>
              <p:nvPr/>
            </p:nvSpPr>
            <p:spPr>
              <a:xfrm>
                <a:off x="5706144" y="1116905"/>
                <a:ext cx="12431" cy="3446024"/>
              </a:xfrm>
              <a:custGeom>
                <a:avLst/>
                <a:gdLst>
                  <a:gd name="csX0" fmla="*/ 0 w 12431"/>
                  <a:gd name="csY0" fmla="*/ 3446024 h 3446024"/>
                  <a:gd name="csX1" fmla="*/ 0 w 12431"/>
                  <a:gd name="csY1" fmla="*/ 0 h 344602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431" h="3446024">
                    <a:moveTo>
                      <a:pt x="0" y="3446024"/>
                    </a:moveTo>
                    <a:lnTo>
                      <a:pt x="0" y="0"/>
                    </a:lnTo>
                  </a:path>
                </a:pathLst>
              </a:custGeom>
              <a:noFill/>
              <a:ln w="9935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054F6E91-92D1-4F5D-4B8A-2CF20F5A936E}"/>
                  </a:ext>
                </a:extLst>
              </p:cNvPr>
              <p:cNvSpPr/>
              <p:nvPr/>
            </p:nvSpPr>
            <p:spPr>
              <a:xfrm>
                <a:off x="5706144" y="4562929"/>
                <a:ext cx="12431" cy="24863"/>
              </a:xfrm>
              <a:custGeom>
                <a:avLst/>
                <a:gdLst>
                  <a:gd name="csX0" fmla="*/ 379 w 12431"/>
                  <a:gd name="csY0" fmla="*/ 320 h 24863"/>
                  <a:gd name="csX1" fmla="*/ 379 w 12431"/>
                  <a:gd name="csY1" fmla="*/ 25183 h 2486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431" h="24863">
                    <a:moveTo>
                      <a:pt x="379" y="320"/>
                    </a:moveTo>
                    <a:lnTo>
                      <a:pt x="379" y="25183"/>
                    </a:lnTo>
                  </a:path>
                </a:pathLst>
              </a:custGeom>
              <a:solidFill>
                <a:srgbClr val="FFFFFF"/>
              </a:solidFill>
              <a:ln w="7451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6" name="Graphic 7">
              <a:extLst>
                <a:ext uri="{FF2B5EF4-FFF2-40B4-BE49-F238E27FC236}">
                  <a16:creationId xmlns:a16="http://schemas.microsoft.com/office/drawing/2014/main" id="{5B3F9D8E-4F94-C394-5D96-5157B528151A}"/>
                </a:ext>
              </a:extLst>
            </p:cNvPr>
            <p:cNvGrpSpPr/>
            <p:nvPr/>
          </p:nvGrpSpPr>
          <p:grpSpPr>
            <a:xfrm>
              <a:off x="6725319" y="1116905"/>
              <a:ext cx="0" cy="3470887"/>
              <a:chOff x="6725319" y="1116905"/>
              <a:chExt cx="0" cy="3470887"/>
            </a:xfrm>
          </p:grpSpPr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533BB8C1-0FEE-C239-4AB6-1E5DC3B9A9AB}"/>
                  </a:ext>
                </a:extLst>
              </p:cNvPr>
              <p:cNvSpPr/>
              <p:nvPr/>
            </p:nvSpPr>
            <p:spPr>
              <a:xfrm>
                <a:off x="6725319" y="1116905"/>
                <a:ext cx="12431" cy="3446024"/>
              </a:xfrm>
              <a:custGeom>
                <a:avLst/>
                <a:gdLst>
                  <a:gd name="csX0" fmla="*/ 0 w 12431"/>
                  <a:gd name="csY0" fmla="*/ 3446024 h 3446024"/>
                  <a:gd name="csX1" fmla="*/ 0 w 12431"/>
                  <a:gd name="csY1" fmla="*/ 0 h 344602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431" h="3446024">
                    <a:moveTo>
                      <a:pt x="0" y="3446024"/>
                    </a:moveTo>
                    <a:lnTo>
                      <a:pt x="0" y="0"/>
                    </a:lnTo>
                  </a:path>
                </a:pathLst>
              </a:custGeom>
              <a:noFill/>
              <a:ln w="9935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FB819B00-2653-96F8-1740-E4B84FA5D148}"/>
                  </a:ext>
                </a:extLst>
              </p:cNvPr>
              <p:cNvSpPr/>
              <p:nvPr/>
            </p:nvSpPr>
            <p:spPr>
              <a:xfrm>
                <a:off x="6725319" y="4562929"/>
                <a:ext cx="12431" cy="24863"/>
              </a:xfrm>
              <a:custGeom>
                <a:avLst/>
                <a:gdLst>
                  <a:gd name="csX0" fmla="*/ 461 w 12431"/>
                  <a:gd name="csY0" fmla="*/ 320 h 24863"/>
                  <a:gd name="csX1" fmla="*/ 461 w 12431"/>
                  <a:gd name="csY1" fmla="*/ 25183 h 2486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431" h="24863">
                    <a:moveTo>
                      <a:pt x="461" y="320"/>
                    </a:moveTo>
                    <a:lnTo>
                      <a:pt x="461" y="25183"/>
                    </a:lnTo>
                  </a:path>
                </a:pathLst>
              </a:custGeom>
              <a:solidFill>
                <a:srgbClr val="FFFFFF"/>
              </a:solidFill>
              <a:ln w="7451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9" name="Graphic 7">
              <a:extLst>
                <a:ext uri="{FF2B5EF4-FFF2-40B4-BE49-F238E27FC236}">
                  <a16:creationId xmlns:a16="http://schemas.microsoft.com/office/drawing/2014/main" id="{4E0E11AE-A61A-081D-622F-42EF431D97EE}"/>
                </a:ext>
              </a:extLst>
            </p:cNvPr>
            <p:cNvGrpSpPr/>
            <p:nvPr/>
          </p:nvGrpSpPr>
          <p:grpSpPr>
            <a:xfrm>
              <a:off x="4307181" y="4819990"/>
              <a:ext cx="693202" cy="155196"/>
              <a:chOff x="4307181" y="4819990"/>
              <a:chExt cx="693202" cy="155196"/>
            </a:xfrm>
            <a:solidFill>
              <a:srgbClr val="FFFFFF"/>
            </a:solidFill>
          </p:grpSpPr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8648AE83-5C06-7402-D75A-D171B747E21A}"/>
                  </a:ext>
                </a:extLst>
              </p:cNvPr>
              <p:cNvSpPr/>
              <p:nvPr/>
            </p:nvSpPr>
            <p:spPr>
              <a:xfrm flipV="1">
                <a:off x="4307181" y="4825348"/>
                <a:ext cx="107334" cy="126887"/>
              </a:xfrm>
              <a:custGeom>
                <a:avLst/>
                <a:gdLst>
                  <a:gd name="csX0" fmla="*/ -1683 w 107334"/>
                  <a:gd name="csY0" fmla="*/ 124901 h 126887"/>
                  <a:gd name="csX1" fmla="*/ 105651 w 107334"/>
                  <a:gd name="csY1" fmla="*/ 124901 h 126887"/>
                  <a:gd name="csX2" fmla="*/ 105651 w 107334"/>
                  <a:gd name="csY2" fmla="*/ 110434 h 126887"/>
                  <a:gd name="csX3" fmla="*/ 60618 w 107334"/>
                  <a:gd name="csY3" fmla="*/ 110434 h 126887"/>
                  <a:gd name="csX4" fmla="*/ 60618 w 107334"/>
                  <a:gd name="csY4" fmla="*/ -1986 h 126887"/>
                  <a:gd name="csX5" fmla="*/ 43377 w 107334"/>
                  <a:gd name="csY5" fmla="*/ -1986 h 126887"/>
                  <a:gd name="csX6" fmla="*/ 43377 w 107334"/>
                  <a:gd name="csY6" fmla="*/ 110434 h 126887"/>
                  <a:gd name="csX7" fmla="*/ -1683 w 107334"/>
                  <a:gd name="csY7" fmla="*/ 110434 h 126887"/>
                  <a:gd name="csX8" fmla="*/ -1683 w 107334"/>
                  <a:gd name="csY8" fmla="*/ 124901 h 12688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07334" h="126887">
                    <a:moveTo>
                      <a:pt x="-1683" y="124901"/>
                    </a:moveTo>
                    <a:lnTo>
                      <a:pt x="105651" y="124901"/>
                    </a:lnTo>
                    <a:lnTo>
                      <a:pt x="105651" y="110434"/>
                    </a:lnTo>
                    <a:lnTo>
                      <a:pt x="60618" y="110434"/>
                    </a:lnTo>
                    <a:lnTo>
                      <a:pt x="60618" y="-1986"/>
                    </a:lnTo>
                    <a:lnTo>
                      <a:pt x="43377" y="-1986"/>
                    </a:lnTo>
                    <a:lnTo>
                      <a:pt x="43377" y="110434"/>
                    </a:lnTo>
                    <a:lnTo>
                      <a:pt x="-1683" y="110434"/>
                    </a:lnTo>
                    <a:lnTo>
                      <a:pt x="-1683" y="124901"/>
                    </a:lnTo>
                    <a:close/>
                  </a:path>
                </a:pathLst>
              </a:custGeom>
              <a:solidFill>
                <a:srgbClr val="FFFFFF"/>
              </a:solidFill>
              <a:ln w="27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65D66A18-30AC-E7E5-7D47-31D9B1913A07}"/>
                  </a:ext>
                </a:extLst>
              </p:cNvPr>
              <p:cNvSpPr/>
              <p:nvPr/>
            </p:nvSpPr>
            <p:spPr>
              <a:xfrm flipV="1">
                <a:off x="4424969" y="4819990"/>
                <a:ext cx="15636" cy="132244"/>
              </a:xfrm>
              <a:custGeom>
                <a:avLst/>
                <a:gdLst>
                  <a:gd name="csX0" fmla="*/ -614 w 15636"/>
                  <a:gd name="csY0" fmla="*/ 93094 h 132244"/>
                  <a:gd name="csX1" fmla="*/ 15023 w 15636"/>
                  <a:gd name="csY1" fmla="*/ 93094 h 132244"/>
                  <a:gd name="csX2" fmla="*/ 15023 w 15636"/>
                  <a:gd name="csY2" fmla="*/ -2085 h 132244"/>
                  <a:gd name="csX3" fmla="*/ -614 w 15636"/>
                  <a:gd name="csY3" fmla="*/ -2085 h 132244"/>
                  <a:gd name="csX4" fmla="*/ -614 w 15636"/>
                  <a:gd name="csY4" fmla="*/ 93094 h 132244"/>
                  <a:gd name="csX5" fmla="*/ -614 w 15636"/>
                  <a:gd name="csY5" fmla="*/ 130159 h 132244"/>
                  <a:gd name="csX6" fmla="*/ 15023 w 15636"/>
                  <a:gd name="csY6" fmla="*/ 130159 h 132244"/>
                  <a:gd name="csX7" fmla="*/ 15023 w 15636"/>
                  <a:gd name="csY7" fmla="*/ 110335 h 132244"/>
                  <a:gd name="csX8" fmla="*/ -614 w 15636"/>
                  <a:gd name="csY8" fmla="*/ 110335 h 132244"/>
                  <a:gd name="csX9" fmla="*/ -614 w 15636"/>
                  <a:gd name="csY9" fmla="*/ 130159 h 13224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5636" h="132244">
                    <a:moveTo>
                      <a:pt x="-614" y="93094"/>
                    </a:moveTo>
                    <a:lnTo>
                      <a:pt x="15023" y="93094"/>
                    </a:lnTo>
                    <a:lnTo>
                      <a:pt x="15023" y="-2085"/>
                    </a:lnTo>
                    <a:lnTo>
                      <a:pt x="-614" y="-2085"/>
                    </a:lnTo>
                    <a:lnTo>
                      <a:pt x="-614" y="93094"/>
                    </a:lnTo>
                    <a:close/>
                    <a:moveTo>
                      <a:pt x="-614" y="130159"/>
                    </a:moveTo>
                    <a:lnTo>
                      <a:pt x="15023" y="130159"/>
                    </a:lnTo>
                    <a:lnTo>
                      <a:pt x="15023" y="110335"/>
                    </a:lnTo>
                    <a:lnTo>
                      <a:pt x="-614" y="110335"/>
                    </a:lnTo>
                    <a:lnTo>
                      <a:pt x="-614" y="130159"/>
                    </a:lnTo>
                    <a:close/>
                  </a:path>
                </a:pathLst>
              </a:custGeom>
              <a:solidFill>
                <a:srgbClr val="FFFFFF"/>
              </a:solidFill>
              <a:ln w="27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D1024DED-36CD-6BFF-0556-3DF379BFB03A}"/>
                  </a:ext>
                </a:extLst>
              </p:cNvPr>
              <p:cNvSpPr/>
              <p:nvPr/>
            </p:nvSpPr>
            <p:spPr>
              <a:xfrm flipV="1">
                <a:off x="4472725" y="4854771"/>
                <a:ext cx="138961" cy="97463"/>
              </a:xfrm>
              <a:custGeom>
                <a:avLst/>
                <a:gdLst>
                  <a:gd name="csX0" fmla="*/ 71852 w 138961"/>
                  <a:gd name="csY0" fmla="*/ 75460 h 97463"/>
                  <a:gd name="csX1" fmla="*/ 85884 w 138961"/>
                  <a:gd name="csY1" fmla="*/ 91015 h 97463"/>
                  <a:gd name="csX2" fmla="*/ 105083 w 138961"/>
                  <a:gd name="csY2" fmla="*/ 96019 h 97463"/>
                  <a:gd name="csX3" fmla="*/ 128034 w 138961"/>
                  <a:gd name="csY3" fmla="*/ 85604 h 97463"/>
                  <a:gd name="csX4" fmla="*/ 136111 w 138961"/>
                  <a:gd name="csY4" fmla="*/ 56017 h 97463"/>
                  <a:gd name="csX5" fmla="*/ 136111 w 138961"/>
                  <a:gd name="csY5" fmla="*/ -1444 h 97463"/>
                  <a:gd name="csX6" fmla="*/ 120393 w 138961"/>
                  <a:gd name="csY6" fmla="*/ -1444 h 97463"/>
                  <a:gd name="csX7" fmla="*/ 120393 w 138961"/>
                  <a:gd name="csY7" fmla="*/ 55500 h 97463"/>
                  <a:gd name="csX8" fmla="*/ 115525 w 138961"/>
                  <a:gd name="csY8" fmla="*/ 75787 h 97463"/>
                  <a:gd name="csX9" fmla="*/ 100759 w 138961"/>
                  <a:gd name="csY9" fmla="*/ 82422 h 97463"/>
                  <a:gd name="csX10" fmla="*/ 81533 w 138961"/>
                  <a:gd name="csY10" fmla="*/ 74345 h 97463"/>
                  <a:gd name="csX11" fmla="*/ 74489 w 138961"/>
                  <a:gd name="csY11" fmla="*/ 52346 h 97463"/>
                  <a:gd name="csX12" fmla="*/ 74489 w 138961"/>
                  <a:gd name="csY12" fmla="*/ -1444 h 97463"/>
                  <a:gd name="csX13" fmla="*/ 58771 w 138961"/>
                  <a:gd name="csY13" fmla="*/ -1444 h 97463"/>
                  <a:gd name="csX14" fmla="*/ 58771 w 138961"/>
                  <a:gd name="csY14" fmla="*/ 55500 h 97463"/>
                  <a:gd name="csX15" fmla="*/ 53931 w 138961"/>
                  <a:gd name="csY15" fmla="*/ 75841 h 97463"/>
                  <a:gd name="csX16" fmla="*/ 38974 w 138961"/>
                  <a:gd name="csY16" fmla="*/ 82422 h 97463"/>
                  <a:gd name="csX17" fmla="*/ 19911 w 138961"/>
                  <a:gd name="csY17" fmla="*/ 74318 h 97463"/>
                  <a:gd name="csX18" fmla="*/ 12868 w 138961"/>
                  <a:gd name="csY18" fmla="*/ 52346 h 97463"/>
                  <a:gd name="csX19" fmla="*/ 12868 w 138961"/>
                  <a:gd name="csY19" fmla="*/ -1444 h 97463"/>
                  <a:gd name="csX20" fmla="*/ -2850 w 138961"/>
                  <a:gd name="csY20" fmla="*/ -1444 h 97463"/>
                  <a:gd name="csX21" fmla="*/ -2850 w 138961"/>
                  <a:gd name="csY21" fmla="*/ 93735 h 97463"/>
                  <a:gd name="csX22" fmla="*/ 12868 w 138961"/>
                  <a:gd name="csY22" fmla="*/ 93735 h 97463"/>
                  <a:gd name="csX23" fmla="*/ 12868 w 138961"/>
                  <a:gd name="csY23" fmla="*/ 78941 h 97463"/>
                  <a:gd name="csX24" fmla="*/ 25703 w 138961"/>
                  <a:gd name="csY24" fmla="*/ 91858 h 97463"/>
                  <a:gd name="csX25" fmla="*/ 43461 w 138961"/>
                  <a:gd name="csY25" fmla="*/ 96019 h 97463"/>
                  <a:gd name="csX26" fmla="*/ 61110 w 138961"/>
                  <a:gd name="csY26" fmla="*/ 90743 h 97463"/>
                  <a:gd name="csX27" fmla="*/ 71852 w 138961"/>
                  <a:gd name="csY27" fmla="*/ 75460 h 9746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</a:cxnLst>
                <a:rect l="l" t="t" r="r" b="b"/>
                <a:pathLst>
                  <a:path w="138961" h="97463">
                    <a:moveTo>
                      <a:pt x="71852" y="75460"/>
                    </a:moveTo>
                    <a:cubicBezTo>
                      <a:pt x="75767" y="82495"/>
                      <a:pt x="80445" y="87680"/>
                      <a:pt x="85884" y="91015"/>
                    </a:cubicBezTo>
                    <a:cubicBezTo>
                      <a:pt x="91322" y="94351"/>
                      <a:pt x="97722" y="96019"/>
                      <a:pt x="105083" y="96019"/>
                    </a:cubicBezTo>
                    <a:cubicBezTo>
                      <a:pt x="114999" y="96019"/>
                      <a:pt x="122650" y="92547"/>
                      <a:pt x="128034" y="85604"/>
                    </a:cubicBezTo>
                    <a:cubicBezTo>
                      <a:pt x="133419" y="78678"/>
                      <a:pt x="136111" y="68816"/>
                      <a:pt x="136111" y="56017"/>
                    </a:cubicBezTo>
                    <a:lnTo>
                      <a:pt x="136111" y="-1444"/>
                    </a:lnTo>
                    <a:lnTo>
                      <a:pt x="120393" y="-1444"/>
                    </a:lnTo>
                    <a:lnTo>
                      <a:pt x="120393" y="55500"/>
                    </a:lnTo>
                    <a:cubicBezTo>
                      <a:pt x="120393" y="64619"/>
                      <a:pt x="118770" y="71381"/>
                      <a:pt x="115525" y="75787"/>
                    </a:cubicBezTo>
                    <a:cubicBezTo>
                      <a:pt x="112298" y="80210"/>
                      <a:pt x="107376" y="82422"/>
                      <a:pt x="100759" y="82422"/>
                    </a:cubicBezTo>
                    <a:cubicBezTo>
                      <a:pt x="92655" y="82422"/>
                      <a:pt x="86246" y="79730"/>
                      <a:pt x="81533" y="74345"/>
                    </a:cubicBezTo>
                    <a:cubicBezTo>
                      <a:pt x="76837" y="68979"/>
                      <a:pt x="74489" y="61646"/>
                      <a:pt x="74489" y="52346"/>
                    </a:cubicBezTo>
                    <a:lnTo>
                      <a:pt x="74489" y="-1444"/>
                    </a:lnTo>
                    <a:lnTo>
                      <a:pt x="58771" y="-1444"/>
                    </a:lnTo>
                    <a:lnTo>
                      <a:pt x="58771" y="55500"/>
                    </a:lnTo>
                    <a:cubicBezTo>
                      <a:pt x="58771" y="64673"/>
                      <a:pt x="57158" y="71454"/>
                      <a:pt x="53931" y="75841"/>
                    </a:cubicBezTo>
                    <a:cubicBezTo>
                      <a:pt x="50704" y="80228"/>
                      <a:pt x="45718" y="82422"/>
                      <a:pt x="38974" y="82422"/>
                    </a:cubicBezTo>
                    <a:cubicBezTo>
                      <a:pt x="30979" y="82422"/>
                      <a:pt x="24625" y="79721"/>
                      <a:pt x="19911" y="74318"/>
                    </a:cubicBezTo>
                    <a:cubicBezTo>
                      <a:pt x="15215" y="68916"/>
                      <a:pt x="12868" y="61591"/>
                      <a:pt x="12868" y="52346"/>
                    </a:cubicBezTo>
                    <a:lnTo>
                      <a:pt x="12868" y="-1444"/>
                    </a:lnTo>
                    <a:lnTo>
                      <a:pt x="-2850" y="-1444"/>
                    </a:lnTo>
                    <a:lnTo>
                      <a:pt x="-2850" y="93735"/>
                    </a:lnTo>
                    <a:lnTo>
                      <a:pt x="12868" y="93735"/>
                    </a:lnTo>
                    <a:lnTo>
                      <a:pt x="12868" y="78941"/>
                    </a:lnTo>
                    <a:cubicBezTo>
                      <a:pt x="16439" y="84779"/>
                      <a:pt x="20718" y="89085"/>
                      <a:pt x="25703" y="91858"/>
                    </a:cubicBezTo>
                    <a:cubicBezTo>
                      <a:pt x="30689" y="94632"/>
                      <a:pt x="36608" y="96019"/>
                      <a:pt x="43461" y="96019"/>
                    </a:cubicBezTo>
                    <a:cubicBezTo>
                      <a:pt x="50386" y="96019"/>
                      <a:pt x="56269" y="94261"/>
                      <a:pt x="61110" y="90743"/>
                    </a:cubicBezTo>
                    <a:cubicBezTo>
                      <a:pt x="65950" y="87245"/>
                      <a:pt x="69531" y="82150"/>
                      <a:pt x="71852" y="7546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7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6D668393-05B8-621D-CAE9-F07506CCE03D}"/>
                  </a:ext>
                </a:extLst>
              </p:cNvPr>
              <p:cNvSpPr/>
              <p:nvPr/>
            </p:nvSpPr>
            <p:spPr>
              <a:xfrm flipV="1">
                <a:off x="4636062" y="4854771"/>
                <a:ext cx="88217" cy="99937"/>
              </a:xfrm>
              <a:custGeom>
                <a:avLst/>
                <a:gdLst>
                  <a:gd name="csX0" fmla="*/ 86539 w 88217"/>
                  <a:gd name="csY0" fmla="*/ 52581 h 99937"/>
                  <a:gd name="csX1" fmla="*/ 86539 w 88217"/>
                  <a:gd name="csY1" fmla="*/ 44940 h 99937"/>
                  <a:gd name="csX2" fmla="*/ 14638 w 88217"/>
                  <a:gd name="csY2" fmla="*/ 44940 h 99937"/>
                  <a:gd name="csX3" fmla="*/ 24374 w 88217"/>
                  <a:gd name="csY3" fmla="*/ 20329 h 99937"/>
                  <a:gd name="csX4" fmla="*/ 48631 w 88217"/>
                  <a:gd name="csY4" fmla="*/ 11872 h 99937"/>
                  <a:gd name="csX5" fmla="*/ 66089 w 88217"/>
                  <a:gd name="csY5" fmla="*/ 14075 h 99937"/>
                  <a:gd name="csX6" fmla="*/ 82895 w 88217"/>
                  <a:gd name="csY6" fmla="*/ 20710 h 99937"/>
                  <a:gd name="csX7" fmla="*/ 82895 w 88217"/>
                  <a:gd name="csY7" fmla="*/ 5917 h 99937"/>
                  <a:gd name="csX8" fmla="*/ 65627 w 88217"/>
                  <a:gd name="csY8" fmla="*/ 478 h 99937"/>
                  <a:gd name="csX9" fmla="*/ 47706 w 88217"/>
                  <a:gd name="csY9" fmla="*/ -1399 h 99937"/>
                  <a:gd name="csX10" fmla="*/ 11620 w 88217"/>
                  <a:gd name="csY10" fmla="*/ 11845 h 99937"/>
                  <a:gd name="csX11" fmla="*/ -1678 w 88217"/>
                  <a:gd name="csY11" fmla="*/ 47741 h 99937"/>
                  <a:gd name="csX12" fmla="*/ 10940 w 88217"/>
                  <a:gd name="csY12" fmla="*/ 84806 h 99937"/>
                  <a:gd name="csX13" fmla="*/ 44987 w 88217"/>
                  <a:gd name="csY13" fmla="*/ 98539 h 99937"/>
                  <a:gd name="csX14" fmla="*/ 75362 w 88217"/>
                  <a:gd name="csY14" fmla="*/ 86166 h 99937"/>
                  <a:gd name="csX15" fmla="*/ 86539 w 88217"/>
                  <a:gd name="csY15" fmla="*/ 52581 h 99937"/>
                  <a:gd name="csX16" fmla="*/ 70903 w 88217"/>
                  <a:gd name="csY16" fmla="*/ 57177 h 99937"/>
                  <a:gd name="csX17" fmla="*/ 63723 w 88217"/>
                  <a:gd name="csY17" fmla="*/ 77627 h 99937"/>
                  <a:gd name="csX18" fmla="*/ 45150 w 88217"/>
                  <a:gd name="csY18" fmla="*/ 85296 h 99937"/>
                  <a:gd name="csX19" fmla="*/ 24210 w 88217"/>
                  <a:gd name="csY19" fmla="*/ 77899 h 99937"/>
                  <a:gd name="csX20" fmla="*/ 15155 w 88217"/>
                  <a:gd name="csY20" fmla="*/ 57069 h 99937"/>
                  <a:gd name="csX21" fmla="*/ 70903 w 88217"/>
                  <a:gd name="csY21" fmla="*/ 57177 h 999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</a:cxnLst>
                <a:rect l="l" t="t" r="r" b="b"/>
                <a:pathLst>
                  <a:path w="88217" h="99937">
                    <a:moveTo>
                      <a:pt x="86539" y="52581"/>
                    </a:moveTo>
                    <a:lnTo>
                      <a:pt x="86539" y="44940"/>
                    </a:lnTo>
                    <a:lnTo>
                      <a:pt x="14638" y="44940"/>
                    </a:lnTo>
                    <a:cubicBezTo>
                      <a:pt x="15327" y="34171"/>
                      <a:pt x="18572" y="25968"/>
                      <a:pt x="24374" y="20329"/>
                    </a:cubicBezTo>
                    <a:cubicBezTo>
                      <a:pt x="30175" y="14691"/>
                      <a:pt x="38261" y="11872"/>
                      <a:pt x="48631" y="11872"/>
                    </a:cubicBezTo>
                    <a:cubicBezTo>
                      <a:pt x="54631" y="11872"/>
                      <a:pt x="60451" y="12606"/>
                      <a:pt x="66089" y="14075"/>
                    </a:cubicBezTo>
                    <a:cubicBezTo>
                      <a:pt x="71727" y="15543"/>
                      <a:pt x="77329" y="17755"/>
                      <a:pt x="82895" y="20710"/>
                    </a:cubicBezTo>
                    <a:lnTo>
                      <a:pt x="82895" y="5917"/>
                    </a:lnTo>
                    <a:cubicBezTo>
                      <a:pt x="77275" y="3542"/>
                      <a:pt x="71519" y="1729"/>
                      <a:pt x="65627" y="478"/>
                    </a:cubicBezTo>
                    <a:cubicBezTo>
                      <a:pt x="59735" y="-773"/>
                      <a:pt x="53761" y="-1399"/>
                      <a:pt x="47706" y="-1399"/>
                    </a:cubicBezTo>
                    <a:cubicBezTo>
                      <a:pt x="32514" y="-1399"/>
                      <a:pt x="20485" y="3016"/>
                      <a:pt x="11620" y="11845"/>
                    </a:cubicBezTo>
                    <a:cubicBezTo>
                      <a:pt x="2754" y="20692"/>
                      <a:pt x="-1678" y="32657"/>
                      <a:pt x="-1678" y="47741"/>
                    </a:cubicBezTo>
                    <a:cubicBezTo>
                      <a:pt x="-1678" y="63314"/>
                      <a:pt x="2528" y="75669"/>
                      <a:pt x="10940" y="84806"/>
                    </a:cubicBezTo>
                    <a:cubicBezTo>
                      <a:pt x="19352" y="93962"/>
                      <a:pt x="30701" y="98539"/>
                      <a:pt x="44987" y="98539"/>
                    </a:cubicBezTo>
                    <a:cubicBezTo>
                      <a:pt x="57786" y="98539"/>
                      <a:pt x="67911" y="94415"/>
                      <a:pt x="75362" y="86166"/>
                    </a:cubicBezTo>
                    <a:cubicBezTo>
                      <a:pt x="82813" y="77935"/>
                      <a:pt x="86539" y="66741"/>
                      <a:pt x="86539" y="52581"/>
                    </a:cubicBezTo>
                    <a:close/>
                    <a:moveTo>
                      <a:pt x="70903" y="57177"/>
                    </a:moveTo>
                    <a:cubicBezTo>
                      <a:pt x="70794" y="65716"/>
                      <a:pt x="68401" y="72533"/>
                      <a:pt x="63723" y="77627"/>
                    </a:cubicBezTo>
                    <a:cubicBezTo>
                      <a:pt x="59046" y="82740"/>
                      <a:pt x="52855" y="85296"/>
                      <a:pt x="45150" y="85296"/>
                    </a:cubicBezTo>
                    <a:cubicBezTo>
                      <a:pt x="36430" y="85296"/>
                      <a:pt x="29450" y="82830"/>
                      <a:pt x="24210" y="77899"/>
                    </a:cubicBezTo>
                    <a:cubicBezTo>
                      <a:pt x="18971" y="72968"/>
                      <a:pt x="15952" y="66024"/>
                      <a:pt x="15155" y="57069"/>
                    </a:cubicBezTo>
                    <a:lnTo>
                      <a:pt x="70903" y="57177"/>
                    </a:lnTo>
                    <a:close/>
                  </a:path>
                </a:pathLst>
              </a:custGeom>
              <a:solidFill>
                <a:srgbClr val="FFFFFF"/>
              </a:solidFill>
              <a:ln w="27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81E624F8-34D9-7E9A-EA71-B7A5B9EC7AAC}"/>
                  </a:ext>
                </a:extLst>
              </p:cNvPr>
              <p:cNvSpPr/>
              <p:nvPr/>
            </p:nvSpPr>
            <p:spPr>
              <a:xfrm flipV="1">
                <a:off x="4733539" y="4952235"/>
                <a:ext cx="12431" cy="12431"/>
              </a:xfrm>
              <a:custGeom>
                <a:avLst/>
                <a:gdLst/>
                <a:ahLst/>
                <a:cxnLst/>
                <a:rect l="l" t="t" r="r" b="b"/>
                <a:pathLst>
                  <a:path w="12431" h="12431"/>
                </a:pathLst>
              </a:custGeom>
              <a:solidFill>
                <a:srgbClr val="FFFFFF"/>
              </a:solidFill>
              <a:ln w="27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9144EBEA-C6BE-F0B5-0C02-CAE41CB87AF9}"/>
                  </a:ext>
                </a:extLst>
              </p:cNvPr>
              <p:cNvSpPr/>
              <p:nvPr/>
            </p:nvSpPr>
            <p:spPr>
              <a:xfrm flipV="1">
                <a:off x="4803819" y="4820181"/>
                <a:ext cx="38996" cy="155005"/>
              </a:xfrm>
              <a:custGeom>
                <a:avLst/>
                <a:gdLst>
                  <a:gd name="csX0" fmla="*/ 38037 w 38996"/>
                  <a:gd name="csY0" fmla="*/ 153347 h 155005"/>
                  <a:gd name="csX1" fmla="*/ 21123 w 38996"/>
                  <a:gd name="csY1" fmla="*/ 114677 h 155005"/>
                  <a:gd name="csX2" fmla="*/ 15602 w 38996"/>
                  <a:gd name="csY2" fmla="*/ 75926 h 155005"/>
                  <a:gd name="csX3" fmla="*/ 21177 w 38996"/>
                  <a:gd name="csY3" fmla="*/ 37066 h 155005"/>
                  <a:gd name="csX4" fmla="*/ 38037 w 38996"/>
                  <a:gd name="csY4" fmla="*/ -1659 h 155005"/>
                  <a:gd name="csX5" fmla="*/ 24440 w 38996"/>
                  <a:gd name="csY5" fmla="*/ -1659 h 155005"/>
                  <a:gd name="csX6" fmla="*/ 5377 w 38996"/>
                  <a:gd name="csY6" fmla="*/ 37609 h 155005"/>
                  <a:gd name="csX7" fmla="*/ -959 w 38996"/>
                  <a:gd name="csY7" fmla="*/ 75926 h 155005"/>
                  <a:gd name="csX8" fmla="*/ 5323 w 38996"/>
                  <a:gd name="csY8" fmla="*/ 114079 h 155005"/>
                  <a:gd name="csX9" fmla="*/ 24440 w 38996"/>
                  <a:gd name="csY9" fmla="*/ 153347 h 155005"/>
                  <a:gd name="csX10" fmla="*/ 38037 w 38996"/>
                  <a:gd name="csY10" fmla="*/ 153347 h 1550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38996" h="155005">
                    <a:moveTo>
                      <a:pt x="38037" y="153347"/>
                    </a:moveTo>
                    <a:cubicBezTo>
                      <a:pt x="30459" y="140330"/>
                      <a:pt x="24821" y="127440"/>
                      <a:pt x="21123" y="114677"/>
                    </a:cubicBezTo>
                    <a:cubicBezTo>
                      <a:pt x="17442" y="101932"/>
                      <a:pt x="15602" y="89015"/>
                      <a:pt x="15602" y="75926"/>
                    </a:cubicBezTo>
                    <a:cubicBezTo>
                      <a:pt x="15602" y="62855"/>
                      <a:pt x="17461" y="49901"/>
                      <a:pt x="21177" y="37066"/>
                    </a:cubicBezTo>
                    <a:cubicBezTo>
                      <a:pt x="24894" y="24230"/>
                      <a:pt x="30514" y="11322"/>
                      <a:pt x="38037" y="-1659"/>
                    </a:cubicBezTo>
                    <a:lnTo>
                      <a:pt x="24440" y="-1659"/>
                    </a:lnTo>
                    <a:cubicBezTo>
                      <a:pt x="15956" y="11666"/>
                      <a:pt x="9602" y="24756"/>
                      <a:pt x="5377" y="37609"/>
                    </a:cubicBezTo>
                    <a:cubicBezTo>
                      <a:pt x="1153" y="50463"/>
                      <a:pt x="-959" y="63235"/>
                      <a:pt x="-959" y="75926"/>
                    </a:cubicBezTo>
                    <a:cubicBezTo>
                      <a:pt x="-959" y="88562"/>
                      <a:pt x="1135" y="101280"/>
                      <a:pt x="5323" y="114079"/>
                    </a:cubicBezTo>
                    <a:cubicBezTo>
                      <a:pt x="9529" y="126896"/>
                      <a:pt x="15901" y="139986"/>
                      <a:pt x="24440" y="153347"/>
                    </a:cubicBezTo>
                    <a:lnTo>
                      <a:pt x="38037" y="153347"/>
                    </a:lnTo>
                    <a:close/>
                  </a:path>
                </a:pathLst>
              </a:custGeom>
              <a:solidFill>
                <a:srgbClr val="FFFFFF"/>
              </a:solidFill>
              <a:ln w="27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21429A80-2BAB-E732-7AC7-3D73F5DD4430}"/>
                  </a:ext>
                </a:extLst>
              </p:cNvPr>
              <p:cNvSpPr/>
              <p:nvPr/>
            </p:nvSpPr>
            <p:spPr>
              <a:xfrm flipV="1">
                <a:off x="4866198" y="4854771"/>
                <a:ext cx="72743" cy="99937"/>
              </a:xfrm>
              <a:custGeom>
                <a:avLst/>
                <a:gdLst>
                  <a:gd name="csX0" fmla="*/ 66262 w 72743"/>
                  <a:gd name="csY0" fmla="*/ 93454 h 99937"/>
                  <a:gd name="csX1" fmla="*/ 66262 w 72743"/>
                  <a:gd name="csY1" fmla="*/ 78661 h 99937"/>
                  <a:gd name="csX2" fmla="*/ 52501 w 72743"/>
                  <a:gd name="csY2" fmla="*/ 83746 h 99937"/>
                  <a:gd name="csX3" fmla="*/ 37708 w 72743"/>
                  <a:gd name="csY3" fmla="*/ 85459 h 99937"/>
                  <a:gd name="csX4" fmla="*/ 20249 w 72743"/>
                  <a:gd name="csY4" fmla="*/ 81897 h 99937"/>
                  <a:gd name="csX5" fmla="*/ 14430 w 72743"/>
                  <a:gd name="csY5" fmla="*/ 71182 h 99937"/>
                  <a:gd name="csX6" fmla="*/ 18590 w 72743"/>
                  <a:gd name="csY6" fmla="*/ 62643 h 99937"/>
                  <a:gd name="csX7" fmla="*/ 35342 w 72743"/>
                  <a:gd name="csY7" fmla="*/ 56742 h 99937"/>
                  <a:gd name="csX8" fmla="*/ 40699 w 72743"/>
                  <a:gd name="csY8" fmla="*/ 55546 h 99937"/>
                  <a:gd name="csX9" fmla="*/ 64358 w 72743"/>
                  <a:gd name="csY9" fmla="*/ 45484 h 99937"/>
                  <a:gd name="csX10" fmla="*/ 71374 w 72743"/>
                  <a:gd name="csY10" fmla="*/ 27345 h 99937"/>
                  <a:gd name="csX11" fmla="*/ 60877 w 72743"/>
                  <a:gd name="csY11" fmla="*/ 6324 h 99937"/>
                  <a:gd name="csX12" fmla="*/ 32024 w 72743"/>
                  <a:gd name="csY12" fmla="*/ -1399 h 99937"/>
                  <a:gd name="csX13" fmla="*/ 16089 w 72743"/>
                  <a:gd name="csY13" fmla="*/ 97 h 99937"/>
                  <a:gd name="csX14" fmla="*/ -1370 w 72743"/>
                  <a:gd name="csY14" fmla="*/ 4557 h 99937"/>
                  <a:gd name="csX15" fmla="*/ -1370 w 72743"/>
                  <a:gd name="csY15" fmla="*/ 20710 h 99937"/>
                  <a:gd name="csX16" fmla="*/ 15708 w 72743"/>
                  <a:gd name="csY16" fmla="*/ 13939 h 99937"/>
                  <a:gd name="csX17" fmla="*/ 32378 w 72743"/>
                  <a:gd name="csY17" fmla="*/ 11709 h 99937"/>
                  <a:gd name="csX18" fmla="*/ 49347 w 72743"/>
                  <a:gd name="csY18" fmla="*/ 15489 h 99937"/>
                  <a:gd name="csX19" fmla="*/ 55302 w 72743"/>
                  <a:gd name="csY19" fmla="*/ 26149 h 99937"/>
                  <a:gd name="csX20" fmla="*/ 51006 w 72743"/>
                  <a:gd name="csY20" fmla="*/ 35912 h 99937"/>
                  <a:gd name="csX21" fmla="*/ 32187 w 72743"/>
                  <a:gd name="csY21" fmla="*/ 42465 h 99937"/>
                  <a:gd name="csX22" fmla="*/ 26749 w 72743"/>
                  <a:gd name="csY22" fmla="*/ 43743 h 99937"/>
                  <a:gd name="csX23" fmla="*/ 5755 w 72743"/>
                  <a:gd name="csY23" fmla="*/ 53125 h 99937"/>
                  <a:gd name="csX24" fmla="*/ -690 w 72743"/>
                  <a:gd name="csY24" fmla="*/ 70502 h 99937"/>
                  <a:gd name="csX25" fmla="*/ 8828 w 72743"/>
                  <a:gd name="csY25" fmla="*/ 91224 h 99937"/>
                  <a:gd name="csX26" fmla="*/ 35859 w 72743"/>
                  <a:gd name="csY26" fmla="*/ 98539 h 99937"/>
                  <a:gd name="csX27" fmla="*/ 52148 w 72743"/>
                  <a:gd name="csY27" fmla="*/ 97261 h 99937"/>
                  <a:gd name="csX28" fmla="*/ 66262 w 72743"/>
                  <a:gd name="csY28" fmla="*/ 93454 h 999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</a:cxnLst>
                <a:rect l="l" t="t" r="r" b="b"/>
                <a:pathLst>
                  <a:path w="72743" h="99937">
                    <a:moveTo>
                      <a:pt x="66262" y="93454"/>
                    </a:moveTo>
                    <a:lnTo>
                      <a:pt x="66262" y="78661"/>
                    </a:lnTo>
                    <a:cubicBezTo>
                      <a:pt x="61856" y="80927"/>
                      <a:pt x="57269" y="82622"/>
                      <a:pt x="52501" y="83746"/>
                    </a:cubicBezTo>
                    <a:cubicBezTo>
                      <a:pt x="47752" y="84888"/>
                      <a:pt x="42820" y="85459"/>
                      <a:pt x="37708" y="85459"/>
                    </a:cubicBezTo>
                    <a:cubicBezTo>
                      <a:pt x="29949" y="85459"/>
                      <a:pt x="24129" y="84272"/>
                      <a:pt x="20249" y="81897"/>
                    </a:cubicBezTo>
                    <a:cubicBezTo>
                      <a:pt x="16370" y="79522"/>
                      <a:pt x="14430" y="75950"/>
                      <a:pt x="14430" y="71182"/>
                    </a:cubicBezTo>
                    <a:cubicBezTo>
                      <a:pt x="14430" y="67556"/>
                      <a:pt x="15817" y="64710"/>
                      <a:pt x="18590" y="62643"/>
                    </a:cubicBezTo>
                    <a:cubicBezTo>
                      <a:pt x="21364" y="60577"/>
                      <a:pt x="26948" y="58610"/>
                      <a:pt x="35342" y="56742"/>
                    </a:cubicBezTo>
                    <a:lnTo>
                      <a:pt x="40699" y="55546"/>
                    </a:lnTo>
                    <a:cubicBezTo>
                      <a:pt x="51794" y="53171"/>
                      <a:pt x="59681" y="49817"/>
                      <a:pt x="64358" y="45484"/>
                    </a:cubicBezTo>
                    <a:cubicBezTo>
                      <a:pt x="69035" y="41151"/>
                      <a:pt x="71374" y="35105"/>
                      <a:pt x="71374" y="27345"/>
                    </a:cubicBezTo>
                    <a:cubicBezTo>
                      <a:pt x="71374" y="18498"/>
                      <a:pt x="67875" y="11491"/>
                      <a:pt x="60877" y="6324"/>
                    </a:cubicBezTo>
                    <a:cubicBezTo>
                      <a:pt x="53879" y="1176"/>
                      <a:pt x="44262" y="-1399"/>
                      <a:pt x="32024" y="-1399"/>
                    </a:cubicBezTo>
                    <a:cubicBezTo>
                      <a:pt x="26930" y="-1399"/>
                      <a:pt x="21618" y="-900"/>
                      <a:pt x="16089" y="97"/>
                    </a:cubicBezTo>
                    <a:cubicBezTo>
                      <a:pt x="10559" y="1094"/>
                      <a:pt x="4740" y="2581"/>
                      <a:pt x="-1370" y="4557"/>
                    </a:cubicBezTo>
                    <a:lnTo>
                      <a:pt x="-1370" y="20710"/>
                    </a:lnTo>
                    <a:cubicBezTo>
                      <a:pt x="4413" y="17701"/>
                      <a:pt x="10106" y="15444"/>
                      <a:pt x="15708" y="13939"/>
                    </a:cubicBezTo>
                    <a:cubicBezTo>
                      <a:pt x="21310" y="12452"/>
                      <a:pt x="26867" y="11709"/>
                      <a:pt x="32378" y="11709"/>
                    </a:cubicBezTo>
                    <a:cubicBezTo>
                      <a:pt x="39738" y="11709"/>
                      <a:pt x="45395" y="12969"/>
                      <a:pt x="49347" y="15489"/>
                    </a:cubicBezTo>
                    <a:cubicBezTo>
                      <a:pt x="53317" y="18009"/>
                      <a:pt x="55302" y="21562"/>
                      <a:pt x="55302" y="26149"/>
                    </a:cubicBezTo>
                    <a:cubicBezTo>
                      <a:pt x="55302" y="30391"/>
                      <a:pt x="53870" y="33645"/>
                      <a:pt x="51006" y="35912"/>
                    </a:cubicBezTo>
                    <a:cubicBezTo>
                      <a:pt x="48159" y="38178"/>
                      <a:pt x="41887" y="40362"/>
                      <a:pt x="32187" y="42465"/>
                    </a:cubicBezTo>
                    <a:lnTo>
                      <a:pt x="26749" y="43743"/>
                    </a:lnTo>
                    <a:cubicBezTo>
                      <a:pt x="17068" y="45774"/>
                      <a:pt x="10070" y="48901"/>
                      <a:pt x="5755" y="53125"/>
                    </a:cubicBezTo>
                    <a:cubicBezTo>
                      <a:pt x="1458" y="57350"/>
                      <a:pt x="-690" y="63142"/>
                      <a:pt x="-690" y="70502"/>
                    </a:cubicBezTo>
                    <a:cubicBezTo>
                      <a:pt x="-690" y="79458"/>
                      <a:pt x="2483" y="86366"/>
                      <a:pt x="8828" y="91224"/>
                    </a:cubicBezTo>
                    <a:cubicBezTo>
                      <a:pt x="15173" y="96101"/>
                      <a:pt x="24183" y="98539"/>
                      <a:pt x="35859" y="98539"/>
                    </a:cubicBezTo>
                    <a:cubicBezTo>
                      <a:pt x="41624" y="98539"/>
                      <a:pt x="47054" y="98113"/>
                      <a:pt x="52148" y="97261"/>
                    </a:cubicBezTo>
                    <a:cubicBezTo>
                      <a:pt x="57260" y="96427"/>
                      <a:pt x="61965" y="95158"/>
                      <a:pt x="66262" y="93454"/>
                    </a:cubicBezTo>
                    <a:close/>
                  </a:path>
                </a:pathLst>
              </a:custGeom>
              <a:solidFill>
                <a:srgbClr val="FFFFFF"/>
              </a:solidFill>
              <a:ln w="27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FF0B7A48-194A-39BD-1EC6-F97DF94EB8A8}"/>
                  </a:ext>
                </a:extLst>
              </p:cNvPr>
              <p:cNvSpPr/>
              <p:nvPr/>
            </p:nvSpPr>
            <p:spPr>
              <a:xfrm flipV="1">
                <a:off x="4961388" y="4820181"/>
                <a:ext cx="38996" cy="155005"/>
              </a:xfrm>
              <a:custGeom>
                <a:avLst/>
                <a:gdLst>
                  <a:gd name="csX0" fmla="*/ -909 w 38996"/>
                  <a:gd name="csY0" fmla="*/ 153347 h 155005"/>
                  <a:gd name="csX1" fmla="*/ 12688 w 38996"/>
                  <a:gd name="csY1" fmla="*/ 153347 h 155005"/>
                  <a:gd name="csX2" fmla="*/ 31751 w 38996"/>
                  <a:gd name="csY2" fmla="*/ 114079 h 155005"/>
                  <a:gd name="csX3" fmla="*/ 38087 w 38996"/>
                  <a:gd name="csY3" fmla="*/ 75926 h 155005"/>
                  <a:gd name="csX4" fmla="*/ 31751 w 38996"/>
                  <a:gd name="csY4" fmla="*/ 37609 h 155005"/>
                  <a:gd name="csX5" fmla="*/ 12688 w 38996"/>
                  <a:gd name="csY5" fmla="*/ -1659 h 155005"/>
                  <a:gd name="csX6" fmla="*/ -909 w 38996"/>
                  <a:gd name="csY6" fmla="*/ -1659 h 155005"/>
                  <a:gd name="csX7" fmla="*/ 15951 w 38996"/>
                  <a:gd name="csY7" fmla="*/ 37066 h 155005"/>
                  <a:gd name="csX8" fmla="*/ 21526 w 38996"/>
                  <a:gd name="csY8" fmla="*/ 75926 h 155005"/>
                  <a:gd name="csX9" fmla="*/ 15951 w 38996"/>
                  <a:gd name="csY9" fmla="*/ 114677 h 155005"/>
                  <a:gd name="csX10" fmla="*/ -909 w 38996"/>
                  <a:gd name="csY10" fmla="*/ 153347 h 1550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38996" h="155005">
                    <a:moveTo>
                      <a:pt x="-909" y="153347"/>
                    </a:moveTo>
                    <a:lnTo>
                      <a:pt x="12688" y="153347"/>
                    </a:lnTo>
                    <a:cubicBezTo>
                      <a:pt x="21172" y="139986"/>
                      <a:pt x="27527" y="126896"/>
                      <a:pt x="31751" y="114079"/>
                    </a:cubicBezTo>
                    <a:cubicBezTo>
                      <a:pt x="35975" y="101280"/>
                      <a:pt x="38087" y="88562"/>
                      <a:pt x="38087" y="75926"/>
                    </a:cubicBezTo>
                    <a:cubicBezTo>
                      <a:pt x="38087" y="63235"/>
                      <a:pt x="35975" y="50463"/>
                      <a:pt x="31751" y="37609"/>
                    </a:cubicBezTo>
                    <a:cubicBezTo>
                      <a:pt x="27527" y="24756"/>
                      <a:pt x="21172" y="11666"/>
                      <a:pt x="12688" y="-1659"/>
                    </a:cubicBezTo>
                    <a:lnTo>
                      <a:pt x="-909" y="-1659"/>
                    </a:lnTo>
                    <a:cubicBezTo>
                      <a:pt x="6615" y="11322"/>
                      <a:pt x="12235" y="24230"/>
                      <a:pt x="15951" y="37066"/>
                    </a:cubicBezTo>
                    <a:cubicBezTo>
                      <a:pt x="19668" y="49901"/>
                      <a:pt x="21526" y="62855"/>
                      <a:pt x="21526" y="75926"/>
                    </a:cubicBezTo>
                    <a:cubicBezTo>
                      <a:pt x="21526" y="89015"/>
                      <a:pt x="19668" y="101932"/>
                      <a:pt x="15951" y="114677"/>
                    </a:cubicBezTo>
                    <a:cubicBezTo>
                      <a:pt x="12235" y="127440"/>
                      <a:pt x="6615" y="140330"/>
                      <a:pt x="-909" y="153347"/>
                    </a:cubicBezTo>
                    <a:close/>
                  </a:path>
                </a:pathLst>
              </a:custGeom>
              <a:solidFill>
                <a:srgbClr val="FFFFFF"/>
              </a:solidFill>
              <a:ln w="27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59" name="Graphic 7">
            <a:extLst>
              <a:ext uri="{FF2B5EF4-FFF2-40B4-BE49-F238E27FC236}">
                <a16:creationId xmlns:a16="http://schemas.microsoft.com/office/drawing/2014/main" id="{AE66AD76-BF38-EC22-DCD4-74A1F7C4210F}"/>
              </a:ext>
            </a:extLst>
          </p:cNvPr>
          <p:cNvGrpSpPr/>
          <p:nvPr/>
        </p:nvGrpSpPr>
        <p:grpSpPr>
          <a:xfrm>
            <a:off x="1608143" y="3970841"/>
            <a:ext cx="5828083" cy="94032"/>
            <a:chOff x="1608143" y="3970841"/>
            <a:chExt cx="5828083" cy="94032"/>
          </a:xfrm>
        </p:grpSpPr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14C5579-0207-25A8-3B82-6B004B891D9C}"/>
                </a:ext>
              </a:extLst>
            </p:cNvPr>
            <p:cNvSpPr/>
            <p:nvPr/>
          </p:nvSpPr>
          <p:spPr>
            <a:xfrm>
              <a:off x="1886785" y="4015876"/>
              <a:ext cx="5549442" cy="12431"/>
            </a:xfrm>
            <a:custGeom>
              <a:avLst/>
              <a:gdLst>
                <a:gd name="csX0" fmla="*/ 0 w 5549442"/>
                <a:gd name="csY0" fmla="*/ 0 h 12431"/>
                <a:gd name="csX1" fmla="*/ 5549442 w 5549442"/>
                <a:gd name="csY1" fmla="*/ 0 h 124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549442" h="12431">
                  <a:moveTo>
                    <a:pt x="0" y="0"/>
                  </a:moveTo>
                  <a:lnTo>
                    <a:pt x="5549442" y="0"/>
                  </a:lnTo>
                </a:path>
              </a:pathLst>
            </a:custGeom>
            <a:noFill/>
            <a:ln w="9935" cap="flat">
              <a:solidFill>
                <a:srgbClr val="FFFFFF">
                  <a:alpha val="30000"/>
                </a:srgbClr>
              </a:solidFill>
              <a:custDash>
                <a:ds d="222000" sp="96000"/>
              </a:custDash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16C84E4-0A7D-271B-77BA-209E81C1AF69}"/>
                </a:ext>
              </a:extLst>
            </p:cNvPr>
            <p:cNvSpPr/>
            <p:nvPr/>
          </p:nvSpPr>
          <p:spPr>
            <a:xfrm>
              <a:off x="1843274" y="4015877"/>
              <a:ext cx="43510" cy="12431"/>
            </a:xfrm>
            <a:custGeom>
              <a:avLst/>
              <a:gdLst>
                <a:gd name="csX0" fmla="*/ 43582 w 43510"/>
                <a:gd name="csY0" fmla="*/ 276 h 12431"/>
                <a:gd name="csX1" fmla="*/ 72 w 43510"/>
                <a:gd name="csY1" fmla="*/ 276 h 124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3510" h="12431">
                  <a:moveTo>
                    <a:pt x="43582" y="276"/>
                  </a:moveTo>
                  <a:lnTo>
                    <a:pt x="72" y="276"/>
                  </a:lnTo>
                </a:path>
              </a:pathLst>
            </a:custGeom>
            <a:solidFill>
              <a:srgbClr val="FFFFFF"/>
            </a:solidFill>
            <a:ln w="9935" cap="flat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62" name="Graphic 7">
              <a:extLst>
                <a:ext uri="{FF2B5EF4-FFF2-40B4-BE49-F238E27FC236}">
                  <a16:creationId xmlns:a16="http://schemas.microsoft.com/office/drawing/2014/main" id="{8A6BBB96-A425-CC08-9A3C-F09E3AB44516}"/>
                </a:ext>
              </a:extLst>
            </p:cNvPr>
            <p:cNvGrpSpPr/>
            <p:nvPr/>
          </p:nvGrpSpPr>
          <p:grpSpPr>
            <a:xfrm>
              <a:off x="1608143" y="3970841"/>
              <a:ext cx="183370" cy="94032"/>
              <a:chOff x="1608143" y="3970841"/>
              <a:chExt cx="183370" cy="94032"/>
            </a:xfrm>
            <a:solidFill>
              <a:srgbClr val="FFFFFF"/>
            </a:solidFill>
          </p:grpSpPr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176051E7-07EA-F409-755C-F2D647F09782}"/>
                  </a:ext>
                </a:extLst>
              </p:cNvPr>
              <p:cNvSpPr/>
              <p:nvPr/>
            </p:nvSpPr>
            <p:spPr>
              <a:xfrm flipV="1">
                <a:off x="1608143" y="3972473"/>
                <a:ext cx="66042" cy="90633"/>
              </a:xfrm>
              <a:custGeom>
                <a:avLst/>
                <a:gdLst>
                  <a:gd name="csX0" fmla="*/ 38947 w 66042"/>
                  <a:gd name="csY0" fmla="*/ 77894 h 90633"/>
                  <a:gd name="csX1" fmla="*/ 7984 w 66042"/>
                  <a:gd name="csY1" fmla="*/ 29508 h 90633"/>
                  <a:gd name="csX2" fmla="*/ 38947 w 66042"/>
                  <a:gd name="csY2" fmla="*/ 29508 h 90633"/>
                  <a:gd name="csX3" fmla="*/ 38947 w 66042"/>
                  <a:gd name="csY3" fmla="*/ 77894 h 90633"/>
                  <a:gd name="csX4" fmla="*/ 35722 w 66042"/>
                  <a:gd name="csY4" fmla="*/ 88577 h 90633"/>
                  <a:gd name="csX5" fmla="*/ 51145 w 66042"/>
                  <a:gd name="csY5" fmla="*/ 88577 h 90633"/>
                  <a:gd name="csX6" fmla="*/ 51145 w 66042"/>
                  <a:gd name="csY6" fmla="*/ 29508 h 90633"/>
                  <a:gd name="csX7" fmla="*/ 64082 w 66042"/>
                  <a:gd name="csY7" fmla="*/ 29508 h 90633"/>
                  <a:gd name="csX8" fmla="*/ 64082 w 66042"/>
                  <a:gd name="csY8" fmla="*/ 19310 h 90633"/>
                  <a:gd name="csX9" fmla="*/ 51145 w 66042"/>
                  <a:gd name="csY9" fmla="*/ 19310 h 90633"/>
                  <a:gd name="csX10" fmla="*/ 51145 w 66042"/>
                  <a:gd name="csY10" fmla="*/ -2056 h 90633"/>
                  <a:gd name="csX11" fmla="*/ 38947 w 66042"/>
                  <a:gd name="csY11" fmla="*/ -2056 h 90633"/>
                  <a:gd name="csX12" fmla="*/ 38947 w 66042"/>
                  <a:gd name="csY12" fmla="*/ 19310 h 90633"/>
                  <a:gd name="csX13" fmla="*/ -1961 w 66042"/>
                  <a:gd name="csY13" fmla="*/ 19310 h 90633"/>
                  <a:gd name="csX14" fmla="*/ -1961 w 66042"/>
                  <a:gd name="csY14" fmla="*/ 31140 h 90633"/>
                  <a:gd name="csX15" fmla="*/ 35722 w 66042"/>
                  <a:gd name="csY15" fmla="*/ 88577 h 9063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66042" h="90633">
                    <a:moveTo>
                      <a:pt x="38947" y="77894"/>
                    </a:moveTo>
                    <a:lnTo>
                      <a:pt x="7984" y="29508"/>
                    </a:lnTo>
                    <a:lnTo>
                      <a:pt x="38947" y="29508"/>
                    </a:lnTo>
                    <a:lnTo>
                      <a:pt x="38947" y="77894"/>
                    </a:lnTo>
                    <a:close/>
                    <a:moveTo>
                      <a:pt x="35722" y="88577"/>
                    </a:moveTo>
                    <a:lnTo>
                      <a:pt x="51145" y="88577"/>
                    </a:lnTo>
                    <a:lnTo>
                      <a:pt x="51145" y="29508"/>
                    </a:lnTo>
                    <a:lnTo>
                      <a:pt x="64082" y="29508"/>
                    </a:lnTo>
                    <a:lnTo>
                      <a:pt x="64082" y="19310"/>
                    </a:lnTo>
                    <a:lnTo>
                      <a:pt x="51145" y="19310"/>
                    </a:lnTo>
                    <a:lnTo>
                      <a:pt x="51145" y="-2056"/>
                    </a:lnTo>
                    <a:lnTo>
                      <a:pt x="38947" y="-2056"/>
                    </a:lnTo>
                    <a:lnTo>
                      <a:pt x="38947" y="19310"/>
                    </a:lnTo>
                    <a:lnTo>
                      <a:pt x="-1961" y="19310"/>
                    </a:lnTo>
                    <a:lnTo>
                      <a:pt x="-1961" y="31140"/>
                    </a:lnTo>
                    <a:lnTo>
                      <a:pt x="35722" y="88577"/>
                    </a:lnTo>
                    <a:close/>
                  </a:path>
                </a:pathLst>
              </a:custGeom>
              <a:solidFill>
                <a:srgbClr val="FFFFFF"/>
              </a:solidFill>
              <a:ln w="19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E0A3E464-8E52-DEA8-5DF5-9D22842DA623}"/>
                  </a:ext>
                </a:extLst>
              </p:cNvPr>
              <p:cNvSpPr/>
              <p:nvPr/>
            </p:nvSpPr>
            <p:spPr>
              <a:xfrm flipV="1">
                <a:off x="1694443" y="4047684"/>
                <a:ext cx="12820" cy="15422"/>
              </a:xfrm>
              <a:custGeom>
                <a:avLst/>
                <a:gdLst>
                  <a:gd name="csX0" fmla="*/ -957 w 12820"/>
                  <a:gd name="csY0" fmla="*/ 15305 h 15422"/>
                  <a:gd name="csX1" fmla="*/ 11863 w 12820"/>
                  <a:gd name="csY1" fmla="*/ 15305 h 15422"/>
                  <a:gd name="csX2" fmla="*/ 11863 w 12820"/>
                  <a:gd name="csY2" fmla="*/ -117 h 15422"/>
                  <a:gd name="csX3" fmla="*/ -957 w 12820"/>
                  <a:gd name="csY3" fmla="*/ -117 h 15422"/>
                  <a:gd name="csX4" fmla="*/ -957 w 12820"/>
                  <a:gd name="csY4" fmla="*/ 15305 h 1542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2820" h="15422">
                    <a:moveTo>
                      <a:pt x="-957" y="15305"/>
                    </a:moveTo>
                    <a:lnTo>
                      <a:pt x="11863" y="15305"/>
                    </a:lnTo>
                    <a:lnTo>
                      <a:pt x="11863" y="-117"/>
                    </a:lnTo>
                    <a:lnTo>
                      <a:pt x="-957" y="-117"/>
                    </a:lnTo>
                    <a:lnTo>
                      <a:pt x="-957" y="15305"/>
                    </a:lnTo>
                    <a:close/>
                  </a:path>
                </a:pathLst>
              </a:custGeom>
              <a:solidFill>
                <a:srgbClr val="FFFFFF"/>
              </a:solidFill>
              <a:ln w="19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7C5A0D9B-431C-AA25-AC1C-160E19EB9365}"/>
                  </a:ext>
                </a:extLst>
              </p:cNvPr>
              <p:cNvSpPr/>
              <p:nvPr/>
            </p:nvSpPr>
            <p:spPr>
              <a:xfrm flipV="1">
                <a:off x="1728870" y="3970841"/>
                <a:ext cx="62643" cy="94032"/>
              </a:xfrm>
              <a:custGeom>
                <a:avLst/>
                <a:gdLst>
                  <a:gd name="csX0" fmla="*/ 29339 w 62643"/>
                  <a:gd name="csY0" fmla="*/ 82268 h 94032"/>
                  <a:gd name="csX1" fmla="*/ 15101 w 62643"/>
                  <a:gd name="csY1" fmla="*/ 72944 h 94032"/>
                  <a:gd name="csX2" fmla="*/ 10342 w 62643"/>
                  <a:gd name="csY2" fmla="*/ 44934 h 94032"/>
                  <a:gd name="csX3" fmla="*/ 15101 w 62643"/>
                  <a:gd name="csY3" fmla="*/ 16983 h 94032"/>
                  <a:gd name="csX4" fmla="*/ 29339 w 62643"/>
                  <a:gd name="csY4" fmla="*/ 7659 h 94032"/>
                  <a:gd name="csX5" fmla="*/ 43636 w 62643"/>
                  <a:gd name="csY5" fmla="*/ 16983 h 94032"/>
                  <a:gd name="csX6" fmla="*/ 48414 w 62643"/>
                  <a:gd name="csY6" fmla="*/ 44934 h 94032"/>
                  <a:gd name="csX7" fmla="*/ 43636 w 62643"/>
                  <a:gd name="csY7" fmla="*/ 72944 h 94032"/>
                  <a:gd name="csX8" fmla="*/ 29339 w 62643"/>
                  <a:gd name="csY8" fmla="*/ 82268 h 94032"/>
                  <a:gd name="csX9" fmla="*/ 29339 w 62643"/>
                  <a:gd name="csY9" fmla="*/ 91980 h 94032"/>
                  <a:gd name="csX10" fmla="*/ 52629 w 62643"/>
                  <a:gd name="csY10" fmla="*/ 79918 h 94032"/>
                  <a:gd name="csX11" fmla="*/ 60671 w 62643"/>
                  <a:gd name="csY11" fmla="*/ 44934 h 94032"/>
                  <a:gd name="csX12" fmla="*/ 52629 w 62643"/>
                  <a:gd name="csY12" fmla="*/ 9990 h 94032"/>
                  <a:gd name="csX13" fmla="*/ 29339 w 62643"/>
                  <a:gd name="csY13" fmla="*/ -2053 h 94032"/>
                  <a:gd name="csX14" fmla="*/ 6069 w 62643"/>
                  <a:gd name="csY14" fmla="*/ 9990 h 94032"/>
                  <a:gd name="csX15" fmla="*/ -1973 w 62643"/>
                  <a:gd name="csY15" fmla="*/ 44934 h 94032"/>
                  <a:gd name="csX16" fmla="*/ 6069 w 62643"/>
                  <a:gd name="csY16" fmla="*/ 79918 h 94032"/>
                  <a:gd name="csX17" fmla="*/ 29339 w 62643"/>
                  <a:gd name="csY17" fmla="*/ 91980 h 940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</a:cxnLst>
                <a:rect l="l" t="t" r="r" b="b"/>
                <a:pathLst>
                  <a:path w="62643" h="94032">
                    <a:moveTo>
                      <a:pt x="29339" y="82268"/>
                    </a:moveTo>
                    <a:cubicBezTo>
                      <a:pt x="23033" y="82268"/>
                      <a:pt x="18287" y="79160"/>
                      <a:pt x="15101" y="72944"/>
                    </a:cubicBezTo>
                    <a:cubicBezTo>
                      <a:pt x="11929" y="66741"/>
                      <a:pt x="10342" y="57405"/>
                      <a:pt x="10342" y="44934"/>
                    </a:cubicBezTo>
                    <a:cubicBezTo>
                      <a:pt x="10342" y="32516"/>
                      <a:pt x="11929" y="23199"/>
                      <a:pt x="15101" y="16983"/>
                    </a:cubicBezTo>
                    <a:cubicBezTo>
                      <a:pt x="18287" y="10767"/>
                      <a:pt x="23033" y="7659"/>
                      <a:pt x="29339" y="7659"/>
                    </a:cubicBezTo>
                    <a:cubicBezTo>
                      <a:pt x="35697" y="7659"/>
                      <a:pt x="40463" y="10767"/>
                      <a:pt x="43636" y="16983"/>
                    </a:cubicBezTo>
                    <a:cubicBezTo>
                      <a:pt x="46821" y="23199"/>
                      <a:pt x="48414" y="32516"/>
                      <a:pt x="48414" y="44934"/>
                    </a:cubicBezTo>
                    <a:cubicBezTo>
                      <a:pt x="48414" y="57405"/>
                      <a:pt x="46821" y="66741"/>
                      <a:pt x="43636" y="72944"/>
                    </a:cubicBezTo>
                    <a:cubicBezTo>
                      <a:pt x="40463" y="79160"/>
                      <a:pt x="35697" y="82268"/>
                      <a:pt x="29339" y="82268"/>
                    </a:cubicBezTo>
                    <a:close/>
                    <a:moveTo>
                      <a:pt x="29339" y="91980"/>
                    </a:moveTo>
                    <a:cubicBezTo>
                      <a:pt x="39505" y="91980"/>
                      <a:pt x="47268" y="87959"/>
                      <a:pt x="52629" y="79918"/>
                    </a:cubicBezTo>
                    <a:cubicBezTo>
                      <a:pt x="57990" y="71889"/>
                      <a:pt x="60671" y="60228"/>
                      <a:pt x="60671" y="44934"/>
                    </a:cubicBezTo>
                    <a:cubicBezTo>
                      <a:pt x="60671" y="29680"/>
                      <a:pt x="57990" y="18032"/>
                      <a:pt x="52629" y="9990"/>
                    </a:cubicBezTo>
                    <a:cubicBezTo>
                      <a:pt x="47268" y="1961"/>
                      <a:pt x="39505" y="-2053"/>
                      <a:pt x="29339" y="-2053"/>
                    </a:cubicBezTo>
                    <a:cubicBezTo>
                      <a:pt x="19187" y="-2053"/>
                      <a:pt x="11430" y="1961"/>
                      <a:pt x="6069" y="9990"/>
                    </a:cubicBezTo>
                    <a:cubicBezTo>
                      <a:pt x="708" y="18032"/>
                      <a:pt x="-1973" y="29680"/>
                      <a:pt x="-1973" y="44934"/>
                    </a:cubicBezTo>
                    <a:cubicBezTo>
                      <a:pt x="-1973" y="60228"/>
                      <a:pt x="708" y="71889"/>
                      <a:pt x="6069" y="79918"/>
                    </a:cubicBezTo>
                    <a:cubicBezTo>
                      <a:pt x="11430" y="87959"/>
                      <a:pt x="19187" y="91980"/>
                      <a:pt x="29339" y="9198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66" name="Graphic 7">
            <a:extLst>
              <a:ext uri="{FF2B5EF4-FFF2-40B4-BE49-F238E27FC236}">
                <a16:creationId xmlns:a16="http://schemas.microsoft.com/office/drawing/2014/main" id="{3403E266-264F-9B3A-59D1-BFF21A75FCDD}"/>
              </a:ext>
            </a:extLst>
          </p:cNvPr>
          <p:cNvGrpSpPr/>
          <p:nvPr/>
        </p:nvGrpSpPr>
        <p:grpSpPr>
          <a:xfrm>
            <a:off x="1608143" y="3303471"/>
            <a:ext cx="5828083" cy="92401"/>
            <a:chOff x="1608143" y="3303471"/>
            <a:chExt cx="5828083" cy="92401"/>
          </a:xfrm>
        </p:grpSpPr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9E48DC1B-1782-FE5A-90C7-C3E2FEAB5389}"/>
                </a:ext>
              </a:extLst>
            </p:cNvPr>
            <p:cNvSpPr/>
            <p:nvPr/>
          </p:nvSpPr>
          <p:spPr>
            <a:xfrm>
              <a:off x="1886785" y="3346875"/>
              <a:ext cx="5549442" cy="12431"/>
            </a:xfrm>
            <a:custGeom>
              <a:avLst/>
              <a:gdLst>
                <a:gd name="csX0" fmla="*/ 0 w 5549442"/>
                <a:gd name="csY0" fmla="*/ 0 h 12431"/>
                <a:gd name="csX1" fmla="*/ 5549442 w 5549442"/>
                <a:gd name="csY1" fmla="*/ 0 h 124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549442" h="12431">
                  <a:moveTo>
                    <a:pt x="0" y="0"/>
                  </a:moveTo>
                  <a:lnTo>
                    <a:pt x="5549442" y="0"/>
                  </a:lnTo>
                </a:path>
              </a:pathLst>
            </a:custGeom>
            <a:noFill/>
            <a:ln w="9935" cap="flat">
              <a:solidFill>
                <a:srgbClr val="FFFFFF">
                  <a:alpha val="30000"/>
                </a:srgbClr>
              </a:solidFill>
              <a:custDash>
                <a:ds d="222000" sp="96000"/>
              </a:custDash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C37EBAB3-23F7-38A3-421A-DC3051A2E1DA}"/>
                </a:ext>
              </a:extLst>
            </p:cNvPr>
            <p:cNvSpPr/>
            <p:nvPr/>
          </p:nvSpPr>
          <p:spPr>
            <a:xfrm>
              <a:off x="1843274" y="3346875"/>
              <a:ext cx="43510" cy="12431"/>
            </a:xfrm>
            <a:custGeom>
              <a:avLst/>
              <a:gdLst>
                <a:gd name="csX0" fmla="*/ 43582 w 43510"/>
                <a:gd name="csY0" fmla="*/ 223 h 12431"/>
                <a:gd name="csX1" fmla="*/ 72 w 43510"/>
                <a:gd name="csY1" fmla="*/ 223 h 124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3510" h="12431">
                  <a:moveTo>
                    <a:pt x="43582" y="223"/>
                  </a:moveTo>
                  <a:lnTo>
                    <a:pt x="72" y="223"/>
                  </a:lnTo>
                </a:path>
              </a:pathLst>
            </a:custGeom>
            <a:solidFill>
              <a:srgbClr val="FFFFFF"/>
            </a:solidFill>
            <a:ln w="9935" cap="flat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69" name="Graphic 7">
              <a:extLst>
                <a:ext uri="{FF2B5EF4-FFF2-40B4-BE49-F238E27FC236}">
                  <a16:creationId xmlns:a16="http://schemas.microsoft.com/office/drawing/2014/main" id="{A4209703-13F5-8854-7E95-C48331CC5978}"/>
                </a:ext>
              </a:extLst>
            </p:cNvPr>
            <p:cNvGrpSpPr/>
            <p:nvPr/>
          </p:nvGrpSpPr>
          <p:grpSpPr>
            <a:xfrm>
              <a:off x="1608143" y="3303471"/>
              <a:ext cx="180767" cy="92401"/>
              <a:chOff x="1608143" y="3303471"/>
              <a:chExt cx="180767" cy="92401"/>
            </a:xfrm>
            <a:solidFill>
              <a:srgbClr val="FFFFFF"/>
            </a:solidFill>
          </p:grpSpPr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56248FD8-1E43-A88B-1052-2C4E548EDBA3}"/>
                  </a:ext>
                </a:extLst>
              </p:cNvPr>
              <p:cNvSpPr/>
              <p:nvPr/>
            </p:nvSpPr>
            <p:spPr>
              <a:xfrm flipV="1">
                <a:off x="1608143" y="3303471"/>
                <a:ext cx="66042" cy="90633"/>
              </a:xfrm>
              <a:custGeom>
                <a:avLst/>
                <a:gdLst>
                  <a:gd name="csX0" fmla="*/ 38947 w 66042"/>
                  <a:gd name="csY0" fmla="*/ 77840 h 90633"/>
                  <a:gd name="csX1" fmla="*/ 7984 w 66042"/>
                  <a:gd name="csY1" fmla="*/ 29454 h 90633"/>
                  <a:gd name="csX2" fmla="*/ 38947 w 66042"/>
                  <a:gd name="csY2" fmla="*/ 29454 h 90633"/>
                  <a:gd name="csX3" fmla="*/ 38947 w 66042"/>
                  <a:gd name="csY3" fmla="*/ 77840 h 90633"/>
                  <a:gd name="csX4" fmla="*/ 35722 w 66042"/>
                  <a:gd name="csY4" fmla="*/ 88523 h 90633"/>
                  <a:gd name="csX5" fmla="*/ 51145 w 66042"/>
                  <a:gd name="csY5" fmla="*/ 88523 h 90633"/>
                  <a:gd name="csX6" fmla="*/ 51145 w 66042"/>
                  <a:gd name="csY6" fmla="*/ 29454 h 90633"/>
                  <a:gd name="csX7" fmla="*/ 64082 w 66042"/>
                  <a:gd name="csY7" fmla="*/ 29454 h 90633"/>
                  <a:gd name="csX8" fmla="*/ 64082 w 66042"/>
                  <a:gd name="csY8" fmla="*/ 19256 h 90633"/>
                  <a:gd name="csX9" fmla="*/ 51145 w 66042"/>
                  <a:gd name="csY9" fmla="*/ 19256 h 90633"/>
                  <a:gd name="csX10" fmla="*/ 51145 w 66042"/>
                  <a:gd name="csY10" fmla="*/ -2110 h 90633"/>
                  <a:gd name="csX11" fmla="*/ 38947 w 66042"/>
                  <a:gd name="csY11" fmla="*/ -2110 h 90633"/>
                  <a:gd name="csX12" fmla="*/ 38947 w 66042"/>
                  <a:gd name="csY12" fmla="*/ 19256 h 90633"/>
                  <a:gd name="csX13" fmla="*/ -1961 w 66042"/>
                  <a:gd name="csY13" fmla="*/ 19256 h 90633"/>
                  <a:gd name="csX14" fmla="*/ -1961 w 66042"/>
                  <a:gd name="csY14" fmla="*/ 31086 h 90633"/>
                  <a:gd name="csX15" fmla="*/ 35722 w 66042"/>
                  <a:gd name="csY15" fmla="*/ 88523 h 9063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66042" h="90633">
                    <a:moveTo>
                      <a:pt x="38947" y="77840"/>
                    </a:moveTo>
                    <a:lnTo>
                      <a:pt x="7984" y="29454"/>
                    </a:lnTo>
                    <a:lnTo>
                      <a:pt x="38947" y="29454"/>
                    </a:lnTo>
                    <a:lnTo>
                      <a:pt x="38947" y="77840"/>
                    </a:lnTo>
                    <a:close/>
                    <a:moveTo>
                      <a:pt x="35722" y="88523"/>
                    </a:moveTo>
                    <a:lnTo>
                      <a:pt x="51145" y="88523"/>
                    </a:lnTo>
                    <a:lnTo>
                      <a:pt x="51145" y="29454"/>
                    </a:lnTo>
                    <a:lnTo>
                      <a:pt x="64082" y="29454"/>
                    </a:lnTo>
                    <a:lnTo>
                      <a:pt x="64082" y="19256"/>
                    </a:lnTo>
                    <a:lnTo>
                      <a:pt x="51145" y="19256"/>
                    </a:lnTo>
                    <a:lnTo>
                      <a:pt x="51145" y="-2110"/>
                    </a:lnTo>
                    <a:lnTo>
                      <a:pt x="38947" y="-2110"/>
                    </a:lnTo>
                    <a:lnTo>
                      <a:pt x="38947" y="19256"/>
                    </a:lnTo>
                    <a:lnTo>
                      <a:pt x="-1961" y="19256"/>
                    </a:lnTo>
                    <a:lnTo>
                      <a:pt x="-1961" y="31086"/>
                    </a:lnTo>
                    <a:lnTo>
                      <a:pt x="35722" y="88523"/>
                    </a:lnTo>
                    <a:close/>
                  </a:path>
                </a:pathLst>
              </a:custGeom>
              <a:solidFill>
                <a:srgbClr val="FFFFFF"/>
              </a:solidFill>
              <a:ln w="19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ED18F9A1-B87F-E685-FDC7-B62A6DB807DD}"/>
                  </a:ext>
                </a:extLst>
              </p:cNvPr>
              <p:cNvSpPr/>
              <p:nvPr/>
            </p:nvSpPr>
            <p:spPr>
              <a:xfrm flipV="1">
                <a:off x="1694443" y="3378682"/>
                <a:ext cx="12820" cy="15422"/>
              </a:xfrm>
              <a:custGeom>
                <a:avLst/>
                <a:gdLst>
                  <a:gd name="csX0" fmla="*/ -957 w 12820"/>
                  <a:gd name="csY0" fmla="*/ 15252 h 15422"/>
                  <a:gd name="csX1" fmla="*/ 11863 w 12820"/>
                  <a:gd name="csY1" fmla="*/ 15252 h 15422"/>
                  <a:gd name="csX2" fmla="*/ 11863 w 12820"/>
                  <a:gd name="csY2" fmla="*/ -171 h 15422"/>
                  <a:gd name="csX3" fmla="*/ -957 w 12820"/>
                  <a:gd name="csY3" fmla="*/ -171 h 15422"/>
                  <a:gd name="csX4" fmla="*/ -957 w 12820"/>
                  <a:gd name="csY4" fmla="*/ 15252 h 1542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2820" h="15422">
                    <a:moveTo>
                      <a:pt x="-957" y="15252"/>
                    </a:moveTo>
                    <a:lnTo>
                      <a:pt x="11863" y="15252"/>
                    </a:lnTo>
                    <a:lnTo>
                      <a:pt x="11863" y="-171"/>
                    </a:lnTo>
                    <a:lnTo>
                      <a:pt x="-957" y="-171"/>
                    </a:lnTo>
                    <a:lnTo>
                      <a:pt x="-957" y="15252"/>
                    </a:lnTo>
                    <a:close/>
                  </a:path>
                </a:pathLst>
              </a:custGeom>
              <a:solidFill>
                <a:srgbClr val="FFFFFF"/>
              </a:solidFill>
              <a:ln w="19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DEBE5E51-75A3-DF19-414D-A0476566ABDC}"/>
                  </a:ext>
                </a:extLst>
              </p:cNvPr>
              <p:cNvSpPr/>
              <p:nvPr/>
            </p:nvSpPr>
            <p:spPr>
              <a:xfrm flipV="1">
                <a:off x="1730269" y="3303471"/>
                <a:ext cx="58641" cy="92401"/>
              </a:xfrm>
              <a:custGeom>
                <a:avLst/>
                <a:gdLst>
                  <a:gd name="csX0" fmla="*/ 1885 w 58641"/>
                  <a:gd name="csY0" fmla="*/ 90337 h 92401"/>
                  <a:gd name="csX1" fmla="*/ 50018 w 58641"/>
                  <a:gd name="csY1" fmla="*/ 90337 h 92401"/>
                  <a:gd name="csX2" fmla="*/ 50018 w 58641"/>
                  <a:gd name="csY2" fmla="*/ 80003 h 92401"/>
                  <a:gd name="csX3" fmla="*/ 13112 w 58641"/>
                  <a:gd name="csY3" fmla="*/ 80003 h 92401"/>
                  <a:gd name="csX4" fmla="*/ 13112 w 58641"/>
                  <a:gd name="csY4" fmla="*/ 57801 h 92401"/>
                  <a:gd name="csX5" fmla="*/ 18434 w 58641"/>
                  <a:gd name="csY5" fmla="*/ 59161 h 92401"/>
                  <a:gd name="csX6" fmla="*/ 23795 w 58641"/>
                  <a:gd name="csY6" fmla="*/ 59607 h 92401"/>
                  <a:gd name="csX7" fmla="*/ 47823 w 58641"/>
                  <a:gd name="csY7" fmla="*/ 51294 h 92401"/>
                  <a:gd name="csX8" fmla="*/ 56700 w 58641"/>
                  <a:gd name="csY8" fmla="*/ 28781 h 92401"/>
                  <a:gd name="csX9" fmla="*/ 47590 w 58641"/>
                  <a:gd name="csY9" fmla="*/ 6035 h 92401"/>
                  <a:gd name="csX10" fmla="*/ 21911 w 58641"/>
                  <a:gd name="csY10" fmla="*/ -2065 h 92401"/>
                  <a:gd name="csX11" fmla="*/ 10276 w 58641"/>
                  <a:gd name="csY11" fmla="*/ -1093 h 92401"/>
                  <a:gd name="csX12" fmla="*/ -1942 w 58641"/>
                  <a:gd name="csY12" fmla="*/ 1820 h 92401"/>
                  <a:gd name="csX13" fmla="*/ -1942 w 58641"/>
                  <a:gd name="csY13" fmla="*/ 14155 h 92401"/>
                  <a:gd name="csX14" fmla="*/ 9344 w 58641"/>
                  <a:gd name="csY14" fmla="*/ 9726 h 92401"/>
                  <a:gd name="csX15" fmla="*/ 21659 w 58641"/>
                  <a:gd name="csY15" fmla="*/ 8269 h 92401"/>
                  <a:gd name="csX16" fmla="*/ 38286 w 58641"/>
                  <a:gd name="csY16" fmla="*/ 13786 h 92401"/>
                  <a:gd name="csX17" fmla="*/ 44424 w 58641"/>
                  <a:gd name="csY17" fmla="*/ 28781 h 92401"/>
                  <a:gd name="csX18" fmla="*/ 38286 w 58641"/>
                  <a:gd name="csY18" fmla="*/ 43757 h 92401"/>
                  <a:gd name="csX19" fmla="*/ 21659 w 58641"/>
                  <a:gd name="csY19" fmla="*/ 49293 h 92401"/>
                  <a:gd name="csX20" fmla="*/ 11850 w 58641"/>
                  <a:gd name="csY20" fmla="*/ 48205 h 92401"/>
                  <a:gd name="csX21" fmla="*/ 1885 w 58641"/>
                  <a:gd name="csY21" fmla="*/ 44806 h 92401"/>
                  <a:gd name="csX22" fmla="*/ 1885 w 58641"/>
                  <a:gd name="csY22" fmla="*/ 90337 h 9240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</a:cxnLst>
                <a:rect l="l" t="t" r="r" b="b"/>
                <a:pathLst>
                  <a:path w="58641" h="92401">
                    <a:moveTo>
                      <a:pt x="1885" y="90337"/>
                    </a:moveTo>
                    <a:lnTo>
                      <a:pt x="50018" y="90337"/>
                    </a:lnTo>
                    <a:lnTo>
                      <a:pt x="50018" y="80003"/>
                    </a:lnTo>
                    <a:lnTo>
                      <a:pt x="13112" y="80003"/>
                    </a:lnTo>
                    <a:lnTo>
                      <a:pt x="13112" y="57801"/>
                    </a:lnTo>
                    <a:cubicBezTo>
                      <a:pt x="14886" y="58410"/>
                      <a:pt x="16660" y="58863"/>
                      <a:pt x="18434" y="59161"/>
                    </a:cubicBezTo>
                    <a:cubicBezTo>
                      <a:pt x="20221" y="59459"/>
                      <a:pt x="22008" y="59607"/>
                      <a:pt x="23795" y="59607"/>
                    </a:cubicBezTo>
                    <a:cubicBezTo>
                      <a:pt x="33909" y="59607"/>
                      <a:pt x="41918" y="56836"/>
                      <a:pt x="47823" y="51294"/>
                    </a:cubicBezTo>
                    <a:cubicBezTo>
                      <a:pt x="53741" y="45751"/>
                      <a:pt x="56700" y="38247"/>
                      <a:pt x="56700" y="28781"/>
                    </a:cubicBezTo>
                    <a:cubicBezTo>
                      <a:pt x="56700" y="19030"/>
                      <a:pt x="53664" y="11448"/>
                      <a:pt x="47590" y="6035"/>
                    </a:cubicBezTo>
                    <a:cubicBezTo>
                      <a:pt x="41517" y="635"/>
                      <a:pt x="32957" y="-2065"/>
                      <a:pt x="21911" y="-2065"/>
                    </a:cubicBezTo>
                    <a:cubicBezTo>
                      <a:pt x="18104" y="-2065"/>
                      <a:pt x="14226" y="-1741"/>
                      <a:pt x="10276" y="-1093"/>
                    </a:cubicBezTo>
                    <a:cubicBezTo>
                      <a:pt x="6339" y="-446"/>
                      <a:pt x="2267" y="525"/>
                      <a:pt x="-1942" y="1820"/>
                    </a:cubicBezTo>
                    <a:lnTo>
                      <a:pt x="-1942" y="14155"/>
                    </a:lnTo>
                    <a:cubicBezTo>
                      <a:pt x="1697" y="12173"/>
                      <a:pt x="5459" y="10697"/>
                      <a:pt x="9344" y="9726"/>
                    </a:cubicBezTo>
                    <a:cubicBezTo>
                      <a:pt x="13229" y="8755"/>
                      <a:pt x="17334" y="8269"/>
                      <a:pt x="21659" y="8269"/>
                    </a:cubicBezTo>
                    <a:cubicBezTo>
                      <a:pt x="28664" y="8269"/>
                      <a:pt x="34207" y="10108"/>
                      <a:pt x="38286" y="13786"/>
                    </a:cubicBezTo>
                    <a:cubicBezTo>
                      <a:pt x="42378" y="17463"/>
                      <a:pt x="44424" y="22462"/>
                      <a:pt x="44424" y="28781"/>
                    </a:cubicBezTo>
                    <a:cubicBezTo>
                      <a:pt x="44424" y="35087"/>
                      <a:pt x="42378" y="40080"/>
                      <a:pt x="38286" y="43757"/>
                    </a:cubicBezTo>
                    <a:cubicBezTo>
                      <a:pt x="34207" y="47448"/>
                      <a:pt x="28664" y="49293"/>
                      <a:pt x="21659" y="49293"/>
                    </a:cubicBezTo>
                    <a:cubicBezTo>
                      <a:pt x="18383" y="49293"/>
                      <a:pt x="15113" y="48931"/>
                      <a:pt x="11850" y="48205"/>
                    </a:cubicBezTo>
                    <a:cubicBezTo>
                      <a:pt x="8599" y="47480"/>
                      <a:pt x="5278" y="46347"/>
                      <a:pt x="1885" y="44806"/>
                    </a:cubicBezTo>
                    <a:lnTo>
                      <a:pt x="1885" y="90337"/>
                    </a:lnTo>
                    <a:close/>
                  </a:path>
                </a:pathLst>
              </a:custGeom>
              <a:solidFill>
                <a:srgbClr val="FFFFFF"/>
              </a:solidFill>
              <a:ln w="19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73" name="Graphic 7">
            <a:extLst>
              <a:ext uri="{FF2B5EF4-FFF2-40B4-BE49-F238E27FC236}">
                <a16:creationId xmlns:a16="http://schemas.microsoft.com/office/drawing/2014/main" id="{E2975363-4415-DCEB-E228-6BAFFB5F5DE6}"/>
              </a:ext>
            </a:extLst>
          </p:cNvPr>
          <p:cNvGrpSpPr/>
          <p:nvPr/>
        </p:nvGrpSpPr>
        <p:grpSpPr>
          <a:xfrm>
            <a:off x="1611659" y="2632838"/>
            <a:ext cx="5824567" cy="94032"/>
            <a:chOff x="1611659" y="2632838"/>
            <a:chExt cx="5824567" cy="94032"/>
          </a:xfrm>
        </p:grpSpPr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80A41305-F7D1-B6D0-6DD9-B929F3D59E3A}"/>
                </a:ext>
              </a:extLst>
            </p:cNvPr>
            <p:cNvSpPr/>
            <p:nvPr/>
          </p:nvSpPr>
          <p:spPr>
            <a:xfrm>
              <a:off x="1886785" y="2677873"/>
              <a:ext cx="5549442" cy="12431"/>
            </a:xfrm>
            <a:custGeom>
              <a:avLst/>
              <a:gdLst>
                <a:gd name="csX0" fmla="*/ 0 w 5549442"/>
                <a:gd name="csY0" fmla="*/ 0 h 12431"/>
                <a:gd name="csX1" fmla="*/ 5549442 w 5549442"/>
                <a:gd name="csY1" fmla="*/ 0 h 124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549442" h="12431">
                  <a:moveTo>
                    <a:pt x="0" y="0"/>
                  </a:moveTo>
                  <a:lnTo>
                    <a:pt x="5549442" y="0"/>
                  </a:lnTo>
                </a:path>
              </a:pathLst>
            </a:custGeom>
            <a:noFill/>
            <a:ln w="9935" cap="flat">
              <a:solidFill>
                <a:srgbClr val="FFFFFF">
                  <a:alpha val="30000"/>
                </a:srgbClr>
              </a:solidFill>
              <a:custDash>
                <a:ds d="222000" sp="96000"/>
              </a:custDash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0E7B9A21-1003-7291-79CD-8600685620E5}"/>
                </a:ext>
              </a:extLst>
            </p:cNvPr>
            <p:cNvSpPr/>
            <p:nvPr/>
          </p:nvSpPr>
          <p:spPr>
            <a:xfrm>
              <a:off x="1843274" y="2677873"/>
              <a:ext cx="43510" cy="12431"/>
            </a:xfrm>
            <a:custGeom>
              <a:avLst/>
              <a:gdLst>
                <a:gd name="csX0" fmla="*/ 43582 w 43510"/>
                <a:gd name="csY0" fmla="*/ 169 h 12431"/>
                <a:gd name="csX1" fmla="*/ 72 w 43510"/>
                <a:gd name="csY1" fmla="*/ 169 h 124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3510" h="12431">
                  <a:moveTo>
                    <a:pt x="43582" y="169"/>
                  </a:moveTo>
                  <a:lnTo>
                    <a:pt x="72" y="169"/>
                  </a:lnTo>
                </a:path>
              </a:pathLst>
            </a:custGeom>
            <a:solidFill>
              <a:srgbClr val="FFFFFF"/>
            </a:solidFill>
            <a:ln w="9935" cap="flat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76" name="Graphic 7">
              <a:extLst>
                <a:ext uri="{FF2B5EF4-FFF2-40B4-BE49-F238E27FC236}">
                  <a16:creationId xmlns:a16="http://schemas.microsoft.com/office/drawing/2014/main" id="{11742777-2197-370C-50E1-BAD9DFF1CBD9}"/>
                </a:ext>
              </a:extLst>
            </p:cNvPr>
            <p:cNvGrpSpPr/>
            <p:nvPr/>
          </p:nvGrpSpPr>
          <p:grpSpPr>
            <a:xfrm>
              <a:off x="1611659" y="2632838"/>
              <a:ext cx="179854" cy="94032"/>
              <a:chOff x="1611659" y="2632838"/>
              <a:chExt cx="179854" cy="94032"/>
            </a:xfrm>
            <a:solidFill>
              <a:srgbClr val="FFFFFF"/>
            </a:solidFill>
          </p:grpSpPr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D2456010-85F8-CB5E-11EF-440DA910F90A}"/>
                  </a:ext>
                </a:extLst>
              </p:cNvPr>
              <p:cNvSpPr/>
              <p:nvPr/>
            </p:nvSpPr>
            <p:spPr>
              <a:xfrm flipV="1">
                <a:off x="1611659" y="2634470"/>
                <a:ext cx="58641" cy="92401"/>
              </a:xfrm>
              <a:custGeom>
                <a:avLst/>
                <a:gdLst>
                  <a:gd name="csX0" fmla="*/ 1875 w 58641"/>
                  <a:gd name="csY0" fmla="*/ 90283 h 92401"/>
                  <a:gd name="csX1" fmla="*/ 50009 w 58641"/>
                  <a:gd name="csY1" fmla="*/ 90283 h 92401"/>
                  <a:gd name="csX2" fmla="*/ 50009 w 58641"/>
                  <a:gd name="csY2" fmla="*/ 79949 h 92401"/>
                  <a:gd name="csX3" fmla="*/ 13103 w 58641"/>
                  <a:gd name="csY3" fmla="*/ 79949 h 92401"/>
                  <a:gd name="csX4" fmla="*/ 13103 w 58641"/>
                  <a:gd name="csY4" fmla="*/ 57747 h 92401"/>
                  <a:gd name="csX5" fmla="*/ 18425 w 58641"/>
                  <a:gd name="csY5" fmla="*/ 59107 h 92401"/>
                  <a:gd name="csX6" fmla="*/ 23786 w 58641"/>
                  <a:gd name="csY6" fmla="*/ 59554 h 92401"/>
                  <a:gd name="csX7" fmla="*/ 47814 w 58641"/>
                  <a:gd name="csY7" fmla="*/ 51240 h 92401"/>
                  <a:gd name="csX8" fmla="*/ 56691 w 58641"/>
                  <a:gd name="csY8" fmla="*/ 28727 h 92401"/>
                  <a:gd name="csX9" fmla="*/ 47581 w 58641"/>
                  <a:gd name="csY9" fmla="*/ 5981 h 92401"/>
                  <a:gd name="csX10" fmla="*/ 21902 w 58641"/>
                  <a:gd name="csY10" fmla="*/ -2119 h 92401"/>
                  <a:gd name="csX11" fmla="*/ 10267 w 58641"/>
                  <a:gd name="csY11" fmla="*/ -1147 h 92401"/>
                  <a:gd name="csX12" fmla="*/ -1951 w 58641"/>
                  <a:gd name="csY12" fmla="*/ 1766 h 92401"/>
                  <a:gd name="csX13" fmla="*/ -1951 w 58641"/>
                  <a:gd name="csY13" fmla="*/ 14101 h 92401"/>
                  <a:gd name="csX14" fmla="*/ 9334 w 58641"/>
                  <a:gd name="csY14" fmla="*/ 9672 h 92401"/>
                  <a:gd name="csX15" fmla="*/ 21649 w 58641"/>
                  <a:gd name="csY15" fmla="*/ 8215 h 92401"/>
                  <a:gd name="csX16" fmla="*/ 38276 w 58641"/>
                  <a:gd name="csY16" fmla="*/ 13732 h 92401"/>
                  <a:gd name="csX17" fmla="*/ 44415 w 58641"/>
                  <a:gd name="csY17" fmla="*/ 28727 h 92401"/>
                  <a:gd name="csX18" fmla="*/ 38276 w 58641"/>
                  <a:gd name="csY18" fmla="*/ 43703 h 92401"/>
                  <a:gd name="csX19" fmla="*/ 21649 w 58641"/>
                  <a:gd name="csY19" fmla="*/ 49239 h 92401"/>
                  <a:gd name="csX20" fmla="*/ 11840 w 58641"/>
                  <a:gd name="csY20" fmla="*/ 48152 h 92401"/>
                  <a:gd name="csX21" fmla="*/ 1875 w 58641"/>
                  <a:gd name="csY21" fmla="*/ 44752 h 92401"/>
                  <a:gd name="csX22" fmla="*/ 1875 w 58641"/>
                  <a:gd name="csY22" fmla="*/ 90283 h 9240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</a:cxnLst>
                <a:rect l="l" t="t" r="r" b="b"/>
                <a:pathLst>
                  <a:path w="58641" h="92401">
                    <a:moveTo>
                      <a:pt x="1875" y="90283"/>
                    </a:moveTo>
                    <a:lnTo>
                      <a:pt x="50009" y="90283"/>
                    </a:lnTo>
                    <a:lnTo>
                      <a:pt x="50009" y="79949"/>
                    </a:lnTo>
                    <a:lnTo>
                      <a:pt x="13103" y="79949"/>
                    </a:lnTo>
                    <a:lnTo>
                      <a:pt x="13103" y="57747"/>
                    </a:lnTo>
                    <a:cubicBezTo>
                      <a:pt x="14877" y="58356"/>
                      <a:pt x="16651" y="58809"/>
                      <a:pt x="18425" y="59107"/>
                    </a:cubicBezTo>
                    <a:cubicBezTo>
                      <a:pt x="20212" y="59405"/>
                      <a:pt x="21999" y="59554"/>
                      <a:pt x="23786" y="59554"/>
                    </a:cubicBezTo>
                    <a:cubicBezTo>
                      <a:pt x="33899" y="59554"/>
                      <a:pt x="41909" y="56782"/>
                      <a:pt x="47814" y="51240"/>
                    </a:cubicBezTo>
                    <a:cubicBezTo>
                      <a:pt x="53732" y="45698"/>
                      <a:pt x="56691" y="38193"/>
                      <a:pt x="56691" y="28727"/>
                    </a:cubicBezTo>
                    <a:cubicBezTo>
                      <a:pt x="56691" y="18976"/>
                      <a:pt x="53654" y="11394"/>
                      <a:pt x="47581" y="5981"/>
                    </a:cubicBezTo>
                    <a:cubicBezTo>
                      <a:pt x="41507" y="581"/>
                      <a:pt x="32948" y="-2119"/>
                      <a:pt x="21902" y="-2119"/>
                    </a:cubicBezTo>
                    <a:cubicBezTo>
                      <a:pt x="18095" y="-2119"/>
                      <a:pt x="14216" y="-1795"/>
                      <a:pt x="10267" y="-1147"/>
                    </a:cubicBezTo>
                    <a:cubicBezTo>
                      <a:pt x="6330" y="-500"/>
                      <a:pt x="2257" y="471"/>
                      <a:pt x="-1951" y="1766"/>
                    </a:cubicBezTo>
                    <a:lnTo>
                      <a:pt x="-1951" y="14101"/>
                    </a:lnTo>
                    <a:cubicBezTo>
                      <a:pt x="1688" y="12119"/>
                      <a:pt x="5449" y="10643"/>
                      <a:pt x="9334" y="9672"/>
                    </a:cubicBezTo>
                    <a:cubicBezTo>
                      <a:pt x="13219" y="8701"/>
                      <a:pt x="17324" y="8215"/>
                      <a:pt x="21649" y="8215"/>
                    </a:cubicBezTo>
                    <a:cubicBezTo>
                      <a:pt x="28655" y="8215"/>
                      <a:pt x="34197" y="10054"/>
                      <a:pt x="38276" y="13732"/>
                    </a:cubicBezTo>
                    <a:cubicBezTo>
                      <a:pt x="42368" y="17409"/>
                      <a:pt x="44415" y="22408"/>
                      <a:pt x="44415" y="28727"/>
                    </a:cubicBezTo>
                    <a:cubicBezTo>
                      <a:pt x="44415" y="35034"/>
                      <a:pt x="42368" y="40026"/>
                      <a:pt x="38276" y="43703"/>
                    </a:cubicBezTo>
                    <a:cubicBezTo>
                      <a:pt x="34197" y="47394"/>
                      <a:pt x="28655" y="49239"/>
                      <a:pt x="21649" y="49239"/>
                    </a:cubicBezTo>
                    <a:cubicBezTo>
                      <a:pt x="18373" y="49239"/>
                      <a:pt x="15103" y="48877"/>
                      <a:pt x="11840" y="48152"/>
                    </a:cubicBezTo>
                    <a:cubicBezTo>
                      <a:pt x="8590" y="47426"/>
                      <a:pt x="5268" y="46293"/>
                      <a:pt x="1875" y="44752"/>
                    </a:cubicBezTo>
                    <a:lnTo>
                      <a:pt x="1875" y="90283"/>
                    </a:lnTo>
                    <a:close/>
                  </a:path>
                </a:pathLst>
              </a:custGeom>
              <a:solidFill>
                <a:srgbClr val="FFFFFF"/>
              </a:solidFill>
              <a:ln w="19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765B47B9-5DC7-385A-8217-AE0783D27CD2}"/>
                  </a:ext>
                </a:extLst>
              </p:cNvPr>
              <p:cNvSpPr/>
              <p:nvPr/>
            </p:nvSpPr>
            <p:spPr>
              <a:xfrm flipV="1">
                <a:off x="1694443" y="2709681"/>
                <a:ext cx="12820" cy="15422"/>
              </a:xfrm>
              <a:custGeom>
                <a:avLst/>
                <a:gdLst>
                  <a:gd name="csX0" fmla="*/ -957 w 12820"/>
                  <a:gd name="csY0" fmla="*/ 15198 h 15422"/>
                  <a:gd name="csX1" fmla="*/ 11863 w 12820"/>
                  <a:gd name="csY1" fmla="*/ 15198 h 15422"/>
                  <a:gd name="csX2" fmla="*/ 11863 w 12820"/>
                  <a:gd name="csY2" fmla="*/ -225 h 15422"/>
                  <a:gd name="csX3" fmla="*/ -957 w 12820"/>
                  <a:gd name="csY3" fmla="*/ -225 h 15422"/>
                  <a:gd name="csX4" fmla="*/ -957 w 12820"/>
                  <a:gd name="csY4" fmla="*/ 15198 h 1542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2820" h="15422">
                    <a:moveTo>
                      <a:pt x="-957" y="15198"/>
                    </a:moveTo>
                    <a:lnTo>
                      <a:pt x="11863" y="15198"/>
                    </a:lnTo>
                    <a:lnTo>
                      <a:pt x="11863" y="-225"/>
                    </a:lnTo>
                    <a:lnTo>
                      <a:pt x="-957" y="-225"/>
                    </a:lnTo>
                    <a:lnTo>
                      <a:pt x="-957" y="15198"/>
                    </a:lnTo>
                    <a:close/>
                  </a:path>
                </a:pathLst>
              </a:custGeom>
              <a:solidFill>
                <a:srgbClr val="FFFFFF"/>
              </a:solidFill>
              <a:ln w="19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9D72343A-A684-1D92-03A1-AC5365011265}"/>
                  </a:ext>
                </a:extLst>
              </p:cNvPr>
              <p:cNvSpPr/>
              <p:nvPr/>
            </p:nvSpPr>
            <p:spPr>
              <a:xfrm flipV="1">
                <a:off x="1728870" y="2632838"/>
                <a:ext cx="62643" cy="94032"/>
              </a:xfrm>
              <a:custGeom>
                <a:avLst/>
                <a:gdLst>
                  <a:gd name="csX0" fmla="*/ 29339 w 62643"/>
                  <a:gd name="csY0" fmla="*/ 82160 h 94032"/>
                  <a:gd name="csX1" fmla="*/ 15101 w 62643"/>
                  <a:gd name="csY1" fmla="*/ 72837 h 94032"/>
                  <a:gd name="csX2" fmla="*/ 10342 w 62643"/>
                  <a:gd name="csY2" fmla="*/ 44827 h 94032"/>
                  <a:gd name="csX3" fmla="*/ 15101 w 62643"/>
                  <a:gd name="csY3" fmla="*/ 16875 h 94032"/>
                  <a:gd name="csX4" fmla="*/ 29339 w 62643"/>
                  <a:gd name="csY4" fmla="*/ 7552 h 94032"/>
                  <a:gd name="csX5" fmla="*/ 43636 w 62643"/>
                  <a:gd name="csY5" fmla="*/ 16875 h 94032"/>
                  <a:gd name="csX6" fmla="*/ 48414 w 62643"/>
                  <a:gd name="csY6" fmla="*/ 44827 h 94032"/>
                  <a:gd name="csX7" fmla="*/ 43636 w 62643"/>
                  <a:gd name="csY7" fmla="*/ 72837 h 94032"/>
                  <a:gd name="csX8" fmla="*/ 29339 w 62643"/>
                  <a:gd name="csY8" fmla="*/ 82160 h 94032"/>
                  <a:gd name="csX9" fmla="*/ 29339 w 62643"/>
                  <a:gd name="csY9" fmla="*/ 91872 h 94032"/>
                  <a:gd name="csX10" fmla="*/ 52629 w 62643"/>
                  <a:gd name="csY10" fmla="*/ 79810 h 94032"/>
                  <a:gd name="csX11" fmla="*/ 60671 w 62643"/>
                  <a:gd name="csY11" fmla="*/ 44827 h 94032"/>
                  <a:gd name="csX12" fmla="*/ 52629 w 62643"/>
                  <a:gd name="csY12" fmla="*/ 9882 h 94032"/>
                  <a:gd name="csX13" fmla="*/ 29339 w 62643"/>
                  <a:gd name="csY13" fmla="*/ -2161 h 94032"/>
                  <a:gd name="csX14" fmla="*/ 6069 w 62643"/>
                  <a:gd name="csY14" fmla="*/ 9882 h 94032"/>
                  <a:gd name="csX15" fmla="*/ -1973 w 62643"/>
                  <a:gd name="csY15" fmla="*/ 44827 h 94032"/>
                  <a:gd name="csX16" fmla="*/ 6069 w 62643"/>
                  <a:gd name="csY16" fmla="*/ 79810 h 94032"/>
                  <a:gd name="csX17" fmla="*/ 29339 w 62643"/>
                  <a:gd name="csY17" fmla="*/ 91872 h 940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</a:cxnLst>
                <a:rect l="l" t="t" r="r" b="b"/>
                <a:pathLst>
                  <a:path w="62643" h="94032">
                    <a:moveTo>
                      <a:pt x="29339" y="82160"/>
                    </a:moveTo>
                    <a:cubicBezTo>
                      <a:pt x="23033" y="82160"/>
                      <a:pt x="18287" y="79052"/>
                      <a:pt x="15101" y="72837"/>
                    </a:cubicBezTo>
                    <a:cubicBezTo>
                      <a:pt x="11929" y="66634"/>
                      <a:pt x="10342" y="57297"/>
                      <a:pt x="10342" y="44827"/>
                    </a:cubicBezTo>
                    <a:cubicBezTo>
                      <a:pt x="10342" y="32408"/>
                      <a:pt x="11929" y="23091"/>
                      <a:pt x="15101" y="16875"/>
                    </a:cubicBezTo>
                    <a:cubicBezTo>
                      <a:pt x="18287" y="10659"/>
                      <a:pt x="23033" y="7552"/>
                      <a:pt x="29339" y="7552"/>
                    </a:cubicBezTo>
                    <a:cubicBezTo>
                      <a:pt x="35697" y="7552"/>
                      <a:pt x="40463" y="10659"/>
                      <a:pt x="43636" y="16875"/>
                    </a:cubicBezTo>
                    <a:cubicBezTo>
                      <a:pt x="46821" y="23091"/>
                      <a:pt x="48414" y="32408"/>
                      <a:pt x="48414" y="44827"/>
                    </a:cubicBezTo>
                    <a:cubicBezTo>
                      <a:pt x="48414" y="57297"/>
                      <a:pt x="46821" y="66634"/>
                      <a:pt x="43636" y="72837"/>
                    </a:cubicBezTo>
                    <a:cubicBezTo>
                      <a:pt x="40463" y="79052"/>
                      <a:pt x="35697" y="82160"/>
                      <a:pt x="29339" y="82160"/>
                    </a:cubicBezTo>
                    <a:close/>
                    <a:moveTo>
                      <a:pt x="29339" y="91872"/>
                    </a:moveTo>
                    <a:cubicBezTo>
                      <a:pt x="39505" y="91872"/>
                      <a:pt x="47268" y="87852"/>
                      <a:pt x="52629" y="79810"/>
                    </a:cubicBezTo>
                    <a:cubicBezTo>
                      <a:pt x="57990" y="71781"/>
                      <a:pt x="60671" y="60120"/>
                      <a:pt x="60671" y="44827"/>
                    </a:cubicBezTo>
                    <a:cubicBezTo>
                      <a:pt x="60671" y="29572"/>
                      <a:pt x="57990" y="17924"/>
                      <a:pt x="52629" y="9882"/>
                    </a:cubicBezTo>
                    <a:cubicBezTo>
                      <a:pt x="47268" y="1854"/>
                      <a:pt x="39505" y="-2161"/>
                      <a:pt x="29339" y="-2161"/>
                    </a:cubicBezTo>
                    <a:cubicBezTo>
                      <a:pt x="19187" y="-2161"/>
                      <a:pt x="11430" y="1854"/>
                      <a:pt x="6069" y="9882"/>
                    </a:cubicBezTo>
                    <a:cubicBezTo>
                      <a:pt x="708" y="17924"/>
                      <a:pt x="-1973" y="29572"/>
                      <a:pt x="-1973" y="44827"/>
                    </a:cubicBezTo>
                    <a:cubicBezTo>
                      <a:pt x="-1973" y="60120"/>
                      <a:pt x="708" y="71781"/>
                      <a:pt x="6069" y="79810"/>
                    </a:cubicBezTo>
                    <a:cubicBezTo>
                      <a:pt x="11430" y="87852"/>
                      <a:pt x="19187" y="91872"/>
                      <a:pt x="29339" y="91872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80" name="Graphic 7">
            <a:extLst>
              <a:ext uri="{FF2B5EF4-FFF2-40B4-BE49-F238E27FC236}">
                <a16:creationId xmlns:a16="http://schemas.microsoft.com/office/drawing/2014/main" id="{761E8964-0EBA-DF48-87C6-EBFADD104BFE}"/>
              </a:ext>
            </a:extLst>
          </p:cNvPr>
          <p:cNvGrpSpPr/>
          <p:nvPr/>
        </p:nvGrpSpPr>
        <p:grpSpPr>
          <a:xfrm>
            <a:off x="1611659" y="1965468"/>
            <a:ext cx="5824567" cy="92401"/>
            <a:chOff x="1611659" y="1965468"/>
            <a:chExt cx="5824567" cy="92401"/>
          </a:xfrm>
        </p:grpSpPr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1EFED34D-4DB3-DB64-A09F-18B29FC21F53}"/>
                </a:ext>
              </a:extLst>
            </p:cNvPr>
            <p:cNvSpPr/>
            <p:nvPr/>
          </p:nvSpPr>
          <p:spPr>
            <a:xfrm>
              <a:off x="1886785" y="2008872"/>
              <a:ext cx="5549442" cy="12431"/>
            </a:xfrm>
            <a:custGeom>
              <a:avLst/>
              <a:gdLst>
                <a:gd name="csX0" fmla="*/ 0 w 5549442"/>
                <a:gd name="csY0" fmla="*/ 0 h 12431"/>
                <a:gd name="csX1" fmla="*/ 5549442 w 5549442"/>
                <a:gd name="csY1" fmla="*/ 0 h 124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549442" h="12431">
                  <a:moveTo>
                    <a:pt x="0" y="0"/>
                  </a:moveTo>
                  <a:lnTo>
                    <a:pt x="5549442" y="0"/>
                  </a:lnTo>
                </a:path>
              </a:pathLst>
            </a:custGeom>
            <a:noFill/>
            <a:ln w="9935" cap="flat">
              <a:solidFill>
                <a:srgbClr val="FFFFFF">
                  <a:alpha val="30000"/>
                </a:srgbClr>
              </a:solidFill>
              <a:custDash>
                <a:ds d="222000" sp="96000"/>
              </a:custDash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E9E7A7F7-8C38-6D47-3F2C-ECE208BC194B}"/>
                </a:ext>
              </a:extLst>
            </p:cNvPr>
            <p:cNvSpPr/>
            <p:nvPr/>
          </p:nvSpPr>
          <p:spPr>
            <a:xfrm>
              <a:off x="1843274" y="2008872"/>
              <a:ext cx="43510" cy="12431"/>
            </a:xfrm>
            <a:custGeom>
              <a:avLst/>
              <a:gdLst>
                <a:gd name="csX0" fmla="*/ 43582 w 43510"/>
                <a:gd name="csY0" fmla="*/ 115 h 12431"/>
                <a:gd name="csX1" fmla="*/ 72 w 43510"/>
                <a:gd name="csY1" fmla="*/ 115 h 124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3510" h="12431">
                  <a:moveTo>
                    <a:pt x="43582" y="115"/>
                  </a:moveTo>
                  <a:lnTo>
                    <a:pt x="72" y="115"/>
                  </a:lnTo>
                </a:path>
              </a:pathLst>
            </a:custGeom>
            <a:solidFill>
              <a:srgbClr val="FFFFFF"/>
            </a:solidFill>
            <a:ln w="9935" cap="flat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83" name="Graphic 7">
              <a:extLst>
                <a:ext uri="{FF2B5EF4-FFF2-40B4-BE49-F238E27FC236}">
                  <a16:creationId xmlns:a16="http://schemas.microsoft.com/office/drawing/2014/main" id="{8BA79E22-9E72-8D44-6261-28A1CEB9B60B}"/>
                </a:ext>
              </a:extLst>
            </p:cNvPr>
            <p:cNvGrpSpPr/>
            <p:nvPr/>
          </p:nvGrpSpPr>
          <p:grpSpPr>
            <a:xfrm>
              <a:off x="1611659" y="1965468"/>
              <a:ext cx="177251" cy="92401"/>
              <a:chOff x="1611659" y="1965468"/>
              <a:chExt cx="177251" cy="92401"/>
            </a:xfrm>
            <a:solidFill>
              <a:srgbClr val="FFFFFF"/>
            </a:solidFill>
          </p:grpSpPr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D5B929B9-3C6F-FC5D-5BDC-08367D208D1C}"/>
                  </a:ext>
                </a:extLst>
              </p:cNvPr>
              <p:cNvSpPr/>
              <p:nvPr/>
            </p:nvSpPr>
            <p:spPr>
              <a:xfrm flipV="1">
                <a:off x="1611659" y="1965468"/>
                <a:ext cx="58641" cy="92401"/>
              </a:xfrm>
              <a:custGeom>
                <a:avLst/>
                <a:gdLst>
                  <a:gd name="csX0" fmla="*/ 1875 w 58641"/>
                  <a:gd name="csY0" fmla="*/ 90229 h 92401"/>
                  <a:gd name="csX1" fmla="*/ 50009 w 58641"/>
                  <a:gd name="csY1" fmla="*/ 90229 h 92401"/>
                  <a:gd name="csX2" fmla="*/ 50009 w 58641"/>
                  <a:gd name="csY2" fmla="*/ 79895 h 92401"/>
                  <a:gd name="csX3" fmla="*/ 13103 w 58641"/>
                  <a:gd name="csY3" fmla="*/ 79895 h 92401"/>
                  <a:gd name="csX4" fmla="*/ 13103 w 58641"/>
                  <a:gd name="csY4" fmla="*/ 57693 h 92401"/>
                  <a:gd name="csX5" fmla="*/ 18425 w 58641"/>
                  <a:gd name="csY5" fmla="*/ 59053 h 92401"/>
                  <a:gd name="csX6" fmla="*/ 23786 w 58641"/>
                  <a:gd name="csY6" fmla="*/ 59500 h 92401"/>
                  <a:gd name="csX7" fmla="*/ 47814 w 58641"/>
                  <a:gd name="csY7" fmla="*/ 51186 h 92401"/>
                  <a:gd name="csX8" fmla="*/ 56691 w 58641"/>
                  <a:gd name="csY8" fmla="*/ 28673 h 92401"/>
                  <a:gd name="csX9" fmla="*/ 47581 w 58641"/>
                  <a:gd name="csY9" fmla="*/ 5928 h 92401"/>
                  <a:gd name="csX10" fmla="*/ 21902 w 58641"/>
                  <a:gd name="csY10" fmla="*/ -2172 h 92401"/>
                  <a:gd name="csX11" fmla="*/ 10267 w 58641"/>
                  <a:gd name="csY11" fmla="*/ -1201 h 92401"/>
                  <a:gd name="csX12" fmla="*/ -1951 w 58641"/>
                  <a:gd name="csY12" fmla="*/ 1713 h 92401"/>
                  <a:gd name="csX13" fmla="*/ -1951 w 58641"/>
                  <a:gd name="csY13" fmla="*/ 14047 h 92401"/>
                  <a:gd name="csX14" fmla="*/ 9334 w 58641"/>
                  <a:gd name="csY14" fmla="*/ 9618 h 92401"/>
                  <a:gd name="csX15" fmla="*/ 21649 w 58641"/>
                  <a:gd name="csY15" fmla="*/ 8161 h 92401"/>
                  <a:gd name="csX16" fmla="*/ 38276 w 58641"/>
                  <a:gd name="csY16" fmla="*/ 13678 h 92401"/>
                  <a:gd name="csX17" fmla="*/ 44415 w 58641"/>
                  <a:gd name="csY17" fmla="*/ 28673 h 92401"/>
                  <a:gd name="csX18" fmla="*/ 38276 w 58641"/>
                  <a:gd name="csY18" fmla="*/ 43650 h 92401"/>
                  <a:gd name="csX19" fmla="*/ 21649 w 58641"/>
                  <a:gd name="csY19" fmla="*/ 49185 h 92401"/>
                  <a:gd name="csX20" fmla="*/ 11840 w 58641"/>
                  <a:gd name="csY20" fmla="*/ 48098 h 92401"/>
                  <a:gd name="csX21" fmla="*/ 1875 w 58641"/>
                  <a:gd name="csY21" fmla="*/ 44698 h 92401"/>
                  <a:gd name="csX22" fmla="*/ 1875 w 58641"/>
                  <a:gd name="csY22" fmla="*/ 90229 h 9240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</a:cxnLst>
                <a:rect l="l" t="t" r="r" b="b"/>
                <a:pathLst>
                  <a:path w="58641" h="92401">
                    <a:moveTo>
                      <a:pt x="1875" y="90229"/>
                    </a:moveTo>
                    <a:lnTo>
                      <a:pt x="50009" y="90229"/>
                    </a:lnTo>
                    <a:lnTo>
                      <a:pt x="50009" y="79895"/>
                    </a:lnTo>
                    <a:lnTo>
                      <a:pt x="13103" y="79895"/>
                    </a:lnTo>
                    <a:lnTo>
                      <a:pt x="13103" y="57693"/>
                    </a:lnTo>
                    <a:cubicBezTo>
                      <a:pt x="14877" y="58302"/>
                      <a:pt x="16651" y="58755"/>
                      <a:pt x="18425" y="59053"/>
                    </a:cubicBezTo>
                    <a:cubicBezTo>
                      <a:pt x="20212" y="59351"/>
                      <a:pt x="21999" y="59500"/>
                      <a:pt x="23786" y="59500"/>
                    </a:cubicBezTo>
                    <a:cubicBezTo>
                      <a:pt x="33899" y="59500"/>
                      <a:pt x="41909" y="56729"/>
                      <a:pt x="47814" y="51186"/>
                    </a:cubicBezTo>
                    <a:cubicBezTo>
                      <a:pt x="53732" y="45644"/>
                      <a:pt x="56691" y="38140"/>
                      <a:pt x="56691" y="28673"/>
                    </a:cubicBezTo>
                    <a:cubicBezTo>
                      <a:pt x="56691" y="18922"/>
                      <a:pt x="53654" y="11341"/>
                      <a:pt x="47581" y="5928"/>
                    </a:cubicBezTo>
                    <a:cubicBezTo>
                      <a:pt x="41507" y="528"/>
                      <a:pt x="32948" y="-2172"/>
                      <a:pt x="21902" y="-2172"/>
                    </a:cubicBezTo>
                    <a:cubicBezTo>
                      <a:pt x="18095" y="-2172"/>
                      <a:pt x="14216" y="-1849"/>
                      <a:pt x="10267" y="-1201"/>
                    </a:cubicBezTo>
                    <a:cubicBezTo>
                      <a:pt x="6330" y="-554"/>
                      <a:pt x="2257" y="418"/>
                      <a:pt x="-1951" y="1713"/>
                    </a:cubicBezTo>
                    <a:lnTo>
                      <a:pt x="-1951" y="14047"/>
                    </a:lnTo>
                    <a:cubicBezTo>
                      <a:pt x="1688" y="12066"/>
                      <a:pt x="5449" y="10589"/>
                      <a:pt x="9334" y="9618"/>
                    </a:cubicBezTo>
                    <a:cubicBezTo>
                      <a:pt x="13219" y="8647"/>
                      <a:pt x="17324" y="8161"/>
                      <a:pt x="21649" y="8161"/>
                    </a:cubicBezTo>
                    <a:cubicBezTo>
                      <a:pt x="28655" y="8161"/>
                      <a:pt x="34197" y="10000"/>
                      <a:pt x="38276" y="13678"/>
                    </a:cubicBezTo>
                    <a:cubicBezTo>
                      <a:pt x="42368" y="17356"/>
                      <a:pt x="44415" y="22354"/>
                      <a:pt x="44415" y="28673"/>
                    </a:cubicBezTo>
                    <a:cubicBezTo>
                      <a:pt x="44415" y="34980"/>
                      <a:pt x="42368" y="39972"/>
                      <a:pt x="38276" y="43650"/>
                    </a:cubicBezTo>
                    <a:cubicBezTo>
                      <a:pt x="34197" y="47340"/>
                      <a:pt x="28655" y="49185"/>
                      <a:pt x="21649" y="49185"/>
                    </a:cubicBezTo>
                    <a:cubicBezTo>
                      <a:pt x="18373" y="49185"/>
                      <a:pt x="15103" y="48823"/>
                      <a:pt x="11840" y="48098"/>
                    </a:cubicBezTo>
                    <a:cubicBezTo>
                      <a:pt x="8590" y="47373"/>
                      <a:pt x="5268" y="46239"/>
                      <a:pt x="1875" y="44698"/>
                    </a:cubicBezTo>
                    <a:lnTo>
                      <a:pt x="1875" y="90229"/>
                    </a:lnTo>
                    <a:close/>
                  </a:path>
                </a:pathLst>
              </a:custGeom>
              <a:solidFill>
                <a:srgbClr val="FFFFFF"/>
              </a:solidFill>
              <a:ln w="19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F8915DDC-0BE8-95FC-1297-51A8C9B5F241}"/>
                  </a:ext>
                </a:extLst>
              </p:cNvPr>
              <p:cNvSpPr/>
              <p:nvPr/>
            </p:nvSpPr>
            <p:spPr>
              <a:xfrm flipV="1">
                <a:off x="1694443" y="2040679"/>
                <a:ext cx="12820" cy="15422"/>
              </a:xfrm>
              <a:custGeom>
                <a:avLst/>
                <a:gdLst>
                  <a:gd name="csX0" fmla="*/ -957 w 12820"/>
                  <a:gd name="csY0" fmla="*/ 15144 h 15422"/>
                  <a:gd name="csX1" fmla="*/ 11863 w 12820"/>
                  <a:gd name="csY1" fmla="*/ 15144 h 15422"/>
                  <a:gd name="csX2" fmla="*/ 11863 w 12820"/>
                  <a:gd name="csY2" fmla="*/ -279 h 15422"/>
                  <a:gd name="csX3" fmla="*/ -957 w 12820"/>
                  <a:gd name="csY3" fmla="*/ -279 h 15422"/>
                  <a:gd name="csX4" fmla="*/ -957 w 12820"/>
                  <a:gd name="csY4" fmla="*/ 15144 h 1542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2820" h="15422">
                    <a:moveTo>
                      <a:pt x="-957" y="15144"/>
                    </a:moveTo>
                    <a:lnTo>
                      <a:pt x="11863" y="15144"/>
                    </a:lnTo>
                    <a:lnTo>
                      <a:pt x="11863" y="-279"/>
                    </a:lnTo>
                    <a:lnTo>
                      <a:pt x="-957" y="-279"/>
                    </a:lnTo>
                    <a:lnTo>
                      <a:pt x="-957" y="15144"/>
                    </a:lnTo>
                    <a:close/>
                  </a:path>
                </a:pathLst>
              </a:custGeom>
              <a:solidFill>
                <a:srgbClr val="FFFFFF"/>
              </a:solidFill>
              <a:ln w="19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42CB86A6-D813-15F0-C187-457B6A22D62C}"/>
                  </a:ext>
                </a:extLst>
              </p:cNvPr>
              <p:cNvSpPr/>
              <p:nvPr/>
            </p:nvSpPr>
            <p:spPr>
              <a:xfrm flipV="1">
                <a:off x="1730269" y="1965468"/>
                <a:ext cx="58641" cy="92401"/>
              </a:xfrm>
              <a:custGeom>
                <a:avLst/>
                <a:gdLst>
                  <a:gd name="csX0" fmla="*/ 1885 w 58641"/>
                  <a:gd name="csY0" fmla="*/ 90229 h 92401"/>
                  <a:gd name="csX1" fmla="*/ 50018 w 58641"/>
                  <a:gd name="csY1" fmla="*/ 90229 h 92401"/>
                  <a:gd name="csX2" fmla="*/ 50018 w 58641"/>
                  <a:gd name="csY2" fmla="*/ 79895 h 92401"/>
                  <a:gd name="csX3" fmla="*/ 13112 w 58641"/>
                  <a:gd name="csY3" fmla="*/ 79895 h 92401"/>
                  <a:gd name="csX4" fmla="*/ 13112 w 58641"/>
                  <a:gd name="csY4" fmla="*/ 57693 h 92401"/>
                  <a:gd name="csX5" fmla="*/ 18434 w 58641"/>
                  <a:gd name="csY5" fmla="*/ 59053 h 92401"/>
                  <a:gd name="csX6" fmla="*/ 23795 w 58641"/>
                  <a:gd name="csY6" fmla="*/ 59500 h 92401"/>
                  <a:gd name="csX7" fmla="*/ 47823 w 58641"/>
                  <a:gd name="csY7" fmla="*/ 51186 h 92401"/>
                  <a:gd name="csX8" fmla="*/ 56700 w 58641"/>
                  <a:gd name="csY8" fmla="*/ 28673 h 92401"/>
                  <a:gd name="csX9" fmla="*/ 47590 w 58641"/>
                  <a:gd name="csY9" fmla="*/ 5928 h 92401"/>
                  <a:gd name="csX10" fmla="*/ 21911 w 58641"/>
                  <a:gd name="csY10" fmla="*/ -2172 h 92401"/>
                  <a:gd name="csX11" fmla="*/ 10276 w 58641"/>
                  <a:gd name="csY11" fmla="*/ -1201 h 92401"/>
                  <a:gd name="csX12" fmla="*/ -1942 w 58641"/>
                  <a:gd name="csY12" fmla="*/ 1713 h 92401"/>
                  <a:gd name="csX13" fmla="*/ -1942 w 58641"/>
                  <a:gd name="csY13" fmla="*/ 14047 h 92401"/>
                  <a:gd name="csX14" fmla="*/ 9344 w 58641"/>
                  <a:gd name="csY14" fmla="*/ 9618 h 92401"/>
                  <a:gd name="csX15" fmla="*/ 21659 w 58641"/>
                  <a:gd name="csY15" fmla="*/ 8161 h 92401"/>
                  <a:gd name="csX16" fmla="*/ 38286 w 58641"/>
                  <a:gd name="csY16" fmla="*/ 13678 h 92401"/>
                  <a:gd name="csX17" fmla="*/ 44424 w 58641"/>
                  <a:gd name="csY17" fmla="*/ 28673 h 92401"/>
                  <a:gd name="csX18" fmla="*/ 38286 w 58641"/>
                  <a:gd name="csY18" fmla="*/ 43650 h 92401"/>
                  <a:gd name="csX19" fmla="*/ 21659 w 58641"/>
                  <a:gd name="csY19" fmla="*/ 49185 h 92401"/>
                  <a:gd name="csX20" fmla="*/ 11850 w 58641"/>
                  <a:gd name="csY20" fmla="*/ 48098 h 92401"/>
                  <a:gd name="csX21" fmla="*/ 1885 w 58641"/>
                  <a:gd name="csY21" fmla="*/ 44698 h 92401"/>
                  <a:gd name="csX22" fmla="*/ 1885 w 58641"/>
                  <a:gd name="csY22" fmla="*/ 90229 h 9240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</a:cxnLst>
                <a:rect l="l" t="t" r="r" b="b"/>
                <a:pathLst>
                  <a:path w="58641" h="92401">
                    <a:moveTo>
                      <a:pt x="1885" y="90229"/>
                    </a:moveTo>
                    <a:lnTo>
                      <a:pt x="50018" y="90229"/>
                    </a:lnTo>
                    <a:lnTo>
                      <a:pt x="50018" y="79895"/>
                    </a:lnTo>
                    <a:lnTo>
                      <a:pt x="13112" y="79895"/>
                    </a:lnTo>
                    <a:lnTo>
                      <a:pt x="13112" y="57693"/>
                    </a:lnTo>
                    <a:cubicBezTo>
                      <a:pt x="14886" y="58302"/>
                      <a:pt x="16660" y="58755"/>
                      <a:pt x="18434" y="59053"/>
                    </a:cubicBezTo>
                    <a:cubicBezTo>
                      <a:pt x="20221" y="59351"/>
                      <a:pt x="22008" y="59500"/>
                      <a:pt x="23795" y="59500"/>
                    </a:cubicBezTo>
                    <a:cubicBezTo>
                      <a:pt x="33909" y="59500"/>
                      <a:pt x="41918" y="56729"/>
                      <a:pt x="47823" y="51186"/>
                    </a:cubicBezTo>
                    <a:cubicBezTo>
                      <a:pt x="53741" y="45644"/>
                      <a:pt x="56700" y="38140"/>
                      <a:pt x="56700" y="28673"/>
                    </a:cubicBezTo>
                    <a:cubicBezTo>
                      <a:pt x="56700" y="18922"/>
                      <a:pt x="53664" y="11341"/>
                      <a:pt x="47590" y="5928"/>
                    </a:cubicBezTo>
                    <a:cubicBezTo>
                      <a:pt x="41517" y="528"/>
                      <a:pt x="32957" y="-2172"/>
                      <a:pt x="21911" y="-2172"/>
                    </a:cubicBezTo>
                    <a:cubicBezTo>
                      <a:pt x="18104" y="-2172"/>
                      <a:pt x="14226" y="-1849"/>
                      <a:pt x="10276" y="-1201"/>
                    </a:cubicBezTo>
                    <a:cubicBezTo>
                      <a:pt x="6339" y="-554"/>
                      <a:pt x="2267" y="418"/>
                      <a:pt x="-1942" y="1713"/>
                    </a:cubicBezTo>
                    <a:lnTo>
                      <a:pt x="-1942" y="14047"/>
                    </a:lnTo>
                    <a:cubicBezTo>
                      <a:pt x="1697" y="12066"/>
                      <a:pt x="5459" y="10589"/>
                      <a:pt x="9344" y="9618"/>
                    </a:cubicBezTo>
                    <a:cubicBezTo>
                      <a:pt x="13229" y="8647"/>
                      <a:pt x="17334" y="8161"/>
                      <a:pt x="21659" y="8161"/>
                    </a:cubicBezTo>
                    <a:cubicBezTo>
                      <a:pt x="28664" y="8161"/>
                      <a:pt x="34207" y="10000"/>
                      <a:pt x="38286" y="13678"/>
                    </a:cubicBezTo>
                    <a:cubicBezTo>
                      <a:pt x="42378" y="17356"/>
                      <a:pt x="44424" y="22354"/>
                      <a:pt x="44424" y="28673"/>
                    </a:cubicBezTo>
                    <a:cubicBezTo>
                      <a:pt x="44424" y="34980"/>
                      <a:pt x="42378" y="39972"/>
                      <a:pt x="38286" y="43650"/>
                    </a:cubicBezTo>
                    <a:cubicBezTo>
                      <a:pt x="34207" y="47340"/>
                      <a:pt x="28664" y="49185"/>
                      <a:pt x="21659" y="49185"/>
                    </a:cubicBezTo>
                    <a:cubicBezTo>
                      <a:pt x="18383" y="49185"/>
                      <a:pt x="15113" y="48823"/>
                      <a:pt x="11850" y="48098"/>
                    </a:cubicBezTo>
                    <a:cubicBezTo>
                      <a:pt x="8599" y="47373"/>
                      <a:pt x="5278" y="46239"/>
                      <a:pt x="1885" y="44698"/>
                    </a:cubicBezTo>
                    <a:lnTo>
                      <a:pt x="1885" y="90229"/>
                    </a:lnTo>
                    <a:close/>
                  </a:path>
                </a:pathLst>
              </a:custGeom>
              <a:solidFill>
                <a:srgbClr val="FFFFFF"/>
              </a:solidFill>
              <a:ln w="19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87" name="Graphic 7">
            <a:extLst>
              <a:ext uri="{FF2B5EF4-FFF2-40B4-BE49-F238E27FC236}">
                <a16:creationId xmlns:a16="http://schemas.microsoft.com/office/drawing/2014/main" id="{F26D0D72-55A3-AA0B-CF1C-CA622FECF26A}"/>
              </a:ext>
            </a:extLst>
          </p:cNvPr>
          <p:cNvGrpSpPr/>
          <p:nvPr/>
        </p:nvGrpSpPr>
        <p:grpSpPr>
          <a:xfrm>
            <a:off x="1610746" y="1294835"/>
            <a:ext cx="5825480" cy="94032"/>
            <a:chOff x="1610746" y="1294835"/>
            <a:chExt cx="5825480" cy="94032"/>
          </a:xfrm>
        </p:grpSpPr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C9040427-80C0-1394-9DBA-978A65310B1C}"/>
                </a:ext>
              </a:extLst>
            </p:cNvPr>
            <p:cNvSpPr/>
            <p:nvPr/>
          </p:nvSpPr>
          <p:spPr>
            <a:xfrm>
              <a:off x="1886785" y="1339870"/>
              <a:ext cx="5549442" cy="12431"/>
            </a:xfrm>
            <a:custGeom>
              <a:avLst/>
              <a:gdLst>
                <a:gd name="csX0" fmla="*/ 0 w 5549442"/>
                <a:gd name="csY0" fmla="*/ 0 h 12431"/>
                <a:gd name="csX1" fmla="*/ 5549442 w 5549442"/>
                <a:gd name="csY1" fmla="*/ 0 h 124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549442" h="12431">
                  <a:moveTo>
                    <a:pt x="0" y="0"/>
                  </a:moveTo>
                  <a:lnTo>
                    <a:pt x="5549442" y="0"/>
                  </a:lnTo>
                </a:path>
              </a:pathLst>
            </a:custGeom>
            <a:noFill/>
            <a:ln w="9935" cap="flat">
              <a:solidFill>
                <a:srgbClr val="FFFFFF">
                  <a:alpha val="30000"/>
                </a:srgbClr>
              </a:solidFill>
              <a:custDash>
                <a:ds d="222000" sp="96000"/>
              </a:custDash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31F64E7-17E3-A096-0493-C5E9DD8634B1}"/>
                </a:ext>
              </a:extLst>
            </p:cNvPr>
            <p:cNvSpPr/>
            <p:nvPr/>
          </p:nvSpPr>
          <p:spPr>
            <a:xfrm>
              <a:off x="1843274" y="1339870"/>
              <a:ext cx="43510" cy="12431"/>
            </a:xfrm>
            <a:custGeom>
              <a:avLst/>
              <a:gdLst>
                <a:gd name="csX0" fmla="*/ 43582 w 43510"/>
                <a:gd name="csY0" fmla="*/ 61 h 12431"/>
                <a:gd name="csX1" fmla="*/ 72 w 43510"/>
                <a:gd name="csY1" fmla="*/ 61 h 124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3510" h="12431">
                  <a:moveTo>
                    <a:pt x="43582" y="61"/>
                  </a:moveTo>
                  <a:lnTo>
                    <a:pt x="72" y="61"/>
                  </a:lnTo>
                </a:path>
              </a:pathLst>
            </a:custGeom>
            <a:solidFill>
              <a:srgbClr val="FFFFFF"/>
            </a:solidFill>
            <a:ln w="9935" cap="flat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90" name="Graphic 7">
              <a:extLst>
                <a:ext uri="{FF2B5EF4-FFF2-40B4-BE49-F238E27FC236}">
                  <a16:creationId xmlns:a16="http://schemas.microsoft.com/office/drawing/2014/main" id="{7334EEB6-DA7B-5C79-4CD4-6D9ECC4D84D5}"/>
                </a:ext>
              </a:extLst>
            </p:cNvPr>
            <p:cNvGrpSpPr/>
            <p:nvPr/>
          </p:nvGrpSpPr>
          <p:grpSpPr>
            <a:xfrm>
              <a:off x="1610746" y="1294835"/>
              <a:ext cx="180767" cy="94032"/>
              <a:chOff x="1610746" y="1294835"/>
              <a:chExt cx="180767" cy="94032"/>
            </a:xfrm>
            <a:solidFill>
              <a:srgbClr val="FFFFFF"/>
            </a:solidFill>
          </p:grpSpPr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DEB8BFBC-AC10-B98C-E6BF-935F01D25F6B}"/>
                  </a:ext>
                </a:extLst>
              </p:cNvPr>
              <p:cNvSpPr/>
              <p:nvPr/>
            </p:nvSpPr>
            <p:spPr>
              <a:xfrm flipV="1">
                <a:off x="1610746" y="1294835"/>
                <a:ext cx="62585" cy="94032"/>
              </a:xfrm>
              <a:custGeom>
                <a:avLst/>
                <a:gdLst>
                  <a:gd name="csX0" fmla="*/ 30355 w 62585"/>
                  <a:gd name="csY0" fmla="*/ 49692 h 94032"/>
                  <a:gd name="csX1" fmla="*/ 17263 w 62585"/>
                  <a:gd name="csY1" fmla="*/ 44039 h 94032"/>
                  <a:gd name="csX2" fmla="*/ 12446 w 62585"/>
                  <a:gd name="csY2" fmla="*/ 28578 h 94032"/>
                  <a:gd name="csX3" fmla="*/ 17263 w 62585"/>
                  <a:gd name="csY3" fmla="*/ 13116 h 94032"/>
                  <a:gd name="csX4" fmla="*/ 30355 w 62585"/>
                  <a:gd name="csY4" fmla="*/ 7444 h 94032"/>
                  <a:gd name="csX5" fmla="*/ 43428 w 62585"/>
                  <a:gd name="csY5" fmla="*/ 13116 h 94032"/>
                  <a:gd name="csX6" fmla="*/ 48245 w 62585"/>
                  <a:gd name="csY6" fmla="*/ 28578 h 94032"/>
                  <a:gd name="csX7" fmla="*/ 43428 w 62585"/>
                  <a:gd name="csY7" fmla="*/ 44039 h 94032"/>
                  <a:gd name="csX8" fmla="*/ 30355 w 62585"/>
                  <a:gd name="csY8" fmla="*/ 49692 h 94032"/>
                  <a:gd name="csX9" fmla="*/ 54694 w 62585"/>
                  <a:gd name="csY9" fmla="*/ 88132 h 94032"/>
                  <a:gd name="csX10" fmla="*/ 54694 w 62585"/>
                  <a:gd name="csY10" fmla="*/ 76963 h 94032"/>
                  <a:gd name="csX11" fmla="*/ 45370 w 62585"/>
                  <a:gd name="csY11" fmla="*/ 80285 h 94032"/>
                  <a:gd name="csX12" fmla="*/ 36046 w 62585"/>
                  <a:gd name="csY12" fmla="*/ 81450 h 94032"/>
                  <a:gd name="csX13" fmla="*/ 17496 w 62585"/>
                  <a:gd name="csY13" fmla="*/ 73253 h 94032"/>
                  <a:gd name="csX14" fmla="*/ 10193 w 62585"/>
                  <a:gd name="csY14" fmla="*/ 48487 h 94032"/>
                  <a:gd name="csX15" fmla="*/ 19167 w 62585"/>
                  <a:gd name="csY15" fmla="*/ 56587 h 94032"/>
                  <a:gd name="csX16" fmla="*/ 31074 w 62585"/>
                  <a:gd name="csY16" fmla="*/ 59404 h 94032"/>
                  <a:gd name="csX17" fmla="*/ 52654 w 62585"/>
                  <a:gd name="csY17" fmla="*/ 51110 h 94032"/>
                  <a:gd name="csX18" fmla="*/ 60579 w 62585"/>
                  <a:gd name="csY18" fmla="*/ 28578 h 94032"/>
                  <a:gd name="csX19" fmla="*/ 52324 w 62585"/>
                  <a:gd name="csY19" fmla="*/ 6162 h 94032"/>
                  <a:gd name="csX20" fmla="*/ 30355 w 62585"/>
                  <a:gd name="csY20" fmla="*/ -2268 h 94032"/>
                  <a:gd name="csX21" fmla="*/ 6308 w 62585"/>
                  <a:gd name="csY21" fmla="*/ 9775 h 94032"/>
                  <a:gd name="csX22" fmla="*/ -2006 w 62585"/>
                  <a:gd name="csY22" fmla="*/ 44719 h 94032"/>
                  <a:gd name="csX23" fmla="*/ 8192 w 62585"/>
                  <a:gd name="csY23" fmla="*/ 78984 h 94032"/>
                  <a:gd name="csX24" fmla="*/ 35561 w 62585"/>
                  <a:gd name="csY24" fmla="*/ 91765 h 94032"/>
                  <a:gd name="csX25" fmla="*/ 44885 w 62585"/>
                  <a:gd name="csY25" fmla="*/ 90852 h 94032"/>
                  <a:gd name="csX26" fmla="*/ 54694 w 62585"/>
                  <a:gd name="csY26" fmla="*/ 88132 h 940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</a:cxnLst>
                <a:rect l="l" t="t" r="r" b="b"/>
                <a:pathLst>
                  <a:path w="62585" h="94032">
                    <a:moveTo>
                      <a:pt x="30355" y="49692"/>
                    </a:moveTo>
                    <a:cubicBezTo>
                      <a:pt x="24852" y="49692"/>
                      <a:pt x="20488" y="47808"/>
                      <a:pt x="17263" y="44039"/>
                    </a:cubicBezTo>
                    <a:cubicBezTo>
                      <a:pt x="14052" y="40284"/>
                      <a:pt x="12446" y="35130"/>
                      <a:pt x="12446" y="28578"/>
                    </a:cubicBezTo>
                    <a:cubicBezTo>
                      <a:pt x="12446" y="22064"/>
                      <a:pt x="14052" y="16910"/>
                      <a:pt x="17263" y="13116"/>
                    </a:cubicBezTo>
                    <a:cubicBezTo>
                      <a:pt x="20488" y="9335"/>
                      <a:pt x="24852" y="7444"/>
                      <a:pt x="30355" y="7444"/>
                    </a:cubicBezTo>
                    <a:cubicBezTo>
                      <a:pt x="35859" y="7444"/>
                      <a:pt x="40216" y="9335"/>
                      <a:pt x="43428" y="13116"/>
                    </a:cubicBezTo>
                    <a:cubicBezTo>
                      <a:pt x="46639" y="16910"/>
                      <a:pt x="48245" y="22064"/>
                      <a:pt x="48245" y="28578"/>
                    </a:cubicBezTo>
                    <a:cubicBezTo>
                      <a:pt x="48245" y="35130"/>
                      <a:pt x="46639" y="40284"/>
                      <a:pt x="43428" y="44039"/>
                    </a:cubicBezTo>
                    <a:cubicBezTo>
                      <a:pt x="40216" y="47808"/>
                      <a:pt x="35859" y="49692"/>
                      <a:pt x="30355" y="49692"/>
                    </a:cubicBezTo>
                    <a:close/>
                    <a:moveTo>
                      <a:pt x="54694" y="88132"/>
                    </a:moveTo>
                    <a:lnTo>
                      <a:pt x="54694" y="76963"/>
                    </a:lnTo>
                    <a:cubicBezTo>
                      <a:pt x="51612" y="78414"/>
                      <a:pt x="48504" y="79521"/>
                      <a:pt x="45370" y="80285"/>
                    </a:cubicBezTo>
                    <a:cubicBezTo>
                      <a:pt x="42236" y="81062"/>
                      <a:pt x="39128" y="81450"/>
                      <a:pt x="36046" y="81450"/>
                    </a:cubicBezTo>
                    <a:cubicBezTo>
                      <a:pt x="27953" y="81450"/>
                      <a:pt x="21770" y="78718"/>
                      <a:pt x="17496" y="73253"/>
                    </a:cubicBezTo>
                    <a:cubicBezTo>
                      <a:pt x="13236" y="67789"/>
                      <a:pt x="10801" y="59533"/>
                      <a:pt x="10193" y="48487"/>
                    </a:cubicBezTo>
                    <a:cubicBezTo>
                      <a:pt x="12575" y="52010"/>
                      <a:pt x="15567" y="54710"/>
                      <a:pt x="19167" y="56587"/>
                    </a:cubicBezTo>
                    <a:cubicBezTo>
                      <a:pt x="22780" y="58465"/>
                      <a:pt x="26749" y="59404"/>
                      <a:pt x="31074" y="59404"/>
                    </a:cubicBezTo>
                    <a:cubicBezTo>
                      <a:pt x="40177" y="59404"/>
                      <a:pt x="47371" y="56639"/>
                      <a:pt x="52654" y="51110"/>
                    </a:cubicBezTo>
                    <a:cubicBezTo>
                      <a:pt x="57938" y="45593"/>
                      <a:pt x="60579" y="38083"/>
                      <a:pt x="60579" y="28578"/>
                    </a:cubicBezTo>
                    <a:cubicBezTo>
                      <a:pt x="60579" y="19267"/>
                      <a:pt x="57828" y="11795"/>
                      <a:pt x="52324" y="6162"/>
                    </a:cubicBezTo>
                    <a:cubicBezTo>
                      <a:pt x="46821" y="542"/>
                      <a:pt x="39498" y="-2268"/>
                      <a:pt x="30355" y="-2268"/>
                    </a:cubicBezTo>
                    <a:cubicBezTo>
                      <a:pt x="19866" y="-2268"/>
                      <a:pt x="11850" y="1746"/>
                      <a:pt x="6308" y="9775"/>
                    </a:cubicBezTo>
                    <a:cubicBezTo>
                      <a:pt x="766" y="17817"/>
                      <a:pt x="-2006" y="29465"/>
                      <a:pt x="-2006" y="44719"/>
                    </a:cubicBezTo>
                    <a:cubicBezTo>
                      <a:pt x="-2006" y="59041"/>
                      <a:pt x="1394" y="70463"/>
                      <a:pt x="8192" y="78984"/>
                    </a:cubicBezTo>
                    <a:cubicBezTo>
                      <a:pt x="14991" y="87504"/>
                      <a:pt x="24114" y="91765"/>
                      <a:pt x="35561" y="91765"/>
                    </a:cubicBezTo>
                    <a:cubicBezTo>
                      <a:pt x="38643" y="91765"/>
                      <a:pt x="41751" y="91460"/>
                      <a:pt x="44885" y="90852"/>
                    </a:cubicBezTo>
                    <a:cubicBezTo>
                      <a:pt x="48018" y="90243"/>
                      <a:pt x="51288" y="89337"/>
                      <a:pt x="54694" y="88132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3531E456-D54D-74D6-E115-30AA17D4DBA1}"/>
                  </a:ext>
                </a:extLst>
              </p:cNvPr>
              <p:cNvSpPr/>
              <p:nvPr/>
            </p:nvSpPr>
            <p:spPr>
              <a:xfrm flipV="1">
                <a:off x="1694443" y="1371677"/>
                <a:ext cx="12820" cy="15422"/>
              </a:xfrm>
              <a:custGeom>
                <a:avLst/>
                <a:gdLst>
                  <a:gd name="csX0" fmla="*/ -957 w 12820"/>
                  <a:gd name="csY0" fmla="*/ 15090 h 15422"/>
                  <a:gd name="csX1" fmla="*/ 11863 w 12820"/>
                  <a:gd name="csY1" fmla="*/ 15090 h 15422"/>
                  <a:gd name="csX2" fmla="*/ 11863 w 12820"/>
                  <a:gd name="csY2" fmla="*/ -333 h 15422"/>
                  <a:gd name="csX3" fmla="*/ -957 w 12820"/>
                  <a:gd name="csY3" fmla="*/ -333 h 15422"/>
                  <a:gd name="csX4" fmla="*/ -957 w 12820"/>
                  <a:gd name="csY4" fmla="*/ 15090 h 1542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2820" h="15422">
                    <a:moveTo>
                      <a:pt x="-957" y="15090"/>
                    </a:moveTo>
                    <a:lnTo>
                      <a:pt x="11863" y="15090"/>
                    </a:lnTo>
                    <a:lnTo>
                      <a:pt x="11863" y="-333"/>
                    </a:lnTo>
                    <a:lnTo>
                      <a:pt x="-957" y="-333"/>
                    </a:lnTo>
                    <a:lnTo>
                      <a:pt x="-957" y="15090"/>
                    </a:lnTo>
                    <a:close/>
                  </a:path>
                </a:pathLst>
              </a:custGeom>
              <a:solidFill>
                <a:srgbClr val="FFFFFF"/>
              </a:solidFill>
              <a:ln w="19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AAC37916-1908-E46E-A3CF-0A19F68F1A25}"/>
                  </a:ext>
                </a:extLst>
              </p:cNvPr>
              <p:cNvSpPr/>
              <p:nvPr/>
            </p:nvSpPr>
            <p:spPr>
              <a:xfrm flipV="1">
                <a:off x="1728870" y="1294835"/>
                <a:ext cx="62643" cy="94032"/>
              </a:xfrm>
              <a:custGeom>
                <a:avLst/>
                <a:gdLst>
                  <a:gd name="csX0" fmla="*/ 29339 w 62643"/>
                  <a:gd name="csY0" fmla="*/ 82053 h 94032"/>
                  <a:gd name="csX1" fmla="*/ 15101 w 62643"/>
                  <a:gd name="csY1" fmla="*/ 72729 h 94032"/>
                  <a:gd name="csX2" fmla="*/ 10342 w 62643"/>
                  <a:gd name="csY2" fmla="*/ 44719 h 94032"/>
                  <a:gd name="csX3" fmla="*/ 15101 w 62643"/>
                  <a:gd name="csY3" fmla="*/ 16768 h 94032"/>
                  <a:gd name="csX4" fmla="*/ 29339 w 62643"/>
                  <a:gd name="csY4" fmla="*/ 7444 h 94032"/>
                  <a:gd name="csX5" fmla="*/ 43636 w 62643"/>
                  <a:gd name="csY5" fmla="*/ 16768 h 94032"/>
                  <a:gd name="csX6" fmla="*/ 48414 w 62643"/>
                  <a:gd name="csY6" fmla="*/ 44719 h 94032"/>
                  <a:gd name="csX7" fmla="*/ 43636 w 62643"/>
                  <a:gd name="csY7" fmla="*/ 72729 h 94032"/>
                  <a:gd name="csX8" fmla="*/ 29339 w 62643"/>
                  <a:gd name="csY8" fmla="*/ 82053 h 94032"/>
                  <a:gd name="csX9" fmla="*/ 29339 w 62643"/>
                  <a:gd name="csY9" fmla="*/ 91765 h 94032"/>
                  <a:gd name="csX10" fmla="*/ 52629 w 62643"/>
                  <a:gd name="csY10" fmla="*/ 79702 h 94032"/>
                  <a:gd name="csX11" fmla="*/ 60671 w 62643"/>
                  <a:gd name="csY11" fmla="*/ 44719 h 94032"/>
                  <a:gd name="csX12" fmla="*/ 52629 w 62643"/>
                  <a:gd name="csY12" fmla="*/ 9775 h 94032"/>
                  <a:gd name="csX13" fmla="*/ 29339 w 62643"/>
                  <a:gd name="csY13" fmla="*/ -2268 h 94032"/>
                  <a:gd name="csX14" fmla="*/ 6069 w 62643"/>
                  <a:gd name="csY14" fmla="*/ 9775 h 94032"/>
                  <a:gd name="csX15" fmla="*/ -1973 w 62643"/>
                  <a:gd name="csY15" fmla="*/ 44719 h 94032"/>
                  <a:gd name="csX16" fmla="*/ 6069 w 62643"/>
                  <a:gd name="csY16" fmla="*/ 79702 h 94032"/>
                  <a:gd name="csX17" fmla="*/ 29339 w 62643"/>
                  <a:gd name="csY17" fmla="*/ 91765 h 940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</a:cxnLst>
                <a:rect l="l" t="t" r="r" b="b"/>
                <a:pathLst>
                  <a:path w="62643" h="94032">
                    <a:moveTo>
                      <a:pt x="29339" y="82053"/>
                    </a:moveTo>
                    <a:cubicBezTo>
                      <a:pt x="23033" y="82053"/>
                      <a:pt x="18287" y="78945"/>
                      <a:pt x="15101" y="72729"/>
                    </a:cubicBezTo>
                    <a:cubicBezTo>
                      <a:pt x="11929" y="66526"/>
                      <a:pt x="10342" y="57190"/>
                      <a:pt x="10342" y="44719"/>
                    </a:cubicBezTo>
                    <a:cubicBezTo>
                      <a:pt x="10342" y="32301"/>
                      <a:pt x="11929" y="22983"/>
                      <a:pt x="15101" y="16768"/>
                    </a:cubicBezTo>
                    <a:cubicBezTo>
                      <a:pt x="18287" y="10552"/>
                      <a:pt x="23033" y="7444"/>
                      <a:pt x="29339" y="7444"/>
                    </a:cubicBezTo>
                    <a:cubicBezTo>
                      <a:pt x="35697" y="7444"/>
                      <a:pt x="40463" y="10552"/>
                      <a:pt x="43636" y="16768"/>
                    </a:cubicBezTo>
                    <a:cubicBezTo>
                      <a:pt x="46821" y="22983"/>
                      <a:pt x="48414" y="32301"/>
                      <a:pt x="48414" y="44719"/>
                    </a:cubicBezTo>
                    <a:cubicBezTo>
                      <a:pt x="48414" y="57190"/>
                      <a:pt x="46821" y="66526"/>
                      <a:pt x="43636" y="72729"/>
                    </a:cubicBezTo>
                    <a:cubicBezTo>
                      <a:pt x="40463" y="78945"/>
                      <a:pt x="35697" y="82053"/>
                      <a:pt x="29339" y="82053"/>
                    </a:cubicBezTo>
                    <a:close/>
                    <a:moveTo>
                      <a:pt x="29339" y="91765"/>
                    </a:moveTo>
                    <a:cubicBezTo>
                      <a:pt x="39505" y="91765"/>
                      <a:pt x="47268" y="87744"/>
                      <a:pt x="52629" y="79702"/>
                    </a:cubicBezTo>
                    <a:cubicBezTo>
                      <a:pt x="57990" y="71674"/>
                      <a:pt x="60671" y="60013"/>
                      <a:pt x="60671" y="44719"/>
                    </a:cubicBezTo>
                    <a:cubicBezTo>
                      <a:pt x="60671" y="29465"/>
                      <a:pt x="57990" y="17817"/>
                      <a:pt x="52629" y="9775"/>
                    </a:cubicBezTo>
                    <a:cubicBezTo>
                      <a:pt x="47268" y="1746"/>
                      <a:pt x="39505" y="-2268"/>
                      <a:pt x="29339" y="-2268"/>
                    </a:cubicBezTo>
                    <a:cubicBezTo>
                      <a:pt x="19187" y="-2268"/>
                      <a:pt x="11430" y="1746"/>
                      <a:pt x="6069" y="9775"/>
                    </a:cubicBezTo>
                    <a:cubicBezTo>
                      <a:pt x="708" y="17817"/>
                      <a:pt x="-1973" y="29465"/>
                      <a:pt x="-1973" y="44719"/>
                    </a:cubicBezTo>
                    <a:cubicBezTo>
                      <a:pt x="-1973" y="60013"/>
                      <a:pt x="708" y="71674"/>
                      <a:pt x="6069" y="79702"/>
                    </a:cubicBezTo>
                    <a:cubicBezTo>
                      <a:pt x="11430" y="87744"/>
                      <a:pt x="19187" y="91765"/>
                      <a:pt x="29339" y="91765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94" name="Graphic 7">
            <a:extLst>
              <a:ext uri="{FF2B5EF4-FFF2-40B4-BE49-F238E27FC236}">
                <a16:creationId xmlns:a16="http://schemas.microsoft.com/office/drawing/2014/main" id="{A61E2DB3-F5F3-9B4F-D416-C0F92A647C9C}"/>
              </a:ext>
            </a:extLst>
          </p:cNvPr>
          <p:cNvGrpSpPr/>
          <p:nvPr/>
        </p:nvGrpSpPr>
        <p:grpSpPr>
          <a:xfrm>
            <a:off x="1383898" y="2065150"/>
            <a:ext cx="168439" cy="1547430"/>
            <a:chOff x="1383898" y="2065150"/>
            <a:chExt cx="168439" cy="1547430"/>
          </a:xfrm>
          <a:solidFill>
            <a:srgbClr val="FFFFFF"/>
          </a:solidFill>
        </p:grpSpPr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71FC0C5D-B90D-580D-5AF9-6FC24B0607F9}"/>
                </a:ext>
              </a:extLst>
            </p:cNvPr>
            <p:cNvSpPr/>
            <p:nvPr/>
          </p:nvSpPr>
          <p:spPr>
            <a:xfrm rot="-5400000" flipV="1">
              <a:off x="1407692" y="3504131"/>
              <a:ext cx="90012" cy="126887"/>
            </a:xfrm>
            <a:custGeom>
              <a:avLst/>
              <a:gdLst>
                <a:gd name="csX0" fmla="*/ 14913 w 90012"/>
                <a:gd name="csY0" fmla="*/ 58496 h 126887"/>
                <a:gd name="csX1" fmla="*/ 14913 w 90012"/>
                <a:gd name="csY1" fmla="*/ 12021 h 126887"/>
                <a:gd name="csX2" fmla="*/ 42461 w 90012"/>
                <a:gd name="csY2" fmla="*/ 12021 h 126887"/>
                <a:gd name="csX3" fmla="*/ 62965 w 90012"/>
                <a:gd name="csY3" fmla="*/ 17759 h 126887"/>
                <a:gd name="csX4" fmla="*/ 69655 w 90012"/>
                <a:gd name="csY4" fmla="*/ 35299 h 126887"/>
                <a:gd name="csX5" fmla="*/ 62965 w 90012"/>
                <a:gd name="csY5" fmla="*/ 52839 h 126887"/>
                <a:gd name="csX6" fmla="*/ 42461 w 90012"/>
                <a:gd name="csY6" fmla="*/ 58496 h 126887"/>
                <a:gd name="csX7" fmla="*/ 14913 w 90012"/>
                <a:gd name="csY7" fmla="*/ 58496 h 126887"/>
                <a:gd name="csX8" fmla="*/ 14913 w 90012"/>
                <a:gd name="csY8" fmla="*/ 110681 h 126887"/>
                <a:gd name="csX9" fmla="*/ 14913 w 90012"/>
                <a:gd name="csY9" fmla="*/ 72446 h 126887"/>
                <a:gd name="csX10" fmla="*/ 40340 w 90012"/>
                <a:gd name="csY10" fmla="*/ 72446 h 126887"/>
                <a:gd name="csX11" fmla="*/ 59049 w 90012"/>
                <a:gd name="csY11" fmla="*/ 77151 h 126887"/>
                <a:gd name="csX12" fmla="*/ 65222 w 90012"/>
                <a:gd name="csY12" fmla="*/ 91563 h 126887"/>
                <a:gd name="csX13" fmla="*/ 59049 w 90012"/>
                <a:gd name="csY13" fmla="*/ 105922 h 126887"/>
                <a:gd name="csX14" fmla="*/ 40340 w 90012"/>
                <a:gd name="csY14" fmla="*/ 110681 h 126887"/>
                <a:gd name="csX15" fmla="*/ 14913 w 90012"/>
                <a:gd name="csY15" fmla="*/ 110681 h 126887"/>
                <a:gd name="csX16" fmla="*/ -2246 w 90012"/>
                <a:gd name="csY16" fmla="*/ 124795 h 126887"/>
                <a:gd name="csX17" fmla="*/ 41618 w 90012"/>
                <a:gd name="csY17" fmla="*/ 124795 h 126887"/>
                <a:gd name="csX18" fmla="*/ 71858 w 90012"/>
                <a:gd name="csY18" fmla="*/ 116636 h 126887"/>
                <a:gd name="csX19" fmla="*/ 82491 w 90012"/>
                <a:gd name="csY19" fmla="*/ 93440 h 126887"/>
                <a:gd name="csX20" fmla="*/ 77052 w 90012"/>
                <a:gd name="csY20" fmla="*/ 74894 h 126887"/>
                <a:gd name="csX21" fmla="*/ 61062 w 90012"/>
                <a:gd name="csY21" fmla="*/ 66327 h 126887"/>
                <a:gd name="csX22" fmla="*/ 80750 w 90012"/>
                <a:gd name="csY22" fmla="*/ 54960 h 126887"/>
                <a:gd name="csX23" fmla="*/ 87766 w 90012"/>
                <a:gd name="csY23" fmla="*/ 33423 h 126887"/>
                <a:gd name="csX24" fmla="*/ 76209 w 90012"/>
                <a:gd name="csY24" fmla="*/ 7153 h 126887"/>
                <a:gd name="csX25" fmla="*/ 43304 w 90012"/>
                <a:gd name="csY25" fmla="*/ -2093 h 126887"/>
                <a:gd name="csX26" fmla="*/ -2246 w 90012"/>
                <a:gd name="csY26" fmla="*/ -2093 h 126887"/>
                <a:gd name="csX27" fmla="*/ -2246 w 90012"/>
                <a:gd name="csY27" fmla="*/ 124795 h 1268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90012" h="126887">
                  <a:moveTo>
                    <a:pt x="14913" y="58496"/>
                  </a:moveTo>
                  <a:lnTo>
                    <a:pt x="14913" y="12021"/>
                  </a:lnTo>
                  <a:lnTo>
                    <a:pt x="42461" y="12021"/>
                  </a:lnTo>
                  <a:cubicBezTo>
                    <a:pt x="51689" y="12021"/>
                    <a:pt x="58524" y="13934"/>
                    <a:pt x="62965" y="17759"/>
                  </a:cubicBezTo>
                  <a:cubicBezTo>
                    <a:pt x="67425" y="21584"/>
                    <a:pt x="69655" y="27431"/>
                    <a:pt x="69655" y="35299"/>
                  </a:cubicBezTo>
                  <a:cubicBezTo>
                    <a:pt x="69655" y="43240"/>
                    <a:pt x="67425" y="49086"/>
                    <a:pt x="62965" y="52839"/>
                  </a:cubicBezTo>
                  <a:cubicBezTo>
                    <a:pt x="58524" y="56610"/>
                    <a:pt x="51689" y="58496"/>
                    <a:pt x="42461" y="58496"/>
                  </a:cubicBezTo>
                  <a:lnTo>
                    <a:pt x="14913" y="58496"/>
                  </a:lnTo>
                  <a:close/>
                  <a:moveTo>
                    <a:pt x="14913" y="110681"/>
                  </a:moveTo>
                  <a:lnTo>
                    <a:pt x="14913" y="72446"/>
                  </a:lnTo>
                  <a:lnTo>
                    <a:pt x="40340" y="72446"/>
                  </a:lnTo>
                  <a:cubicBezTo>
                    <a:pt x="48716" y="72446"/>
                    <a:pt x="54952" y="74014"/>
                    <a:pt x="59049" y="77151"/>
                  </a:cubicBezTo>
                  <a:cubicBezTo>
                    <a:pt x="63165" y="80305"/>
                    <a:pt x="65222" y="85109"/>
                    <a:pt x="65222" y="91563"/>
                  </a:cubicBezTo>
                  <a:cubicBezTo>
                    <a:pt x="65222" y="97963"/>
                    <a:pt x="63165" y="102749"/>
                    <a:pt x="59049" y="105922"/>
                  </a:cubicBezTo>
                  <a:cubicBezTo>
                    <a:pt x="54952" y="109095"/>
                    <a:pt x="48716" y="110681"/>
                    <a:pt x="40340" y="110681"/>
                  </a:cubicBezTo>
                  <a:lnTo>
                    <a:pt x="14913" y="110681"/>
                  </a:lnTo>
                  <a:close/>
                  <a:moveTo>
                    <a:pt x="-2246" y="124795"/>
                  </a:moveTo>
                  <a:lnTo>
                    <a:pt x="41618" y="124795"/>
                  </a:lnTo>
                  <a:cubicBezTo>
                    <a:pt x="54707" y="124795"/>
                    <a:pt x="64787" y="122075"/>
                    <a:pt x="71858" y="116636"/>
                  </a:cubicBezTo>
                  <a:cubicBezTo>
                    <a:pt x="78946" y="111198"/>
                    <a:pt x="82491" y="103465"/>
                    <a:pt x="82491" y="93440"/>
                  </a:cubicBezTo>
                  <a:cubicBezTo>
                    <a:pt x="82491" y="85662"/>
                    <a:pt x="80678" y="79480"/>
                    <a:pt x="77052" y="74894"/>
                  </a:cubicBezTo>
                  <a:cubicBezTo>
                    <a:pt x="73426" y="70307"/>
                    <a:pt x="68096" y="67451"/>
                    <a:pt x="61062" y="66327"/>
                  </a:cubicBezTo>
                  <a:cubicBezTo>
                    <a:pt x="69510" y="64515"/>
                    <a:pt x="76073" y="60725"/>
                    <a:pt x="80750" y="54960"/>
                  </a:cubicBezTo>
                  <a:cubicBezTo>
                    <a:pt x="85428" y="49213"/>
                    <a:pt x="87766" y="42034"/>
                    <a:pt x="87766" y="33423"/>
                  </a:cubicBezTo>
                  <a:cubicBezTo>
                    <a:pt x="87766" y="22092"/>
                    <a:pt x="83914" y="13335"/>
                    <a:pt x="76209" y="7153"/>
                  </a:cubicBezTo>
                  <a:cubicBezTo>
                    <a:pt x="68504" y="989"/>
                    <a:pt x="57536" y="-2093"/>
                    <a:pt x="43304" y="-2093"/>
                  </a:cubicBezTo>
                  <a:lnTo>
                    <a:pt x="-2246" y="-2093"/>
                  </a:lnTo>
                  <a:lnTo>
                    <a:pt x="-2246" y="124795"/>
                  </a:lnTo>
                  <a:close/>
                </a:path>
              </a:pathLst>
            </a:custGeom>
            <a:solidFill>
              <a:srgbClr val="FFFFFF"/>
            </a:solidFill>
            <a:ln w="27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CAA8C9E4-636C-1B5F-4A0C-D946E22AA6E8}"/>
                </a:ext>
              </a:extLst>
            </p:cNvPr>
            <p:cNvSpPr/>
            <p:nvPr/>
          </p:nvSpPr>
          <p:spPr>
            <a:xfrm rot="-5400000" flipV="1">
              <a:off x="1428441" y="3409642"/>
              <a:ext cx="80412" cy="99937"/>
            </a:xfrm>
            <a:custGeom>
              <a:avLst/>
              <a:gdLst>
                <a:gd name="csX0" fmla="*/ 47397 w 80412"/>
                <a:gd name="csY0" fmla="*/ 48794 h 99937"/>
                <a:gd name="csX1" fmla="*/ 21128 w 80412"/>
                <a:gd name="csY1" fmla="*/ 44470 h 99937"/>
                <a:gd name="csX2" fmla="*/ 13812 w 80412"/>
                <a:gd name="csY2" fmla="*/ 29677 h 99937"/>
                <a:gd name="csX3" fmla="*/ 19306 w 80412"/>
                <a:gd name="csY3" fmla="*/ 16460 h 99937"/>
                <a:gd name="csX4" fmla="*/ 34208 w 80412"/>
                <a:gd name="csY4" fmla="*/ 11593 h 99937"/>
                <a:gd name="csX5" fmla="*/ 55093 w 80412"/>
                <a:gd name="csY5" fmla="*/ 20811 h 99937"/>
                <a:gd name="csX6" fmla="*/ 62952 w 80412"/>
                <a:gd name="csY6" fmla="*/ 45313 h 99937"/>
                <a:gd name="csX7" fmla="*/ 62952 w 80412"/>
                <a:gd name="csY7" fmla="*/ 48794 h 99937"/>
                <a:gd name="csX8" fmla="*/ 47397 w 80412"/>
                <a:gd name="csY8" fmla="*/ 48794 h 99937"/>
                <a:gd name="csX9" fmla="*/ 78589 w 80412"/>
                <a:gd name="csY9" fmla="*/ 55266 h 99937"/>
                <a:gd name="csX10" fmla="*/ 78589 w 80412"/>
                <a:gd name="csY10" fmla="*/ 960 h 99937"/>
                <a:gd name="csX11" fmla="*/ 62952 w 80412"/>
                <a:gd name="csY11" fmla="*/ 960 h 99937"/>
                <a:gd name="csX12" fmla="*/ 62952 w 80412"/>
                <a:gd name="csY12" fmla="*/ 15400 h 99937"/>
                <a:gd name="csX13" fmla="*/ 49600 w 80412"/>
                <a:gd name="csY13" fmla="*/ 2619 h 99937"/>
                <a:gd name="csX14" fmla="*/ 30047 w 80412"/>
                <a:gd name="csY14" fmla="*/ -1515 h 99937"/>
                <a:gd name="csX15" fmla="*/ 6796 w 80412"/>
                <a:gd name="csY15" fmla="*/ 6698 h 99937"/>
                <a:gd name="csX16" fmla="*/ -1824 w 80412"/>
                <a:gd name="csY16" fmla="*/ 28670 h 99937"/>
                <a:gd name="csX17" fmla="*/ 8917 w 80412"/>
                <a:gd name="csY17" fmla="*/ 52873 h 99937"/>
                <a:gd name="csX18" fmla="*/ 41006 w 80412"/>
                <a:gd name="csY18" fmla="*/ 61031 h 99937"/>
                <a:gd name="csX19" fmla="*/ 62952 w 80412"/>
                <a:gd name="csY19" fmla="*/ 61031 h 99937"/>
                <a:gd name="csX20" fmla="*/ 62952 w 80412"/>
                <a:gd name="csY20" fmla="*/ 62581 h 99937"/>
                <a:gd name="csX21" fmla="*/ 55854 w 80412"/>
                <a:gd name="csY21" fmla="*/ 79279 h 99937"/>
                <a:gd name="csX22" fmla="*/ 35921 w 80412"/>
                <a:gd name="csY22" fmla="*/ 85180 h 99937"/>
                <a:gd name="csX23" fmla="*/ 20013 w 80412"/>
                <a:gd name="csY23" fmla="*/ 83222 h 99937"/>
                <a:gd name="csX24" fmla="*/ 5165 w 80412"/>
                <a:gd name="csY24" fmla="*/ 77348 h 99937"/>
                <a:gd name="csX25" fmla="*/ 5165 w 80412"/>
                <a:gd name="csY25" fmla="*/ 91815 h 99937"/>
                <a:gd name="csX26" fmla="*/ 21807 w 80412"/>
                <a:gd name="csY26" fmla="*/ 96764 h 99937"/>
                <a:gd name="csX27" fmla="*/ 37526 w 80412"/>
                <a:gd name="csY27" fmla="*/ 98423 h 99937"/>
                <a:gd name="csX28" fmla="*/ 68391 w 80412"/>
                <a:gd name="csY28" fmla="*/ 87709 h 99937"/>
                <a:gd name="csX29" fmla="*/ 78589 w 80412"/>
                <a:gd name="csY29" fmla="*/ 55266 h 999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80412" h="99937">
                  <a:moveTo>
                    <a:pt x="47397" y="48794"/>
                  </a:moveTo>
                  <a:cubicBezTo>
                    <a:pt x="34761" y="48794"/>
                    <a:pt x="26004" y="47353"/>
                    <a:pt x="21128" y="44470"/>
                  </a:cubicBezTo>
                  <a:cubicBezTo>
                    <a:pt x="16251" y="41588"/>
                    <a:pt x="13812" y="36656"/>
                    <a:pt x="13812" y="29677"/>
                  </a:cubicBezTo>
                  <a:cubicBezTo>
                    <a:pt x="13812" y="24129"/>
                    <a:pt x="15643" y="19724"/>
                    <a:pt x="19306" y="16460"/>
                  </a:cubicBezTo>
                  <a:cubicBezTo>
                    <a:pt x="22968" y="13215"/>
                    <a:pt x="27935" y="11593"/>
                    <a:pt x="34208" y="11593"/>
                  </a:cubicBezTo>
                  <a:cubicBezTo>
                    <a:pt x="42892" y="11593"/>
                    <a:pt x="49854" y="14666"/>
                    <a:pt x="55093" y="20811"/>
                  </a:cubicBezTo>
                  <a:cubicBezTo>
                    <a:pt x="60332" y="26957"/>
                    <a:pt x="62952" y="35125"/>
                    <a:pt x="62952" y="45313"/>
                  </a:cubicBezTo>
                  <a:lnTo>
                    <a:pt x="62952" y="48794"/>
                  </a:lnTo>
                  <a:lnTo>
                    <a:pt x="47397" y="48794"/>
                  </a:lnTo>
                  <a:close/>
                  <a:moveTo>
                    <a:pt x="78589" y="55266"/>
                  </a:moveTo>
                  <a:lnTo>
                    <a:pt x="78589" y="960"/>
                  </a:lnTo>
                  <a:lnTo>
                    <a:pt x="62952" y="960"/>
                  </a:lnTo>
                  <a:lnTo>
                    <a:pt x="62952" y="15400"/>
                  </a:lnTo>
                  <a:cubicBezTo>
                    <a:pt x="59381" y="9635"/>
                    <a:pt x="54930" y="5374"/>
                    <a:pt x="49600" y="2619"/>
                  </a:cubicBezTo>
                  <a:cubicBezTo>
                    <a:pt x="44270" y="-137"/>
                    <a:pt x="37752" y="-1515"/>
                    <a:pt x="30047" y="-1515"/>
                  </a:cubicBezTo>
                  <a:cubicBezTo>
                    <a:pt x="20312" y="-1515"/>
                    <a:pt x="12561" y="1223"/>
                    <a:pt x="6796" y="6698"/>
                  </a:cubicBezTo>
                  <a:cubicBezTo>
                    <a:pt x="1049" y="12173"/>
                    <a:pt x="-1824" y="19497"/>
                    <a:pt x="-1824" y="28670"/>
                  </a:cubicBezTo>
                  <a:cubicBezTo>
                    <a:pt x="-1824" y="39367"/>
                    <a:pt x="1756" y="47434"/>
                    <a:pt x="8917" y="52873"/>
                  </a:cubicBezTo>
                  <a:cubicBezTo>
                    <a:pt x="16097" y="58312"/>
                    <a:pt x="26793" y="61031"/>
                    <a:pt x="41006" y="61031"/>
                  </a:cubicBezTo>
                  <a:lnTo>
                    <a:pt x="62952" y="61031"/>
                  </a:lnTo>
                  <a:lnTo>
                    <a:pt x="62952" y="62581"/>
                  </a:lnTo>
                  <a:cubicBezTo>
                    <a:pt x="62952" y="69779"/>
                    <a:pt x="60586" y="75344"/>
                    <a:pt x="55854" y="79279"/>
                  </a:cubicBezTo>
                  <a:cubicBezTo>
                    <a:pt x="51123" y="83213"/>
                    <a:pt x="44478" y="85180"/>
                    <a:pt x="35921" y="85180"/>
                  </a:cubicBezTo>
                  <a:cubicBezTo>
                    <a:pt x="30482" y="85180"/>
                    <a:pt x="25180" y="84527"/>
                    <a:pt x="20013" y="83222"/>
                  </a:cubicBezTo>
                  <a:cubicBezTo>
                    <a:pt x="14864" y="81916"/>
                    <a:pt x="9915" y="79958"/>
                    <a:pt x="5165" y="77348"/>
                  </a:cubicBezTo>
                  <a:lnTo>
                    <a:pt x="5165" y="91815"/>
                  </a:lnTo>
                  <a:cubicBezTo>
                    <a:pt x="10875" y="94027"/>
                    <a:pt x="16423" y="95677"/>
                    <a:pt x="21807" y="96764"/>
                  </a:cubicBezTo>
                  <a:cubicBezTo>
                    <a:pt x="27192" y="97870"/>
                    <a:pt x="32431" y="98423"/>
                    <a:pt x="37526" y="98423"/>
                  </a:cubicBezTo>
                  <a:cubicBezTo>
                    <a:pt x="51304" y="98423"/>
                    <a:pt x="61592" y="94852"/>
                    <a:pt x="68391" y="87709"/>
                  </a:cubicBezTo>
                  <a:cubicBezTo>
                    <a:pt x="75189" y="80584"/>
                    <a:pt x="78589" y="69770"/>
                    <a:pt x="78589" y="55266"/>
                  </a:cubicBezTo>
                  <a:close/>
                </a:path>
              </a:pathLst>
            </a:custGeom>
            <a:solidFill>
              <a:srgbClr val="FFFFFF"/>
            </a:solidFill>
            <a:ln w="27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3B2784CA-A09B-ACFD-DC2E-6DF10567DE49}"/>
                </a:ext>
              </a:extLst>
            </p:cNvPr>
            <p:cNvSpPr/>
            <p:nvPr/>
          </p:nvSpPr>
          <p:spPr>
            <a:xfrm rot="-5400000" flipV="1">
              <a:off x="1427544" y="3299210"/>
              <a:ext cx="79732" cy="97463"/>
            </a:xfrm>
            <a:custGeom>
              <a:avLst/>
              <a:gdLst>
                <a:gd name="csX0" fmla="*/ 77724 w 79732"/>
                <a:gd name="csY0" fmla="*/ 55892 h 97463"/>
                <a:gd name="csX1" fmla="*/ 77724 w 79732"/>
                <a:gd name="csY1" fmla="*/ -1569 h 97463"/>
                <a:gd name="csX2" fmla="*/ 62088 w 79732"/>
                <a:gd name="csY2" fmla="*/ -1569 h 97463"/>
                <a:gd name="csX3" fmla="*/ 62088 w 79732"/>
                <a:gd name="csY3" fmla="*/ 55375 h 97463"/>
                <a:gd name="csX4" fmla="*/ 56812 w 79732"/>
                <a:gd name="csY4" fmla="*/ 75580 h 97463"/>
                <a:gd name="csX5" fmla="*/ 41012 w 79732"/>
                <a:gd name="csY5" fmla="*/ 82297 h 97463"/>
                <a:gd name="csX6" fmla="*/ 21025 w 79732"/>
                <a:gd name="csY6" fmla="*/ 74220 h 97463"/>
                <a:gd name="csX7" fmla="*/ 13709 w 79732"/>
                <a:gd name="csY7" fmla="*/ 52220 h 97463"/>
                <a:gd name="csX8" fmla="*/ 13709 w 79732"/>
                <a:gd name="csY8" fmla="*/ -1569 h 97463"/>
                <a:gd name="csX9" fmla="*/ -2009 w 79732"/>
                <a:gd name="csY9" fmla="*/ -1569 h 97463"/>
                <a:gd name="csX10" fmla="*/ -2009 w 79732"/>
                <a:gd name="csY10" fmla="*/ 93610 h 97463"/>
                <a:gd name="csX11" fmla="*/ 13709 w 79732"/>
                <a:gd name="csY11" fmla="*/ 93610 h 97463"/>
                <a:gd name="csX12" fmla="*/ 13709 w 79732"/>
                <a:gd name="csY12" fmla="*/ 78816 h 97463"/>
                <a:gd name="csX13" fmla="*/ 26926 w 79732"/>
                <a:gd name="csY13" fmla="*/ 91652 h 97463"/>
                <a:gd name="csX14" fmla="*/ 44493 w 79732"/>
                <a:gd name="csY14" fmla="*/ 95894 h 97463"/>
                <a:gd name="csX15" fmla="*/ 69294 w 79732"/>
                <a:gd name="csY15" fmla="*/ 85751 h 97463"/>
                <a:gd name="csX16" fmla="*/ 77724 w 79732"/>
                <a:gd name="csY16" fmla="*/ 55892 h 9746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79732" h="97463">
                  <a:moveTo>
                    <a:pt x="77724" y="55892"/>
                  </a:moveTo>
                  <a:lnTo>
                    <a:pt x="77724" y="-1569"/>
                  </a:lnTo>
                  <a:lnTo>
                    <a:pt x="62088" y="-1569"/>
                  </a:lnTo>
                  <a:lnTo>
                    <a:pt x="62088" y="55375"/>
                  </a:lnTo>
                  <a:cubicBezTo>
                    <a:pt x="62088" y="64385"/>
                    <a:pt x="60329" y="71120"/>
                    <a:pt x="56812" y="75580"/>
                  </a:cubicBezTo>
                  <a:cubicBezTo>
                    <a:pt x="53295" y="80058"/>
                    <a:pt x="48028" y="82297"/>
                    <a:pt x="41012" y="82297"/>
                  </a:cubicBezTo>
                  <a:cubicBezTo>
                    <a:pt x="32564" y="82297"/>
                    <a:pt x="25901" y="79605"/>
                    <a:pt x="21025" y="74220"/>
                  </a:cubicBezTo>
                  <a:cubicBezTo>
                    <a:pt x="16148" y="68854"/>
                    <a:pt x="13709" y="61521"/>
                    <a:pt x="13709" y="52220"/>
                  </a:cubicBezTo>
                  <a:lnTo>
                    <a:pt x="13709" y="-1569"/>
                  </a:lnTo>
                  <a:lnTo>
                    <a:pt x="-2009" y="-1569"/>
                  </a:lnTo>
                  <a:lnTo>
                    <a:pt x="-2009" y="93610"/>
                  </a:lnTo>
                  <a:lnTo>
                    <a:pt x="13709" y="93610"/>
                  </a:lnTo>
                  <a:lnTo>
                    <a:pt x="13709" y="78816"/>
                  </a:lnTo>
                  <a:cubicBezTo>
                    <a:pt x="17462" y="84545"/>
                    <a:pt x="21868" y="88824"/>
                    <a:pt x="26926" y="91652"/>
                  </a:cubicBezTo>
                  <a:cubicBezTo>
                    <a:pt x="32002" y="94480"/>
                    <a:pt x="37858" y="95894"/>
                    <a:pt x="44493" y="95894"/>
                  </a:cubicBezTo>
                  <a:cubicBezTo>
                    <a:pt x="55425" y="95894"/>
                    <a:pt x="63692" y="92513"/>
                    <a:pt x="69294" y="85751"/>
                  </a:cubicBezTo>
                  <a:cubicBezTo>
                    <a:pt x="74914" y="78988"/>
                    <a:pt x="77724" y="69035"/>
                    <a:pt x="77724" y="55892"/>
                  </a:cubicBezTo>
                  <a:close/>
                </a:path>
              </a:pathLst>
            </a:custGeom>
            <a:solidFill>
              <a:srgbClr val="FFFFFF"/>
            </a:solidFill>
            <a:ln w="27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E566F2DC-F573-70CF-8DBA-BF7A68F86A1F}"/>
                </a:ext>
              </a:extLst>
            </p:cNvPr>
            <p:cNvSpPr/>
            <p:nvPr/>
          </p:nvSpPr>
          <p:spPr>
            <a:xfrm rot="-5400000" flipV="1">
              <a:off x="1408726" y="3173812"/>
              <a:ext cx="85062" cy="134719"/>
            </a:xfrm>
            <a:custGeom>
              <a:avLst/>
              <a:gdLst>
                <a:gd name="csX0" fmla="*/ 67546 w 85062"/>
                <a:gd name="csY0" fmla="*/ 81042 h 134719"/>
                <a:gd name="csX1" fmla="*/ 67546 w 85062"/>
                <a:gd name="csY1" fmla="*/ 132547 h 134719"/>
                <a:gd name="csX2" fmla="*/ 83183 w 85062"/>
                <a:gd name="csY2" fmla="*/ 132547 h 134719"/>
                <a:gd name="csX3" fmla="*/ 83183 w 85062"/>
                <a:gd name="csY3" fmla="*/ 303 h 134719"/>
                <a:gd name="csX4" fmla="*/ 67546 w 85062"/>
                <a:gd name="csY4" fmla="*/ 303 h 134719"/>
                <a:gd name="csX5" fmla="*/ 67546 w 85062"/>
                <a:gd name="csY5" fmla="*/ 14580 h 134719"/>
                <a:gd name="csX6" fmla="*/ 55091 w 85062"/>
                <a:gd name="csY6" fmla="*/ 1962 h 134719"/>
                <a:gd name="csX7" fmla="*/ 37035 w 85062"/>
                <a:gd name="csY7" fmla="*/ -2172 h 134719"/>
                <a:gd name="csX8" fmla="*/ 8943 w 85062"/>
                <a:gd name="csY8" fmla="*/ 11588 h 134719"/>
                <a:gd name="csX9" fmla="*/ -1880 w 85062"/>
                <a:gd name="csY9" fmla="*/ 47811 h 134719"/>
                <a:gd name="csX10" fmla="*/ 8943 w 85062"/>
                <a:gd name="csY10" fmla="*/ 84006 h 134719"/>
                <a:gd name="csX11" fmla="*/ 37035 w 85062"/>
                <a:gd name="csY11" fmla="*/ 97766 h 134719"/>
                <a:gd name="csX12" fmla="*/ 55091 w 85062"/>
                <a:gd name="csY12" fmla="*/ 93633 h 134719"/>
                <a:gd name="csX13" fmla="*/ 67546 w 85062"/>
                <a:gd name="csY13" fmla="*/ 81042 h 134719"/>
                <a:gd name="csX14" fmla="*/ 14273 w 85062"/>
                <a:gd name="csY14" fmla="*/ 47811 h 134719"/>
                <a:gd name="csX15" fmla="*/ 21371 w 85062"/>
                <a:gd name="csY15" fmla="*/ 20753 h 134719"/>
                <a:gd name="csX16" fmla="*/ 40869 w 85062"/>
                <a:gd name="csY16" fmla="*/ 10936 h 134719"/>
                <a:gd name="csX17" fmla="*/ 60394 w 85062"/>
                <a:gd name="csY17" fmla="*/ 20753 h 134719"/>
                <a:gd name="csX18" fmla="*/ 67546 w 85062"/>
                <a:gd name="csY18" fmla="*/ 47811 h 134719"/>
                <a:gd name="csX19" fmla="*/ 60394 w 85062"/>
                <a:gd name="csY19" fmla="*/ 74869 h 134719"/>
                <a:gd name="csX20" fmla="*/ 40869 w 85062"/>
                <a:gd name="csY20" fmla="*/ 84686 h 134719"/>
                <a:gd name="csX21" fmla="*/ 21371 w 85062"/>
                <a:gd name="csY21" fmla="*/ 74869 h 134719"/>
                <a:gd name="csX22" fmla="*/ 14273 w 85062"/>
                <a:gd name="csY22" fmla="*/ 47811 h 1347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85062" h="134719">
                  <a:moveTo>
                    <a:pt x="67546" y="81042"/>
                  </a:moveTo>
                  <a:lnTo>
                    <a:pt x="67546" y="132547"/>
                  </a:lnTo>
                  <a:lnTo>
                    <a:pt x="83183" y="132547"/>
                  </a:lnTo>
                  <a:lnTo>
                    <a:pt x="83183" y="303"/>
                  </a:lnTo>
                  <a:lnTo>
                    <a:pt x="67546" y="303"/>
                  </a:lnTo>
                  <a:lnTo>
                    <a:pt x="67546" y="14580"/>
                  </a:lnTo>
                  <a:cubicBezTo>
                    <a:pt x="64265" y="8923"/>
                    <a:pt x="60113" y="4717"/>
                    <a:pt x="55091" y="1962"/>
                  </a:cubicBezTo>
                  <a:cubicBezTo>
                    <a:pt x="50088" y="-794"/>
                    <a:pt x="44069" y="-2172"/>
                    <a:pt x="37035" y="-2172"/>
                  </a:cubicBezTo>
                  <a:cubicBezTo>
                    <a:pt x="25541" y="-2172"/>
                    <a:pt x="16177" y="2415"/>
                    <a:pt x="8943" y="11588"/>
                  </a:cubicBezTo>
                  <a:cubicBezTo>
                    <a:pt x="1728" y="20780"/>
                    <a:pt x="-1880" y="32854"/>
                    <a:pt x="-1880" y="47811"/>
                  </a:cubicBezTo>
                  <a:cubicBezTo>
                    <a:pt x="-1880" y="62767"/>
                    <a:pt x="1728" y="74832"/>
                    <a:pt x="8943" y="84006"/>
                  </a:cubicBezTo>
                  <a:cubicBezTo>
                    <a:pt x="16177" y="93179"/>
                    <a:pt x="25541" y="97766"/>
                    <a:pt x="37035" y="97766"/>
                  </a:cubicBezTo>
                  <a:cubicBezTo>
                    <a:pt x="44069" y="97766"/>
                    <a:pt x="50088" y="96388"/>
                    <a:pt x="55091" y="93633"/>
                  </a:cubicBezTo>
                  <a:cubicBezTo>
                    <a:pt x="60113" y="90895"/>
                    <a:pt x="64265" y="86698"/>
                    <a:pt x="67546" y="81042"/>
                  </a:cubicBezTo>
                  <a:close/>
                  <a:moveTo>
                    <a:pt x="14273" y="47811"/>
                  </a:moveTo>
                  <a:cubicBezTo>
                    <a:pt x="14273" y="36317"/>
                    <a:pt x="16639" y="27297"/>
                    <a:pt x="21371" y="20753"/>
                  </a:cubicBezTo>
                  <a:cubicBezTo>
                    <a:pt x="26103" y="14208"/>
                    <a:pt x="32602" y="10936"/>
                    <a:pt x="40869" y="10936"/>
                  </a:cubicBezTo>
                  <a:cubicBezTo>
                    <a:pt x="49136" y="10936"/>
                    <a:pt x="55644" y="14208"/>
                    <a:pt x="60394" y="20753"/>
                  </a:cubicBezTo>
                  <a:cubicBezTo>
                    <a:pt x="65162" y="27297"/>
                    <a:pt x="67546" y="36317"/>
                    <a:pt x="67546" y="47811"/>
                  </a:cubicBezTo>
                  <a:cubicBezTo>
                    <a:pt x="67546" y="59305"/>
                    <a:pt x="65162" y="68324"/>
                    <a:pt x="60394" y="74869"/>
                  </a:cubicBezTo>
                  <a:cubicBezTo>
                    <a:pt x="55644" y="81413"/>
                    <a:pt x="49136" y="84686"/>
                    <a:pt x="40869" y="84686"/>
                  </a:cubicBezTo>
                  <a:cubicBezTo>
                    <a:pt x="32602" y="84686"/>
                    <a:pt x="26103" y="81413"/>
                    <a:pt x="21371" y="74869"/>
                  </a:cubicBezTo>
                  <a:cubicBezTo>
                    <a:pt x="16639" y="68324"/>
                    <a:pt x="14273" y="59305"/>
                    <a:pt x="14273" y="47811"/>
                  </a:cubicBezTo>
                  <a:close/>
                </a:path>
              </a:pathLst>
            </a:custGeom>
            <a:solidFill>
              <a:srgbClr val="FFFFFF"/>
            </a:solidFill>
            <a:ln w="27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F64E68DC-9F2C-137A-6650-C78094F6BB85}"/>
                </a:ext>
              </a:extLst>
            </p:cNvPr>
            <p:cNvSpPr/>
            <p:nvPr/>
          </p:nvSpPr>
          <p:spPr>
            <a:xfrm rot="-5400000" flipV="1">
              <a:off x="1404687" y="3064057"/>
              <a:ext cx="127730" cy="95179"/>
            </a:xfrm>
            <a:custGeom>
              <a:avLst/>
              <a:gdLst>
                <a:gd name="csX0" fmla="*/ -2579 w 127730"/>
                <a:gd name="csY0" fmla="*/ 93633 h 95179"/>
                <a:gd name="csX1" fmla="*/ 13057 w 127730"/>
                <a:gd name="csY1" fmla="*/ 93633 h 95179"/>
                <a:gd name="csX2" fmla="*/ 32610 w 127730"/>
                <a:gd name="csY2" fmla="*/ 19366 h 95179"/>
                <a:gd name="csX3" fmla="*/ 52054 w 127730"/>
                <a:gd name="csY3" fmla="*/ 93633 h 95179"/>
                <a:gd name="csX4" fmla="*/ 70491 w 127730"/>
                <a:gd name="csY4" fmla="*/ 93633 h 95179"/>
                <a:gd name="csX5" fmla="*/ 90044 w 127730"/>
                <a:gd name="csY5" fmla="*/ 19366 h 95179"/>
                <a:gd name="csX6" fmla="*/ 109515 w 127730"/>
                <a:gd name="csY6" fmla="*/ 93633 h 95179"/>
                <a:gd name="csX7" fmla="*/ 125151 w 127730"/>
                <a:gd name="csY7" fmla="*/ 93633 h 95179"/>
                <a:gd name="csX8" fmla="*/ 100241 w 127730"/>
                <a:gd name="csY8" fmla="*/ -1546 h 95179"/>
                <a:gd name="csX9" fmla="*/ 81804 w 127730"/>
                <a:gd name="csY9" fmla="*/ -1546 h 95179"/>
                <a:gd name="csX10" fmla="*/ 61327 w 127730"/>
                <a:gd name="csY10" fmla="*/ 76473 h 95179"/>
                <a:gd name="csX11" fmla="*/ 40768 w 127730"/>
                <a:gd name="csY11" fmla="*/ -1546 h 95179"/>
                <a:gd name="csX12" fmla="*/ 22303 w 127730"/>
                <a:gd name="csY12" fmla="*/ -1546 h 95179"/>
                <a:gd name="csX13" fmla="*/ -2579 w 127730"/>
                <a:gd name="csY13" fmla="*/ 93633 h 951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27730" h="95179">
                  <a:moveTo>
                    <a:pt x="-2579" y="93633"/>
                  </a:moveTo>
                  <a:lnTo>
                    <a:pt x="13057" y="93633"/>
                  </a:lnTo>
                  <a:lnTo>
                    <a:pt x="32610" y="19366"/>
                  </a:lnTo>
                  <a:lnTo>
                    <a:pt x="52054" y="93633"/>
                  </a:lnTo>
                  <a:lnTo>
                    <a:pt x="70491" y="93633"/>
                  </a:lnTo>
                  <a:lnTo>
                    <a:pt x="90044" y="19366"/>
                  </a:lnTo>
                  <a:lnTo>
                    <a:pt x="109515" y="93633"/>
                  </a:lnTo>
                  <a:lnTo>
                    <a:pt x="125151" y="93633"/>
                  </a:lnTo>
                  <a:lnTo>
                    <a:pt x="100241" y="-1546"/>
                  </a:lnTo>
                  <a:lnTo>
                    <a:pt x="81804" y="-1546"/>
                  </a:lnTo>
                  <a:lnTo>
                    <a:pt x="61327" y="76473"/>
                  </a:lnTo>
                  <a:lnTo>
                    <a:pt x="40768" y="-1546"/>
                  </a:lnTo>
                  <a:lnTo>
                    <a:pt x="22303" y="-1546"/>
                  </a:lnTo>
                  <a:lnTo>
                    <a:pt x="-2579" y="93633"/>
                  </a:lnTo>
                  <a:close/>
                </a:path>
              </a:pathLst>
            </a:custGeom>
            <a:solidFill>
              <a:srgbClr val="FFFFFF"/>
            </a:solidFill>
            <a:ln w="27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92FF1D33-7CF5-64B5-207F-8BE83A17B38C}"/>
                </a:ext>
              </a:extLst>
            </p:cNvPr>
            <p:cNvSpPr/>
            <p:nvPr/>
          </p:nvSpPr>
          <p:spPr>
            <a:xfrm rot="-5400000" flipV="1">
              <a:off x="1442202" y="2950145"/>
              <a:ext cx="15636" cy="132244"/>
            </a:xfrm>
            <a:custGeom>
              <a:avLst/>
              <a:gdLst>
                <a:gd name="csX0" fmla="*/ -854 w 15636"/>
                <a:gd name="csY0" fmla="*/ 92944 h 132244"/>
                <a:gd name="csX1" fmla="*/ 14783 w 15636"/>
                <a:gd name="csY1" fmla="*/ 92944 h 132244"/>
                <a:gd name="csX2" fmla="*/ 14783 w 15636"/>
                <a:gd name="csY2" fmla="*/ -2236 h 132244"/>
                <a:gd name="csX3" fmla="*/ -854 w 15636"/>
                <a:gd name="csY3" fmla="*/ -2236 h 132244"/>
                <a:gd name="csX4" fmla="*/ -854 w 15636"/>
                <a:gd name="csY4" fmla="*/ 92944 h 132244"/>
                <a:gd name="csX5" fmla="*/ -854 w 15636"/>
                <a:gd name="csY5" fmla="*/ 130009 h 132244"/>
                <a:gd name="csX6" fmla="*/ 14783 w 15636"/>
                <a:gd name="csY6" fmla="*/ 130009 h 132244"/>
                <a:gd name="csX7" fmla="*/ 14783 w 15636"/>
                <a:gd name="csY7" fmla="*/ 110184 h 132244"/>
                <a:gd name="csX8" fmla="*/ -854 w 15636"/>
                <a:gd name="csY8" fmla="*/ 110184 h 132244"/>
                <a:gd name="csX9" fmla="*/ -854 w 15636"/>
                <a:gd name="csY9" fmla="*/ 130009 h 1322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5636" h="132244">
                  <a:moveTo>
                    <a:pt x="-854" y="92944"/>
                  </a:moveTo>
                  <a:lnTo>
                    <a:pt x="14783" y="92944"/>
                  </a:lnTo>
                  <a:lnTo>
                    <a:pt x="14783" y="-2236"/>
                  </a:lnTo>
                  <a:lnTo>
                    <a:pt x="-854" y="-2236"/>
                  </a:lnTo>
                  <a:lnTo>
                    <a:pt x="-854" y="92944"/>
                  </a:lnTo>
                  <a:close/>
                  <a:moveTo>
                    <a:pt x="-854" y="130009"/>
                  </a:moveTo>
                  <a:lnTo>
                    <a:pt x="14783" y="130009"/>
                  </a:lnTo>
                  <a:lnTo>
                    <a:pt x="14783" y="110184"/>
                  </a:lnTo>
                  <a:lnTo>
                    <a:pt x="-854" y="110184"/>
                  </a:lnTo>
                  <a:lnTo>
                    <a:pt x="-854" y="130009"/>
                  </a:lnTo>
                  <a:close/>
                </a:path>
              </a:pathLst>
            </a:custGeom>
            <a:solidFill>
              <a:srgbClr val="FFFFFF"/>
            </a:solidFill>
            <a:ln w="27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13F4AF4E-B3A9-6EF1-099B-76E7D123EC06}"/>
                </a:ext>
              </a:extLst>
            </p:cNvPr>
            <p:cNvSpPr/>
            <p:nvPr/>
          </p:nvSpPr>
          <p:spPr>
            <a:xfrm rot="-5400000" flipV="1">
              <a:off x="1408726" y="2872638"/>
              <a:ext cx="85062" cy="134719"/>
            </a:xfrm>
            <a:custGeom>
              <a:avLst/>
              <a:gdLst>
                <a:gd name="csX0" fmla="*/ 67546 w 85062"/>
                <a:gd name="csY0" fmla="*/ 81018 h 134719"/>
                <a:gd name="csX1" fmla="*/ 67546 w 85062"/>
                <a:gd name="csY1" fmla="*/ 132523 h 134719"/>
                <a:gd name="csX2" fmla="*/ 83183 w 85062"/>
                <a:gd name="csY2" fmla="*/ 132523 h 134719"/>
                <a:gd name="csX3" fmla="*/ 83183 w 85062"/>
                <a:gd name="csY3" fmla="*/ 279 h 134719"/>
                <a:gd name="csX4" fmla="*/ 67546 w 85062"/>
                <a:gd name="csY4" fmla="*/ 279 h 134719"/>
                <a:gd name="csX5" fmla="*/ 67546 w 85062"/>
                <a:gd name="csY5" fmla="*/ 14555 h 134719"/>
                <a:gd name="csX6" fmla="*/ 55091 w 85062"/>
                <a:gd name="csY6" fmla="*/ 1937 h 134719"/>
                <a:gd name="csX7" fmla="*/ 37035 w 85062"/>
                <a:gd name="csY7" fmla="*/ -2196 h 134719"/>
                <a:gd name="csX8" fmla="*/ 8943 w 85062"/>
                <a:gd name="csY8" fmla="*/ 11564 h 134719"/>
                <a:gd name="csX9" fmla="*/ -1880 w 85062"/>
                <a:gd name="csY9" fmla="*/ 47786 h 134719"/>
                <a:gd name="csX10" fmla="*/ 8943 w 85062"/>
                <a:gd name="csY10" fmla="*/ 83982 h 134719"/>
                <a:gd name="csX11" fmla="*/ 37035 w 85062"/>
                <a:gd name="csY11" fmla="*/ 97742 h 134719"/>
                <a:gd name="csX12" fmla="*/ 55091 w 85062"/>
                <a:gd name="csY12" fmla="*/ 93608 h 134719"/>
                <a:gd name="csX13" fmla="*/ 67546 w 85062"/>
                <a:gd name="csY13" fmla="*/ 81018 h 134719"/>
                <a:gd name="csX14" fmla="*/ 14273 w 85062"/>
                <a:gd name="csY14" fmla="*/ 47786 h 134719"/>
                <a:gd name="csX15" fmla="*/ 21371 w 85062"/>
                <a:gd name="csY15" fmla="*/ 20728 h 134719"/>
                <a:gd name="csX16" fmla="*/ 40869 w 85062"/>
                <a:gd name="csY16" fmla="*/ 10911 h 134719"/>
                <a:gd name="csX17" fmla="*/ 60394 w 85062"/>
                <a:gd name="csY17" fmla="*/ 20728 h 134719"/>
                <a:gd name="csX18" fmla="*/ 67546 w 85062"/>
                <a:gd name="csY18" fmla="*/ 47786 h 134719"/>
                <a:gd name="csX19" fmla="*/ 60394 w 85062"/>
                <a:gd name="csY19" fmla="*/ 74844 h 134719"/>
                <a:gd name="csX20" fmla="*/ 40869 w 85062"/>
                <a:gd name="csY20" fmla="*/ 84662 h 134719"/>
                <a:gd name="csX21" fmla="*/ 21371 w 85062"/>
                <a:gd name="csY21" fmla="*/ 74844 h 134719"/>
                <a:gd name="csX22" fmla="*/ 14273 w 85062"/>
                <a:gd name="csY22" fmla="*/ 47786 h 1347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85062" h="134719">
                  <a:moveTo>
                    <a:pt x="67546" y="81018"/>
                  </a:moveTo>
                  <a:lnTo>
                    <a:pt x="67546" y="132523"/>
                  </a:lnTo>
                  <a:lnTo>
                    <a:pt x="83183" y="132523"/>
                  </a:lnTo>
                  <a:lnTo>
                    <a:pt x="83183" y="279"/>
                  </a:lnTo>
                  <a:lnTo>
                    <a:pt x="67546" y="279"/>
                  </a:lnTo>
                  <a:lnTo>
                    <a:pt x="67546" y="14555"/>
                  </a:lnTo>
                  <a:cubicBezTo>
                    <a:pt x="64265" y="8899"/>
                    <a:pt x="60113" y="4693"/>
                    <a:pt x="55091" y="1937"/>
                  </a:cubicBezTo>
                  <a:cubicBezTo>
                    <a:pt x="50088" y="-818"/>
                    <a:pt x="44069" y="-2196"/>
                    <a:pt x="37035" y="-2196"/>
                  </a:cubicBezTo>
                  <a:cubicBezTo>
                    <a:pt x="25541" y="-2196"/>
                    <a:pt x="16177" y="2391"/>
                    <a:pt x="8943" y="11564"/>
                  </a:cubicBezTo>
                  <a:cubicBezTo>
                    <a:pt x="1728" y="20756"/>
                    <a:pt x="-1880" y="32830"/>
                    <a:pt x="-1880" y="47786"/>
                  </a:cubicBezTo>
                  <a:cubicBezTo>
                    <a:pt x="-1880" y="62743"/>
                    <a:pt x="1728" y="74808"/>
                    <a:pt x="8943" y="83982"/>
                  </a:cubicBezTo>
                  <a:cubicBezTo>
                    <a:pt x="16177" y="93155"/>
                    <a:pt x="25541" y="97742"/>
                    <a:pt x="37035" y="97742"/>
                  </a:cubicBezTo>
                  <a:cubicBezTo>
                    <a:pt x="44069" y="97742"/>
                    <a:pt x="50088" y="96364"/>
                    <a:pt x="55091" y="93608"/>
                  </a:cubicBezTo>
                  <a:cubicBezTo>
                    <a:pt x="60113" y="90871"/>
                    <a:pt x="64265" y="86674"/>
                    <a:pt x="67546" y="81018"/>
                  </a:cubicBezTo>
                  <a:close/>
                  <a:moveTo>
                    <a:pt x="14273" y="47786"/>
                  </a:moveTo>
                  <a:cubicBezTo>
                    <a:pt x="14273" y="36292"/>
                    <a:pt x="16639" y="27273"/>
                    <a:pt x="21371" y="20728"/>
                  </a:cubicBezTo>
                  <a:cubicBezTo>
                    <a:pt x="26103" y="14184"/>
                    <a:pt x="32602" y="10911"/>
                    <a:pt x="40869" y="10911"/>
                  </a:cubicBezTo>
                  <a:cubicBezTo>
                    <a:pt x="49136" y="10911"/>
                    <a:pt x="55644" y="14184"/>
                    <a:pt x="60394" y="20728"/>
                  </a:cubicBezTo>
                  <a:cubicBezTo>
                    <a:pt x="65162" y="27273"/>
                    <a:pt x="67546" y="36292"/>
                    <a:pt x="67546" y="47786"/>
                  </a:cubicBezTo>
                  <a:cubicBezTo>
                    <a:pt x="67546" y="59280"/>
                    <a:pt x="65162" y="68300"/>
                    <a:pt x="60394" y="74844"/>
                  </a:cubicBezTo>
                  <a:cubicBezTo>
                    <a:pt x="55644" y="81389"/>
                    <a:pt x="49136" y="84662"/>
                    <a:pt x="40869" y="84662"/>
                  </a:cubicBezTo>
                  <a:cubicBezTo>
                    <a:pt x="32602" y="84662"/>
                    <a:pt x="26103" y="81389"/>
                    <a:pt x="21371" y="74844"/>
                  </a:cubicBezTo>
                  <a:cubicBezTo>
                    <a:pt x="16639" y="68300"/>
                    <a:pt x="14273" y="59280"/>
                    <a:pt x="14273" y="47786"/>
                  </a:cubicBezTo>
                  <a:close/>
                </a:path>
              </a:pathLst>
            </a:custGeom>
            <a:solidFill>
              <a:srgbClr val="FFFFFF"/>
            </a:solidFill>
            <a:ln w="27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01C89194-68BB-5AAE-E6D7-5E58D4F6BB02}"/>
                </a:ext>
              </a:extLst>
            </p:cNvPr>
            <p:cNvSpPr/>
            <p:nvPr/>
          </p:nvSpPr>
          <p:spPr>
            <a:xfrm rot="-5400000" flipV="1">
              <a:off x="1425341" y="2786175"/>
              <a:ext cx="59391" cy="122209"/>
            </a:xfrm>
            <a:custGeom>
              <a:avLst/>
              <a:gdLst>
                <a:gd name="csX0" fmla="*/ 25967 w 59391"/>
                <a:gd name="csY0" fmla="*/ 120145 h 122209"/>
                <a:gd name="csX1" fmla="*/ 25967 w 59391"/>
                <a:gd name="csY1" fmla="*/ 93114 h 122209"/>
                <a:gd name="csX2" fmla="*/ 58165 w 59391"/>
                <a:gd name="csY2" fmla="*/ 93114 h 122209"/>
                <a:gd name="csX3" fmla="*/ 58165 w 59391"/>
                <a:gd name="csY3" fmla="*/ 80959 h 122209"/>
                <a:gd name="csX4" fmla="*/ 25967 w 59391"/>
                <a:gd name="csY4" fmla="*/ 80959 h 122209"/>
                <a:gd name="csX5" fmla="*/ 25967 w 59391"/>
                <a:gd name="csY5" fmla="*/ 29290 h 122209"/>
                <a:gd name="csX6" fmla="*/ 29149 w 59391"/>
                <a:gd name="csY6" fmla="*/ 14333 h 122209"/>
                <a:gd name="csX7" fmla="*/ 42121 w 59391"/>
                <a:gd name="csY7" fmla="*/ 11016 h 122209"/>
                <a:gd name="csX8" fmla="*/ 58165 w 59391"/>
                <a:gd name="csY8" fmla="*/ 11016 h 122209"/>
                <a:gd name="csX9" fmla="*/ 58165 w 59391"/>
                <a:gd name="csY9" fmla="*/ -2065 h 122209"/>
                <a:gd name="csX10" fmla="*/ 42121 w 59391"/>
                <a:gd name="csY10" fmla="*/ -2065 h 122209"/>
                <a:gd name="csX11" fmla="*/ 17129 w 59391"/>
                <a:gd name="csY11" fmla="*/ 4680 h 122209"/>
                <a:gd name="csX12" fmla="*/ 10249 w 59391"/>
                <a:gd name="csY12" fmla="*/ 29290 h 122209"/>
                <a:gd name="csX13" fmla="*/ 10249 w 59391"/>
                <a:gd name="csY13" fmla="*/ 80959 h 122209"/>
                <a:gd name="csX14" fmla="*/ -1227 w 59391"/>
                <a:gd name="csY14" fmla="*/ 80959 h 122209"/>
                <a:gd name="csX15" fmla="*/ -1227 w 59391"/>
                <a:gd name="csY15" fmla="*/ 93114 h 122209"/>
                <a:gd name="csX16" fmla="*/ 10249 w 59391"/>
                <a:gd name="csY16" fmla="*/ 93114 h 122209"/>
                <a:gd name="csX17" fmla="*/ 10249 w 59391"/>
                <a:gd name="csY17" fmla="*/ 120145 h 122209"/>
                <a:gd name="csX18" fmla="*/ 25967 w 59391"/>
                <a:gd name="csY18" fmla="*/ 120145 h 12220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59391" h="122209">
                  <a:moveTo>
                    <a:pt x="25967" y="120145"/>
                  </a:moveTo>
                  <a:lnTo>
                    <a:pt x="25967" y="93114"/>
                  </a:lnTo>
                  <a:lnTo>
                    <a:pt x="58165" y="93114"/>
                  </a:lnTo>
                  <a:lnTo>
                    <a:pt x="58165" y="80959"/>
                  </a:lnTo>
                  <a:lnTo>
                    <a:pt x="25967" y="80959"/>
                  </a:lnTo>
                  <a:lnTo>
                    <a:pt x="25967" y="29290"/>
                  </a:lnTo>
                  <a:cubicBezTo>
                    <a:pt x="25967" y="21531"/>
                    <a:pt x="27028" y="16545"/>
                    <a:pt x="29149" y="14333"/>
                  </a:cubicBezTo>
                  <a:cubicBezTo>
                    <a:pt x="31270" y="12122"/>
                    <a:pt x="35594" y="11016"/>
                    <a:pt x="42121" y="11016"/>
                  </a:cubicBezTo>
                  <a:lnTo>
                    <a:pt x="58165" y="11016"/>
                  </a:lnTo>
                  <a:lnTo>
                    <a:pt x="58165" y="-2065"/>
                  </a:lnTo>
                  <a:lnTo>
                    <a:pt x="42121" y="-2065"/>
                  </a:lnTo>
                  <a:cubicBezTo>
                    <a:pt x="30046" y="-2065"/>
                    <a:pt x="21716" y="183"/>
                    <a:pt x="17129" y="4680"/>
                  </a:cubicBezTo>
                  <a:cubicBezTo>
                    <a:pt x="12543" y="9194"/>
                    <a:pt x="10249" y="17397"/>
                    <a:pt x="10249" y="29290"/>
                  </a:cubicBezTo>
                  <a:lnTo>
                    <a:pt x="10249" y="80959"/>
                  </a:lnTo>
                  <a:lnTo>
                    <a:pt x="-1227" y="80959"/>
                  </a:lnTo>
                  <a:lnTo>
                    <a:pt x="-1227" y="93114"/>
                  </a:lnTo>
                  <a:lnTo>
                    <a:pt x="10249" y="93114"/>
                  </a:lnTo>
                  <a:lnTo>
                    <a:pt x="10249" y="120145"/>
                  </a:lnTo>
                  <a:lnTo>
                    <a:pt x="25967" y="120145"/>
                  </a:lnTo>
                  <a:close/>
                </a:path>
              </a:pathLst>
            </a:custGeom>
            <a:solidFill>
              <a:srgbClr val="FFFFFF"/>
            </a:solidFill>
            <a:ln w="27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8EC88A14-A5DD-FCCE-BBF1-D36C989210A0}"/>
                </a:ext>
              </a:extLst>
            </p:cNvPr>
            <p:cNvSpPr/>
            <p:nvPr/>
          </p:nvSpPr>
          <p:spPr>
            <a:xfrm rot="-5400000" flipV="1">
              <a:off x="1410153" y="2691625"/>
              <a:ext cx="79732" cy="132244"/>
            </a:xfrm>
            <a:custGeom>
              <a:avLst/>
              <a:gdLst>
                <a:gd name="csX0" fmla="*/ 77723 w 79732"/>
                <a:gd name="csY0" fmla="*/ 55205 h 132244"/>
                <a:gd name="csX1" fmla="*/ 77723 w 79732"/>
                <a:gd name="csY1" fmla="*/ -2256 h 132244"/>
                <a:gd name="csX2" fmla="*/ 62086 w 79732"/>
                <a:gd name="csY2" fmla="*/ -2256 h 132244"/>
                <a:gd name="csX3" fmla="*/ 62086 w 79732"/>
                <a:gd name="csY3" fmla="*/ 54688 h 132244"/>
                <a:gd name="csX4" fmla="*/ 56811 w 79732"/>
                <a:gd name="csY4" fmla="*/ 74893 h 132244"/>
                <a:gd name="csX5" fmla="*/ 41011 w 79732"/>
                <a:gd name="csY5" fmla="*/ 81610 h 132244"/>
                <a:gd name="csX6" fmla="*/ 21023 w 79732"/>
                <a:gd name="csY6" fmla="*/ 73533 h 132244"/>
                <a:gd name="csX7" fmla="*/ 13708 w 79732"/>
                <a:gd name="csY7" fmla="*/ 51533 h 132244"/>
                <a:gd name="csX8" fmla="*/ 13708 w 79732"/>
                <a:gd name="csY8" fmla="*/ -2256 h 132244"/>
                <a:gd name="csX9" fmla="*/ -2010 w 79732"/>
                <a:gd name="csY9" fmla="*/ -2256 h 132244"/>
                <a:gd name="csX10" fmla="*/ -2010 w 79732"/>
                <a:gd name="csY10" fmla="*/ 129988 h 132244"/>
                <a:gd name="csX11" fmla="*/ 13708 w 79732"/>
                <a:gd name="csY11" fmla="*/ 129988 h 132244"/>
                <a:gd name="csX12" fmla="*/ 13708 w 79732"/>
                <a:gd name="csY12" fmla="*/ 78129 h 132244"/>
                <a:gd name="csX13" fmla="*/ 26924 w 79732"/>
                <a:gd name="csY13" fmla="*/ 90965 h 132244"/>
                <a:gd name="csX14" fmla="*/ 44492 w 79732"/>
                <a:gd name="csY14" fmla="*/ 95207 h 132244"/>
                <a:gd name="csX15" fmla="*/ 69293 w 79732"/>
                <a:gd name="csY15" fmla="*/ 85064 h 132244"/>
                <a:gd name="csX16" fmla="*/ 77723 w 79732"/>
                <a:gd name="csY16" fmla="*/ 55205 h 1322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79732" h="132244">
                  <a:moveTo>
                    <a:pt x="77723" y="55205"/>
                  </a:moveTo>
                  <a:lnTo>
                    <a:pt x="77723" y="-2256"/>
                  </a:lnTo>
                  <a:lnTo>
                    <a:pt x="62086" y="-2256"/>
                  </a:lnTo>
                  <a:lnTo>
                    <a:pt x="62086" y="54688"/>
                  </a:lnTo>
                  <a:cubicBezTo>
                    <a:pt x="62086" y="63698"/>
                    <a:pt x="60328" y="70433"/>
                    <a:pt x="56811" y="74893"/>
                  </a:cubicBezTo>
                  <a:cubicBezTo>
                    <a:pt x="53293" y="79371"/>
                    <a:pt x="48027" y="81610"/>
                    <a:pt x="41011" y="81610"/>
                  </a:cubicBezTo>
                  <a:cubicBezTo>
                    <a:pt x="32563" y="81610"/>
                    <a:pt x="25900" y="78918"/>
                    <a:pt x="21023" y="73533"/>
                  </a:cubicBezTo>
                  <a:cubicBezTo>
                    <a:pt x="16146" y="68167"/>
                    <a:pt x="13708" y="60834"/>
                    <a:pt x="13708" y="51533"/>
                  </a:cubicBezTo>
                  <a:lnTo>
                    <a:pt x="13708" y="-2256"/>
                  </a:lnTo>
                  <a:lnTo>
                    <a:pt x="-2010" y="-2256"/>
                  </a:lnTo>
                  <a:lnTo>
                    <a:pt x="-2010" y="129988"/>
                  </a:lnTo>
                  <a:lnTo>
                    <a:pt x="13708" y="129988"/>
                  </a:lnTo>
                  <a:lnTo>
                    <a:pt x="13708" y="78129"/>
                  </a:lnTo>
                  <a:cubicBezTo>
                    <a:pt x="17461" y="83858"/>
                    <a:pt x="21866" y="88137"/>
                    <a:pt x="26924" y="90965"/>
                  </a:cubicBezTo>
                  <a:cubicBezTo>
                    <a:pt x="32001" y="93793"/>
                    <a:pt x="37856" y="95207"/>
                    <a:pt x="44492" y="95207"/>
                  </a:cubicBezTo>
                  <a:cubicBezTo>
                    <a:pt x="55424" y="95207"/>
                    <a:pt x="63691" y="91826"/>
                    <a:pt x="69293" y="85064"/>
                  </a:cubicBezTo>
                  <a:cubicBezTo>
                    <a:pt x="74913" y="78301"/>
                    <a:pt x="77723" y="68348"/>
                    <a:pt x="77723" y="55205"/>
                  </a:cubicBezTo>
                  <a:close/>
                </a:path>
              </a:pathLst>
            </a:custGeom>
            <a:solidFill>
              <a:srgbClr val="FFFFFF"/>
            </a:solidFill>
            <a:ln w="27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67C0777-BDB1-1342-C512-1789A3D5FCCA}"/>
                </a:ext>
              </a:extLst>
            </p:cNvPr>
            <p:cNvSpPr/>
            <p:nvPr/>
          </p:nvSpPr>
          <p:spPr>
            <a:xfrm rot="-5400000" flipV="1">
              <a:off x="1516142" y="2703108"/>
              <a:ext cx="12431" cy="12431"/>
            </a:xfrm>
            <a:custGeom>
              <a:avLst/>
              <a:gdLst/>
              <a:ahLst/>
              <a:cxnLst/>
              <a:rect l="l" t="t" r="r" b="b"/>
              <a:pathLst>
                <a:path w="12431" h="12431"/>
              </a:pathLst>
            </a:custGeom>
            <a:solidFill>
              <a:srgbClr val="FFFFFF"/>
            </a:solidFill>
            <a:ln w="27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43C7380E-1CBB-3B4A-1601-F4481F54B813}"/>
                </a:ext>
              </a:extLst>
            </p:cNvPr>
            <p:cNvSpPr/>
            <p:nvPr/>
          </p:nvSpPr>
          <p:spPr>
            <a:xfrm rot="-5400000" flipV="1">
              <a:off x="1442093" y="2535827"/>
              <a:ext cx="38996" cy="155005"/>
            </a:xfrm>
            <a:custGeom>
              <a:avLst/>
              <a:gdLst>
                <a:gd name="csX0" fmla="*/ 37767 w 38996"/>
                <a:gd name="csY0" fmla="*/ 153163 h 155005"/>
                <a:gd name="csX1" fmla="*/ 20852 w 38996"/>
                <a:gd name="csY1" fmla="*/ 114494 h 155005"/>
                <a:gd name="csX2" fmla="*/ 15332 w 38996"/>
                <a:gd name="csY2" fmla="*/ 75742 h 155005"/>
                <a:gd name="csX3" fmla="*/ 20907 w 38996"/>
                <a:gd name="csY3" fmla="*/ 36882 h 155005"/>
                <a:gd name="csX4" fmla="*/ 37767 w 38996"/>
                <a:gd name="csY4" fmla="*/ -1842 h 155005"/>
                <a:gd name="csX5" fmla="*/ 24170 w 38996"/>
                <a:gd name="csY5" fmla="*/ -1842 h 155005"/>
                <a:gd name="csX6" fmla="*/ 5107 w 38996"/>
                <a:gd name="csY6" fmla="*/ 37426 h 155005"/>
                <a:gd name="csX7" fmla="*/ -1229 w 38996"/>
                <a:gd name="csY7" fmla="*/ 75742 h 155005"/>
                <a:gd name="csX8" fmla="*/ 5053 w 38996"/>
                <a:gd name="csY8" fmla="*/ 113895 h 155005"/>
                <a:gd name="csX9" fmla="*/ 24170 w 38996"/>
                <a:gd name="csY9" fmla="*/ 153163 h 155005"/>
                <a:gd name="csX10" fmla="*/ 37767 w 38996"/>
                <a:gd name="csY10" fmla="*/ 153163 h 1550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8996" h="155005">
                  <a:moveTo>
                    <a:pt x="37767" y="153163"/>
                  </a:moveTo>
                  <a:cubicBezTo>
                    <a:pt x="30189" y="140147"/>
                    <a:pt x="24551" y="127257"/>
                    <a:pt x="20852" y="114494"/>
                  </a:cubicBezTo>
                  <a:cubicBezTo>
                    <a:pt x="17172" y="101749"/>
                    <a:pt x="15332" y="88831"/>
                    <a:pt x="15332" y="75742"/>
                  </a:cubicBezTo>
                  <a:cubicBezTo>
                    <a:pt x="15332" y="62671"/>
                    <a:pt x="17190" y="49717"/>
                    <a:pt x="20907" y="36882"/>
                  </a:cubicBezTo>
                  <a:cubicBezTo>
                    <a:pt x="24623" y="24046"/>
                    <a:pt x="30243" y="11138"/>
                    <a:pt x="37767" y="-1842"/>
                  </a:cubicBezTo>
                  <a:lnTo>
                    <a:pt x="24170" y="-1842"/>
                  </a:lnTo>
                  <a:cubicBezTo>
                    <a:pt x="15685" y="11483"/>
                    <a:pt x="9331" y="24572"/>
                    <a:pt x="5107" y="37426"/>
                  </a:cubicBezTo>
                  <a:cubicBezTo>
                    <a:pt x="883" y="50279"/>
                    <a:pt x="-1229" y="63052"/>
                    <a:pt x="-1229" y="75742"/>
                  </a:cubicBezTo>
                  <a:cubicBezTo>
                    <a:pt x="-1229" y="88378"/>
                    <a:pt x="865" y="101096"/>
                    <a:pt x="5053" y="113895"/>
                  </a:cubicBezTo>
                  <a:cubicBezTo>
                    <a:pt x="9259" y="126713"/>
                    <a:pt x="15631" y="139802"/>
                    <a:pt x="24170" y="153163"/>
                  </a:cubicBezTo>
                  <a:lnTo>
                    <a:pt x="37767" y="153163"/>
                  </a:lnTo>
                  <a:close/>
                </a:path>
              </a:pathLst>
            </a:custGeom>
            <a:solidFill>
              <a:srgbClr val="FFFFFF"/>
            </a:solidFill>
            <a:ln w="27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AE8BE67B-4003-B956-62AB-7183D0D376A5}"/>
                </a:ext>
              </a:extLst>
            </p:cNvPr>
            <p:cNvSpPr/>
            <p:nvPr/>
          </p:nvSpPr>
          <p:spPr>
            <a:xfrm rot="-5400000" flipV="1">
              <a:off x="1394653" y="2441318"/>
              <a:ext cx="116091" cy="126887"/>
            </a:xfrm>
            <a:custGeom>
              <a:avLst/>
              <a:gdLst>
                <a:gd name="csX0" fmla="*/ -2725 w 116091"/>
                <a:gd name="csY0" fmla="*/ 124709 h 126887"/>
                <a:gd name="csX1" fmla="*/ 22864 w 116091"/>
                <a:gd name="csY1" fmla="*/ 124709 h 126887"/>
                <a:gd name="csX2" fmla="*/ 55225 w 116091"/>
                <a:gd name="csY2" fmla="*/ 38368 h 126887"/>
                <a:gd name="csX3" fmla="*/ 87776 w 116091"/>
                <a:gd name="csY3" fmla="*/ 124709 h 126887"/>
                <a:gd name="csX4" fmla="*/ 113366 w 116091"/>
                <a:gd name="csY4" fmla="*/ 124709 h 126887"/>
                <a:gd name="csX5" fmla="*/ 113366 w 116091"/>
                <a:gd name="csY5" fmla="*/ -2178 h 126887"/>
                <a:gd name="csX6" fmla="*/ 96614 w 116091"/>
                <a:gd name="csY6" fmla="*/ -2178 h 126887"/>
                <a:gd name="csX7" fmla="*/ 96614 w 116091"/>
                <a:gd name="csY7" fmla="*/ 109236 h 126887"/>
                <a:gd name="csX8" fmla="*/ 63900 w 116091"/>
                <a:gd name="csY8" fmla="*/ 22215 h 126887"/>
                <a:gd name="csX9" fmla="*/ 46659 w 116091"/>
                <a:gd name="csY9" fmla="*/ 22215 h 126887"/>
                <a:gd name="csX10" fmla="*/ 13945 w 116091"/>
                <a:gd name="csY10" fmla="*/ 109236 h 126887"/>
                <a:gd name="csX11" fmla="*/ 13945 w 116091"/>
                <a:gd name="csY11" fmla="*/ -2178 h 126887"/>
                <a:gd name="csX12" fmla="*/ -2725 w 116091"/>
                <a:gd name="csY12" fmla="*/ -2178 h 126887"/>
                <a:gd name="csX13" fmla="*/ -2725 w 116091"/>
                <a:gd name="csY13" fmla="*/ 124709 h 1268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16091" h="126887">
                  <a:moveTo>
                    <a:pt x="-2725" y="124709"/>
                  </a:moveTo>
                  <a:lnTo>
                    <a:pt x="22864" y="124709"/>
                  </a:lnTo>
                  <a:lnTo>
                    <a:pt x="55225" y="38368"/>
                  </a:lnTo>
                  <a:lnTo>
                    <a:pt x="87776" y="124709"/>
                  </a:lnTo>
                  <a:lnTo>
                    <a:pt x="113366" y="124709"/>
                  </a:lnTo>
                  <a:lnTo>
                    <a:pt x="113366" y="-2178"/>
                  </a:lnTo>
                  <a:lnTo>
                    <a:pt x="96614" y="-2178"/>
                  </a:lnTo>
                  <a:lnTo>
                    <a:pt x="96614" y="109236"/>
                  </a:lnTo>
                  <a:lnTo>
                    <a:pt x="63900" y="22215"/>
                  </a:lnTo>
                  <a:lnTo>
                    <a:pt x="46659" y="22215"/>
                  </a:lnTo>
                  <a:lnTo>
                    <a:pt x="13945" y="109236"/>
                  </a:lnTo>
                  <a:lnTo>
                    <a:pt x="13945" y="-2178"/>
                  </a:lnTo>
                  <a:lnTo>
                    <a:pt x="-2725" y="-2178"/>
                  </a:lnTo>
                  <a:lnTo>
                    <a:pt x="-2725" y="124709"/>
                  </a:lnTo>
                  <a:close/>
                </a:path>
              </a:pathLst>
            </a:custGeom>
            <a:solidFill>
              <a:srgbClr val="FFFFFF"/>
            </a:solidFill>
            <a:ln w="27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45D866FA-4B28-D45E-385D-96B20EE51B18}"/>
                </a:ext>
              </a:extLst>
            </p:cNvPr>
            <p:cNvSpPr/>
            <p:nvPr/>
          </p:nvSpPr>
          <p:spPr>
            <a:xfrm rot="-5400000" flipV="1">
              <a:off x="1408671" y="2303978"/>
              <a:ext cx="85171" cy="134719"/>
            </a:xfrm>
            <a:custGeom>
              <a:avLst/>
              <a:gdLst>
                <a:gd name="csX0" fmla="*/ 66827 w 85171"/>
                <a:gd name="csY0" fmla="*/ 47741 h 134719"/>
                <a:gd name="csX1" fmla="*/ 59729 w 85171"/>
                <a:gd name="csY1" fmla="*/ 74799 h 134719"/>
                <a:gd name="csX2" fmla="*/ 40231 w 85171"/>
                <a:gd name="csY2" fmla="*/ 84616 h 134719"/>
                <a:gd name="csX3" fmla="*/ 20706 w 85171"/>
                <a:gd name="csY3" fmla="*/ 74799 h 134719"/>
                <a:gd name="csX4" fmla="*/ 13608 w 85171"/>
                <a:gd name="csY4" fmla="*/ 47741 h 134719"/>
                <a:gd name="csX5" fmla="*/ 20706 w 85171"/>
                <a:gd name="csY5" fmla="*/ 20683 h 134719"/>
                <a:gd name="csX6" fmla="*/ 40231 w 85171"/>
                <a:gd name="csY6" fmla="*/ 10866 h 134719"/>
                <a:gd name="csX7" fmla="*/ 59729 w 85171"/>
                <a:gd name="csY7" fmla="*/ 20683 h 134719"/>
                <a:gd name="csX8" fmla="*/ 66827 w 85171"/>
                <a:gd name="csY8" fmla="*/ 47741 h 134719"/>
                <a:gd name="csX9" fmla="*/ 13608 w 85171"/>
                <a:gd name="csY9" fmla="*/ 80972 h 134719"/>
                <a:gd name="csX10" fmla="*/ 26063 w 85171"/>
                <a:gd name="csY10" fmla="*/ 93563 h 134719"/>
                <a:gd name="csX11" fmla="*/ 44038 w 85171"/>
                <a:gd name="csY11" fmla="*/ 97696 h 134719"/>
                <a:gd name="csX12" fmla="*/ 72211 w 85171"/>
                <a:gd name="csY12" fmla="*/ 83936 h 134719"/>
                <a:gd name="csX13" fmla="*/ 83062 w 85171"/>
                <a:gd name="csY13" fmla="*/ 47741 h 134719"/>
                <a:gd name="csX14" fmla="*/ 72211 w 85171"/>
                <a:gd name="csY14" fmla="*/ 11518 h 134719"/>
                <a:gd name="csX15" fmla="*/ 44038 w 85171"/>
                <a:gd name="csY15" fmla="*/ -2242 h 134719"/>
                <a:gd name="csX16" fmla="*/ 26063 w 85171"/>
                <a:gd name="csY16" fmla="*/ 1892 h 134719"/>
                <a:gd name="csX17" fmla="*/ 13608 w 85171"/>
                <a:gd name="csY17" fmla="*/ 14510 h 134719"/>
                <a:gd name="csX18" fmla="*/ 13608 w 85171"/>
                <a:gd name="csY18" fmla="*/ 233 h 134719"/>
                <a:gd name="csX19" fmla="*/ -2110 w 85171"/>
                <a:gd name="csY19" fmla="*/ 233 h 134719"/>
                <a:gd name="csX20" fmla="*/ -2110 w 85171"/>
                <a:gd name="csY20" fmla="*/ 132477 h 134719"/>
                <a:gd name="csX21" fmla="*/ 13608 w 85171"/>
                <a:gd name="csY21" fmla="*/ 132477 h 134719"/>
                <a:gd name="csX22" fmla="*/ 13608 w 85171"/>
                <a:gd name="csY22" fmla="*/ 80972 h 1347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85171" h="134719">
                  <a:moveTo>
                    <a:pt x="66827" y="47741"/>
                  </a:moveTo>
                  <a:cubicBezTo>
                    <a:pt x="66827" y="59235"/>
                    <a:pt x="64461" y="68254"/>
                    <a:pt x="59729" y="74799"/>
                  </a:cubicBezTo>
                  <a:cubicBezTo>
                    <a:pt x="54997" y="81343"/>
                    <a:pt x="48498" y="84616"/>
                    <a:pt x="40231" y="84616"/>
                  </a:cubicBezTo>
                  <a:cubicBezTo>
                    <a:pt x="31946" y="84616"/>
                    <a:pt x="25437" y="81343"/>
                    <a:pt x="20706" y="74799"/>
                  </a:cubicBezTo>
                  <a:cubicBezTo>
                    <a:pt x="15974" y="68254"/>
                    <a:pt x="13608" y="59235"/>
                    <a:pt x="13608" y="47741"/>
                  </a:cubicBezTo>
                  <a:cubicBezTo>
                    <a:pt x="13608" y="36247"/>
                    <a:pt x="15974" y="27227"/>
                    <a:pt x="20706" y="20683"/>
                  </a:cubicBezTo>
                  <a:cubicBezTo>
                    <a:pt x="25437" y="14138"/>
                    <a:pt x="31946" y="10866"/>
                    <a:pt x="40231" y="10866"/>
                  </a:cubicBezTo>
                  <a:cubicBezTo>
                    <a:pt x="48498" y="10866"/>
                    <a:pt x="54997" y="14138"/>
                    <a:pt x="59729" y="20683"/>
                  </a:cubicBezTo>
                  <a:cubicBezTo>
                    <a:pt x="64461" y="27227"/>
                    <a:pt x="66827" y="36247"/>
                    <a:pt x="66827" y="47741"/>
                  </a:cubicBezTo>
                  <a:close/>
                  <a:moveTo>
                    <a:pt x="13608" y="80972"/>
                  </a:moveTo>
                  <a:cubicBezTo>
                    <a:pt x="16908" y="86628"/>
                    <a:pt x="21059" y="90825"/>
                    <a:pt x="26063" y="93563"/>
                  </a:cubicBezTo>
                  <a:cubicBezTo>
                    <a:pt x="31085" y="96318"/>
                    <a:pt x="37077" y="97696"/>
                    <a:pt x="44038" y="97696"/>
                  </a:cubicBezTo>
                  <a:cubicBezTo>
                    <a:pt x="55605" y="97696"/>
                    <a:pt x="64996" y="93109"/>
                    <a:pt x="72211" y="83936"/>
                  </a:cubicBezTo>
                  <a:cubicBezTo>
                    <a:pt x="79445" y="74762"/>
                    <a:pt x="83062" y="62697"/>
                    <a:pt x="83062" y="47741"/>
                  </a:cubicBezTo>
                  <a:cubicBezTo>
                    <a:pt x="83062" y="32784"/>
                    <a:pt x="79445" y="20710"/>
                    <a:pt x="72211" y="11518"/>
                  </a:cubicBezTo>
                  <a:cubicBezTo>
                    <a:pt x="64996" y="2345"/>
                    <a:pt x="55605" y="-2242"/>
                    <a:pt x="44038" y="-2242"/>
                  </a:cubicBezTo>
                  <a:cubicBezTo>
                    <a:pt x="37077" y="-2242"/>
                    <a:pt x="31085" y="-864"/>
                    <a:pt x="26063" y="1892"/>
                  </a:cubicBezTo>
                  <a:cubicBezTo>
                    <a:pt x="21059" y="4647"/>
                    <a:pt x="16908" y="8853"/>
                    <a:pt x="13608" y="14510"/>
                  </a:cubicBezTo>
                  <a:lnTo>
                    <a:pt x="13608" y="233"/>
                  </a:lnTo>
                  <a:lnTo>
                    <a:pt x="-2110" y="233"/>
                  </a:lnTo>
                  <a:lnTo>
                    <a:pt x="-2110" y="132477"/>
                  </a:lnTo>
                  <a:lnTo>
                    <a:pt x="13608" y="132477"/>
                  </a:lnTo>
                  <a:lnTo>
                    <a:pt x="13608" y="80972"/>
                  </a:lnTo>
                  <a:close/>
                </a:path>
              </a:pathLst>
            </a:custGeom>
            <a:solidFill>
              <a:srgbClr val="FFFFFF"/>
            </a:solidFill>
            <a:ln w="27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67B622B5-6C63-88BD-A69F-1EA6E95682B6}"/>
                </a:ext>
              </a:extLst>
            </p:cNvPr>
            <p:cNvSpPr/>
            <p:nvPr/>
          </p:nvSpPr>
          <p:spPr>
            <a:xfrm rot="-5400000" flipV="1">
              <a:off x="1442922" y="2194032"/>
              <a:ext cx="85171" cy="133658"/>
            </a:xfrm>
            <a:custGeom>
              <a:avLst/>
              <a:gdLst>
                <a:gd name="csX0" fmla="*/ 13611 w 85171"/>
                <a:gd name="csY0" fmla="*/ 49481 h 133658"/>
                <a:gd name="csX1" fmla="*/ 13611 w 85171"/>
                <a:gd name="csY1" fmla="*/ -991 h 133658"/>
                <a:gd name="csX2" fmla="*/ -2107 w 85171"/>
                <a:gd name="csY2" fmla="*/ -991 h 133658"/>
                <a:gd name="csX3" fmla="*/ -2107 w 85171"/>
                <a:gd name="csY3" fmla="*/ 130383 h 133658"/>
                <a:gd name="csX4" fmla="*/ 13611 w 85171"/>
                <a:gd name="csY4" fmla="*/ 130383 h 133658"/>
                <a:gd name="csX5" fmla="*/ 13611 w 85171"/>
                <a:gd name="csY5" fmla="*/ 115943 h 133658"/>
                <a:gd name="csX6" fmla="*/ 26066 w 85171"/>
                <a:gd name="csY6" fmla="*/ 128534 h 133658"/>
                <a:gd name="csX7" fmla="*/ 44041 w 85171"/>
                <a:gd name="csY7" fmla="*/ 132667 h 133658"/>
                <a:gd name="csX8" fmla="*/ 72214 w 85171"/>
                <a:gd name="csY8" fmla="*/ 118907 h 133658"/>
                <a:gd name="csX9" fmla="*/ 83064 w 85171"/>
                <a:gd name="csY9" fmla="*/ 82712 h 133658"/>
                <a:gd name="csX10" fmla="*/ 72214 w 85171"/>
                <a:gd name="csY10" fmla="*/ 46489 h 133658"/>
                <a:gd name="csX11" fmla="*/ 44041 w 85171"/>
                <a:gd name="csY11" fmla="*/ 32729 h 133658"/>
                <a:gd name="csX12" fmla="*/ 26066 w 85171"/>
                <a:gd name="csY12" fmla="*/ 36863 h 133658"/>
                <a:gd name="csX13" fmla="*/ 13611 w 85171"/>
                <a:gd name="csY13" fmla="*/ 49481 h 133658"/>
                <a:gd name="csX14" fmla="*/ 66830 w 85171"/>
                <a:gd name="csY14" fmla="*/ 82712 h 133658"/>
                <a:gd name="csX15" fmla="*/ 59732 w 85171"/>
                <a:gd name="csY15" fmla="*/ 109770 h 133658"/>
                <a:gd name="csX16" fmla="*/ 40234 w 85171"/>
                <a:gd name="csY16" fmla="*/ 119587 h 133658"/>
                <a:gd name="csX17" fmla="*/ 20708 w 85171"/>
                <a:gd name="csY17" fmla="*/ 109770 h 133658"/>
                <a:gd name="csX18" fmla="*/ 13611 w 85171"/>
                <a:gd name="csY18" fmla="*/ 82712 h 133658"/>
                <a:gd name="csX19" fmla="*/ 20708 w 85171"/>
                <a:gd name="csY19" fmla="*/ 55654 h 133658"/>
                <a:gd name="csX20" fmla="*/ 40234 w 85171"/>
                <a:gd name="csY20" fmla="*/ 45837 h 133658"/>
                <a:gd name="csX21" fmla="*/ 59732 w 85171"/>
                <a:gd name="csY21" fmla="*/ 55654 h 133658"/>
                <a:gd name="csX22" fmla="*/ 66830 w 85171"/>
                <a:gd name="csY22" fmla="*/ 82712 h 1336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85171" h="133658">
                  <a:moveTo>
                    <a:pt x="13611" y="49481"/>
                  </a:moveTo>
                  <a:lnTo>
                    <a:pt x="13611" y="-991"/>
                  </a:lnTo>
                  <a:lnTo>
                    <a:pt x="-2107" y="-991"/>
                  </a:lnTo>
                  <a:lnTo>
                    <a:pt x="-2107" y="130383"/>
                  </a:lnTo>
                  <a:lnTo>
                    <a:pt x="13611" y="130383"/>
                  </a:lnTo>
                  <a:lnTo>
                    <a:pt x="13611" y="115943"/>
                  </a:lnTo>
                  <a:cubicBezTo>
                    <a:pt x="16910" y="121599"/>
                    <a:pt x="21062" y="125796"/>
                    <a:pt x="26066" y="128534"/>
                  </a:cubicBezTo>
                  <a:cubicBezTo>
                    <a:pt x="31088" y="131289"/>
                    <a:pt x="37079" y="132667"/>
                    <a:pt x="44041" y="132667"/>
                  </a:cubicBezTo>
                  <a:cubicBezTo>
                    <a:pt x="55607" y="132667"/>
                    <a:pt x="64998" y="128081"/>
                    <a:pt x="72214" y="118907"/>
                  </a:cubicBezTo>
                  <a:cubicBezTo>
                    <a:pt x="79448" y="109734"/>
                    <a:pt x="83064" y="97669"/>
                    <a:pt x="83064" y="82712"/>
                  </a:cubicBezTo>
                  <a:cubicBezTo>
                    <a:pt x="83064" y="67755"/>
                    <a:pt x="79448" y="55681"/>
                    <a:pt x="72214" y="46489"/>
                  </a:cubicBezTo>
                  <a:cubicBezTo>
                    <a:pt x="64998" y="37316"/>
                    <a:pt x="55607" y="32729"/>
                    <a:pt x="44041" y="32729"/>
                  </a:cubicBezTo>
                  <a:cubicBezTo>
                    <a:pt x="37079" y="32729"/>
                    <a:pt x="31088" y="34107"/>
                    <a:pt x="26066" y="36863"/>
                  </a:cubicBezTo>
                  <a:cubicBezTo>
                    <a:pt x="21062" y="39618"/>
                    <a:pt x="16910" y="43824"/>
                    <a:pt x="13611" y="49481"/>
                  </a:cubicBezTo>
                  <a:close/>
                  <a:moveTo>
                    <a:pt x="66830" y="82712"/>
                  </a:moveTo>
                  <a:cubicBezTo>
                    <a:pt x="66830" y="94206"/>
                    <a:pt x="64464" y="103225"/>
                    <a:pt x="59732" y="109770"/>
                  </a:cubicBezTo>
                  <a:cubicBezTo>
                    <a:pt x="55000" y="116315"/>
                    <a:pt x="48501" y="119587"/>
                    <a:pt x="40234" y="119587"/>
                  </a:cubicBezTo>
                  <a:cubicBezTo>
                    <a:pt x="31949" y="119587"/>
                    <a:pt x="25440" y="116315"/>
                    <a:pt x="20708" y="109770"/>
                  </a:cubicBezTo>
                  <a:cubicBezTo>
                    <a:pt x="15977" y="103225"/>
                    <a:pt x="13611" y="94206"/>
                    <a:pt x="13611" y="82712"/>
                  </a:cubicBezTo>
                  <a:cubicBezTo>
                    <a:pt x="13611" y="71218"/>
                    <a:pt x="15977" y="62199"/>
                    <a:pt x="20708" y="55654"/>
                  </a:cubicBezTo>
                  <a:cubicBezTo>
                    <a:pt x="25440" y="49109"/>
                    <a:pt x="31949" y="45837"/>
                    <a:pt x="40234" y="45837"/>
                  </a:cubicBezTo>
                  <a:cubicBezTo>
                    <a:pt x="48501" y="45837"/>
                    <a:pt x="55000" y="49109"/>
                    <a:pt x="59732" y="55654"/>
                  </a:cubicBezTo>
                  <a:cubicBezTo>
                    <a:pt x="64464" y="62199"/>
                    <a:pt x="66830" y="71218"/>
                    <a:pt x="66830" y="82712"/>
                  </a:cubicBezTo>
                  <a:close/>
                </a:path>
              </a:pathLst>
            </a:custGeom>
            <a:solidFill>
              <a:srgbClr val="FFFFFF"/>
            </a:solidFill>
            <a:ln w="27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D8FA3E83-BD1D-8EBD-AE37-2DA1A8D7B3C7}"/>
                </a:ext>
              </a:extLst>
            </p:cNvPr>
            <p:cNvSpPr/>
            <p:nvPr/>
          </p:nvSpPr>
          <p:spPr>
            <a:xfrm rot="-5400000" flipV="1">
              <a:off x="1432276" y="2112994"/>
              <a:ext cx="72743" cy="99937"/>
            </a:xfrm>
            <a:custGeom>
              <a:avLst/>
              <a:gdLst>
                <a:gd name="csX0" fmla="*/ 65985 w 72743"/>
                <a:gd name="csY0" fmla="*/ 93234 h 99937"/>
                <a:gd name="csX1" fmla="*/ 65985 w 72743"/>
                <a:gd name="csY1" fmla="*/ 78440 h 99937"/>
                <a:gd name="csX2" fmla="*/ 52225 w 72743"/>
                <a:gd name="csY2" fmla="*/ 83525 h 99937"/>
                <a:gd name="csX3" fmla="*/ 37432 w 72743"/>
                <a:gd name="csY3" fmla="*/ 85238 h 99937"/>
                <a:gd name="csX4" fmla="*/ 19973 w 72743"/>
                <a:gd name="csY4" fmla="*/ 81676 h 99937"/>
                <a:gd name="csX5" fmla="*/ 14154 w 72743"/>
                <a:gd name="csY5" fmla="*/ 70962 h 99937"/>
                <a:gd name="csX6" fmla="*/ 18314 w 72743"/>
                <a:gd name="csY6" fmla="*/ 62423 h 99937"/>
                <a:gd name="csX7" fmla="*/ 35066 w 72743"/>
                <a:gd name="csY7" fmla="*/ 56522 h 99937"/>
                <a:gd name="csX8" fmla="*/ 40423 w 72743"/>
                <a:gd name="csY8" fmla="*/ 55325 h 99937"/>
                <a:gd name="csX9" fmla="*/ 64082 w 72743"/>
                <a:gd name="csY9" fmla="*/ 45263 h 99937"/>
                <a:gd name="csX10" fmla="*/ 71098 w 72743"/>
                <a:gd name="csY10" fmla="*/ 27125 h 99937"/>
                <a:gd name="csX11" fmla="*/ 60601 w 72743"/>
                <a:gd name="csY11" fmla="*/ 6104 h 99937"/>
                <a:gd name="csX12" fmla="*/ 31748 w 72743"/>
                <a:gd name="csY12" fmla="*/ -1619 h 99937"/>
                <a:gd name="csX13" fmla="*/ 15812 w 72743"/>
                <a:gd name="csY13" fmla="*/ -123 h 99937"/>
                <a:gd name="csX14" fmla="*/ -1646 w 72743"/>
                <a:gd name="csY14" fmla="*/ 4336 h 99937"/>
                <a:gd name="csX15" fmla="*/ -1646 w 72743"/>
                <a:gd name="csY15" fmla="*/ 20490 h 99937"/>
                <a:gd name="csX16" fmla="*/ 15432 w 72743"/>
                <a:gd name="csY16" fmla="*/ 13718 h 99937"/>
                <a:gd name="csX17" fmla="*/ 32102 w 72743"/>
                <a:gd name="csY17" fmla="*/ 11488 h 99937"/>
                <a:gd name="csX18" fmla="*/ 49071 w 72743"/>
                <a:gd name="csY18" fmla="*/ 15268 h 99937"/>
                <a:gd name="csX19" fmla="*/ 55026 w 72743"/>
                <a:gd name="csY19" fmla="*/ 25928 h 99937"/>
                <a:gd name="csX20" fmla="*/ 50730 w 72743"/>
                <a:gd name="csY20" fmla="*/ 35691 h 99937"/>
                <a:gd name="csX21" fmla="*/ 31911 w 72743"/>
                <a:gd name="csY21" fmla="*/ 42245 h 99937"/>
                <a:gd name="csX22" fmla="*/ 26472 w 72743"/>
                <a:gd name="csY22" fmla="*/ 43523 h 99937"/>
                <a:gd name="csX23" fmla="*/ 5479 w 72743"/>
                <a:gd name="csY23" fmla="*/ 52905 h 99937"/>
                <a:gd name="csX24" fmla="*/ -966 w 72743"/>
                <a:gd name="csY24" fmla="*/ 70282 h 99937"/>
                <a:gd name="csX25" fmla="*/ 8552 w 72743"/>
                <a:gd name="csY25" fmla="*/ 91004 h 99937"/>
                <a:gd name="csX26" fmla="*/ 35582 w 72743"/>
                <a:gd name="csY26" fmla="*/ 98319 h 99937"/>
                <a:gd name="csX27" fmla="*/ 51872 w 72743"/>
                <a:gd name="csY27" fmla="*/ 97041 h 99937"/>
                <a:gd name="csX28" fmla="*/ 65985 w 72743"/>
                <a:gd name="csY28" fmla="*/ 93234 h 999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</a:cxnLst>
              <a:rect l="l" t="t" r="r" b="b"/>
              <a:pathLst>
                <a:path w="72743" h="99937">
                  <a:moveTo>
                    <a:pt x="65985" y="93234"/>
                  </a:moveTo>
                  <a:lnTo>
                    <a:pt x="65985" y="78440"/>
                  </a:lnTo>
                  <a:cubicBezTo>
                    <a:pt x="61580" y="80706"/>
                    <a:pt x="56993" y="82401"/>
                    <a:pt x="52225" y="83525"/>
                  </a:cubicBezTo>
                  <a:cubicBezTo>
                    <a:pt x="47475" y="84667"/>
                    <a:pt x="42544" y="85238"/>
                    <a:pt x="37432" y="85238"/>
                  </a:cubicBezTo>
                  <a:cubicBezTo>
                    <a:pt x="29672" y="85238"/>
                    <a:pt x="23853" y="84051"/>
                    <a:pt x="19973" y="81676"/>
                  </a:cubicBezTo>
                  <a:cubicBezTo>
                    <a:pt x="16093" y="79301"/>
                    <a:pt x="14154" y="75730"/>
                    <a:pt x="14154" y="70962"/>
                  </a:cubicBezTo>
                  <a:cubicBezTo>
                    <a:pt x="14154" y="67336"/>
                    <a:pt x="15540" y="64489"/>
                    <a:pt x="18314" y="62423"/>
                  </a:cubicBezTo>
                  <a:cubicBezTo>
                    <a:pt x="21088" y="60356"/>
                    <a:pt x="26672" y="58389"/>
                    <a:pt x="35066" y="56522"/>
                  </a:cubicBezTo>
                  <a:lnTo>
                    <a:pt x="40423" y="55325"/>
                  </a:lnTo>
                  <a:cubicBezTo>
                    <a:pt x="51518" y="52950"/>
                    <a:pt x="59404" y="49596"/>
                    <a:pt x="64082" y="45263"/>
                  </a:cubicBezTo>
                  <a:cubicBezTo>
                    <a:pt x="68759" y="40930"/>
                    <a:pt x="71098" y="34884"/>
                    <a:pt x="71098" y="27125"/>
                  </a:cubicBezTo>
                  <a:cubicBezTo>
                    <a:pt x="71098" y="18278"/>
                    <a:pt x="67599" y="11271"/>
                    <a:pt x="60601" y="6104"/>
                  </a:cubicBezTo>
                  <a:cubicBezTo>
                    <a:pt x="53603" y="955"/>
                    <a:pt x="43985" y="-1619"/>
                    <a:pt x="31748" y="-1619"/>
                  </a:cubicBezTo>
                  <a:cubicBezTo>
                    <a:pt x="26654" y="-1619"/>
                    <a:pt x="21342" y="-1121"/>
                    <a:pt x="15812" y="-123"/>
                  </a:cubicBezTo>
                  <a:cubicBezTo>
                    <a:pt x="10283" y="874"/>
                    <a:pt x="4463" y="2360"/>
                    <a:pt x="-1646" y="4336"/>
                  </a:cubicBezTo>
                  <a:lnTo>
                    <a:pt x="-1646" y="20490"/>
                  </a:lnTo>
                  <a:cubicBezTo>
                    <a:pt x="4137" y="17480"/>
                    <a:pt x="9830" y="15223"/>
                    <a:pt x="15432" y="13718"/>
                  </a:cubicBezTo>
                  <a:cubicBezTo>
                    <a:pt x="21034" y="12232"/>
                    <a:pt x="26590" y="11488"/>
                    <a:pt x="32102" y="11488"/>
                  </a:cubicBezTo>
                  <a:cubicBezTo>
                    <a:pt x="39462" y="11488"/>
                    <a:pt x="45118" y="12748"/>
                    <a:pt x="49071" y="15268"/>
                  </a:cubicBezTo>
                  <a:cubicBezTo>
                    <a:pt x="53041" y="17788"/>
                    <a:pt x="55026" y="21342"/>
                    <a:pt x="55026" y="25928"/>
                  </a:cubicBezTo>
                  <a:cubicBezTo>
                    <a:pt x="55026" y="30171"/>
                    <a:pt x="53594" y="33425"/>
                    <a:pt x="50730" y="35691"/>
                  </a:cubicBezTo>
                  <a:cubicBezTo>
                    <a:pt x="47883" y="37957"/>
                    <a:pt x="41610" y="40142"/>
                    <a:pt x="31911" y="42245"/>
                  </a:cubicBezTo>
                  <a:lnTo>
                    <a:pt x="26472" y="43523"/>
                  </a:lnTo>
                  <a:cubicBezTo>
                    <a:pt x="16791" y="45553"/>
                    <a:pt x="9793" y="48681"/>
                    <a:pt x="5479" y="52905"/>
                  </a:cubicBezTo>
                  <a:cubicBezTo>
                    <a:pt x="1182" y="57129"/>
                    <a:pt x="-966" y="62921"/>
                    <a:pt x="-966" y="70282"/>
                  </a:cubicBezTo>
                  <a:cubicBezTo>
                    <a:pt x="-966" y="79238"/>
                    <a:pt x="2206" y="86145"/>
                    <a:pt x="8552" y="91004"/>
                  </a:cubicBezTo>
                  <a:cubicBezTo>
                    <a:pt x="14897" y="95880"/>
                    <a:pt x="23907" y="98319"/>
                    <a:pt x="35582" y="98319"/>
                  </a:cubicBezTo>
                  <a:cubicBezTo>
                    <a:pt x="41348" y="98319"/>
                    <a:pt x="46777" y="97893"/>
                    <a:pt x="51872" y="97041"/>
                  </a:cubicBezTo>
                  <a:cubicBezTo>
                    <a:pt x="56984" y="96207"/>
                    <a:pt x="61689" y="94938"/>
                    <a:pt x="65985" y="93234"/>
                  </a:cubicBezTo>
                  <a:close/>
                </a:path>
              </a:pathLst>
            </a:custGeom>
            <a:solidFill>
              <a:srgbClr val="FFFFFF"/>
            </a:solidFill>
            <a:ln w="27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EDDDA9D1-870C-2D81-5184-5FE22907B329}"/>
                </a:ext>
              </a:extLst>
            </p:cNvPr>
            <p:cNvSpPr/>
            <p:nvPr/>
          </p:nvSpPr>
          <p:spPr>
            <a:xfrm rot="-5400000" flipV="1">
              <a:off x="1442093" y="2007145"/>
              <a:ext cx="38996" cy="155005"/>
            </a:xfrm>
            <a:custGeom>
              <a:avLst/>
              <a:gdLst>
                <a:gd name="csX0" fmla="*/ -1192 w 38996"/>
                <a:gd name="csY0" fmla="*/ 153121 h 155005"/>
                <a:gd name="csX1" fmla="*/ 12405 w 38996"/>
                <a:gd name="csY1" fmla="*/ 153121 h 155005"/>
                <a:gd name="csX2" fmla="*/ 31468 w 38996"/>
                <a:gd name="csY2" fmla="*/ 113853 h 155005"/>
                <a:gd name="csX3" fmla="*/ 37804 w 38996"/>
                <a:gd name="csY3" fmla="*/ 75700 h 155005"/>
                <a:gd name="csX4" fmla="*/ 31468 w 38996"/>
                <a:gd name="csY4" fmla="*/ 37383 h 155005"/>
                <a:gd name="csX5" fmla="*/ 12405 w 38996"/>
                <a:gd name="csY5" fmla="*/ -1885 h 155005"/>
                <a:gd name="csX6" fmla="*/ -1192 w 38996"/>
                <a:gd name="csY6" fmla="*/ -1885 h 155005"/>
                <a:gd name="csX7" fmla="*/ 15668 w 38996"/>
                <a:gd name="csY7" fmla="*/ 36839 h 155005"/>
                <a:gd name="csX8" fmla="*/ 21243 w 38996"/>
                <a:gd name="csY8" fmla="*/ 75700 h 155005"/>
                <a:gd name="csX9" fmla="*/ 15668 w 38996"/>
                <a:gd name="csY9" fmla="*/ 114451 h 155005"/>
                <a:gd name="csX10" fmla="*/ -1192 w 38996"/>
                <a:gd name="csY10" fmla="*/ 153121 h 1550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8996" h="155005">
                  <a:moveTo>
                    <a:pt x="-1192" y="153121"/>
                  </a:moveTo>
                  <a:lnTo>
                    <a:pt x="12405" y="153121"/>
                  </a:lnTo>
                  <a:cubicBezTo>
                    <a:pt x="20889" y="139760"/>
                    <a:pt x="27244" y="126670"/>
                    <a:pt x="31468" y="113853"/>
                  </a:cubicBezTo>
                  <a:cubicBezTo>
                    <a:pt x="35692" y="101053"/>
                    <a:pt x="37804" y="88336"/>
                    <a:pt x="37804" y="75700"/>
                  </a:cubicBezTo>
                  <a:cubicBezTo>
                    <a:pt x="37804" y="63009"/>
                    <a:pt x="35692" y="50237"/>
                    <a:pt x="31468" y="37383"/>
                  </a:cubicBezTo>
                  <a:cubicBezTo>
                    <a:pt x="27244" y="24529"/>
                    <a:pt x="20889" y="11440"/>
                    <a:pt x="12405" y="-1885"/>
                  </a:cubicBezTo>
                  <a:lnTo>
                    <a:pt x="-1192" y="-1885"/>
                  </a:lnTo>
                  <a:cubicBezTo>
                    <a:pt x="6331" y="11096"/>
                    <a:pt x="11952" y="24004"/>
                    <a:pt x="15668" y="36839"/>
                  </a:cubicBezTo>
                  <a:cubicBezTo>
                    <a:pt x="19385" y="49675"/>
                    <a:pt x="21243" y="62628"/>
                    <a:pt x="21243" y="75700"/>
                  </a:cubicBezTo>
                  <a:cubicBezTo>
                    <a:pt x="21243" y="88789"/>
                    <a:pt x="19385" y="101706"/>
                    <a:pt x="15668" y="114451"/>
                  </a:cubicBezTo>
                  <a:cubicBezTo>
                    <a:pt x="11952" y="127214"/>
                    <a:pt x="6331" y="140104"/>
                    <a:pt x="-1192" y="153121"/>
                  </a:cubicBezTo>
                  <a:close/>
                </a:path>
              </a:pathLst>
            </a:custGeom>
            <a:solidFill>
              <a:srgbClr val="FFFFFF"/>
            </a:solidFill>
            <a:ln w="27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1" name="Freeform: Shape 110">
            <a:extLst>
              <a:ext uri="{FF2B5EF4-FFF2-40B4-BE49-F238E27FC236}">
                <a16:creationId xmlns:a16="http://schemas.microsoft.com/office/drawing/2014/main" id="{0A0AE885-6BFF-60F4-6064-A3978AD1B4BF}"/>
              </a:ext>
            </a:extLst>
          </p:cNvPr>
          <p:cNvSpPr/>
          <p:nvPr/>
        </p:nvSpPr>
        <p:spPr>
          <a:xfrm>
            <a:off x="2139032" y="1273543"/>
            <a:ext cx="5044947" cy="1166554"/>
          </a:xfrm>
          <a:custGeom>
            <a:avLst/>
            <a:gdLst>
              <a:gd name="csX0" fmla="*/ 0 w 5044947"/>
              <a:gd name="csY0" fmla="*/ 39637 h 1166554"/>
              <a:gd name="csX1" fmla="*/ 50990 w 5044947"/>
              <a:gd name="csY1" fmla="*/ 35449 h 1166554"/>
              <a:gd name="csX2" fmla="*/ 101954 w 5044947"/>
              <a:gd name="csY2" fmla="*/ 188689 h 1166554"/>
              <a:gd name="csX3" fmla="*/ 152907 w 5044947"/>
              <a:gd name="csY3" fmla="*/ 35530 h 1166554"/>
              <a:gd name="csX4" fmla="*/ 203871 w 5044947"/>
              <a:gd name="csY4" fmla="*/ 34241 h 1166554"/>
              <a:gd name="csX5" fmla="*/ 254827 w 5044947"/>
              <a:gd name="csY5" fmla="*/ 35449 h 1166554"/>
              <a:gd name="csX6" fmla="*/ 305791 w 5044947"/>
              <a:gd name="csY6" fmla="*/ 71389 h 1166554"/>
              <a:gd name="csX7" fmla="*/ 356983 w 5044947"/>
              <a:gd name="csY7" fmla="*/ 152710 h 1166554"/>
              <a:gd name="csX8" fmla="*/ 407705 w 5044947"/>
              <a:gd name="csY8" fmla="*/ 34563 h 1166554"/>
              <a:gd name="csX9" fmla="*/ 458663 w 5044947"/>
              <a:gd name="csY9" fmla="*/ 34160 h 1166554"/>
              <a:gd name="csX10" fmla="*/ 509619 w 5044947"/>
              <a:gd name="csY10" fmla="*/ 34966 h 1166554"/>
              <a:gd name="csX11" fmla="*/ 560580 w 5044947"/>
              <a:gd name="csY11" fmla="*/ 189163 h 1166554"/>
              <a:gd name="csX12" fmla="*/ 611536 w 5044947"/>
              <a:gd name="csY12" fmla="*/ 36497 h 1166554"/>
              <a:gd name="csX13" fmla="*/ 662506 w 5044947"/>
              <a:gd name="csY13" fmla="*/ 67234 h 1166554"/>
              <a:gd name="csX14" fmla="*/ 713672 w 5044947"/>
              <a:gd name="csY14" fmla="*/ 0 h 1166554"/>
              <a:gd name="csX15" fmla="*/ 764412 w 5044947"/>
              <a:gd name="csY15" fmla="*/ 34563 h 1166554"/>
              <a:gd name="csX16" fmla="*/ 815371 w 5044947"/>
              <a:gd name="csY16" fmla="*/ 33676 h 1166554"/>
              <a:gd name="csX17" fmla="*/ 866323 w 5044947"/>
              <a:gd name="csY17" fmla="*/ 191535 h 1166554"/>
              <a:gd name="csX18" fmla="*/ 917294 w 5044947"/>
              <a:gd name="csY18" fmla="*/ 33838 h 1166554"/>
              <a:gd name="csX19" fmla="*/ 968248 w 5044947"/>
              <a:gd name="csY19" fmla="*/ 34644 h 1166554"/>
              <a:gd name="csX20" fmla="*/ 1019207 w 5044947"/>
              <a:gd name="csY20" fmla="*/ 34644 h 1166554"/>
              <a:gd name="csX21" fmla="*/ 1070165 w 5044947"/>
              <a:gd name="csY21" fmla="*/ 35449 h 1166554"/>
              <a:gd name="csX22" fmla="*/ 1121129 w 5044947"/>
              <a:gd name="csY22" fmla="*/ 190112 h 1166554"/>
              <a:gd name="csX23" fmla="*/ 1172091 w 5044947"/>
              <a:gd name="csY23" fmla="*/ 34644 h 1166554"/>
              <a:gd name="csX24" fmla="*/ 1223050 w 5044947"/>
              <a:gd name="csY24" fmla="*/ 30612 h 1166554"/>
              <a:gd name="csX25" fmla="*/ 1273983 w 5044947"/>
              <a:gd name="csY25" fmla="*/ 37302 h 1166554"/>
              <a:gd name="csX26" fmla="*/ 1324959 w 5044947"/>
              <a:gd name="csY26" fmla="*/ 190112 h 1166554"/>
              <a:gd name="csX27" fmla="*/ 1375920 w 5044947"/>
              <a:gd name="csY27" fmla="*/ 35610 h 1166554"/>
              <a:gd name="csX28" fmla="*/ 1426885 w 5044947"/>
              <a:gd name="csY28" fmla="*/ 34160 h 1166554"/>
              <a:gd name="csX29" fmla="*/ 1477841 w 5044947"/>
              <a:gd name="csY29" fmla="*/ 33676 h 1166554"/>
              <a:gd name="csX30" fmla="*/ 1528793 w 5044947"/>
              <a:gd name="csY30" fmla="*/ 34644 h 1166554"/>
              <a:gd name="csX31" fmla="*/ 1579752 w 5044947"/>
              <a:gd name="csY31" fmla="*/ 499702 h 1166554"/>
              <a:gd name="csX32" fmla="*/ 1630712 w 5044947"/>
              <a:gd name="csY32" fmla="*/ 965322 h 1166554"/>
              <a:gd name="csX33" fmla="*/ 1681675 w 5044947"/>
              <a:gd name="csY33" fmla="*/ 653951 h 1166554"/>
              <a:gd name="csX34" fmla="*/ 1732630 w 5044947"/>
              <a:gd name="csY34" fmla="*/ 515769 h 1166554"/>
              <a:gd name="csX35" fmla="*/ 1783697 w 5044947"/>
              <a:gd name="csY35" fmla="*/ 483415 h 1166554"/>
              <a:gd name="csX36" fmla="*/ 1834547 w 5044947"/>
              <a:gd name="csY36" fmla="*/ 499474 h 1166554"/>
              <a:gd name="csX37" fmla="*/ 1885505 w 5044947"/>
              <a:gd name="csY37" fmla="*/ 500310 h 1166554"/>
              <a:gd name="csX38" fmla="*/ 1936468 w 5044947"/>
              <a:gd name="csY38" fmla="*/ 344942 h 1166554"/>
              <a:gd name="csX39" fmla="*/ 1987429 w 5044947"/>
              <a:gd name="csY39" fmla="*/ 498943 h 1166554"/>
              <a:gd name="csX40" fmla="*/ 2038383 w 5044947"/>
              <a:gd name="csY40" fmla="*/ 344322 h 1166554"/>
              <a:gd name="csX41" fmla="*/ 2089340 w 5044947"/>
              <a:gd name="csY41" fmla="*/ 499778 h 1166554"/>
              <a:gd name="csX42" fmla="*/ 2140300 w 5044947"/>
              <a:gd name="csY42" fmla="*/ 499551 h 1166554"/>
              <a:gd name="csX43" fmla="*/ 2191258 w 5044947"/>
              <a:gd name="csY43" fmla="*/ 500006 h 1166554"/>
              <a:gd name="csX44" fmla="*/ 2242219 w 5044947"/>
              <a:gd name="csY44" fmla="*/ 344477 h 1166554"/>
              <a:gd name="csX45" fmla="*/ 2293177 w 5044947"/>
              <a:gd name="csY45" fmla="*/ 501980 h 1166554"/>
              <a:gd name="csX46" fmla="*/ 2344151 w 5044947"/>
              <a:gd name="csY46" fmla="*/ 497347 h 1166554"/>
              <a:gd name="csX47" fmla="*/ 2395095 w 5044947"/>
              <a:gd name="csY47" fmla="*/ 500386 h 1166554"/>
              <a:gd name="csX48" fmla="*/ 2446059 w 5044947"/>
              <a:gd name="csY48" fmla="*/ 500234 h 1166554"/>
              <a:gd name="csX49" fmla="*/ 2497022 w 5044947"/>
              <a:gd name="csY49" fmla="*/ 342849 h 1166554"/>
              <a:gd name="csX50" fmla="*/ 2547969 w 5044947"/>
              <a:gd name="csY50" fmla="*/ 504863 h 1166554"/>
              <a:gd name="csX51" fmla="*/ 2598963 w 5044947"/>
              <a:gd name="csY51" fmla="*/ 339281 h 1166554"/>
              <a:gd name="csX52" fmla="*/ 2649886 w 5044947"/>
              <a:gd name="csY52" fmla="*/ 501069 h 1166554"/>
              <a:gd name="csX53" fmla="*/ 2700854 w 5044947"/>
              <a:gd name="csY53" fmla="*/ 344400 h 1166554"/>
              <a:gd name="csX54" fmla="*/ 2751812 w 5044947"/>
              <a:gd name="csY54" fmla="*/ 494915 h 1166554"/>
              <a:gd name="csX55" fmla="*/ 2802739 w 5044947"/>
              <a:gd name="csY55" fmla="*/ 507896 h 1166554"/>
              <a:gd name="csX56" fmla="*/ 2853753 w 5044947"/>
              <a:gd name="csY56" fmla="*/ 495219 h 1166554"/>
              <a:gd name="csX57" fmla="*/ 2904682 w 5044947"/>
              <a:gd name="csY57" fmla="*/ 344400 h 1166554"/>
              <a:gd name="csX58" fmla="*/ 2955640 w 5044947"/>
              <a:gd name="csY58" fmla="*/ 500918 h 1166554"/>
              <a:gd name="csX59" fmla="*/ 3006607 w 5044947"/>
              <a:gd name="csY59" fmla="*/ 343237 h 1166554"/>
              <a:gd name="csX60" fmla="*/ 3057556 w 5044947"/>
              <a:gd name="csY60" fmla="*/ 499702 h 1166554"/>
              <a:gd name="csX61" fmla="*/ 3108516 w 5044947"/>
              <a:gd name="csY61" fmla="*/ 500234 h 1166554"/>
              <a:gd name="csX62" fmla="*/ 3159479 w 5044947"/>
              <a:gd name="csY62" fmla="*/ 345252 h 1166554"/>
              <a:gd name="csX63" fmla="*/ 3210442 w 5044947"/>
              <a:gd name="csY63" fmla="*/ 498715 h 1166554"/>
              <a:gd name="csX64" fmla="*/ 3261394 w 5044947"/>
              <a:gd name="csY64" fmla="*/ 1166554 h 1166554"/>
              <a:gd name="csX65" fmla="*/ 3313838 w 5044947"/>
              <a:gd name="csY65" fmla="*/ 431241 h 1166554"/>
              <a:gd name="csX66" fmla="*/ 3363311 w 5044947"/>
              <a:gd name="csY66" fmla="*/ 654398 h 1166554"/>
              <a:gd name="csX67" fmla="*/ 3414269 w 5044947"/>
              <a:gd name="csY67" fmla="*/ 345950 h 1166554"/>
              <a:gd name="csX68" fmla="*/ 3465236 w 5044947"/>
              <a:gd name="csY68" fmla="*/ 522644 h 1166554"/>
              <a:gd name="csX69" fmla="*/ 3516350 w 5044947"/>
              <a:gd name="csY69" fmla="*/ 475399 h 1166554"/>
              <a:gd name="csX70" fmla="*/ 3567147 w 5044947"/>
              <a:gd name="csY70" fmla="*/ 499171 h 1166554"/>
              <a:gd name="csX71" fmla="*/ 3618102 w 5044947"/>
              <a:gd name="csY71" fmla="*/ 500766 h 1166554"/>
              <a:gd name="csX72" fmla="*/ 3669069 w 5044947"/>
              <a:gd name="csY72" fmla="*/ 345252 h 1166554"/>
              <a:gd name="csX73" fmla="*/ 3720031 w 5044947"/>
              <a:gd name="csY73" fmla="*/ 498259 h 1166554"/>
              <a:gd name="csX74" fmla="*/ 3770981 w 5044947"/>
              <a:gd name="csY74" fmla="*/ 344245 h 1166554"/>
              <a:gd name="csX75" fmla="*/ 3821937 w 5044947"/>
              <a:gd name="csY75" fmla="*/ 499551 h 1166554"/>
              <a:gd name="csX76" fmla="*/ 3872896 w 5044947"/>
              <a:gd name="csY76" fmla="*/ 809615 h 1166554"/>
              <a:gd name="csX77" fmla="*/ 3923854 w 5044947"/>
              <a:gd name="csY77" fmla="*/ 654769 h 1166554"/>
              <a:gd name="csX78" fmla="*/ 3974814 w 5044947"/>
              <a:gd name="csY78" fmla="*/ 500841 h 1166554"/>
              <a:gd name="csX79" fmla="*/ 4025781 w 5044947"/>
              <a:gd name="csY79" fmla="*/ 498715 h 1166554"/>
              <a:gd name="csX80" fmla="*/ 4076733 w 5044947"/>
              <a:gd name="csY80" fmla="*/ 345872 h 1166554"/>
              <a:gd name="csX81" fmla="*/ 4127700 w 5044947"/>
              <a:gd name="csY81" fmla="*/ 498031 h 1166554"/>
              <a:gd name="csX82" fmla="*/ 4178649 w 5044947"/>
              <a:gd name="csY82" fmla="*/ 499702 h 1166554"/>
              <a:gd name="csX83" fmla="*/ 4229608 w 5044947"/>
              <a:gd name="csY83" fmla="*/ 345872 h 1166554"/>
              <a:gd name="csX84" fmla="*/ 4280575 w 5044947"/>
              <a:gd name="csY84" fmla="*/ 498563 h 1166554"/>
              <a:gd name="csX85" fmla="*/ 4331526 w 5044947"/>
              <a:gd name="csY85" fmla="*/ 346337 h 1166554"/>
              <a:gd name="csX86" fmla="*/ 4382496 w 5044947"/>
              <a:gd name="csY86" fmla="*/ 654844 h 1166554"/>
              <a:gd name="csX87" fmla="*/ 4433457 w 5044947"/>
              <a:gd name="csY87" fmla="*/ 342462 h 1166554"/>
              <a:gd name="csX88" fmla="*/ 4484401 w 5044947"/>
              <a:gd name="csY88" fmla="*/ 501525 h 1166554"/>
              <a:gd name="csX89" fmla="*/ 4535372 w 5044947"/>
              <a:gd name="csY89" fmla="*/ 342617 h 1166554"/>
              <a:gd name="csX90" fmla="*/ 4586318 w 5044947"/>
              <a:gd name="csY90" fmla="*/ 501069 h 1166554"/>
              <a:gd name="csX91" fmla="*/ 4637287 w 5044947"/>
              <a:gd name="csY91" fmla="*/ 498563 h 1166554"/>
              <a:gd name="csX92" fmla="*/ 4688238 w 5044947"/>
              <a:gd name="csY92" fmla="*/ 500614 h 1166554"/>
              <a:gd name="csX93" fmla="*/ 4739203 w 5044947"/>
              <a:gd name="csY93" fmla="*/ 345020 h 1166554"/>
              <a:gd name="csX94" fmla="*/ 4790165 w 5044947"/>
              <a:gd name="csY94" fmla="*/ 499095 h 1166554"/>
              <a:gd name="csX95" fmla="*/ 4841120 w 5044947"/>
              <a:gd name="csY95" fmla="*/ 498943 h 1166554"/>
              <a:gd name="csX96" fmla="*/ 4892074 w 5044947"/>
              <a:gd name="csY96" fmla="*/ 499323 h 1166554"/>
              <a:gd name="csX97" fmla="*/ 4943031 w 5044947"/>
              <a:gd name="csY97" fmla="*/ 499474 h 1166554"/>
              <a:gd name="csX98" fmla="*/ 4993989 w 5044947"/>
              <a:gd name="csY98" fmla="*/ 499627 h 1166554"/>
              <a:gd name="csX99" fmla="*/ 5044947 w 5044947"/>
              <a:gd name="csY99" fmla="*/ 345252 h 11665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</a:cxnLst>
            <a:rect l="l" t="t" r="r" b="b"/>
            <a:pathLst>
              <a:path w="5044947" h="1166554">
                <a:moveTo>
                  <a:pt x="0" y="39637"/>
                </a:moveTo>
                <a:lnTo>
                  <a:pt x="50990" y="35449"/>
                </a:lnTo>
                <a:lnTo>
                  <a:pt x="101954" y="188689"/>
                </a:lnTo>
                <a:lnTo>
                  <a:pt x="152907" y="35530"/>
                </a:lnTo>
                <a:lnTo>
                  <a:pt x="203871" y="34241"/>
                </a:lnTo>
                <a:lnTo>
                  <a:pt x="254827" y="35449"/>
                </a:lnTo>
                <a:lnTo>
                  <a:pt x="305791" y="71389"/>
                </a:lnTo>
                <a:lnTo>
                  <a:pt x="356983" y="152710"/>
                </a:lnTo>
                <a:lnTo>
                  <a:pt x="407705" y="34563"/>
                </a:lnTo>
                <a:lnTo>
                  <a:pt x="458663" y="34160"/>
                </a:lnTo>
                <a:lnTo>
                  <a:pt x="509619" y="34966"/>
                </a:lnTo>
                <a:lnTo>
                  <a:pt x="560580" y="189163"/>
                </a:lnTo>
                <a:lnTo>
                  <a:pt x="611536" y="36497"/>
                </a:lnTo>
                <a:lnTo>
                  <a:pt x="662506" y="67234"/>
                </a:lnTo>
                <a:lnTo>
                  <a:pt x="713672" y="0"/>
                </a:lnTo>
                <a:lnTo>
                  <a:pt x="764412" y="34563"/>
                </a:lnTo>
                <a:lnTo>
                  <a:pt x="815371" y="33676"/>
                </a:lnTo>
                <a:lnTo>
                  <a:pt x="866323" y="191535"/>
                </a:lnTo>
                <a:lnTo>
                  <a:pt x="917294" y="33838"/>
                </a:lnTo>
                <a:lnTo>
                  <a:pt x="968248" y="34644"/>
                </a:lnTo>
                <a:lnTo>
                  <a:pt x="1019207" y="34644"/>
                </a:lnTo>
                <a:lnTo>
                  <a:pt x="1070165" y="35449"/>
                </a:lnTo>
                <a:lnTo>
                  <a:pt x="1121129" y="190112"/>
                </a:lnTo>
                <a:lnTo>
                  <a:pt x="1172091" y="34644"/>
                </a:lnTo>
                <a:lnTo>
                  <a:pt x="1223050" y="30612"/>
                </a:lnTo>
                <a:lnTo>
                  <a:pt x="1273983" y="37302"/>
                </a:lnTo>
                <a:lnTo>
                  <a:pt x="1324959" y="190112"/>
                </a:lnTo>
                <a:lnTo>
                  <a:pt x="1375920" y="35610"/>
                </a:lnTo>
                <a:lnTo>
                  <a:pt x="1426885" y="34160"/>
                </a:lnTo>
                <a:lnTo>
                  <a:pt x="1477841" y="33676"/>
                </a:lnTo>
                <a:lnTo>
                  <a:pt x="1528793" y="34644"/>
                </a:lnTo>
                <a:lnTo>
                  <a:pt x="1579752" y="499702"/>
                </a:lnTo>
                <a:lnTo>
                  <a:pt x="1630712" y="965322"/>
                </a:lnTo>
                <a:lnTo>
                  <a:pt x="1681675" y="653951"/>
                </a:lnTo>
                <a:lnTo>
                  <a:pt x="1732630" y="515769"/>
                </a:lnTo>
                <a:lnTo>
                  <a:pt x="1783697" y="483415"/>
                </a:lnTo>
                <a:lnTo>
                  <a:pt x="1834547" y="499474"/>
                </a:lnTo>
                <a:lnTo>
                  <a:pt x="1885505" y="500310"/>
                </a:lnTo>
                <a:lnTo>
                  <a:pt x="1936468" y="344942"/>
                </a:lnTo>
                <a:lnTo>
                  <a:pt x="1987429" y="498943"/>
                </a:lnTo>
                <a:lnTo>
                  <a:pt x="2038383" y="344322"/>
                </a:lnTo>
                <a:lnTo>
                  <a:pt x="2089340" y="499778"/>
                </a:lnTo>
                <a:lnTo>
                  <a:pt x="2140300" y="499551"/>
                </a:lnTo>
                <a:lnTo>
                  <a:pt x="2191258" y="500006"/>
                </a:lnTo>
                <a:lnTo>
                  <a:pt x="2242219" y="344477"/>
                </a:lnTo>
                <a:lnTo>
                  <a:pt x="2293177" y="501980"/>
                </a:lnTo>
                <a:lnTo>
                  <a:pt x="2344151" y="497347"/>
                </a:lnTo>
                <a:lnTo>
                  <a:pt x="2395095" y="500386"/>
                </a:lnTo>
                <a:lnTo>
                  <a:pt x="2446059" y="500234"/>
                </a:lnTo>
                <a:lnTo>
                  <a:pt x="2497022" y="342849"/>
                </a:lnTo>
                <a:lnTo>
                  <a:pt x="2547969" y="504863"/>
                </a:lnTo>
                <a:lnTo>
                  <a:pt x="2598963" y="339281"/>
                </a:lnTo>
                <a:lnTo>
                  <a:pt x="2649886" y="501069"/>
                </a:lnTo>
                <a:lnTo>
                  <a:pt x="2700854" y="344400"/>
                </a:lnTo>
                <a:lnTo>
                  <a:pt x="2751812" y="494915"/>
                </a:lnTo>
                <a:lnTo>
                  <a:pt x="2802739" y="507896"/>
                </a:lnTo>
                <a:lnTo>
                  <a:pt x="2853753" y="495219"/>
                </a:lnTo>
                <a:lnTo>
                  <a:pt x="2904682" y="344400"/>
                </a:lnTo>
                <a:lnTo>
                  <a:pt x="2955640" y="500918"/>
                </a:lnTo>
                <a:lnTo>
                  <a:pt x="3006607" y="343237"/>
                </a:lnTo>
                <a:lnTo>
                  <a:pt x="3057556" y="499702"/>
                </a:lnTo>
                <a:lnTo>
                  <a:pt x="3108516" y="500234"/>
                </a:lnTo>
                <a:lnTo>
                  <a:pt x="3159479" y="345252"/>
                </a:lnTo>
                <a:lnTo>
                  <a:pt x="3210442" y="498715"/>
                </a:lnTo>
                <a:lnTo>
                  <a:pt x="3261394" y="1166554"/>
                </a:lnTo>
                <a:lnTo>
                  <a:pt x="3313838" y="431241"/>
                </a:lnTo>
                <a:lnTo>
                  <a:pt x="3363311" y="654398"/>
                </a:lnTo>
                <a:lnTo>
                  <a:pt x="3414269" y="345950"/>
                </a:lnTo>
                <a:lnTo>
                  <a:pt x="3465236" y="522644"/>
                </a:lnTo>
                <a:lnTo>
                  <a:pt x="3516350" y="475399"/>
                </a:lnTo>
                <a:lnTo>
                  <a:pt x="3567147" y="499171"/>
                </a:lnTo>
                <a:lnTo>
                  <a:pt x="3618102" y="500766"/>
                </a:lnTo>
                <a:lnTo>
                  <a:pt x="3669069" y="345252"/>
                </a:lnTo>
                <a:lnTo>
                  <a:pt x="3720031" y="498259"/>
                </a:lnTo>
                <a:lnTo>
                  <a:pt x="3770981" y="344245"/>
                </a:lnTo>
                <a:lnTo>
                  <a:pt x="3821937" y="499551"/>
                </a:lnTo>
                <a:lnTo>
                  <a:pt x="3872896" y="809615"/>
                </a:lnTo>
                <a:lnTo>
                  <a:pt x="3923854" y="654769"/>
                </a:lnTo>
                <a:lnTo>
                  <a:pt x="3974814" y="500841"/>
                </a:lnTo>
                <a:lnTo>
                  <a:pt x="4025781" y="498715"/>
                </a:lnTo>
                <a:lnTo>
                  <a:pt x="4076733" y="345872"/>
                </a:lnTo>
                <a:lnTo>
                  <a:pt x="4127700" y="498031"/>
                </a:lnTo>
                <a:lnTo>
                  <a:pt x="4178649" y="499702"/>
                </a:lnTo>
                <a:lnTo>
                  <a:pt x="4229608" y="345872"/>
                </a:lnTo>
                <a:lnTo>
                  <a:pt x="4280575" y="498563"/>
                </a:lnTo>
                <a:lnTo>
                  <a:pt x="4331526" y="346337"/>
                </a:lnTo>
                <a:lnTo>
                  <a:pt x="4382496" y="654844"/>
                </a:lnTo>
                <a:lnTo>
                  <a:pt x="4433457" y="342462"/>
                </a:lnTo>
                <a:lnTo>
                  <a:pt x="4484401" y="501525"/>
                </a:lnTo>
                <a:lnTo>
                  <a:pt x="4535372" y="342617"/>
                </a:lnTo>
                <a:lnTo>
                  <a:pt x="4586318" y="501069"/>
                </a:lnTo>
                <a:lnTo>
                  <a:pt x="4637287" y="498563"/>
                </a:lnTo>
                <a:lnTo>
                  <a:pt x="4688238" y="500614"/>
                </a:lnTo>
                <a:lnTo>
                  <a:pt x="4739203" y="345020"/>
                </a:lnTo>
                <a:lnTo>
                  <a:pt x="4790165" y="499095"/>
                </a:lnTo>
                <a:lnTo>
                  <a:pt x="4841120" y="498943"/>
                </a:lnTo>
                <a:lnTo>
                  <a:pt x="4892074" y="499323"/>
                </a:lnTo>
                <a:lnTo>
                  <a:pt x="4943031" y="499474"/>
                </a:lnTo>
                <a:lnTo>
                  <a:pt x="4993989" y="499627"/>
                </a:lnTo>
                <a:lnTo>
                  <a:pt x="5044947" y="345252"/>
                </a:lnTo>
              </a:path>
            </a:pathLst>
          </a:custGeom>
          <a:noFill/>
          <a:ln w="18628" cap="sq">
            <a:solidFill>
              <a:srgbClr val="8DD3C7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12" name="Freeform: Shape 111">
            <a:extLst>
              <a:ext uri="{FF2B5EF4-FFF2-40B4-BE49-F238E27FC236}">
                <a16:creationId xmlns:a16="http://schemas.microsoft.com/office/drawing/2014/main" id="{AC5EE539-85B6-019C-F01D-A458667994A8}"/>
              </a:ext>
            </a:extLst>
          </p:cNvPr>
          <p:cNvSpPr/>
          <p:nvPr/>
        </p:nvSpPr>
        <p:spPr>
          <a:xfrm>
            <a:off x="2139032" y="3610598"/>
            <a:ext cx="5044947" cy="795693"/>
          </a:xfrm>
          <a:custGeom>
            <a:avLst/>
            <a:gdLst>
              <a:gd name="csX0" fmla="*/ 0 w 5044947"/>
              <a:gd name="csY0" fmla="*/ 336015 h 795693"/>
              <a:gd name="csX1" fmla="*/ 50992 w 5044947"/>
              <a:gd name="csY1" fmla="*/ 487275 h 795693"/>
              <a:gd name="csX2" fmla="*/ 101949 w 5044947"/>
              <a:gd name="csY2" fmla="*/ 332546 h 795693"/>
              <a:gd name="csX3" fmla="*/ 152908 w 5044947"/>
              <a:gd name="csY3" fmla="*/ 487433 h 795693"/>
              <a:gd name="csX4" fmla="*/ 203866 w 5044947"/>
              <a:gd name="csY4" fmla="*/ 332491 h 795693"/>
              <a:gd name="csX5" fmla="*/ 254825 w 5044947"/>
              <a:gd name="csY5" fmla="*/ 487538 h 795693"/>
              <a:gd name="csX6" fmla="*/ 305784 w 5044947"/>
              <a:gd name="csY6" fmla="*/ 357707 h 795693"/>
              <a:gd name="csX7" fmla="*/ 356981 w 5044947"/>
              <a:gd name="csY7" fmla="*/ 462707 h 795693"/>
              <a:gd name="csX8" fmla="*/ 407701 w 5044947"/>
              <a:gd name="csY8" fmla="*/ 332546 h 795693"/>
              <a:gd name="csX9" fmla="*/ 458660 w 5044947"/>
              <a:gd name="csY9" fmla="*/ 487486 h 795693"/>
              <a:gd name="csX10" fmla="*/ 509619 w 5044947"/>
              <a:gd name="csY10" fmla="*/ 332383 h 795693"/>
              <a:gd name="csX11" fmla="*/ 560577 w 5044947"/>
              <a:gd name="csY11" fmla="*/ 337640 h 795693"/>
              <a:gd name="csX12" fmla="*/ 611584 w 5044947"/>
              <a:gd name="csY12" fmla="*/ 482581 h 795693"/>
              <a:gd name="csX13" fmla="*/ 662495 w 5044947"/>
              <a:gd name="csY13" fmla="*/ 354911 h 795693"/>
              <a:gd name="csX14" fmla="*/ 713665 w 5044947"/>
              <a:gd name="csY14" fmla="*/ 465366 h 795693"/>
              <a:gd name="csX15" fmla="*/ 764411 w 5044947"/>
              <a:gd name="csY15" fmla="*/ 332654 h 795693"/>
              <a:gd name="csX16" fmla="*/ 815372 w 5044947"/>
              <a:gd name="csY16" fmla="*/ 488961 h 795693"/>
              <a:gd name="csX17" fmla="*/ 866345 w 5044947"/>
              <a:gd name="csY17" fmla="*/ 330918 h 795693"/>
              <a:gd name="csX18" fmla="*/ 917289 w 5044947"/>
              <a:gd name="csY18" fmla="*/ 487433 h 795693"/>
              <a:gd name="csX19" fmla="*/ 968247 w 5044947"/>
              <a:gd name="csY19" fmla="*/ 332546 h 795693"/>
              <a:gd name="csX20" fmla="*/ 1019206 w 5044947"/>
              <a:gd name="csY20" fmla="*/ 487433 h 795693"/>
              <a:gd name="csX21" fmla="*/ 1070164 w 5044947"/>
              <a:gd name="csY21" fmla="*/ 332546 h 795693"/>
              <a:gd name="csX22" fmla="*/ 1121124 w 5044947"/>
              <a:gd name="csY22" fmla="*/ 487538 h 795693"/>
              <a:gd name="csX23" fmla="*/ 1172083 w 5044947"/>
              <a:gd name="csY23" fmla="*/ 332437 h 795693"/>
              <a:gd name="csX24" fmla="*/ 1223041 w 5044947"/>
              <a:gd name="csY24" fmla="*/ 489382 h 795693"/>
              <a:gd name="csX25" fmla="*/ 1274018 w 5044947"/>
              <a:gd name="csY25" fmla="*/ 330538 h 795693"/>
              <a:gd name="csX26" fmla="*/ 1324959 w 5044947"/>
              <a:gd name="csY26" fmla="*/ 487433 h 795693"/>
              <a:gd name="csX27" fmla="*/ 1375917 w 5044947"/>
              <a:gd name="csY27" fmla="*/ 332708 h 795693"/>
              <a:gd name="csX28" fmla="*/ 1426878 w 5044947"/>
              <a:gd name="csY28" fmla="*/ 332329 h 795693"/>
              <a:gd name="csX29" fmla="*/ 1477835 w 5044947"/>
              <a:gd name="csY29" fmla="*/ 487486 h 795693"/>
              <a:gd name="csX30" fmla="*/ 1528793 w 5044947"/>
              <a:gd name="csY30" fmla="*/ 332491 h 795693"/>
              <a:gd name="csX31" fmla="*/ 1579752 w 5044947"/>
              <a:gd name="csY31" fmla="*/ 487749 h 795693"/>
              <a:gd name="csX32" fmla="*/ 1630714 w 5044947"/>
              <a:gd name="csY32" fmla="*/ 332546 h 795693"/>
              <a:gd name="csX33" fmla="*/ 1681673 w 5044947"/>
              <a:gd name="csY33" fmla="*/ 485008 h 795693"/>
              <a:gd name="csX34" fmla="*/ 1732608 w 5044947"/>
              <a:gd name="csY34" fmla="*/ 341103 h 795693"/>
              <a:gd name="csX35" fmla="*/ 1783647 w 5044947"/>
              <a:gd name="csY35" fmla="*/ 481313 h 795693"/>
              <a:gd name="csX36" fmla="*/ 1834547 w 5044947"/>
              <a:gd name="csY36" fmla="*/ 332491 h 795693"/>
              <a:gd name="csX37" fmla="*/ 1885505 w 5044947"/>
              <a:gd name="csY37" fmla="*/ 487486 h 795693"/>
              <a:gd name="csX38" fmla="*/ 1936464 w 5044947"/>
              <a:gd name="csY38" fmla="*/ 332437 h 795693"/>
              <a:gd name="csX39" fmla="*/ 1987422 w 5044947"/>
              <a:gd name="csY39" fmla="*/ 487433 h 795693"/>
              <a:gd name="csX40" fmla="*/ 2038381 w 5044947"/>
              <a:gd name="csY40" fmla="*/ 332491 h 795693"/>
              <a:gd name="csX41" fmla="*/ 2089339 w 5044947"/>
              <a:gd name="csY41" fmla="*/ 487644 h 795693"/>
              <a:gd name="csX42" fmla="*/ 2140300 w 5044947"/>
              <a:gd name="csY42" fmla="*/ 332437 h 795693"/>
              <a:gd name="csX43" fmla="*/ 2191258 w 5044947"/>
              <a:gd name="csY43" fmla="*/ 332437 h 795693"/>
              <a:gd name="csX44" fmla="*/ 2242216 w 5044947"/>
              <a:gd name="csY44" fmla="*/ 487591 h 795693"/>
              <a:gd name="csX45" fmla="*/ 2293176 w 5044947"/>
              <a:gd name="csY45" fmla="*/ 334118 h 795693"/>
              <a:gd name="csX46" fmla="*/ 2344150 w 5044947"/>
              <a:gd name="csY46" fmla="*/ 485852 h 795693"/>
              <a:gd name="csX47" fmla="*/ 2395093 w 5044947"/>
              <a:gd name="csY47" fmla="*/ 332491 h 795693"/>
              <a:gd name="csX48" fmla="*/ 2446052 w 5044947"/>
              <a:gd name="csY48" fmla="*/ 487644 h 795693"/>
              <a:gd name="csX49" fmla="*/ 2497012 w 5044947"/>
              <a:gd name="csY49" fmla="*/ 332274 h 795693"/>
              <a:gd name="csX50" fmla="*/ 2547969 w 5044947"/>
              <a:gd name="csY50" fmla="*/ 487433 h 795693"/>
              <a:gd name="csX51" fmla="*/ 2598927 w 5044947"/>
              <a:gd name="csY51" fmla="*/ 332546 h 795693"/>
              <a:gd name="csX52" fmla="*/ 2649886 w 5044947"/>
              <a:gd name="csY52" fmla="*/ 487486 h 795693"/>
              <a:gd name="csX53" fmla="*/ 2700845 w 5044947"/>
              <a:gd name="csY53" fmla="*/ 333739 h 795693"/>
              <a:gd name="csX54" fmla="*/ 2751815 w 5044947"/>
              <a:gd name="csY54" fmla="*/ 486801 h 795693"/>
              <a:gd name="csX55" fmla="*/ 2802767 w 5044947"/>
              <a:gd name="csY55" fmla="*/ 332112 h 795693"/>
              <a:gd name="csX56" fmla="*/ 2853722 w 5044947"/>
              <a:gd name="csY56" fmla="*/ 487328 h 795693"/>
              <a:gd name="csX57" fmla="*/ 2904680 w 5044947"/>
              <a:gd name="csY57" fmla="*/ 332491 h 795693"/>
              <a:gd name="csX58" fmla="*/ 2955638 w 5044947"/>
              <a:gd name="csY58" fmla="*/ 487538 h 795693"/>
              <a:gd name="csX59" fmla="*/ 3006598 w 5044947"/>
              <a:gd name="csY59" fmla="*/ 332383 h 795693"/>
              <a:gd name="csX60" fmla="*/ 3057556 w 5044947"/>
              <a:gd name="csY60" fmla="*/ 332491 h 795693"/>
              <a:gd name="csX61" fmla="*/ 3108514 w 5044947"/>
              <a:gd name="csY61" fmla="*/ 487538 h 795693"/>
              <a:gd name="csX62" fmla="*/ 3159474 w 5044947"/>
              <a:gd name="csY62" fmla="*/ 332491 h 795693"/>
              <a:gd name="csX63" fmla="*/ 3210432 w 5044947"/>
              <a:gd name="csY63" fmla="*/ 487275 h 795693"/>
              <a:gd name="csX64" fmla="*/ 3261389 w 5044947"/>
              <a:gd name="csY64" fmla="*/ 795694 h 795693"/>
              <a:gd name="csX65" fmla="*/ 3313921 w 5044947"/>
              <a:gd name="csY65" fmla="*/ 0 h 795693"/>
              <a:gd name="csX66" fmla="*/ 3363309 w 5044947"/>
              <a:gd name="csY66" fmla="*/ 332491 h 795693"/>
              <a:gd name="csX67" fmla="*/ 3414268 w 5044947"/>
              <a:gd name="csY67" fmla="*/ 487486 h 795693"/>
              <a:gd name="csX68" fmla="*/ 3465226 w 5044947"/>
              <a:gd name="csY68" fmla="*/ 502776 h 795693"/>
              <a:gd name="csX69" fmla="*/ 3516333 w 5044947"/>
              <a:gd name="csY69" fmla="*/ 316550 h 795693"/>
              <a:gd name="csX70" fmla="*/ 3567143 w 5044947"/>
              <a:gd name="csY70" fmla="*/ 332491 h 795693"/>
              <a:gd name="csX71" fmla="*/ 3618102 w 5044947"/>
              <a:gd name="csY71" fmla="*/ 487538 h 795693"/>
              <a:gd name="csX72" fmla="*/ 3669061 w 5044947"/>
              <a:gd name="csY72" fmla="*/ 332491 h 795693"/>
              <a:gd name="csX73" fmla="*/ 3720020 w 5044947"/>
              <a:gd name="csY73" fmla="*/ 487433 h 795693"/>
              <a:gd name="csX74" fmla="*/ 3770978 w 5044947"/>
              <a:gd name="csY74" fmla="*/ 332600 h 795693"/>
              <a:gd name="csX75" fmla="*/ 3821938 w 5044947"/>
              <a:gd name="csY75" fmla="*/ 487433 h 795693"/>
              <a:gd name="csX76" fmla="*/ 3872896 w 5044947"/>
              <a:gd name="csY76" fmla="*/ 332437 h 795693"/>
              <a:gd name="csX77" fmla="*/ 3923854 w 5044947"/>
              <a:gd name="csY77" fmla="*/ 332546 h 795693"/>
              <a:gd name="csX78" fmla="*/ 3974813 w 5044947"/>
              <a:gd name="csY78" fmla="*/ 487538 h 795693"/>
              <a:gd name="csX79" fmla="*/ 4025773 w 5044947"/>
              <a:gd name="csY79" fmla="*/ 332437 h 795693"/>
              <a:gd name="csX80" fmla="*/ 4076731 w 5044947"/>
              <a:gd name="csY80" fmla="*/ 490751 h 795693"/>
              <a:gd name="csX81" fmla="*/ 4127721 w 5044947"/>
              <a:gd name="csY81" fmla="*/ 329235 h 795693"/>
              <a:gd name="csX82" fmla="*/ 4178649 w 5044947"/>
              <a:gd name="csY82" fmla="*/ 487328 h 795693"/>
              <a:gd name="csX83" fmla="*/ 4229607 w 5044947"/>
              <a:gd name="csY83" fmla="*/ 332708 h 795693"/>
              <a:gd name="csX84" fmla="*/ 4280567 w 5044947"/>
              <a:gd name="csY84" fmla="*/ 487328 h 795693"/>
              <a:gd name="csX85" fmla="*/ 4331525 w 5044947"/>
              <a:gd name="csY85" fmla="*/ 332763 h 795693"/>
              <a:gd name="csX86" fmla="*/ 4382486 w 5044947"/>
              <a:gd name="csY86" fmla="*/ 487328 h 795693"/>
              <a:gd name="csX87" fmla="*/ 4433443 w 5044947"/>
              <a:gd name="csY87" fmla="*/ 332383 h 795693"/>
              <a:gd name="csX88" fmla="*/ 4484401 w 5044947"/>
              <a:gd name="csY88" fmla="*/ 487538 h 795693"/>
              <a:gd name="csX89" fmla="*/ 4535360 w 5044947"/>
              <a:gd name="csY89" fmla="*/ 332437 h 795693"/>
              <a:gd name="csX90" fmla="*/ 4586319 w 5044947"/>
              <a:gd name="csY90" fmla="*/ 488592 h 795693"/>
              <a:gd name="csX91" fmla="*/ 4637288 w 5044947"/>
              <a:gd name="csY91" fmla="*/ 331406 h 795693"/>
              <a:gd name="csX92" fmla="*/ 4688237 w 5044947"/>
              <a:gd name="csY92" fmla="*/ 487433 h 795693"/>
              <a:gd name="csX93" fmla="*/ 4739195 w 5044947"/>
              <a:gd name="csY93" fmla="*/ 332546 h 795693"/>
              <a:gd name="csX94" fmla="*/ 4790154 w 5044947"/>
              <a:gd name="csY94" fmla="*/ 332491 h 795693"/>
              <a:gd name="csX95" fmla="*/ 4841113 w 5044947"/>
              <a:gd name="csY95" fmla="*/ 487591 h 795693"/>
              <a:gd name="csX96" fmla="*/ 4892073 w 5044947"/>
              <a:gd name="csY96" fmla="*/ 332329 h 795693"/>
              <a:gd name="csX97" fmla="*/ 4943030 w 5044947"/>
              <a:gd name="csY97" fmla="*/ 486484 h 795693"/>
              <a:gd name="csX98" fmla="*/ 4993979 w 5044947"/>
              <a:gd name="csY98" fmla="*/ 333522 h 795693"/>
              <a:gd name="csX99" fmla="*/ 5044947 w 5044947"/>
              <a:gd name="csY99" fmla="*/ 487591 h 7956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</a:cxnLst>
            <a:rect l="l" t="t" r="r" b="b"/>
            <a:pathLst>
              <a:path w="5044947" h="795693">
                <a:moveTo>
                  <a:pt x="0" y="336015"/>
                </a:moveTo>
                <a:lnTo>
                  <a:pt x="50992" y="487275"/>
                </a:lnTo>
                <a:lnTo>
                  <a:pt x="101949" y="332546"/>
                </a:lnTo>
                <a:lnTo>
                  <a:pt x="152908" y="487433"/>
                </a:lnTo>
                <a:lnTo>
                  <a:pt x="203866" y="332491"/>
                </a:lnTo>
                <a:lnTo>
                  <a:pt x="254825" y="487538"/>
                </a:lnTo>
                <a:lnTo>
                  <a:pt x="305784" y="357707"/>
                </a:lnTo>
                <a:lnTo>
                  <a:pt x="356981" y="462707"/>
                </a:lnTo>
                <a:lnTo>
                  <a:pt x="407701" y="332546"/>
                </a:lnTo>
                <a:lnTo>
                  <a:pt x="458660" y="487486"/>
                </a:lnTo>
                <a:lnTo>
                  <a:pt x="509619" y="332383"/>
                </a:lnTo>
                <a:lnTo>
                  <a:pt x="560577" y="337640"/>
                </a:lnTo>
                <a:lnTo>
                  <a:pt x="611584" y="482581"/>
                </a:lnTo>
                <a:lnTo>
                  <a:pt x="662495" y="354911"/>
                </a:lnTo>
                <a:lnTo>
                  <a:pt x="713665" y="465366"/>
                </a:lnTo>
                <a:lnTo>
                  <a:pt x="764411" y="332654"/>
                </a:lnTo>
                <a:lnTo>
                  <a:pt x="815372" y="488961"/>
                </a:lnTo>
                <a:lnTo>
                  <a:pt x="866345" y="330918"/>
                </a:lnTo>
                <a:lnTo>
                  <a:pt x="917289" y="487433"/>
                </a:lnTo>
                <a:lnTo>
                  <a:pt x="968247" y="332546"/>
                </a:lnTo>
                <a:lnTo>
                  <a:pt x="1019206" y="487433"/>
                </a:lnTo>
                <a:lnTo>
                  <a:pt x="1070164" y="332546"/>
                </a:lnTo>
                <a:lnTo>
                  <a:pt x="1121124" y="487538"/>
                </a:lnTo>
                <a:lnTo>
                  <a:pt x="1172083" y="332437"/>
                </a:lnTo>
                <a:lnTo>
                  <a:pt x="1223041" y="489382"/>
                </a:lnTo>
                <a:lnTo>
                  <a:pt x="1274018" y="330538"/>
                </a:lnTo>
                <a:lnTo>
                  <a:pt x="1324959" y="487433"/>
                </a:lnTo>
                <a:lnTo>
                  <a:pt x="1375917" y="332708"/>
                </a:lnTo>
                <a:lnTo>
                  <a:pt x="1426878" y="332329"/>
                </a:lnTo>
                <a:lnTo>
                  <a:pt x="1477835" y="487486"/>
                </a:lnTo>
                <a:lnTo>
                  <a:pt x="1528793" y="332491"/>
                </a:lnTo>
                <a:lnTo>
                  <a:pt x="1579752" y="487749"/>
                </a:lnTo>
                <a:lnTo>
                  <a:pt x="1630714" y="332546"/>
                </a:lnTo>
                <a:lnTo>
                  <a:pt x="1681673" y="485008"/>
                </a:lnTo>
                <a:lnTo>
                  <a:pt x="1732608" y="341103"/>
                </a:lnTo>
                <a:lnTo>
                  <a:pt x="1783647" y="481313"/>
                </a:lnTo>
                <a:lnTo>
                  <a:pt x="1834547" y="332491"/>
                </a:lnTo>
                <a:lnTo>
                  <a:pt x="1885505" y="487486"/>
                </a:lnTo>
                <a:lnTo>
                  <a:pt x="1936464" y="332437"/>
                </a:lnTo>
                <a:lnTo>
                  <a:pt x="1987422" y="487433"/>
                </a:lnTo>
                <a:lnTo>
                  <a:pt x="2038381" y="332491"/>
                </a:lnTo>
                <a:lnTo>
                  <a:pt x="2089339" y="487644"/>
                </a:lnTo>
                <a:lnTo>
                  <a:pt x="2140300" y="332437"/>
                </a:lnTo>
                <a:lnTo>
                  <a:pt x="2191258" y="332437"/>
                </a:lnTo>
                <a:lnTo>
                  <a:pt x="2242216" y="487591"/>
                </a:lnTo>
                <a:lnTo>
                  <a:pt x="2293176" y="334118"/>
                </a:lnTo>
                <a:lnTo>
                  <a:pt x="2344150" y="485852"/>
                </a:lnTo>
                <a:lnTo>
                  <a:pt x="2395093" y="332491"/>
                </a:lnTo>
                <a:lnTo>
                  <a:pt x="2446052" y="487644"/>
                </a:lnTo>
                <a:lnTo>
                  <a:pt x="2497012" y="332274"/>
                </a:lnTo>
                <a:lnTo>
                  <a:pt x="2547969" y="487433"/>
                </a:lnTo>
                <a:lnTo>
                  <a:pt x="2598927" y="332546"/>
                </a:lnTo>
                <a:lnTo>
                  <a:pt x="2649886" y="487486"/>
                </a:lnTo>
                <a:lnTo>
                  <a:pt x="2700845" y="333739"/>
                </a:lnTo>
                <a:lnTo>
                  <a:pt x="2751815" y="486801"/>
                </a:lnTo>
                <a:lnTo>
                  <a:pt x="2802767" y="332112"/>
                </a:lnTo>
                <a:lnTo>
                  <a:pt x="2853722" y="487328"/>
                </a:lnTo>
                <a:lnTo>
                  <a:pt x="2904680" y="332491"/>
                </a:lnTo>
                <a:lnTo>
                  <a:pt x="2955638" y="487538"/>
                </a:lnTo>
                <a:lnTo>
                  <a:pt x="3006598" y="332383"/>
                </a:lnTo>
                <a:lnTo>
                  <a:pt x="3057556" y="332491"/>
                </a:lnTo>
                <a:lnTo>
                  <a:pt x="3108514" y="487538"/>
                </a:lnTo>
                <a:lnTo>
                  <a:pt x="3159474" y="332491"/>
                </a:lnTo>
                <a:lnTo>
                  <a:pt x="3210432" y="487275"/>
                </a:lnTo>
                <a:lnTo>
                  <a:pt x="3261389" y="795694"/>
                </a:lnTo>
                <a:lnTo>
                  <a:pt x="3313921" y="0"/>
                </a:lnTo>
                <a:lnTo>
                  <a:pt x="3363309" y="332491"/>
                </a:lnTo>
                <a:lnTo>
                  <a:pt x="3414268" y="487486"/>
                </a:lnTo>
                <a:lnTo>
                  <a:pt x="3465226" y="502776"/>
                </a:lnTo>
                <a:lnTo>
                  <a:pt x="3516333" y="316550"/>
                </a:lnTo>
                <a:lnTo>
                  <a:pt x="3567143" y="332491"/>
                </a:lnTo>
                <a:lnTo>
                  <a:pt x="3618102" y="487538"/>
                </a:lnTo>
                <a:lnTo>
                  <a:pt x="3669061" y="332491"/>
                </a:lnTo>
                <a:lnTo>
                  <a:pt x="3720020" y="487433"/>
                </a:lnTo>
                <a:lnTo>
                  <a:pt x="3770978" y="332600"/>
                </a:lnTo>
                <a:lnTo>
                  <a:pt x="3821938" y="487433"/>
                </a:lnTo>
                <a:lnTo>
                  <a:pt x="3872896" y="332437"/>
                </a:lnTo>
                <a:lnTo>
                  <a:pt x="3923854" y="332546"/>
                </a:lnTo>
                <a:lnTo>
                  <a:pt x="3974813" y="487538"/>
                </a:lnTo>
                <a:lnTo>
                  <a:pt x="4025773" y="332437"/>
                </a:lnTo>
                <a:lnTo>
                  <a:pt x="4076731" y="490751"/>
                </a:lnTo>
                <a:lnTo>
                  <a:pt x="4127721" y="329235"/>
                </a:lnTo>
                <a:lnTo>
                  <a:pt x="4178649" y="487328"/>
                </a:lnTo>
                <a:lnTo>
                  <a:pt x="4229607" y="332708"/>
                </a:lnTo>
                <a:lnTo>
                  <a:pt x="4280567" y="487328"/>
                </a:lnTo>
                <a:lnTo>
                  <a:pt x="4331525" y="332763"/>
                </a:lnTo>
                <a:lnTo>
                  <a:pt x="4382486" y="487328"/>
                </a:lnTo>
                <a:lnTo>
                  <a:pt x="4433443" y="332383"/>
                </a:lnTo>
                <a:lnTo>
                  <a:pt x="4484401" y="487538"/>
                </a:lnTo>
                <a:lnTo>
                  <a:pt x="4535360" y="332437"/>
                </a:lnTo>
                <a:lnTo>
                  <a:pt x="4586319" y="488592"/>
                </a:lnTo>
                <a:lnTo>
                  <a:pt x="4637288" y="331406"/>
                </a:lnTo>
                <a:lnTo>
                  <a:pt x="4688237" y="487433"/>
                </a:lnTo>
                <a:lnTo>
                  <a:pt x="4739195" y="332546"/>
                </a:lnTo>
                <a:lnTo>
                  <a:pt x="4790154" y="332491"/>
                </a:lnTo>
                <a:lnTo>
                  <a:pt x="4841113" y="487591"/>
                </a:lnTo>
                <a:lnTo>
                  <a:pt x="4892073" y="332329"/>
                </a:lnTo>
                <a:lnTo>
                  <a:pt x="4943030" y="486484"/>
                </a:lnTo>
                <a:lnTo>
                  <a:pt x="4993979" y="333522"/>
                </a:lnTo>
                <a:lnTo>
                  <a:pt x="5044947" y="487591"/>
                </a:lnTo>
              </a:path>
            </a:pathLst>
          </a:custGeom>
          <a:noFill/>
          <a:ln w="18628" cap="sq">
            <a:solidFill>
              <a:srgbClr val="FEFFB3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13" name="Freeform: Shape 112">
            <a:extLst>
              <a:ext uri="{FF2B5EF4-FFF2-40B4-BE49-F238E27FC236}">
                <a16:creationId xmlns:a16="http://schemas.microsoft.com/office/drawing/2014/main" id="{30CF40C3-0107-1A30-C6D5-4155A5CA3EFB}"/>
              </a:ext>
            </a:extLst>
          </p:cNvPr>
          <p:cNvSpPr/>
          <p:nvPr/>
        </p:nvSpPr>
        <p:spPr>
          <a:xfrm>
            <a:off x="1886785" y="1116905"/>
            <a:ext cx="12431" cy="3446024"/>
          </a:xfrm>
          <a:custGeom>
            <a:avLst/>
            <a:gdLst>
              <a:gd name="csX0" fmla="*/ 0 w 12431"/>
              <a:gd name="csY0" fmla="*/ 3446024 h 3446024"/>
              <a:gd name="csX1" fmla="*/ 0 w 12431"/>
              <a:gd name="csY1" fmla="*/ 0 h 344602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431" h="3446024">
                <a:moveTo>
                  <a:pt x="0" y="3446024"/>
                </a:moveTo>
                <a:lnTo>
                  <a:pt x="0" y="0"/>
                </a:lnTo>
              </a:path>
            </a:pathLst>
          </a:custGeom>
          <a:noFill/>
          <a:ln w="9935" cap="sq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14" name="Freeform: Shape 113">
            <a:extLst>
              <a:ext uri="{FF2B5EF4-FFF2-40B4-BE49-F238E27FC236}">
                <a16:creationId xmlns:a16="http://schemas.microsoft.com/office/drawing/2014/main" id="{8535EC21-5605-45C1-EE40-34B9A64791E9}"/>
              </a:ext>
            </a:extLst>
          </p:cNvPr>
          <p:cNvSpPr/>
          <p:nvPr/>
        </p:nvSpPr>
        <p:spPr>
          <a:xfrm>
            <a:off x="7436227" y="1116905"/>
            <a:ext cx="12431" cy="3446024"/>
          </a:xfrm>
          <a:custGeom>
            <a:avLst/>
            <a:gdLst>
              <a:gd name="csX0" fmla="*/ 0 w 12431"/>
              <a:gd name="csY0" fmla="*/ 3446024 h 3446024"/>
              <a:gd name="csX1" fmla="*/ 0 w 12431"/>
              <a:gd name="csY1" fmla="*/ 0 h 344602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431" h="3446024">
                <a:moveTo>
                  <a:pt x="0" y="3446024"/>
                </a:moveTo>
                <a:lnTo>
                  <a:pt x="0" y="0"/>
                </a:lnTo>
              </a:path>
            </a:pathLst>
          </a:custGeom>
          <a:noFill/>
          <a:ln w="9935" cap="sq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15" name="Freeform: Shape 114">
            <a:extLst>
              <a:ext uri="{FF2B5EF4-FFF2-40B4-BE49-F238E27FC236}">
                <a16:creationId xmlns:a16="http://schemas.microsoft.com/office/drawing/2014/main" id="{090A1FD5-AB6A-3CF6-EF3E-AFF10DF02729}"/>
              </a:ext>
            </a:extLst>
          </p:cNvPr>
          <p:cNvSpPr/>
          <p:nvPr/>
        </p:nvSpPr>
        <p:spPr>
          <a:xfrm>
            <a:off x="1886785" y="4562929"/>
            <a:ext cx="5549442" cy="12431"/>
          </a:xfrm>
          <a:custGeom>
            <a:avLst/>
            <a:gdLst>
              <a:gd name="csX0" fmla="*/ 0 w 5549442"/>
              <a:gd name="csY0" fmla="*/ 0 h 12431"/>
              <a:gd name="csX1" fmla="*/ 5549442 w 5549442"/>
              <a:gd name="csY1" fmla="*/ 0 h 1243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549442" h="12431">
                <a:moveTo>
                  <a:pt x="0" y="0"/>
                </a:moveTo>
                <a:lnTo>
                  <a:pt x="5549442" y="0"/>
                </a:lnTo>
              </a:path>
            </a:pathLst>
          </a:custGeom>
          <a:noFill/>
          <a:ln w="9935" cap="sq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16" name="Freeform: Shape 115">
            <a:extLst>
              <a:ext uri="{FF2B5EF4-FFF2-40B4-BE49-F238E27FC236}">
                <a16:creationId xmlns:a16="http://schemas.microsoft.com/office/drawing/2014/main" id="{A8A0E74D-1E6A-11CE-C086-F7AECF57F710}"/>
              </a:ext>
            </a:extLst>
          </p:cNvPr>
          <p:cNvSpPr/>
          <p:nvPr/>
        </p:nvSpPr>
        <p:spPr>
          <a:xfrm>
            <a:off x="1886785" y="1116905"/>
            <a:ext cx="5549442" cy="12431"/>
          </a:xfrm>
          <a:custGeom>
            <a:avLst/>
            <a:gdLst>
              <a:gd name="csX0" fmla="*/ 0 w 5549442"/>
              <a:gd name="csY0" fmla="*/ 0 h 12431"/>
              <a:gd name="csX1" fmla="*/ 5549442 w 5549442"/>
              <a:gd name="csY1" fmla="*/ 0 h 1243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549442" h="12431">
                <a:moveTo>
                  <a:pt x="0" y="0"/>
                </a:moveTo>
                <a:lnTo>
                  <a:pt x="5549442" y="0"/>
                </a:lnTo>
              </a:path>
            </a:pathLst>
          </a:custGeom>
          <a:noFill/>
          <a:ln w="9935" cap="sq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117" name="Graphic 7">
            <a:extLst>
              <a:ext uri="{FF2B5EF4-FFF2-40B4-BE49-F238E27FC236}">
                <a16:creationId xmlns:a16="http://schemas.microsoft.com/office/drawing/2014/main" id="{E90D793F-642B-334F-3A93-46064AD5DD60}"/>
              </a:ext>
            </a:extLst>
          </p:cNvPr>
          <p:cNvGrpSpPr/>
          <p:nvPr/>
        </p:nvGrpSpPr>
        <p:grpSpPr>
          <a:xfrm>
            <a:off x="2973480" y="928964"/>
            <a:ext cx="3367286" cy="148525"/>
            <a:chOff x="2973480" y="928964"/>
            <a:chExt cx="3367286" cy="148525"/>
          </a:xfrm>
          <a:solidFill>
            <a:srgbClr val="FFFFFF"/>
          </a:solidFill>
        </p:grpSpPr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C6F89B83-CDC1-2DB7-3CF7-53F61080D3AB}"/>
                </a:ext>
              </a:extLst>
            </p:cNvPr>
            <p:cNvSpPr/>
            <p:nvPr/>
          </p:nvSpPr>
          <p:spPr>
            <a:xfrm flipV="1">
              <a:off x="2973480" y="937565"/>
              <a:ext cx="50907" cy="104751"/>
            </a:xfrm>
            <a:custGeom>
              <a:avLst/>
              <a:gdLst>
                <a:gd name="csX0" fmla="*/ 22207 w 50907"/>
                <a:gd name="csY0" fmla="*/ 102537 h 104751"/>
                <a:gd name="csX1" fmla="*/ 22207 w 50907"/>
                <a:gd name="csY1" fmla="*/ 79368 h 104751"/>
                <a:gd name="csX2" fmla="*/ 49805 w 50907"/>
                <a:gd name="csY2" fmla="*/ 79368 h 104751"/>
                <a:gd name="csX3" fmla="*/ 49805 w 50907"/>
                <a:gd name="csY3" fmla="*/ 68949 h 104751"/>
                <a:gd name="csX4" fmla="*/ 22207 w 50907"/>
                <a:gd name="csY4" fmla="*/ 68949 h 104751"/>
                <a:gd name="csX5" fmla="*/ 22207 w 50907"/>
                <a:gd name="csY5" fmla="*/ 24661 h 104751"/>
                <a:gd name="csX6" fmla="*/ 24934 w 50907"/>
                <a:gd name="csY6" fmla="*/ 11841 h 104751"/>
                <a:gd name="csX7" fmla="*/ 36052 w 50907"/>
                <a:gd name="csY7" fmla="*/ 8998 h 104751"/>
                <a:gd name="csX8" fmla="*/ 49805 w 50907"/>
                <a:gd name="csY8" fmla="*/ 8998 h 104751"/>
                <a:gd name="csX9" fmla="*/ 49805 w 50907"/>
                <a:gd name="csY9" fmla="*/ -2214 h 104751"/>
                <a:gd name="csX10" fmla="*/ 36052 w 50907"/>
                <a:gd name="csY10" fmla="*/ -2214 h 104751"/>
                <a:gd name="csX11" fmla="*/ 14631 w 50907"/>
                <a:gd name="csY11" fmla="*/ 3567 h 104751"/>
                <a:gd name="csX12" fmla="*/ 8734 w 50907"/>
                <a:gd name="csY12" fmla="*/ 24661 h 104751"/>
                <a:gd name="csX13" fmla="*/ 8734 w 50907"/>
                <a:gd name="csY13" fmla="*/ 68949 h 104751"/>
                <a:gd name="csX14" fmla="*/ -1103 w 50907"/>
                <a:gd name="csY14" fmla="*/ 68949 h 104751"/>
                <a:gd name="csX15" fmla="*/ -1103 w 50907"/>
                <a:gd name="csY15" fmla="*/ 79368 h 104751"/>
                <a:gd name="csX16" fmla="*/ 8734 w 50907"/>
                <a:gd name="csY16" fmla="*/ 79368 h 104751"/>
                <a:gd name="csX17" fmla="*/ 8734 w 50907"/>
                <a:gd name="csY17" fmla="*/ 102537 h 104751"/>
                <a:gd name="csX18" fmla="*/ 22207 w 50907"/>
                <a:gd name="csY18" fmla="*/ 102537 h 1047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50907" h="104751">
                  <a:moveTo>
                    <a:pt x="22207" y="102537"/>
                  </a:moveTo>
                  <a:lnTo>
                    <a:pt x="22207" y="79368"/>
                  </a:lnTo>
                  <a:lnTo>
                    <a:pt x="49805" y="79368"/>
                  </a:lnTo>
                  <a:lnTo>
                    <a:pt x="49805" y="68949"/>
                  </a:lnTo>
                  <a:lnTo>
                    <a:pt x="22207" y="68949"/>
                  </a:lnTo>
                  <a:lnTo>
                    <a:pt x="22207" y="24661"/>
                  </a:lnTo>
                  <a:cubicBezTo>
                    <a:pt x="22207" y="18011"/>
                    <a:pt x="23116" y="13737"/>
                    <a:pt x="24934" y="11841"/>
                  </a:cubicBezTo>
                  <a:cubicBezTo>
                    <a:pt x="26752" y="9946"/>
                    <a:pt x="30458" y="8998"/>
                    <a:pt x="36052" y="8998"/>
                  </a:cubicBezTo>
                  <a:lnTo>
                    <a:pt x="49805" y="8998"/>
                  </a:lnTo>
                  <a:lnTo>
                    <a:pt x="49805" y="-2214"/>
                  </a:lnTo>
                  <a:lnTo>
                    <a:pt x="36052" y="-2214"/>
                  </a:lnTo>
                  <a:cubicBezTo>
                    <a:pt x="25703" y="-2214"/>
                    <a:pt x="18563" y="-287"/>
                    <a:pt x="14631" y="3567"/>
                  </a:cubicBezTo>
                  <a:cubicBezTo>
                    <a:pt x="10700" y="7436"/>
                    <a:pt x="8734" y="14468"/>
                    <a:pt x="8734" y="24661"/>
                  </a:cubicBezTo>
                  <a:lnTo>
                    <a:pt x="8734" y="68949"/>
                  </a:lnTo>
                  <a:lnTo>
                    <a:pt x="-1103" y="68949"/>
                  </a:lnTo>
                  <a:lnTo>
                    <a:pt x="-1103" y="79368"/>
                  </a:lnTo>
                  <a:lnTo>
                    <a:pt x="8734" y="79368"/>
                  </a:lnTo>
                  <a:lnTo>
                    <a:pt x="8734" y="102537"/>
                  </a:lnTo>
                  <a:lnTo>
                    <a:pt x="22207" y="102537"/>
                  </a:lnTo>
                  <a:close/>
                </a:path>
              </a:pathLst>
            </a:custGeom>
            <a:solidFill>
              <a:srgbClr val="FFFFFF"/>
            </a:solidFill>
            <a:ln w="2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59E60A72-FEC0-BB77-23B4-9FC548A063B2}"/>
                </a:ext>
              </a:extLst>
            </p:cNvPr>
            <p:cNvSpPr/>
            <p:nvPr/>
          </p:nvSpPr>
          <p:spPr>
            <a:xfrm flipV="1">
              <a:off x="3036191" y="958776"/>
              <a:ext cx="75614" cy="85661"/>
            </a:xfrm>
            <a:custGeom>
              <a:avLst/>
              <a:gdLst>
                <a:gd name="csX0" fmla="*/ 73807 w 75614"/>
                <a:gd name="csY0" fmla="*/ 44556 h 85661"/>
                <a:gd name="csX1" fmla="*/ 73807 w 75614"/>
                <a:gd name="csY1" fmla="*/ 38006 h 85661"/>
                <a:gd name="csX2" fmla="*/ 12178 w 75614"/>
                <a:gd name="csY2" fmla="*/ 38006 h 85661"/>
                <a:gd name="csX3" fmla="*/ 20523 w 75614"/>
                <a:gd name="csY3" fmla="*/ 16911 h 85661"/>
                <a:gd name="csX4" fmla="*/ 41314 w 75614"/>
                <a:gd name="csY4" fmla="*/ 9662 h 85661"/>
                <a:gd name="csX5" fmla="*/ 56279 w 75614"/>
                <a:gd name="csY5" fmla="*/ 11550 h 85661"/>
                <a:gd name="csX6" fmla="*/ 70684 w 75614"/>
                <a:gd name="csY6" fmla="*/ 17238 h 85661"/>
                <a:gd name="csX7" fmla="*/ 70684 w 75614"/>
                <a:gd name="csY7" fmla="*/ 4558 h 85661"/>
                <a:gd name="csX8" fmla="*/ 55883 w 75614"/>
                <a:gd name="csY8" fmla="*/ -104 h 85661"/>
                <a:gd name="csX9" fmla="*/ 40522 w 75614"/>
                <a:gd name="csY9" fmla="*/ -1713 h 85661"/>
                <a:gd name="csX10" fmla="*/ 9591 w 75614"/>
                <a:gd name="csY10" fmla="*/ 9639 h 85661"/>
                <a:gd name="csX11" fmla="*/ -1807 w 75614"/>
                <a:gd name="csY11" fmla="*/ 40407 h 85661"/>
                <a:gd name="csX12" fmla="*/ 9008 w 75614"/>
                <a:gd name="csY12" fmla="*/ 72177 h 85661"/>
                <a:gd name="csX13" fmla="*/ 38191 w 75614"/>
                <a:gd name="csY13" fmla="*/ 83949 h 85661"/>
                <a:gd name="csX14" fmla="*/ 64227 w 75614"/>
                <a:gd name="csY14" fmla="*/ 73343 h 85661"/>
                <a:gd name="csX15" fmla="*/ 73807 w 75614"/>
                <a:gd name="csY15" fmla="*/ 44556 h 85661"/>
                <a:gd name="csX16" fmla="*/ 60405 w 75614"/>
                <a:gd name="csY16" fmla="*/ 48495 h 85661"/>
                <a:gd name="csX17" fmla="*/ 54251 w 75614"/>
                <a:gd name="csY17" fmla="*/ 66024 h 85661"/>
                <a:gd name="csX18" fmla="*/ 38331 w 75614"/>
                <a:gd name="csY18" fmla="*/ 72597 h 85661"/>
                <a:gd name="csX19" fmla="*/ 20383 w 75614"/>
                <a:gd name="csY19" fmla="*/ 66257 h 85661"/>
                <a:gd name="csX20" fmla="*/ 12621 w 75614"/>
                <a:gd name="csY20" fmla="*/ 48402 h 85661"/>
                <a:gd name="csX21" fmla="*/ 60405 w 75614"/>
                <a:gd name="csY21" fmla="*/ 48495 h 85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75614" h="85661">
                  <a:moveTo>
                    <a:pt x="73807" y="44556"/>
                  </a:moveTo>
                  <a:lnTo>
                    <a:pt x="73807" y="38006"/>
                  </a:lnTo>
                  <a:lnTo>
                    <a:pt x="12178" y="38006"/>
                  </a:lnTo>
                  <a:cubicBezTo>
                    <a:pt x="12768" y="28776"/>
                    <a:pt x="15550" y="21744"/>
                    <a:pt x="20523" y="16911"/>
                  </a:cubicBezTo>
                  <a:cubicBezTo>
                    <a:pt x="25495" y="12079"/>
                    <a:pt x="32426" y="9662"/>
                    <a:pt x="41314" y="9662"/>
                  </a:cubicBezTo>
                  <a:cubicBezTo>
                    <a:pt x="46458" y="9662"/>
                    <a:pt x="51446" y="10292"/>
                    <a:pt x="56279" y="11550"/>
                  </a:cubicBezTo>
                  <a:cubicBezTo>
                    <a:pt x="61112" y="12809"/>
                    <a:pt x="65913" y="14705"/>
                    <a:pt x="70684" y="17238"/>
                  </a:cubicBezTo>
                  <a:lnTo>
                    <a:pt x="70684" y="4558"/>
                  </a:lnTo>
                  <a:cubicBezTo>
                    <a:pt x="65867" y="2522"/>
                    <a:pt x="60933" y="968"/>
                    <a:pt x="55883" y="-104"/>
                  </a:cubicBezTo>
                  <a:cubicBezTo>
                    <a:pt x="50832" y="-1176"/>
                    <a:pt x="45712" y="-1713"/>
                    <a:pt x="40522" y="-1713"/>
                  </a:cubicBezTo>
                  <a:cubicBezTo>
                    <a:pt x="27500" y="-1713"/>
                    <a:pt x="17189" y="2071"/>
                    <a:pt x="9591" y="9639"/>
                  </a:cubicBezTo>
                  <a:cubicBezTo>
                    <a:pt x="1992" y="17222"/>
                    <a:pt x="-1807" y="27478"/>
                    <a:pt x="-1807" y="40407"/>
                  </a:cubicBezTo>
                  <a:cubicBezTo>
                    <a:pt x="-1807" y="53755"/>
                    <a:pt x="1798" y="64346"/>
                    <a:pt x="9008" y="72177"/>
                  </a:cubicBezTo>
                  <a:cubicBezTo>
                    <a:pt x="16218" y="80025"/>
                    <a:pt x="25946" y="83949"/>
                    <a:pt x="38191" y="83949"/>
                  </a:cubicBezTo>
                  <a:cubicBezTo>
                    <a:pt x="49162" y="83949"/>
                    <a:pt x="57841" y="80413"/>
                    <a:pt x="64227" y="73343"/>
                  </a:cubicBezTo>
                  <a:cubicBezTo>
                    <a:pt x="70614" y="66288"/>
                    <a:pt x="73807" y="56692"/>
                    <a:pt x="73807" y="44556"/>
                  </a:cubicBezTo>
                  <a:close/>
                  <a:moveTo>
                    <a:pt x="60405" y="48495"/>
                  </a:moveTo>
                  <a:cubicBezTo>
                    <a:pt x="60311" y="55814"/>
                    <a:pt x="58260" y="61657"/>
                    <a:pt x="54251" y="66024"/>
                  </a:cubicBezTo>
                  <a:cubicBezTo>
                    <a:pt x="50242" y="70406"/>
                    <a:pt x="44935" y="72597"/>
                    <a:pt x="38331" y="72597"/>
                  </a:cubicBezTo>
                  <a:cubicBezTo>
                    <a:pt x="30856" y="72597"/>
                    <a:pt x="24874" y="70484"/>
                    <a:pt x="20383" y="66257"/>
                  </a:cubicBezTo>
                  <a:cubicBezTo>
                    <a:pt x="15892" y="62030"/>
                    <a:pt x="13305" y="56079"/>
                    <a:pt x="12621" y="48402"/>
                  </a:cubicBezTo>
                  <a:lnTo>
                    <a:pt x="60405" y="48495"/>
                  </a:lnTo>
                  <a:close/>
                </a:path>
              </a:pathLst>
            </a:custGeom>
            <a:solidFill>
              <a:srgbClr val="FFFFFF"/>
            </a:solidFill>
            <a:ln w="2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39B2239-6E73-E8D1-2AAF-01F022ED92FA}"/>
                </a:ext>
              </a:extLst>
            </p:cNvPr>
            <p:cNvSpPr/>
            <p:nvPr/>
          </p:nvSpPr>
          <p:spPr>
            <a:xfrm flipV="1">
              <a:off x="3127831" y="958776"/>
              <a:ext cx="62351" cy="85661"/>
            </a:xfrm>
            <a:custGeom>
              <a:avLst/>
              <a:gdLst>
                <a:gd name="csX0" fmla="*/ 56460 w 62351"/>
                <a:gd name="csY0" fmla="*/ 79590 h 85661"/>
                <a:gd name="csX1" fmla="*/ 56460 w 62351"/>
                <a:gd name="csY1" fmla="*/ 66910 h 85661"/>
                <a:gd name="csX2" fmla="*/ 44665 w 62351"/>
                <a:gd name="csY2" fmla="*/ 71268 h 85661"/>
                <a:gd name="csX3" fmla="*/ 31985 w 62351"/>
                <a:gd name="csY3" fmla="*/ 72737 h 85661"/>
                <a:gd name="csX4" fmla="*/ 17021 w 62351"/>
                <a:gd name="csY4" fmla="*/ 69683 h 85661"/>
                <a:gd name="csX5" fmla="*/ 12032 w 62351"/>
                <a:gd name="csY5" fmla="*/ 60500 h 85661"/>
                <a:gd name="csX6" fmla="*/ 15599 w 62351"/>
                <a:gd name="csY6" fmla="*/ 53180 h 85661"/>
                <a:gd name="csX7" fmla="*/ 29957 w 62351"/>
                <a:gd name="csY7" fmla="*/ 48122 h 85661"/>
                <a:gd name="csX8" fmla="*/ 34549 w 62351"/>
                <a:gd name="csY8" fmla="*/ 47097 h 85661"/>
                <a:gd name="csX9" fmla="*/ 54828 w 62351"/>
                <a:gd name="csY9" fmla="*/ 38472 h 85661"/>
                <a:gd name="csX10" fmla="*/ 60842 w 62351"/>
                <a:gd name="csY10" fmla="*/ 22925 h 85661"/>
                <a:gd name="csX11" fmla="*/ 51844 w 62351"/>
                <a:gd name="csY11" fmla="*/ 4907 h 85661"/>
                <a:gd name="csX12" fmla="*/ 27113 w 62351"/>
                <a:gd name="csY12" fmla="*/ -1713 h 85661"/>
                <a:gd name="csX13" fmla="*/ 13454 w 62351"/>
                <a:gd name="csY13" fmla="*/ -431 h 85661"/>
                <a:gd name="csX14" fmla="*/ -1510 w 62351"/>
                <a:gd name="csY14" fmla="*/ 3392 h 85661"/>
                <a:gd name="csX15" fmla="*/ -1510 w 62351"/>
                <a:gd name="csY15" fmla="*/ 17238 h 85661"/>
                <a:gd name="csX16" fmla="*/ 13128 w 62351"/>
                <a:gd name="csY16" fmla="*/ 11434 h 85661"/>
                <a:gd name="csX17" fmla="*/ 27416 w 62351"/>
                <a:gd name="csY17" fmla="*/ 9522 h 85661"/>
                <a:gd name="csX18" fmla="*/ 41961 w 62351"/>
                <a:gd name="csY18" fmla="*/ 12762 h 85661"/>
                <a:gd name="csX19" fmla="*/ 47066 w 62351"/>
                <a:gd name="csY19" fmla="*/ 21900 h 85661"/>
                <a:gd name="csX20" fmla="*/ 43383 w 62351"/>
                <a:gd name="csY20" fmla="*/ 30268 h 85661"/>
                <a:gd name="csX21" fmla="*/ 27253 w 62351"/>
                <a:gd name="csY21" fmla="*/ 35885 h 85661"/>
                <a:gd name="csX22" fmla="*/ 22591 w 62351"/>
                <a:gd name="csY22" fmla="*/ 36981 h 85661"/>
                <a:gd name="csX23" fmla="*/ 4597 w 62351"/>
                <a:gd name="csY23" fmla="*/ 45022 h 85661"/>
                <a:gd name="csX24" fmla="*/ -927 w 62351"/>
                <a:gd name="csY24" fmla="*/ 59917 h 85661"/>
                <a:gd name="csX25" fmla="*/ 7231 w 62351"/>
                <a:gd name="csY25" fmla="*/ 77678 h 85661"/>
                <a:gd name="csX26" fmla="*/ 30400 w 62351"/>
                <a:gd name="csY26" fmla="*/ 83949 h 85661"/>
                <a:gd name="csX27" fmla="*/ 44362 w 62351"/>
                <a:gd name="csY27" fmla="*/ 82853 h 85661"/>
                <a:gd name="csX28" fmla="*/ 56460 w 62351"/>
                <a:gd name="csY28" fmla="*/ 79590 h 85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</a:cxnLst>
              <a:rect l="l" t="t" r="r" b="b"/>
              <a:pathLst>
                <a:path w="62351" h="85661">
                  <a:moveTo>
                    <a:pt x="56460" y="79590"/>
                  </a:moveTo>
                  <a:lnTo>
                    <a:pt x="56460" y="66910"/>
                  </a:lnTo>
                  <a:cubicBezTo>
                    <a:pt x="52684" y="68852"/>
                    <a:pt x="48752" y="70305"/>
                    <a:pt x="44665" y="71268"/>
                  </a:cubicBezTo>
                  <a:cubicBezTo>
                    <a:pt x="40594" y="72247"/>
                    <a:pt x="36367" y="72737"/>
                    <a:pt x="31985" y="72737"/>
                  </a:cubicBezTo>
                  <a:cubicBezTo>
                    <a:pt x="25334" y="72737"/>
                    <a:pt x="20346" y="71719"/>
                    <a:pt x="17021" y="69683"/>
                  </a:cubicBezTo>
                  <a:cubicBezTo>
                    <a:pt x="13695" y="67648"/>
                    <a:pt x="12032" y="64586"/>
                    <a:pt x="12032" y="60500"/>
                  </a:cubicBezTo>
                  <a:cubicBezTo>
                    <a:pt x="12032" y="57392"/>
                    <a:pt x="13221" y="54952"/>
                    <a:pt x="15599" y="53180"/>
                  </a:cubicBezTo>
                  <a:cubicBezTo>
                    <a:pt x="17976" y="51409"/>
                    <a:pt x="22762" y="49723"/>
                    <a:pt x="29957" y="48122"/>
                  </a:cubicBezTo>
                  <a:lnTo>
                    <a:pt x="34549" y="47097"/>
                  </a:lnTo>
                  <a:cubicBezTo>
                    <a:pt x="44059" y="45061"/>
                    <a:pt x="50819" y="42186"/>
                    <a:pt x="54828" y="38472"/>
                  </a:cubicBezTo>
                  <a:cubicBezTo>
                    <a:pt x="58837" y="34758"/>
                    <a:pt x="60842" y="29576"/>
                    <a:pt x="60842" y="22925"/>
                  </a:cubicBezTo>
                  <a:cubicBezTo>
                    <a:pt x="60842" y="15342"/>
                    <a:pt x="57843" y="9336"/>
                    <a:pt x="51844" y="4907"/>
                  </a:cubicBezTo>
                  <a:cubicBezTo>
                    <a:pt x="45846" y="494"/>
                    <a:pt x="37603" y="-1713"/>
                    <a:pt x="27113" y="-1713"/>
                  </a:cubicBezTo>
                  <a:cubicBezTo>
                    <a:pt x="22747" y="-1713"/>
                    <a:pt x="18194" y="-1285"/>
                    <a:pt x="13454" y="-431"/>
                  </a:cubicBezTo>
                  <a:cubicBezTo>
                    <a:pt x="8715" y="424"/>
                    <a:pt x="3727" y="1698"/>
                    <a:pt x="-1510" y="3392"/>
                  </a:cubicBezTo>
                  <a:lnTo>
                    <a:pt x="-1510" y="17238"/>
                  </a:lnTo>
                  <a:cubicBezTo>
                    <a:pt x="3447" y="14658"/>
                    <a:pt x="8326" y="12724"/>
                    <a:pt x="13128" y="11434"/>
                  </a:cubicBezTo>
                  <a:cubicBezTo>
                    <a:pt x="17930" y="10160"/>
                    <a:pt x="22693" y="9522"/>
                    <a:pt x="27416" y="9522"/>
                  </a:cubicBezTo>
                  <a:cubicBezTo>
                    <a:pt x="33725" y="9522"/>
                    <a:pt x="38574" y="10602"/>
                    <a:pt x="41961" y="12762"/>
                  </a:cubicBezTo>
                  <a:cubicBezTo>
                    <a:pt x="45365" y="14922"/>
                    <a:pt x="47066" y="17968"/>
                    <a:pt x="47066" y="21900"/>
                  </a:cubicBezTo>
                  <a:cubicBezTo>
                    <a:pt x="47066" y="25536"/>
                    <a:pt x="45838" y="28325"/>
                    <a:pt x="43383" y="30268"/>
                  </a:cubicBezTo>
                  <a:cubicBezTo>
                    <a:pt x="40944" y="32210"/>
                    <a:pt x="35567" y="34083"/>
                    <a:pt x="27253" y="35885"/>
                  </a:cubicBezTo>
                  <a:lnTo>
                    <a:pt x="22591" y="36981"/>
                  </a:lnTo>
                  <a:cubicBezTo>
                    <a:pt x="14293" y="38721"/>
                    <a:pt x="8295" y="41402"/>
                    <a:pt x="4597" y="45022"/>
                  </a:cubicBezTo>
                  <a:cubicBezTo>
                    <a:pt x="914" y="48643"/>
                    <a:pt x="-927" y="53608"/>
                    <a:pt x="-927" y="59917"/>
                  </a:cubicBezTo>
                  <a:cubicBezTo>
                    <a:pt x="-927" y="67593"/>
                    <a:pt x="1792" y="73514"/>
                    <a:pt x="7231" y="77678"/>
                  </a:cubicBezTo>
                  <a:cubicBezTo>
                    <a:pt x="12670" y="81858"/>
                    <a:pt x="20393" y="83949"/>
                    <a:pt x="30400" y="83949"/>
                  </a:cubicBezTo>
                  <a:cubicBezTo>
                    <a:pt x="35342" y="83949"/>
                    <a:pt x="39996" y="83583"/>
                    <a:pt x="44362" y="82853"/>
                  </a:cubicBezTo>
                  <a:cubicBezTo>
                    <a:pt x="48744" y="82138"/>
                    <a:pt x="52777" y="81050"/>
                    <a:pt x="56460" y="79590"/>
                  </a:cubicBezTo>
                  <a:close/>
                </a:path>
              </a:pathLst>
            </a:custGeom>
            <a:solidFill>
              <a:srgbClr val="FFFFFF"/>
            </a:solidFill>
            <a:ln w="2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9F0178E0-F783-8EF6-F8BD-4B9F8EDBA52F}"/>
                </a:ext>
              </a:extLst>
            </p:cNvPr>
            <p:cNvSpPr/>
            <p:nvPr/>
          </p:nvSpPr>
          <p:spPr>
            <a:xfrm flipV="1">
              <a:off x="3201473" y="937565"/>
              <a:ext cx="50907" cy="104751"/>
            </a:xfrm>
            <a:custGeom>
              <a:avLst/>
              <a:gdLst>
                <a:gd name="csX0" fmla="*/ 22225 w 50907"/>
                <a:gd name="csY0" fmla="*/ 102537 h 104751"/>
                <a:gd name="csX1" fmla="*/ 22225 w 50907"/>
                <a:gd name="csY1" fmla="*/ 79368 h 104751"/>
                <a:gd name="csX2" fmla="*/ 49823 w 50907"/>
                <a:gd name="csY2" fmla="*/ 79368 h 104751"/>
                <a:gd name="csX3" fmla="*/ 49823 w 50907"/>
                <a:gd name="csY3" fmla="*/ 68949 h 104751"/>
                <a:gd name="csX4" fmla="*/ 22225 w 50907"/>
                <a:gd name="csY4" fmla="*/ 68949 h 104751"/>
                <a:gd name="csX5" fmla="*/ 22225 w 50907"/>
                <a:gd name="csY5" fmla="*/ 24661 h 104751"/>
                <a:gd name="csX6" fmla="*/ 24952 w 50907"/>
                <a:gd name="csY6" fmla="*/ 11841 h 104751"/>
                <a:gd name="csX7" fmla="*/ 36071 w 50907"/>
                <a:gd name="csY7" fmla="*/ 8998 h 104751"/>
                <a:gd name="csX8" fmla="*/ 49823 w 50907"/>
                <a:gd name="csY8" fmla="*/ 8998 h 104751"/>
                <a:gd name="csX9" fmla="*/ 49823 w 50907"/>
                <a:gd name="csY9" fmla="*/ -2214 h 104751"/>
                <a:gd name="csX10" fmla="*/ 36071 w 50907"/>
                <a:gd name="csY10" fmla="*/ -2214 h 104751"/>
                <a:gd name="csX11" fmla="*/ 14649 w 50907"/>
                <a:gd name="csY11" fmla="*/ 3567 h 104751"/>
                <a:gd name="csX12" fmla="*/ 8752 w 50907"/>
                <a:gd name="csY12" fmla="*/ 24661 h 104751"/>
                <a:gd name="csX13" fmla="*/ 8752 w 50907"/>
                <a:gd name="csY13" fmla="*/ 68949 h 104751"/>
                <a:gd name="csX14" fmla="*/ -1084 w 50907"/>
                <a:gd name="csY14" fmla="*/ 68949 h 104751"/>
                <a:gd name="csX15" fmla="*/ -1084 w 50907"/>
                <a:gd name="csY15" fmla="*/ 79368 h 104751"/>
                <a:gd name="csX16" fmla="*/ 8752 w 50907"/>
                <a:gd name="csY16" fmla="*/ 79368 h 104751"/>
                <a:gd name="csX17" fmla="*/ 8752 w 50907"/>
                <a:gd name="csY17" fmla="*/ 102537 h 104751"/>
                <a:gd name="csX18" fmla="*/ 22225 w 50907"/>
                <a:gd name="csY18" fmla="*/ 102537 h 1047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50907" h="104751">
                  <a:moveTo>
                    <a:pt x="22225" y="102537"/>
                  </a:moveTo>
                  <a:lnTo>
                    <a:pt x="22225" y="79368"/>
                  </a:lnTo>
                  <a:lnTo>
                    <a:pt x="49823" y="79368"/>
                  </a:lnTo>
                  <a:lnTo>
                    <a:pt x="49823" y="68949"/>
                  </a:lnTo>
                  <a:lnTo>
                    <a:pt x="22225" y="68949"/>
                  </a:lnTo>
                  <a:lnTo>
                    <a:pt x="22225" y="24661"/>
                  </a:lnTo>
                  <a:cubicBezTo>
                    <a:pt x="22225" y="18011"/>
                    <a:pt x="23134" y="13737"/>
                    <a:pt x="24952" y="11841"/>
                  </a:cubicBezTo>
                  <a:cubicBezTo>
                    <a:pt x="26770" y="9946"/>
                    <a:pt x="30476" y="8998"/>
                    <a:pt x="36071" y="8998"/>
                  </a:cubicBezTo>
                  <a:lnTo>
                    <a:pt x="49823" y="8998"/>
                  </a:lnTo>
                  <a:lnTo>
                    <a:pt x="49823" y="-2214"/>
                  </a:lnTo>
                  <a:lnTo>
                    <a:pt x="36071" y="-2214"/>
                  </a:lnTo>
                  <a:cubicBezTo>
                    <a:pt x="25721" y="-2214"/>
                    <a:pt x="18581" y="-287"/>
                    <a:pt x="14649" y="3567"/>
                  </a:cubicBezTo>
                  <a:cubicBezTo>
                    <a:pt x="10718" y="7436"/>
                    <a:pt x="8752" y="14468"/>
                    <a:pt x="8752" y="24661"/>
                  </a:cubicBezTo>
                  <a:lnTo>
                    <a:pt x="8752" y="68949"/>
                  </a:lnTo>
                  <a:lnTo>
                    <a:pt x="-1084" y="68949"/>
                  </a:lnTo>
                  <a:lnTo>
                    <a:pt x="-1084" y="79368"/>
                  </a:lnTo>
                  <a:lnTo>
                    <a:pt x="8752" y="79368"/>
                  </a:lnTo>
                  <a:lnTo>
                    <a:pt x="8752" y="102537"/>
                  </a:lnTo>
                  <a:lnTo>
                    <a:pt x="22225" y="102537"/>
                  </a:lnTo>
                  <a:close/>
                </a:path>
              </a:pathLst>
            </a:custGeom>
            <a:solidFill>
              <a:srgbClr val="FFFFFF"/>
            </a:solidFill>
            <a:ln w="2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2178FC6D-6AC7-3117-2E2A-C376EA59DBC4}"/>
                </a:ext>
              </a:extLst>
            </p:cNvPr>
            <p:cNvSpPr/>
            <p:nvPr/>
          </p:nvSpPr>
          <p:spPr>
            <a:xfrm flipV="1">
              <a:off x="3254487" y="1067094"/>
              <a:ext cx="77526" cy="10395"/>
            </a:xfrm>
            <a:custGeom>
              <a:avLst/>
              <a:gdLst>
                <a:gd name="csX0" fmla="*/ 76111 w 77526"/>
                <a:gd name="csY0" fmla="*/ 11721 h 10395"/>
                <a:gd name="csX1" fmla="*/ 76111 w 77526"/>
                <a:gd name="csY1" fmla="*/ 1326 h 10395"/>
                <a:gd name="csX2" fmla="*/ -1415 w 77526"/>
                <a:gd name="csY2" fmla="*/ 1326 h 10395"/>
                <a:gd name="csX3" fmla="*/ -1415 w 77526"/>
                <a:gd name="csY3" fmla="*/ 11721 h 10395"/>
                <a:gd name="csX4" fmla="*/ 76111 w 77526"/>
                <a:gd name="csY4" fmla="*/ 11721 h 103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7526" h="10395">
                  <a:moveTo>
                    <a:pt x="76111" y="11721"/>
                  </a:moveTo>
                  <a:lnTo>
                    <a:pt x="76111" y="1326"/>
                  </a:lnTo>
                  <a:lnTo>
                    <a:pt x="-1415" y="1326"/>
                  </a:lnTo>
                  <a:lnTo>
                    <a:pt x="-1415" y="11721"/>
                  </a:lnTo>
                  <a:lnTo>
                    <a:pt x="76111" y="11721"/>
                  </a:lnTo>
                  <a:close/>
                </a:path>
              </a:pathLst>
            </a:custGeom>
            <a:solidFill>
              <a:srgbClr val="FFFFFF"/>
            </a:solidFill>
            <a:ln w="2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5A90F875-F6EB-E247-8110-A217DC8DE6BA}"/>
                </a:ext>
              </a:extLst>
            </p:cNvPr>
            <p:cNvSpPr/>
            <p:nvPr/>
          </p:nvSpPr>
          <p:spPr>
            <a:xfrm flipV="1">
              <a:off x="3344087" y="928964"/>
              <a:ext cx="73004" cy="115473"/>
            </a:xfrm>
            <a:custGeom>
              <a:avLst/>
              <a:gdLst>
                <a:gd name="csX0" fmla="*/ 57134 w 73004"/>
                <a:gd name="csY0" fmla="*/ 40489 h 115473"/>
                <a:gd name="csX1" fmla="*/ 51050 w 73004"/>
                <a:gd name="csY1" fmla="*/ 63682 h 115473"/>
                <a:gd name="csX2" fmla="*/ 34338 w 73004"/>
                <a:gd name="csY2" fmla="*/ 72096 h 115473"/>
                <a:gd name="csX3" fmla="*/ 17602 w 73004"/>
                <a:gd name="csY3" fmla="*/ 63682 h 115473"/>
                <a:gd name="csX4" fmla="*/ 11518 w 73004"/>
                <a:gd name="csY4" fmla="*/ 40489 h 115473"/>
                <a:gd name="csX5" fmla="*/ 17602 w 73004"/>
                <a:gd name="csY5" fmla="*/ 17296 h 115473"/>
                <a:gd name="csX6" fmla="*/ 34338 w 73004"/>
                <a:gd name="csY6" fmla="*/ 8882 h 115473"/>
                <a:gd name="csX7" fmla="*/ 51050 w 73004"/>
                <a:gd name="csY7" fmla="*/ 17296 h 115473"/>
                <a:gd name="csX8" fmla="*/ 57134 w 73004"/>
                <a:gd name="csY8" fmla="*/ 40489 h 115473"/>
                <a:gd name="csX9" fmla="*/ 11518 w 73004"/>
                <a:gd name="csY9" fmla="*/ 68973 h 115473"/>
                <a:gd name="csX10" fmla="*/ 22193 w 73004"/>
                <a:gd name="csY10" fmla="*/ 79765 h 115473"/>
                <a:gd name="csX11" fmla="*/ 37601 w 73004"/>
                <a:gd name="csY11" fmla="*/ 83308 h 115473"/>
                <a:gd name="csX12" fmla="*/ 61749 w 73004"/>
                <a:gd name="csY12" fmla="*/ 71513 h 115473"/>
                <a:gd name="csX13" fmla="*/ 71049 w 73004"/>
                <a:gd name="csY13" fmla="*/ 40489 h 115473"/>
                <a:gd name="csX14" fmla="*/ 61749 w 73004"/>
                <a:gd name="csY14" fmla="*/ 9441 h 115473"/>
                <a:gd name="csX15" fmla="*/ 37601 w 73004"/>
                <a:gd name="csY15" fmla="*/ -2353 h 115473"/>
                <a:gd name="csX16" fmla="*/ 22193 w 73004"/>
                <a:gd name="csY16" fmla="*/ 1190 h 115473"/>
                <a:gd name="csX17" fmla="*/ 11518 w 73004"/>
                <a:gd name="csY17" fmla="*/ 12005 h 115473"/>
                <a:gd name="csX18" fmla="*/ 11518 w 73004"/>
                <a:gd name="csY18" fmla="*/ -232 h 115473"/>
                <a:gd name="csX19" fmla="*/ -1955 w 73004"/>
                <a:gd name="csY19" fmla="*/ -232 h 115473"/>
                <a:gd name="csX20" fmla="*/ -1955 w 73004"/>
                <a:gd name="csY20" fmla="*/ 113120 h 115473"/>
                <a:gd name="csX21" fmla="*/ 11518 w 73004"/>
                <a:gd name="csY21" fmla="*/ 113120 h 115473"/>
                <a:gd name="csX22" fmla="*/ 11518 w 73004"/>
                <a:gd name="csY22" fmla="*/ 68973 h 11547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73004" h="115473">
                  <a:moveTo>
                    <a:pt x="57134" y="40489"/>
                  </a:moveTo>
                  <a:cubicBezTo>
                    <a:pt x="57134" y="50341"/>
                    <a:pt x="55106" y="58072"/>
                    <a:pt x="51050" y="63682"/>
                  </a:cubicBezTo>
                  <a:cubicBezTo>
                    <a:pt x="46994" y="69291"/>
                    <a:pt x="41423" y="72096"/>
                    <a:pt x="34338" y="72096"/>
                  </a:cubicBezTo>
                  <a:cubicBezTo>
                    <a:pt x="27236" y="72096"/>
                    <a:pt x="21657" y="69291"/>
                    <a:pt x="17602" y="63682"/>
                  </a:cubicBezTo>
                  <a:cubicBezTo>
                    <a:pt x="13546" y="58072"/>
                    <a:pt x="11518" y="50341"/>
                    <a:pt x="11518" y="40489"/>
                  </a:cubicBezTo>
                  <a:cubicBezTo>
                    <a:pt x="11518" y="30637"/>
                    <a:pt x="13546" y="22906"/>
                    <a:pt x="17602" y="17296"/>
                  </a:cubicBezTo>
                  <a:cubicBezTo>
                    <a:pt x="21657" y="11687"/>
                    <a:pt x="27236" y="8882"/>
                    <a:pt x="34338" y="8882"/>
                  </a:cubicBezTo>
                  <a:cubicBezTo>
                    <a:pt x="41423" y="8882"/>
                    <a:pt x="46994" y="11687"/>
                    <a:pt x="51050" y="17296"/>
                  </a:cubicBezTo>
                  <a:cubicBezTo>
                    <a:pt x="55106" y="22906"/>
                    <a:pt x="57134" y="30637"/>
                    <a:pt x="57134" y="40489"/>
                  </a:cubicBezTo>
                  <a:close/>
                  <a:moveTo>
                    <a:pt x="11518" y="68973"/>
                  </a:moveTo>
                  <a:cubicBezTo>
                    <a:pt x="14346" y="73821"/>
                    <a:pt x="17905" y="77418"/>
                    <a:pt x="22193" y="79765"/>
                  </a:cubicBezTo>
                  <a:cubicBezTo>
                    <a:pt x="26498" y="82127"/>
                    <a:pt x="31634" y="83308"/>
                    <a:pt x="37601" y="83308"/>
                  </a:cubicBezTo>
                  <a:cubicBezTo>
                    <a:pt x="47515" y="83308"/>
                    <a:pt x="55564" y="79376"/>
                    <a:pt x="61749" y="71513"/>
                  </a:cubicBezTo>
                  <a:cubicBezTo>
                    <a:pt x="67949" y="63650"/>
                    <a:pt x="71049" y="53309"/>
                    <a:pt x="71049" y="40489"/>
                  </a:cubicBezTo>
                  <a:cubicBezTo>
                    <a:pt x="71049" y="27669"/>
                    <a:pt x="67949" y="17320"/>
                    <a:pt x="61749" y="9441"/>
                  </a:cubicBezTo>
                  <a:cubicBezTo>
                    <a:pt x="55564" y="1578"/>
                    <a:pt x="47515" y="-2353"/>
                    <a:pt x="37601" y="-2353"/>
                  </a:cubicBezTo>
                  <a:cubicBezTo>
                    <a:pt x="31634" y="-2353"/>
                    <a:pt x="26498" y="-1172"/>
                    <a:pt x="22193" y="1190"/>
                  </a:cubicBezTo>
                  <a:cubicBezTo>
                    <a:pt x="17905" y="3552"/>
                    <a:pt x="14346" y="7157"/>
                    <a:pt x="11518" y="12005"/>
                  </a:cubicBezTo>
                  <a:lnTo>
                    <a:pt x="11518" y="-232"/>
                  </a:lnTo>
                  <a:lnTo>
                    <a:pt x="-1955" y="-232"/>
                  </a:lnTo>
                  <a:lnTo>
                    <a:pt x="-1955" y="113120"/>
                  </a:lnTo>
                  <a:lnTo>
                    <a:pt x="11518" y="113120"/>
                  </a:lnTo>
                  <a:lnTo>
                    <a:pt x="11518" y="68973"/>
                  </a:lnTo>
                  <a:close/>
                </a:path>
              </a:pathLst>
            </a:custGeom>
            <a:solidFill>
              <a:srgbClr val="FFFFFF"/>
            </a:solidFill>
            <a:ln w="2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F691DC81-E781-E0BD-F4C5-4217DA94557C}"/>
                </a:ext>
              </a:extLst>
            </p:cNvPr>
            <p:cNvSpPr/>
            <p:nvPr/>
          </p:nvSpPr>
          <p:spPr>
            <a:xfrm flipV="1">
              <a:off x="3433466" y="958776"/>
              <a:ext cx="75614" cy="85661"/>
            </a:xfrm>
            <a:custGeom>
              <a:avLst/>
              <a:gdLst>
                <a:gd name="csX0" fmla="*/ 73839 w 75614"/>
                <a:gd name="csY0" fmla="*/ 44556 h 85661"/>
                <a:gd name="csX1" fmla="*/ 73839 w 75614"/>
                <a:gd name="csY1" fmla="*/ 38006 h 85661"/>
                <a:gd name="csX2" fmla="*/ 12210 w 75614"/>
                <a:gd name="csY2" fmla="*/ 38006 h 85661"/>
                <a:gd name="csX3" fmla="*/ 20555 w 75614"/>
                <a:gd name="csY3" fmla="*/ 16911 h 85661"/>
                <a:gd name="csX4" fmla="*/ 41346 w 75614"/>
                <a:gd name="csY4" fmla="*/ 9662 h 85661"/>
                <a:gd name="csX5" fmla="*/ 56311 w 75614"/>
                <a:gd name="csY5" fmla="*/ 11550 h 85661"/>
                <a:gd name="csX6" fmla="*/ 70716 w 75614"/>
                <a:gd name="csY6" fmla="*/ 17238 h 85661"/>
                <a:gd name="csX7" fmla="*/ 70716 w 75614"/>
                <a:gd name="csY7" fmla="*/ 4558 h 85661"/>
                <a:gd name="csX8" fmla="*/ 55915 w 75614"/>
                <a:gd name="csY8" fmla="*/ -104 h 85661"/>
                <a:gd name="csX9" fmla="*/ 40554 w 75614"/>
                <a:gd name="csY9" fmla="*/ -1713 h 85661"/>
                <a:gd name="csX10" fmla="*/ 9623 w 75614"/>
                <a:gd name="csY10" fmla="*/ 9639 h 85661"/>
                <a:gd name="csX11" fmla="*/ -1776 w 75614"/>
                <a:gd name="csY11" fmla="*/ 40407 h 85661"/>
                <a:gd name="csX12" fmla="*/ 9040 w 75614"/>
                <a:gd name="csY12" fmla="*/ 72177 h 85661"/>
                <a:gd name="csX13" fmla="*/ 38223 w 75614"/>
                <a:gd name="csY13" fmla="*/ 83949 h 85661"/>
                <a:gd name="csX14" fmla="*/ 64259 w 75614"/>
                <a:gd name="csY14" fmla="*/ 73343 h 85661"/>
                <a:gd name="csX15" fmla="*/ 73839 w 75614"/>
                <a:gd name="csY15" fmla="*/ 44556 h 85661"/>
                <a:gd name="csX16" fmla="*/ 60437 w 75614"/>
                <a:gd name="csY16" fmla="*/ 48495 h 85661"/>
                <a:gd name="csX17" fmla="*/ 54283 w 75614"/>
                <a:gd name="csY17" fmla="*/ 66024 h 85661"/>
                <a:gd name="csX18" fmla="*/ 38363 w 75614"/>
                <a:gd name="csY18" fmla="*/ 72597 h 85661"/>
                <a:gd name="csX19" fmla="*/ 20415 w 75614"/>
                <a:gd name="csY19" fmla="*/ 66257 h 85661"/>
                <a:gd name="csX20" fmla="*/ 12653 w 75614"/>
                <a:gd name="csY20" fmla="*/ 48402 h 85661"/>
                <a:gd name="csX21" fmla="*/ 60437 w 75614"/>
                <a:gd name="csY21" fmla="*/ 48495 h 85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75614" h="85661">
                  <a:moveTo>
                    <a:pt x="73839" y="44556"/>
                  </a:moveTo>
                  <a:lnTo>
                    <a:pt x="73839" y="38006"/>
                  </a:lnTo>
                  <a:lnTo>
                    <a:pt x="12210" y="38006"/>
                  </a:lnTo>
                  <a:cubicBezTo>
                    <a:pt x="12800" y="28776"/>
                    <a:pt x="15582" y="21744"/>
                    <a:pt x="20555" y="16911"/>
                  </a:cubicBezTo>
                  <a:cubicBezTo>
                    <a:pt x="25527" y="12079"/>
                    <a:pt x="32458" y="9662"/>
                    <a:pt x="41346" y="9662"/>
                  </a:cubicBezTo>
                  <a:cubicBezTo>
                    <a:pt x="46490" y="9662"/>
                    <a:pt x="51478" y="10292"/>
                    <a:pt x="56311" y="11550"/>
                  </a:cubicBezTo>
                  <a:cubicBezTo>
                    <a:pt x="61144" y="12809"/>
                    <a:pt x="65945" y="14705"/>
                    <a:pt x="70716" y="17238"/>
                  </a:cubicBezTo>
                  <a:lnTo>
                    <a:pt x="70716" y="4558"/>
                  </a:lnTo>
                  <a:cubicBezTo>
                    <a:pt x="65899" y="2522"/>
                    <a:pt x="60965" y="968"/>
                    <a:pt x="55915" y="-104"/>
                  </a:cubicBezTo>
                  <a:cubicBezTo>
                    <a:pt x="50864" y="-1176"/>
                    <a:pt x="45744" y="-1713"/>
                    <a:pt x="40554" y="-1713"/>
                  </a:cubicBezTo>
                  <a:cubicBezTo>
                    <a:pt x="27532" y="-1713"/>
                    <a:pt x="17221" y="2071"/>
                    <a:pt x="9623" y="9639"/>
                  </a:cubicBezTo>
                  <a:cubicBezTo>
                    <a:pt x="2024" y="17222"/>
                    <a:pt x="-1776" y="27478"/>
                    <a:pt x="-1776" y="40407"/>
                  </a:cubicBezTo>
                  <a:cubicBezTo>
                    <a:pt x="-1776" y="53755"/>
                    <a:pt x="1830" y="64346"/>
                    <a:pt x="9040" y="72177"/>
                  </a:cubicBezTo>
                  <a:cubicBezTo>
                    <a:pt x="16250" y="80025"/>
                    <a:pt x="25978" y="83949"/>
                    <a:pt x="38223" y="83949"/>
                  </a:cubicBezTo>
                  <a:cubicBezTo>
                    <a:pt x="49194" y="83949"/>
                    <a:pt x="57873" y="80413"/>
                    <a:pt x="64259" y="73343"/>
                  </a:cubicBezTo>
                  <a:cubicBezTo>
                    <a:pt x="70646" y="66288"/>
                    <a:pt x="73839" y="56692"/>
                    <a:pt x="73839" y="44556"/>
                  </a:cubicBezTo>
                  <a:close/>
                  <a:moveTo>
                    <a:pt x="60437" y="48495"/>
                  </a:moveTo>
                  <a:cubicBezTo>
                    <a:pt x="60343" y="55814"/>
                    <a:pt x="58292" y="61657"/>
                    <a:pt x="54283" y="66024"/>
                  </a:cubicBezTo>
                  <a:cubicBezTo>
                    <a:pt x="50274" y="70406"/>
                    <a:pt x="44967" y="72597"/>
                    <a:pt x="38363" y="72597"/>
                  </a:cubicBezTo>
                  <a:cubicBezTo>
                    <a:pt x="30888" y="72597"/>
                    <a:pt x="24906" y="70484"/>
                    <a:pt x="20415" y="66257"/>
                  </a:cubicBezTo>
                  <a:cubicBezTo>
                    <a:pt x="15924" y="62030"/>
                    <a:pt x="13337" y="56079"/>
                    <a:pt x="12653" y="48402"/>
                  </a:cubicBezTo>
                  <a:lnTo>
                    <a:pt x="60437" y="48495"/>
                  </a:lnTo>
                  <a:close/>
                </a:path>
              </a:pathLst>
            </a:custGeom>
            <a:solidFill>
              <a:srgbClr val="FFFFFF"/>
            </a:solidFill>
            <a:ln w="2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E3F2690B-2EA2-3AA0-9788-4512F9E2CCCC}"/>
                </a:ext>
              </a:extLst>
            </p:cNvPr>
            <p:cNvSpPr/>
            <p:nvPr/>
          </p:nvSpPr>
          <p:spPr>
            <a:xfrm flipV="1">
              <a:off x="3525106" y="958776"/>
              <a:ext cx="62351" cy="85661"/>
            </a:xfrm>
            <a:custGeom>
              <a:avLst/>
              <a:gdLst>
                <a:gd name="csX0" fmla="*/ 56492 w 62351"/>
                <a:gd name="csY0" fmla="*/ 79590 h 85661"/>
                <a:gd name="csX1" fmla="*/ 56492 w 62351"/>
                <a:gd name="csY1" fmla="*/ 66910 h 85661"/>
                <a:gd name="csX2" fmla="*/ 44697 w 62351"/>
                <a:gd name="csY2" fmla="*/ 71268 h 85661"/>
                <a:gd name="csX3" fmla="*/ 32017 w 62351"/>
                <a:gd name="csY3" fmla="*/ 72737 h 85661"/>
                <a:gd name="csX4" fmla="*/ 17053 w 62351"/>
                <a:gd name="csY4" fmla="*/ 69683 h 85661"/>
                <a:gd name="csX5" fmla="*/ 12064 w 62351"/>
                <a:gd name="csY5" fmla="*/ 60500 h 85661"/>
                <a:gd name="csX6" fmla="*/ 15631 w 62351"/>
                <a:gd name="csY6" fmla="*/ 53180 h 85661"/>
                <a:gd name="csX7" fmla="*/ 29989 w 62351"/>
                <a:gd name="csY7" fmla="*/ 48122 h 85661"/>
                <a:gd name="csX8" fmla="*/ 34581 w 62351"/>
                <a:gd name="csY8" fmla="*/ 47097 h 85661"/>
                <a:gd name="csX9" fmla="*/ 54860 w 62351"/>
                <a:gd name="csY9" fmla="*/ 38472 h 85661"/>
                <a:gd name="csX10" fmla="*/ 60874 w 62351"/>
                <a:gd name="csY10" fmla="*/ 22925 h 85661"/>
                <a:gd name="csX11" fmla="*/ 51876 w 62351"/>
                <a:gd name="csY11" fmla="*/ 4907 h 85661"/>
                <a:gd name="csX12" fmla="*/ 27145 w 62351"/>
                <a:gd name="csY12" fmla="*/ -1713 h 85661"/>
                <a:gd name="csX13" fmla="*/ 13486 w 62351"/>
                <a:gd name="csY13" fmla="*/ -431 h 85661"/>
                <a:gd name="csX14" fmla="*/ -1478 w 62351"/>
                <a:gd name="csY14" fmla="*/ 3392 h 85661"/>
                <a:gd name="csX15" fmla="*/ -1478 w 62351"/>
                <a:gd name="csY15" fmla="*/ 17238 h 85661"/>
                <a:gd name="csX16" fmla="*/ 13160 w 62351"/>
                <a:gd name="csY16" fmla="*/ 11434 h 85661"/>
                <a:gd name="csX17" fmla="*/ 27448 w 62351"/>
                <a:gd name="csY17" fmla="*/ 9522 h 85661"/>
                <a:gd name="csX18" fmla="*/ 41993 w 62351"/>
                <a:gd name="csY18" fmla="*/ 12762 h 85661"/>
                <a:gd name="csX19" fmla="*/ 47098 w 62351"/>
                <a:gd name="csY19" fmla="*/ 21900 h 85661"/>
                <a:gd name="csX20" fmla="*/ 43415 w 62351"/>
                <a:gd name="csY20" fmla="*/ 30268 h 85661"/>
                <a:gd name="csX21" fmla="*/ 27285 w 62351"/>
                <a:gd name="csY21" fmla="*/ 35885 h 85661"/>
                <a:gd name="csX22" fmla="*/ 22623 w 62351"/>
                <a:gd name="csY22" fmla="*/ 36981 h 85661"/>
                <a:gd name="csX23" fmla="*/ 4629 w 62351"/>
                <a:gd name="csY23" fmla="*/ 45022 h 85661"/>
                <a:gd name="csX24" fmla="*/ -895 w 62351"/>
                <a:gd name="csY24" fmla="*/ 59917 h 85661"/>
                <a:gd name="csX25" fmla="*/ 7263 w 62351"/>
                <a:gd name="csY25" fmla="*/ 77678 h 85661"/>
                <a:gd name="csX26" fmla="*/ 30432 w 62351"/>
                <a:gd name="csY26" fmla="*/ 83949 h 85661"/>
                <a:gd name="csX27" fmla="*/ 44394 w 62351"/>
                <a:gd name="csY27" fmla="*/ 82853 h 85661"/>
                <a:gd name="csX28" fmla="*/ 56492 w 62351"/>
                <a:gd name="csY28" fmla="*/ 79590 h 85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</a:cxnLst>
              <a:rect l="l" t="t" r="r" b="b"/>
              <a:pathLst>
                <a:path w="62351" h="85661">
                  <a:moveTo>
                    <a:pt x="56492" y="79590"/>
                  </a:moveTo>
                  <a:lnTo>
                    <a:pt x="56492" y="66910"/>
                  </a:lnTo>
                  <a:cubicBezTo>
                    <a:pt x="52716" y="68852"/>
                    <a:pt x="48784" y="70305"/>
                    <a:pt x="44697" y="71268"/>
                  </a:cubicBezTo>
                  <a:cubicBezTo>
                    <a:pt x="40626" y="72247"/>
                    <a:pt x="36399" y="72737"/>
                    <a:pt x="32017" y="72737"/>
                  </a:cubicBezTo>
                  <a:cubicBezTo>
                    <a:pt x="25366" y="72737"/>
                    <a:pt x="20378" y="71719"/>
                    <a:pt x="17053" y="69683"/>
                  </a:cubicBezTo>
                  <a:cubicBezTo>
                    <a:pt x="13727" y="67648"/>
                    <a:pt x="12064" y="64586"/>
                    <a:pt x="12064" y="60500"/>
                  </a:cubicBezTo>
                  <a:cubicBezTo>
                    <a:pt x="12064" y="57392"/>
                    <a:pt x="13253" y="54952"/>
                    <a:pt x="15631" y="53180"/>
                  </a:cubicBezTo>
                  <a:cubicBezTo>
                    <a:pt x="18008" y="51409"/>
                    <a:pt x="22794" y="49723"/>
                    <a:pt x="29989" y="48122"/>
                  </a:cubicBezTo>
                  <a:lnTo>
                    <a:pt x="34581" y="47097"/>
                  </a:lnTo>
                  <a:cubicBezTo>
                    <a:pt x="44091" y="45061"/>
                    <a:pt x="50851" y="42186"/>
                    <a:pt x="54860" y="38472"/>
                  </a:cubicBezTo>
                  <a:cubicBezTo>
                    <a:pt x="58869" y="34758"/>
                    <a:pt x="60874" y="29576"/>
                    <a:pt x="60874" y="22925"/>
                  </a:cubicBezTo>
                  <a:cubicBezTo>
                    <a:pt x="60874" y="15342"/>
                    <a:pt x="57875" y="9336"/>
                    <a:pt x="51876" y="4907"/>
                  </a:cubicBezTo>
                  <a:cubicBezTo>
                    <a:pt x="45878" y="494"/>
                    <a:pt x="37635" y="-1713"/>
                    <a:pt x="27145" y="-1713"/>
                  </a:cubicBezTo>
                  <a:cubicBezTo>
                    <a:pt x="22779" y="-1713"/>
                    <a:pt x="18226" y="-1285"/>
                    <a:pt x="13486" y="-431"/>
                  </a:cubicBezTo>
                  <a:cubicBezTo>
                    <a:pt x="8747" y="424"/>
                    <a:pt x="3759" y="1698"/>
                    <a:pt x="-1478" y="3392"/>
                  </a:cubicBezTo>
                  <a:lnTo>
                    <a:pt x="-1478" y="17238"/>
                  </a:lnTo>
                  <a:cubicBezTo>
                    <a:pt x="3479" y="14658"/>
                    <a:pt x="8358" y="12724"/>
                    <a:pt x="13160" y="11434"/>
                  </a:cubicBezTo>
                  <a:cubicBezTo>
                    <a:pt x="17962" y="10160"/>
                    <a:pt x="22724" y="9522"/>
                    <a:pt x="27448" y="9522"/>
                  </a:cubicBezTo>
                  <a:cubicBezTo>
                    <a:pt x="33757" y="9522"/>
                    <a:pt x="38606" y="10602"/>
                    <a:pt x="41993" y="12762"/>
                  </a:cubicBezTo>
                  <a:cubicBezTo>
                    <a:pt x="45396" y="14922"/>
                    <a:pt x="47098" y="17968"/>
                    <a:pt x="47098" y="21900"/>
                  </a:cubicBezTo>
                  <a:cubicBezTo>
                    <a:pt x="47098" y="25536"/>
                    <a:pt x="45870" y="28325"/>
                    <a:pt x="43415" y="30268"/>
                  </a:cubicBezTo>
                  <a:cubicBezTo>
                    <a:pt x="40976" y="32210"/>
                    <a:pt x="35599" y="34083"/>
                    <a:pt x="27285" y="35885"/>
                  </a:cubicBezTo>
                  <a:lnTo>
                    <a:pt x="22623" y="36981"/>
                  </a:lnTo>
                  <a:cubicBezTo>
                    <a:pt x="14325" y="38721"/>
                    <a:pt x="8327" y="41402"/>
                    <a:pt x="4629" y="45022"/>
                  </a:cubicBezTo>
                  <a:cubicBezTo>
                    <a:pt x="946" y="48643"/>
                    <a:pt x="-895" y="53608"/>
                    <a:pt x="-895" y="59917"/>
                  </a:cubicBezTo>
                  <a:cubicBezTo>
                    <a:pt x="-895" y="67593"/>
                    <a:pt x="1824" y="73514"/>
                    <a:pt x="7263" y="77678"/>
                  </a:cubicBezTo>
                  <a:cubicBezTo>
                    <a:pt x="12702" y="81858"/>
                    <a:pt x="20425" y="83949"/>
                    <a:pt x="30432" y="83949"/>
                  </a:cubicBezTo>
                  <a:cubicBezTo>
                    <a:pt x="35374" y="83949"/>
                    <a:pt x="40028" y="83583"/>
                    <a:pt x="44394" y="82853"/>
                  </a:cubicBezTo>
                  <a:cubicBezTo>
                    <a:pt x="48776" y="82138"/>
                    <a:pt x="52809" y="81050"/>
                    <a:pt x="56492" y="79590"/>
                  </a:cubicBezTo>
                  <a:close/>
                </a:path>
              </a:pathLst>
            </a:custGeom>
            <a:solidFill>
              <a:srgbClr val="FFFFFF"/>
            </a:solidFill>
            <a:ln w="2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C2D91032-FE8C-96E5-8A34-9C7E3E773B94}"/>
                </a:ext>
              </a:extLst>
            </p:cNvPr>
            <p:cNvSpPr/>
            <p:nvPr/>
          </p:nvSpPr>
          <p:spPr>
            <a:xfrm flipV="1">
              <a:off x="3598748" y="937565"/>
              <a:ext cx="50907" cy="104751"/>
            </a:xfrm>
            <a:custGeom>
              <a:avLst/>
              <a:gdLst>
                <a:gd name="csX0" fmla="*/ 22257 w 50907"/>
                <a:gd name="csY0" fmla="*/ 102537 h 104751"/>
                <a:gd name="csX1" fmla="*/ 22257 w 50907"/>
                <a:gd name="csY1" fmla="*/ 79368 h 104751"/>
                <a:gd name="csX2" fmla="*/ 49855 w 50907"/>
                <a:gd name="csY2" fmla="*/ 79368 h 104751"/>
                <a:gd name="csX3" fmla="*/ 49855 w 50907"/>
                <a:gd name="csY3" fmla="*/ 68949 h 104751"/>
                <a:gd name="csX4" fmla="*/ 22257 w 50907"/>
                <a:gd name="csY4" fmla="*/ 68949 h 104751"/>
                <a:gd name="csX5" fmla="*/ 22257 w 50907"/>
                <a:gd name="csY5" fmla="*/ 24661 h 104751"/>
                <a:gd name="csX6" fmla="*/ 24984 w 50907"/>
                <a:gd name="csY6" fmla="*/ 11841 h 104751"/>
                <a:gd name="csX7" fmla="*/ 36103 w 50907"/>
                <a:gd name="csY7" fmla="*/ 8998 h 104751"/>
                <a:gd name="csX8" fmla="*/ 49855 w 50907"/>
                <a:gd name="csY8" fmla="*/ 8998 h 104751"/>
                <a:gd name="csX9" fmla="*/ 49855 w 50907"/>
                <a:gd name="csY9" fmla="*/ -2214 h 104751"/>
                <a:gd name="csX10" fmla="*/ 36103 w 50907"/>
                <a:gd name="csY10" fmla="*/ -2214 h 104751"/>
                <a:gd name="csX11" fmla="*/ 14681 w 50907"/>
                <a:gd name="csY11" fmla="*/ 3567 h 104751"/>
                <a:gd name="csX12" fmla="*/ 8784 w 50907"/>
                <a:gd name="csY12" fmla="*/ 24661 h 104751"/>
                <a:gd name="csX13" fmla="*/ 8784 w 50907"/>
                <a:gd name="csY13" fmla="*/ 68949 h 104751"/>
                <a:gd name="csX14" fmla="*/ -1052 w 50907"/>
                <a:gd name="csY14" fmla="*/ 68949 h 104751"/>
                <a:gd name="csX15" fmla="*/ -1052 w 50907"/>
                <a:gd name="csY15" fmla="*/ 79368 h 104751"/>
                <a:gd name="csX16" fmla="*/ 8784 w 50907"/>
                <a:gd name="csY16" fmla="*/ 79368 h 104751"/>
                <a:gd name="csX17" fmla="*/ 8784 w 50907"/>
                <a:gd name="csY17" fmla="*/ 102537 h 104751"/>
                <a:gd name="csX18" fmla="*/ 22257 w 50907"/>
                <a:gd name="csY18" fmla="*/ 102537 h 1047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50907" h="104751">
                  <a:moveTo>
                    <a:pt x="22257" y="102537"/>
                  </a:moveTo>
                  <a:lnTo>
                    <a:pt x="22257" y="79368"/>
                  </a:lnTo>
                  <a:lnTo>
                    <a:pt x="49855" y="79368"/>
                  </a:lnTo>
                  <a:lnTo>
                    <a:pt x="49855" y="68949"/>
                  </a:lnTo>
                  <a:lnTo>
                    <a:pt x="22257" y="68949"/>
                  </a:lnTo>
                  <a:lnTo>
                    <a:pt x="22257" y="24661"/>
                  </a:lnTo>
                  <a:cubicBezTo>
                    <a:pt x="22257" y="18011"/>
                    <a:pt x="23166" y="13737"/>
                    <a:pt x="24984" y="11841"/>
                  </a:cubicBezTo>
                  <a:cubicBezTo>
                    <a:pt x="26802" y="9946"/>
                    <a:pt x="30508" y="8998"/>
                    <a:pt x="36103" y="8998"/>
                  </a:cubicBezTo>
                  <a:lnTo>
                    <a:pt x="49855" y="8998"/>
                  </a:lnTo>
                  <a:lnTo>
                    <a:pt x="49855" y="-2214"/>
                  </a:lnTo>
                  <a:lnTo>
                    <a:pt x="36103" y="-2214"/>
                  </a:lnTo>
                  <a:cubicBezTo>
                    <a:pt x="25753" y="-2214"/>
                    <a:pt x="18613" y="-287"/>
                    <a:pt x="14681" y="3567"/>
                  </a:cubicBezTo>
                  <a:cubicBezTo>
                    <a:pt x="10750" y="7436"/>
                    <a:pt x="8784" y="14468"/>
                    <a:pt x="8784" y="24661"/>
                  </a:cubicBezTo>
                  <a:lnTo>
                    <a:pt x="8784" y="68949"/>
                  </a:lnTo>
                  <a:lnTo>
                    <a:pt x="-1052" y="68949"/>
                  </a:lnTo>
                  <a:lnTo>
                    <a:pt x="-1052" y="79368"/>
                  </a:lnTo>
                  <a:lnTo>
                    <a:pt x="8784" y="79368"/>
                  </a:lnTo>
                  <a:lnTo>
                    <a:pt x="8784" y="102537"/>
                  </a:lnTo>
                  <a:lnTo>
                    <a:pt x="22257" y="102537"/>
                  </a:lnTo>
                  <a:close/>
                </a:path>
              </a:pathLst>
            </a:custGeom>
            <a:solidFill>
              <a:srgbClr val="FFFFFF"/>
            </a:solidFill>
            <a:ln w="2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C0B941EA-0267-138D-54AD-3CBE66A521A1}"/>
                </a:ext>
              </a:extLst>
            </p:cNvPr>
            <p:cNvSpPr/>
            <p:nvPr/>
          </p:nvSpPr>
          <p:spPr>
            <a:xfrm flipV="1">
              <a:off x="3651762" y="1067094"/>
              <a:ext cx="77526" cy="10395"/>
            </a:xfrm>
            <a:custGeom>
              <a:avLst/>
              <a:gdLst>
                <a:gd name="csX0" fmla="*/ 76143 w 77526"/>
                <a:gd name="csY0" fmla="*/ 11721 h 10395"/>
                <a:gd name="csX1" fmla="*/ 76143 w 77526"/>
                <a:gd name="csY1" fmla="*/ 1326 h 10395"/>
                <a:gd name="csX2" fmla="*/ -1383 w 77526"/>
                <a:gd name="csY2" fmla="*/ 1326 h 10395"/>
                <a:gd name="csX3" fmla="*/ -1383 w 77526"/>
                <a:gd name="csY3" fmla="*/ 11721 h 10395"/>
                <a:gd name="csX4" fmla="*/ 76143 w 77526"/>
                <a:gd name="csY4" fmla="*/ 11721 h 103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7526" h="10395">
                  <a:moveTo>
                    <a:pt x="76143" y="11721"/>
                  </a:moveTo>
                  <a:lnTo>
                    <a:pt x="76143" y="1326"/>
                  </a:lnTo>
                  <a:lnTo>
                    <a:pt x="-1383" y="1326"/>
                  </a:lnTo>
                  <a:lnTo>
                    <a:pt x="-1383" y="11721"/>
                  </a:lnTo>
                  <a:lnTo>
                    <a:pt x="76143" y="11721"/>
                  </a:lnTo>
                  <a:close/>
                </a:path>
              </a:pathLst>
            </a:custGeom>
            <a:solidFill>
              <a:srgbClr val="FFFFFF"/>
            </a:solidFill>
            <a:ln w="2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F6FEB2B9-597B-BF49-19E1-C18E9C5A9910}"/>
                </a:ext>
              </a:extLst>
            </p:cNvPr>
            <p:cNvSpPr/>
            <p:nvPr/>
          </p:nvSpPr>
          <p:spPr>
            <a:xfrm flipV="1">
              <a:off x="3736048" y="958776"/>
              <a:ext cx="75614" cy="85661"/>
            </a:xfrm>
            <a:custGeom>
              <a:avLst/>
              <a:gdLst>
                <a:gd name="csX0" fmla="*/ 73864 w 75614"/>
                <a:gd name="csY0" fmla="*/ 44556 h 85661"/>
                <a:gd name="csX1" fmla="*/ 73864 w 75614"/>
                <a:gd name="csY1" fmla="*/ 38006 h 85661"/>
                <a:gd name="csX2" fmla="*/ 12234 w 75614"/>
                <a:gd name="csY2" fmla="*/ 38006 h 85661"/>
                <a:gd name="csX3" fmla="*/ 20579 w 75614"/>
                <a:gd name="csY3" fmla="*/ 16911 h 85661"/>
                <a:gd name="csX4" fmla="*/ 41371 w 75614"/>
                <a:gd name="csY4" fmla="*/ 9662 h 85661"/>
                <a:gd name="csX5" fmla="*/ 56335 w 75614"/>
                <a:gd name="csY5" fmla="*/ 11550 h 85661"/>
                <a:gd name="csX6" fmla="*/ 70740 w 75614"/>
                <a:gd name="csY6" fmla="*/ 17238 h 85661"/>
                <a:gd name="csX7" fmla="*/ 70740 w 75614"/>
                <a:gd name="csY7" fmla="*/ 4558 h 85661"/>
                <a:gd name="csX8" fmla="*/ 55939 w 75614"/>
                <a:gd name="csY8" fmla="*/ -104 h 85661"/>
                <a:gd name="csX9" fmla="*/ 40578 w 75614"/>
                <a:gd name="csY9" fmla="*/ -1713 h 85661"/>
                <a:gd name="csX10" fmla="*/ 9647 w 75614"/>
                <a:gd name="csY10" fmla="*/ 9639 h 85661"/>
                <a:gd name="csX11" fmla="*/ -1751 w 75614"/>
                <a:gd name="csY11" fmla="*/ 40407 h 85661"/>
                <a:gd name="csX12" fmla="*/ 9064 w 75614"/>
                <a:gd name="csY12" fmla="*/ 72177 h 85661"/>
                <a:gd name="csX13" fmla="*/ 38247 w 75614"/>
                <a:gd name="csY13" fmla="*/ 83949 h 85661"/>
                <a:gd name="csX14" fmla="*/ 64284 w 75614"/>
                <a:gd name="csY14" fmla="*/ 73343 h 85661"/>
                <a:gd name="csX15" fmla="*/ 73864 w 75614"/>
                <a:gd name="csY15" fmla="*/ 44556 h 85661"/>
                <a:gd name="csX16" fmla="*/ 60461 w 75614"/>
                <a:gd name="csY16" fmla="*/ 48495 h 85661"/>
                <a:gd name="csX17" fmla="*/ 54307 w 75614"/>
                <a:gd name="csY17" fmla="*/ 66024 h 85661"/>
                <a:gd name="csX18" fmla="*/ 38387 w 75614"/>
                <a:gd name="csY18" fmla="*/ 72597 h 85661"/>
                <a:gd name="csX19" fmla="*/ 20439 w 75614"/>
                <a:gd name="csY19" fmla="*/ 66257 h 85661"/>
                <a:gd name="csX20" fmla="*/ 12677 w 75614"/>
                <a:gd name="csY20" fmla="*/ 48402 h 85661"/>
                <a:gd name="csX21" fmla="*/ 60461 w 75614"/>
                <a:gd name="csY21" fmla="*/ 48495 h 85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75614" h="85661">
                  <a:moveTo>
                    <a:pt x="73864" y="44556"/>
                  </a:moveTo>
                  <a:lnTo>
                    <a:pt x="73864" y="38006"/>
                  </a:lnTo>
                  <a:lnTo>
                    <a:pt x="12234" y="38006"/>
                  </a:lnTo>
                  <a:cubicBezTo>
                    <a:pt x="12825" y="28776"/>
                    <a:pt x="15606" y="21744"/>
                    <a:pt x="20579" y="16911"/>
                  </a:cubicBezTo>
                  <a:cubicBezTo>
                    <a:pt x="25552" y="12079"/>
                    <a:pt x="32482" y="9662"/>
                    <a:pt x="41371" y="9662"/>
                  </a:cubicBezTo>
                  <a:cubicBezTo>
                    <a:pt x="46514" y="9662"/>
                    <a:pt x="51502" y="10292"/>
                    <a:pt x="56335" y="11550"/>
                  </a:cubicBezTo>
                  <a:cubicBezTo>
                    <a:pt x="61168" y="12809"/>
                    <a:pt x="65970" y="14705"/>
                    <a:pt x="70740" y="17238"/>
                  </a:cubicBezTo>
                  <a:lnTo>
                    <a:pt x="70740" y="4558"/>
                  </a:lnTo>
                  <a:cubicBezTo>
                    <a:pt x="65923" y="2522"/>
                    <a:pt x="60989" y="968"/>
                    <a:pt x="55939" y="-104"/>
                  </a:cubicBezTo>
                  <a:cubicBezTo>
                    <a:pt x="50889" y="-1176"/>
                    <a:pt x="45768" y="-1713"/>
                    <a:pt x="40578" y="-1713"/>
                  </a:cubicBezTo>
                  <a:cubicBezTo>
                    <a:pt x="27556" y="-1713"/>
                    <a:pt x="17246" y="2071"/>
                    <a:pt x="9647" y="9639"/>
                  </a:cubicBezTo>
                  <a:cubicBezTo>
                    <a:pt x="2048" y="17222"/>
                    <a:pt x="-1751" y="27478"/>
                    <a:pt x="-1751" y="40407"/>
                  </a:cubicBezTo>
                  <a:cubicBezTo>
                    <a:pt x="-1751" y="53755"/>
                    <a:pt x="1854" y="64346"/>
                    <a:pt x="9064" y="72177"/>
                  </a:cubicBezTo>
                  <a:cubicBezTo>
                    <a:pt x="16275" y="80025"/>
                    <a:pt x="26002" y="83949"/>
                    <a:pt x="38247" y="83949"/>
                  </a:cubicBezTo>
                  <a:cubicBezTo>
                    <a:pt x="49218" y="83949"/>
                    <a:pt x="57897" y="80413"/>
                    <a:pt x="64284" y="73343"/>
                  </a:cubicBezTo>
                  <a:cubicBezTo>
                    <a:pt x="70670" y="66288"/>
                    <a:pt x="73864" y="56692"/>
                    <a:pt x="73864" y="44556"/>
                  </a:cubicBezTo>
                  <a:close/>
                  <a:moveTo>
                    <a:pt x="60461" y="48495"/>
                  </a:moveTo>
                  <a:cubicBezTo>
                    <a:pt x="60368" y="55814"/>
                    <a:pt x="58316" y="61657"/>
                    <a:pt x="54307" y="66024"/>
                  </a:cubicBezTo>
                  <a:cubicBezTo>
                    <a:pt x="50298" y="70406"/>
                    <a:pt x="44991" y="72597"/>
                    <a:pt x="38387" y="72597"/>
                  </a:cubicBezTo>
                  <a:cubicBezTo>
                    <a:pt x="30913" y="72597"/>
                    <a:pt x="24930" y="70484"/>
                    <a:pt x="20439" y="66257"/>
                  </a:cubicBezTo>
                  <a:cubicBezTo>
                    <a:pt x="15948" y="62030"/>
                    <a:pt x="13361" y="56079"/>
                    <a:pt x="12677" y="48402"/>
                  </a:cubicBezTo>
                  <a:lnTo>
                    <a:pt x="60461" y="48495"/>
                  </a:lnTo>
                  <a:close/>
                </a:path>
              </a:pathLst>
            </a:custGeom>
            <a:solidFill>
              <a:srgbClr val="FFFFFF"/>
            </a:solidFill>
            <a:ln w="2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4346649E-93B4-C4C7-3C83-C5D16529B8CD}"/>
                </a:ext>
              </a:extLst>
            </p:cNvPr>
            <p:cNvSpPr/>
            <p:nvPr/>
          </p:nvSpPr>
          <p:spPr>
            <a:xfrm flipV="1">
              <a:off x="3823026" y="928964"/>
              <a:ext cx="51932" cy="113352"/>
            </a:xfrm>
            <a:custGeom>
              <a:avLst/>
              <a:gdLst>
                <a:gd name="csX0" fmla="*/ 50902 w 51932"/>
                <a:gd name="csY0" fmla="*/ 110954 h 113352"/>
                <a:gd name="csX1" fmla="*/ 50902 w 51932"/>
                <a:gd name="csY1" fmla="*/ 99788 h 113352"/>
                <a:gd name="csX2" fmla="*/ 38082 w 51932"/>
                <a:gd name="csY2" fmla="*/ 99788 h 113352"/>
                <a:gd name="csX3" fmla="*/ 28059 w 51932"/>
                <a:gd name="csY3" fmla="*/ 96875 h 113352"/>
                <a:gd name="csX4" fmla="*/ 25262 w 51932"/>
                <a:gd name="csY4" fmla="*/ 86386 h 113352"/>
                <a:gd name="csX5" fmla="*/ 25262 w 51932"/>
                <a:gd name="csY5" fmla="*/ 79183 h 113352"/>
                <a:gd name="csX6" fmla="*/ 47335 w 51932"/>
                <a:gd name="csY6" fmla="*/ 79183 h 113352"/>
                <a:gd name="csX7" fmla="*/ 47335 w 51932"/>
                <a:gd name="csY7" fmla="*/ 68764 h 113352"/>
                <a:gd name="csX8" fmla="*/ 25262 w 51932"/>
                <a:gd name="csY8" fmla="*/ 68764 h 113352"/>
                <a:gd name="csX9" fmla="*/ 25262 w 51932"/>
                <a:gd name="csY9" fmla="*/ -2399 h 113352"/>
                <a:gd name="csX10" fmla="*/ 11789 w 51932"/>
                <a:gd name="csY10" fmla="*/ -2399 h 113352"/>
                <a:gd name="csX11" fmla="*/ 11789 w 51932"/>
                <a:gd name="csY11" fmla="*/ 68764 h 113352"/>
                <a:gd name="csX12" fmla="*/ -1031 w 51932"/>
                <a:gd name="csY12" fmla="*/ 68764 h 113352"/>
                <a:gd name="csX13" fmla="*/ -1031 w 51932"/>
                <a:gd name="csY13" fmla="*/ 79183 h 113352"/>
                <a:gd name="csX14" fmla="*/ 11789 w 51932"/>
                <a:gd name="csY14" fmla="*/ 79183 h 113352"/>
                <a:gd name="csX15" fmla="*/ 11789 w 51932"/>
                <a:gd name="csY15" fmla="*/ 84871 h 113352"/>
                <a:gd name="csX16" fmla="*/ 18129 w 51932"/>
                <a:gd name="csY16" fmla="*/ 104707 h 113352"/>
                <a:gd name="csX17" fmla="*/ 38221 w 51932"/>
                <a:gd name="csY17" fmla="*/ 110954 h 113352"/>
                <a:gd name="csX18" fmla="*/ 50902 w 51932"/>
                <a:gd name="csY18" fmla="*/ 110954 h 1133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51932" h="113352">
                  <a:moveTo>
                    <a:pt x="50902" y="110954"/>
                  </a:moveTo>
                  <a:lnTo>
                    <a:pt x="50902" y="99788"/>
                  </a:lnTo>
                  <a:lnTo>
                    <a:pt x="38082" y="99788"/>
                  </a:lnTo>
                  <a:cubicBezTo>
                    <a:pt x="33280" y="99788"/>
                    <a:pt x="29939" y="98817"/>
                    <a:pt x="28059" y="96875"/>
                  </a:cubicBezTo>
                  <a:cubicBezTo>
                    <a:pt x="26194" y="94932"/>
                    <a:pt x="25262" y="91436"/>
                    <a:pt x="25262" y="86386"/>
                  </a:cubicBezTo>
                  <a:lnTo>
                    <a:pt x="25262" y="79183"/>
                  </a:lnTo>
                  <a:lnTo>
                    <a:pt x="47335" y="79183"/>
                  </a:lnTo>
                  <a:lnTo>
                    <a:pt x="47335" y="68764"/>
                  </a:lnTo>
                  <a:lnTo>
                    <a:pt x="25262" y="68764"/>
                  </a:lnTo>
                  <a:lnTo>
                    <a:pt x="25262" y="-2399"/>
                  </a:lnTo>
                  <a:lnTo>
                    <a:pt x="11789" y="-2399"/>
                  </a:lnTo>
                  <a:lnTo>
                    <a:pt x="11789" y="68764"/>
                  </a:lnTo>
                  <a:lnTo>
                    <a:pt x="-1031" y="68764"/>
                  </a:lnTo>
                  <a:lnTo>
                    <a:pt x="-1031" y="79183"/>
                  </a:lnTo>
                  <a:lnTo>
                    <a:pt x="11789" y="79183"/>
                  </a:lnTo>
                  <a:lnTo>
                    <a:pt x="11789" y="84871"/>
                  </a:lnTo>
                  <a:cubicBezTo>
                    <a:pt x="11789" y="93946"/>
                    <a:pt x="13902" y="100558"/>
                    <a:pt x="18129" y="104707"/>
                  </a:cubicBezTo>
                  <a:cubicBezTo>
                    <a:pt x="22356" y="108871"/>
                    <a:pt x="29053" y="110954"/>
                    <a:pt x="38221" y="110954"/>
                  </a:cubicBezTo>
                  <a:lnTo>
                    <a:pt x="50902" y="110954"/>
                  </a:lnTo>
                  <a:close/>
                </a:path>
              </a:pathLst>
            </a:custGeom>
            <a:solidFill>
              <a:srgbClr val="FFFFFF"/>
            </a:solidFill>
            <a:ln w="2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64D25BAA-3644-C38B-E5FE-64F9335299CF}"/>
                </a:ext>
              </a:extLst>
            </p:cNvPr>
            <p:cNvSpPr/>
            <p:nvPr/>
          </p:nvSpPr>
          <p:spPr>
            <a:xfrm flipV="1">
              <a:off x="3875544" y="928964"/>
              <a:ext cx="51932" cy="113352"/>
            </a:xfrm>
            <a:custGeom>
              <a:avLst/>
              <a:gdLst>
                <a:gd name="csX0" fmla="*/ 50906 w 51932"/>
                <a:gd name="csY0" fmla="*/ 110954 h 113352"/>
                <a:gd name="csX1" fmla="*/ 50906 w 51932"/>
                <a:gd name="csY1" fmla="*/ 99788 h 113352"/>
                <a:gd name="csX2" fmla="*/ 38086 w 51932"/>
                <a:gd name="csY2" fmla="*/ 99788 h 113352"/>
                <a:gd name="csX3" fmla="*/ 28063 w 51932"/>
                <a:gd name="csY3" fmla="*/ 96875 h 113352"/>
                <a:gd name="csX4" fmla="*/ 25266 w 51932"/>
                <a:gd name="csY4" fmla="*/ 86386 h 113352"/>
                <a:gd name="csX5" fmla="*/ 25266 w 51932"/>
                <a:gd name="csY5" fmla="*/ 79183 h 113352"/>
                <a:gd name="csX6" fmla="*/ 47340 w 51932"/>
                <a:gd name="csY6" fmla="*/ 79183 h 113352"/>
                <a:gd name="csX7" fmla="*/ 47340 w 51932"/>
                <a:gd name="csY7" fmla="*/ 68764 h 113352"/>
                <a:gd name="csX8" fmla="*/ 25266 w 51932"/>
                <a:gd name="csY8" fmla="*/ 68764 h 113352"/>
                <a:gd name="csX9" fmla="*/ 25266 w 51932"/>
                <a:gd name="csY9" fmla="*/ -2399 h 113352"/>
                <a:gd name="csX10" fmla="*/ 11793 w 51932"/>
                <a:gd name="csY10" fmla="*/ -2399 h 113352"/>
                <a:gd name="csX11" fmla="*/ 11793 w 51932"/>
                <a:gd name="csY11" fmla="*/ 68764 h 113352"/>
                <a:gd name="csX12" fmla="*/ -1027 w 51932"/>
                <a:gd name="csY12" fmla="*/ 68764 h 113352"/>
                <a:gd name="csX13" fmla="*/ -1027 w 51932"/>
                <a:gd name="csY13" fmla="*/ 79183 h 113352"/>
                <a:gd name="csX14" fmla="*/ 11793 w 51932"/>
                <a:gd name="csY14" fmla="*/ 79183 h 113352"/>
                <a:gd name="csX15" fmla="*/ 11793 w 51932"/>
                <a:gd name="csY15" fmla="*/ 84871 h 113352"/>
                <a:gd name="csX16" fmla="*/ 18133 w 51932"/>
                <a:gd name="csY16" fmla="*/ 104707 h 113352"/>
                <a:gd name="csX17" fmla="*/ 38226 w 51932"/>
                <a:gd name="csY17" fmla="*/ 110954 h 113352"/>
                <a:gd name="csX18" fmla="*/ 50906 w 51932"/>
                <a:gd name="csY18" fmla="*/ 110954 h 1133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51932" h="113352">
                  <a:moveTo>
                    <a:pt x="50906" y="110954"/>
                  </a:moveTo>
                  <a:lnTo>
                    <a:pt x="50906" y="99788"/>
                  </a:lnTo>
                  <a:lnTo>
                    <a:pt x="38086" y="99788"/>
                  </a:lnTo>
                  <a:cubicBezTo>
                    <a:pt x="33284" y="99788"/>
                    <a:pt x="29943" y="98817"/>
                    <a:pt x="28063" y="96875"/>
                  </a:cubicBezTo>
                  <a:cubicBezTo>
                    <a:pt x="26198" y="94932"/>
                    <a:pt x="25266" y="91436"/>
                    <a:pt x="25266" y="86386"/>
                  </a:cubicBezTo>
                  <a:lnTo>
                    <a:pt x="25266" y="79183"/>
                  </a:lnTo>
                  <a:lnTo>
                    <a:pt x="47340" y="79183"/>
                  </a:lnTo>
                  <a:lnTo>
                    <a:pt x="47340" y="68764"/>
                  </a:lnTo>
                  <a:lnTo>
                    <a:pt x="25266" y="68764"/>
                  </a:lnTo>
                  <a:lnTo>
                    <a:pt x="25266" y="-2399"/>
                  </a:lnTo>
                  <a:lnTo>
                    <a:pt x="11793" y="-2399"/>
                  </a:lnTo>
                  <a:lnTo>
                    <a:pt x="11793" y="68764"/>
                  </a:lnTo>
                  <a:lnTo>
                    <a:pt x="-1027" y="68764"/>
                  </a:lnTo>
                  <a:lnTo>
                    <a:pt x="-1027" y="79183"/>
                  </a:lnTo>
                  <a:lnTo>
                    <a:pt x="11793" y="79183"/>
                  </a:lnTo>
                  <a:lnTo>
                    <a:pt x="11793" y="84871"/>
                  </a:lnTo>
                  <a:cubicBezTo>
                    <a:pt x="11793" y="93946"/>
                    <a:pt x="13906" y="100558"/>
                    <a:pt x="18133" y="104707"/>
                  </a:cubicBezTo>
                  <a:cubicBezTo>
                    <a:pt x="22360" y="108871"/>
                    <a:pt x="29057" y="110954"/>
                    <a:pt x="38226" y="110954"/>
                  </a:cubicBezTo>
                  <a:lnTo>
                    <a:pt x="50906" y="110954"/>
                  </a:lnTo>
                  <a:close/>
                </a:path>
              </a:pathLst>
            </a:custGeom>
            <a:solidFill>
              <a:srgbClr val="FFFFFF"/>
            </a:solidFill>
            <a:ln w="2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19697C75-726C-271F-79D4-C97FBDAF3B1A}"/>
                </a:ext>
              </a:extLst>
            </p:cNvPr>
            <p:cNvSpPr/>
            <p:nvPr/>
          </p:nvSpPr>
          <p:spPr>
            <a:xfrm flipV="1">
              <a:off x="3932865" y="958776"/>
              <a:ext cx="74892" cy="85661"/>
            </a:xfrm>
            <a:custGeom>
              <a:avLst/>
              <a:gdLst>
                <a:gd name="csX0" fmla="*/ 35715 w 74892"/>
                <a:gd name="csY0" fmla="*/ 72597 h 85661"/>
                <a:gd name="csX1" fmla="*/ 18676 w 74892"/>
                <a:gd name="csY1" fmla="*/ 64182 h 85661"/>
                <a:gd name="csX2" fmla="*/ 12405 w 74892"/>
                <a:gd name="csY2" fmla="*/ 41130 h 85661"/>
                <a:gd name="csX3" fmla="*/ 18629 w 74892"/>
                <a:gd name="csY3" fmla="*/ 18077 h 85661"/>
                <a:gd name="csX4" fmla="*/ 35715 w 74892"/>
                <a:gd name="csY4" fmla="*/ 9662 h 85661"/>
                <a:gd name="csX5" fmla="*/ 52684 w 74892"/>
                <a:gd name="csY5" fmla="*/ 18100 h 85661"/>
                <a:gd name="csX6" fmla="*/ 58954 w 74892"/>
                <a:gd name="csY6" fmla="*/ 41130 h 85661"/>
                <a:gd name="csX7" fmla="*/ 52684 w 74892"/>
                <a:gd name="csY7" fmla="*/ 64112 h 85661"/>
                <a:gd name="csX8" fmla="*/ 35715 w 74892"/>
                <a:gd name="csY8" fmla="*/ 72597 h 85661"/>
                <a:gd name="csX9" fmla="*/ 35715 w 74892"/>
                <a:gd name="csY9" fmla="*/ 83949 h 85661"/>
                <a:gd name="csX10" fmla="*/ 63173 w 74892"/>
                <a:gd name="csY10" fmla="*/ 72574 h 85661"/>
                <a:gd name="csX11" fmla="*/ 73172 w 74892"/>
                <a:gd name="csY11" fmla="*/ 41130 h 85661"/>
                <a:gd name="csX12" fmla="*/ 63173 w 74892"/>
                <a:gd name="csY12" fmla="*/ 9686 h 85661"/>
                <a:gd name="csX13" fmla="*/ 35715 w 74892"/>
                <a:gd name="csY13" fmla="*/ -1713 h 85661"/>
                <a:gd name="csX14" fmla="*/ 8210 w 74892"/>
                <a:gd name="csY14" fmla="*/ 9686 h 85661"/>
                <a:gd name="csX15" fmla="*/ -1720 w 74892"/>
                <a:gd name="csY15" fmla="*/ 41130 h 85661"/>
                <a:gd name="csX16" fmla="*/ 8210 w 74892"/>
                <a:gd name="csY16" fmla="*/ 72574 h 85661"/>
                <a:gd name="csX17" fmla="*/ 35715 w 74892"/>
                <a:gd name="csY17" fmla="*/ 83949 h 85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74892" h="85661">
                  <a:moveTo>
                    <a:pt x="35715" y="72597"/>
                  </a:moveTo>
                  <a:cubicBezTo>
                    <a:pt x="28535" y="72597"/>
                    <a:pt x="22856" y="69792"/>
                    <a:pt x="18676" y="64182"/>
                  </a:cubicBezTo>
                  <a:cubicBezTo>
                    <a:pt x="14495" y="58573"/>
                    <a:pt x="12405" y="50888"/>
                    <a:pt x="12405" y="41130"/>
                  </a:cubicBezTo>
                  <a:cubicBezTo>
                    <a:pt x="12405" y="31371"/>
                    <a:pt x="14480" y="23687"/>
                    <a:pt x="18629" y="18077"/>
                  </a:cubicBezTo>
                  <a:cubicBezTo>
                    <a:pt x="22794" y="12467"/>
                    <a:pt x="28489" y="9662"/>
                    <a:pt x="35715" y="9662"/>
                  </a:cubicBezTo>
                  <a:cubicBezTo>
                    <a:pt x="42863" y="9662"/>
                    <a:pt x="48519" y="12475"/>
                    <a:pt x="52684" y="18100"/>
                  </a:cubicBezTo>
                  <a:cubicBezTo>
                    <a:pt x="56864" y="23741"/>
                    <a:pt x="58954" y="31417"/>
                    <a:pt x="58954" y="41130"/>
                  </a:cubicBezTo>
                  <a:cubicBezTo>
                    <a:pt x="58954" y="50795"/>
                    <a:pt x="56864" y="58456"/>
                    <a:pt x="52684" y="64112"/>
                  </a:cubicBezTo>
                  <a:cubicBezTo>
                    <a:pt x="48519" y="69769"/>
                    <a:pt x="42863" y="72597"/>
                    <a:pt x="35715" y="72597"/>
                  </a:cubicBezTo>
                  <a:close/>
                  <a:moveTo>
                    <a:pt x="35715" y="83949"/>
                  </a:moveTo>
                  <a:cubicBezTo>
                    <a:pt x="47369" y="83949"/>
                    <a:pt x="56522" y="80157"/>
                    <a:pt x="63173" y="72574"/>
                  </a:cubicBezTo>
                  <a:cubicBezTo>
                    <a:pt x="69839" y="65006"/>
                    <a:pt x="73172" y="54525"/>
                    <a:pt x="73172" y="41130"/>
                  </a:cubicBezTo>
                  <a:cubicBezTo>
                    <a:pt x="73172" y="27781"/>
                    <a:pt x="69839" y="17300"/>
                    <a:pt x="63173" y="9686"/>
                  </a:cubicBezTo>
                  <a:cubicBezTo>
                    <a:pt x="56522" y="2087"/>
                    <a:pt x="47369" y="-1713"/>
                    <a:pt x="35715" y="-1713"/>
                  </a:cubicBezTo>
                  <a:cubicBezTo>
                    <a:pt x="24013" y="-1713"/>
                    <a:pt x="14845" y="2087"/>
                    <a:pt x="8210" y="9686"/>
                  </a:cubicBezTo>
                  <a:cubicBezTo>
                    <a:pt x="1590" y="17300"/>
                    <a:pt x="-1720" y="27781"/>
                    <a:pt x="-1720" y="41130"/>
                  </a:cubicBezTo>
                  <a:cubicBezTo>
                    <a:pt x="-1720" y="54525"/>
                    <a:pt x="1590" y="65006"/>
                    <a:pt x="8210" y="72574"/>
                  </a:cubicBezTo>
                  <a:cubicBezTo>
                    <a:pt x="14845" y="80157"/>
                    <a:pt x="24013" y="83949"/>
                    <a:pt x="35715" y="83949"/>
                  </a:cubicBezTo>
                  <a:close/>
                </a:path>
              </a:pathLst>
            </a:custGeom>
            <a:solidFill>
              <a:srgbClr val="FFFFFF"/>
            </a:solidFill>
            <a:ln w="2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403C1266-6E09-46C0-5DA1-9239C4256F29}"/>
                </a:ext>
              </a:extLst>
            </p:cNvPr>
            <p:cNvSpPr/>
            <p:nvPr/>
          </p:nvSpPr>
          <p:spPr>
            <a:xfrm flipV="1">
              <a:off x="4029449" y="958776"/>
              <a:ext cx="47783" cy="83539"/>
            </a:xfrm>
            <a:custGeom>
              <a:avLst/>
              <a:gdLst>
                <a:gd name="csX0" fmla="*/ 46424 w 47783"/>
                <a:gd name="csY0" fmla="*/ 67307 h 83539"/>
                <a:gd name="csX1" fmla="*/ 41506 w 47783"/>
                <a:gd name="csY1" fmla="*/ 69218 h 83539"/>
                <a:gd name="csX2" fmla="*/ 35655 w 47783"/>
                <a:gd name="csY2" fmla="*/ 69848 h 83539"/>
                <a:gd name="csX3" fmla="*/ 18197 w 47783"/>
                <a:gd name="csY3" fmla="*/ 62459 h 83539"/>
                <a:gd name="csX4" fmla="*/ 12113 w 47783"/>
                <a:gd name="csY4" fmla="*/ 41224 h 83539"/>
                <a:gd name="csX5" fmla="*/ 12113 w 47783"/>
                <a:gd name="csY5" fmla="*/ -1758 h 83539"/>
                <a:gd name="csX6" fmla="*/ -1360 w 47783"/>
                <a:gd name="csY6" fmla="*/ -1758 h 83539"/>
                <a:gd name="csX7" fmla="*/ -1360 w 47783"/>
                <a:gd name="csY7" fmla="*/ 79824 h 83539"/>
                <a:gd name="csX8" fmla="*/ 12113 w 47783"/>
                <a:gd name="csY8" fmla="*/ 79824 h 83539"/>
                <a:gd name="csX9" fmla="*/ 12113 w 47783"/>
                <a:gd name="csY9" fmla="*/ 67144 h 83539"/>
                <a:gd name="csX10" fmla="*/ 23115 w 47783"/>
                <a:gd name="csY10" fmla="*/ 78169 h 83539"/>
                <a:gd name="csX11" fmla="*/ 39594 w 47783"/>
                <a:gd name="csY11" fmla="*/ 81782 h 83539"/>
                <a:gd name="csX12" fmla="*/ 42648 w 47783"/>
                <a:gd name="csY12" fmla="*/ 81595 h 83539"/>
                <a:gd name="csX13" fmla="*/ 46354 w 47783"/>
                <a:gd name="csY13" fmla="*/ 81059 h 83539"/>
                <a:gd name="csX14" fmla="*/ 46424 w 47783"/>
                <a:gd name="csY14" fmla="*/ 67307 h 835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47783" h="83539">
                  <a:moveTo>
                    <a:pt x="46424" y="67307"/>
                  </a:moveTo>
                  <a:cubicBezTo>
                    <a:pt x="44917" y="68177"/>
                    <a:pt x="43277" y="68814"/>
                    <a:pt x="41506" y="69218"/>
                  </a:cubicBezTo>
                  <a:cubicBezTo>
                    <a:pt x="39734" y="69638"/>
                    <a:pt x="37784" y="69848"/>
                    <a:pt x="35655" y="69848"/>
                  </a:cubicBezTo>
                  <a:cubicBezTo>
                    <a:pt x="28072" y="69848"/>
                    <a:pt x="22252" y="67385"/>
                    <a:pt x="18197" y="62459"/>
                  </a:cubicBezTo>
                  <a:cubicBezTo>
                    <a:pt x="14141" y="57533"/>
                    <a:pt x="12113" y="50454"/>
                    <a:pt x="12113" y="41224"/>
                  </a:cubicBezTo>
                  <a:lnTo>
                    <a:pt x="12113" y="-1758"/>
                  </a:lnTo>
                  <a:lnTo>
                    <a:pt x="-1360" y="-1758"/>
                  </a:lnTo>
                  <a:lnTo>
                    <a:pt x="-1360" y="79824"/>
                  </a:lnTo>
                  <a:lnTo>
                    <a:pt x="12113" y="79824"/>
                  </a:lnTo>
                  <a:lnTo>
                    <a:pt x="12113" y="67144"/>
                  </a:lnTo>
                  <a:cubicBezTo>
                    <a:pt x="14941" y="72101"/>
                    <a:pt x="18608" y="75776"/>
                    <a:pt x="23115" y="78169"/>
                  </a:cubicBezTo>
                  <a:cubicBezTo>
                    <a:pt x="27637" y="80578"/>
                    <a:pt x="33130" y="81782"/>
                    <a:pt x="39594" y="81782"/>
                  </a:cubicBezTo>
                  <a:cubicBezTo>
                    <a:pt x="40511" y="81782"/>
                    <a:pt x="41529" y="81720"/>
                    <a:pt x="42648" y="81595"/>
                  </a:cubicBezTo>
                  <a:cubicBezTo>
                    <a:pt x="43767" y="81487"/>
                    <a:pt x="45002" y="81308"/>
                    <a:pt x="46354" y="81059"/>
                  </a:cubicBezTo>
                  <a:lnTo>
                    <a:pt x="46424" y="67307"/>
                  </a:lnTo>
                  <a:close/>
                </a:path>
              </a:pathLst>
            </a:custGeom>
            <a:solidFill>
              <a:srgbClr val="FFFFFF"/>
            </a:solidFill>
            <a:ln w="2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D37774C1-6D51-EF65-BF04-81584F4A5496}"/>
                </a:ext>
              </a:extLst>
            </p:cNvPr>
            <p:cNvSpPr/>
            <p:nvPr/>
          </p:nvSpPr>
          <p:spPr>
            <a:xfrm flipV="1">
              <a:off x="4081248" y="937565"/>
              <a:ext cx="50907" cy="104751"/>
            </a:xfrm>
            <a:custGeom>
              <a:avLst/>
              <a:gdLst>
                <a:gd name="csX0" fmla="*/ 22296 w 50907"/>
                <a:gd name="csY0" fmla="*/ 102537 h 104751"/>
                <a:gd name="csX1" fmla="*/ 22296 w 50907"/>
                <a:gd name="csY1" fmla="*/ 79368 h 104751"/>
                <a:gd name="csX2" fmla="*/ 49894 w 50907"/>
                <a:gd name="csY2" fmla="*/ 79368 h 104751"/>
                <a:gd name="csX3" fmla="*/ 49894 w 50907"/>
                <a:gd name="csY3" fmla="*/ 68949 h 104751"/>
                <a:gd name="csX4" fmla="*/ 22296 w 50907"/>
                <a:gd name="csY4" fmla="*/ 68949 h 104751"/>
                <a:gd name="csX5" fmla="*/ 22296 w 50907"/>
                <a:gd name="csY5" fmla="*/ 24661 h 104751"/>
                <a:gd name="csX6" fmla="*/ 25023 w 50907"/>
                <a:gd name="csY6" fmla="*/ 11841 h 104751"/>
                <a:gd name="csX7" fmla="*/ 36141 w 50907"/>
                <a:gd name="csY7" fmla="*/ 8998 h 104751"/>
                <a:gd name="csX8" fmla="*/ 49894 w 50907"/>
                <a:gd name="csY8" fmla="*/ 8998 h 104751"/>
                <a:gd name="csX9" fmla="*/ 49894 w 50907"/>
                <a:gd name="csY9" fmla="*/ -2214 h 104751"/>
                <a:gd name="csX10" fmla="*/ 36141 w 50907"/>
                <a:gd name="csY10" fmla="*/ -2214 h 104751"/>
                <a:gd name="csX11" fmla="*/ 14720 w 50907"/>
                <a:gd name="csY11" fmla="*/ 3567 h 104751"/>
                <a:gd name="csX12" fmla="*/ 8823 w 50907"/>
                <a:gd name="csY12" fmla="*/ 24661 h 104751"/>
                <a:gd name="csX13" fmla="*/ 8823 w 50907"/>
                <a:gd name="csY13" fmla="*/ 68949 h 104751"/>
                <a:gd name="csX14" fmla="*/ -1013 w 50907"/>
                <a:gd name="csY14" fmla="*/ 68949 h 104751"/>
                <a:gd name="csX15" fmla="*/ -1013 w 50907"/>
                <a:gd name="csY15" fmla="*/ 79368 h 104751"/>
                <a:gd name="csX16" fmla="*/ 8823 w 50907"/>
                <a:gd name="csY16" fmla="*/ 79368 h 104751"/>
                <a:gd name="csX17" fmla="*/ 8823 w 50907"/>
                <a:gd name="csY17" fmla="*/ 102537 h 104751"/>
                <a:gd name="csX18" fmla="*/ 22296 w 50907"/>
                <a:gd name="csY18" fmla="*/ 102537 h 1047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50907" h="104751">
                  <a:moveTo>
                    <a:pt x="22296" y="102537"/>
                  </a:moveTo>
                  <a:lnTo>
                    <a:pt x="22296" y="79368"/>
                  </a:lnTo>
                  <a:lnTo>
                    <a:pt x="49894" y="79368"/>
                  </a:lnTo>
                  <a:lnTo>
                    <a:pt x="49894" y="68949"/>
                  </a:lnTo>
                  <a:lnTo>
                    <a:pt x="22296" y="68949"/>
                  </a:lnTo>
                  <a:lnTo>
                    <a:pt x="22296" y="24661"/>
                  </a:lnTo>
                  <a:cubicBezTo>
                    <a:pt x="22296" y="18011"/>
                    <a:pt x="23205" y="13737"/>
                    <a:pt x="25023" y="11841"/>
                  </a:cubicBezTo>
                  <a:cubicBezTo>
                    <a:pt x="26841" y="9946"/>
                    <a:pt x="30547" y="8998"/>
                    <a:pt x="36141" y="8998"/>
                  </a:cubicBezTo>
                  <a:lnTo>
                    <a:pt x="49894" y="8998"/>
                  </a:lnTo>
                  <a:lnTo>
                    <a:pt x="49894" y="-2214"/>
                  </a:lnTo>
                  <a:lnTo>
                    <a:pt x="36141" y="-2214"/>
                  </a:lnTo>
                  <a:cubicBezTo>
                    <a:pt x="25792" y="-2214"/>
                    <a:pt x="18652" y="-287"/>
                    <a:pt x="14720" y="3567"/>
                  </a:cubicBezTo>
                  <a:cubicBezTo>
                    <a:pt x="10789" y="7436"/>
                    <a:pt x="8823" y="14468"/>
                    <a:pt x="8823" y="24661"/>
                  </a:cubicBezTo>
                  <a:lnTo>
                    <a:pt x="8823" y="68949"/>
                  </a:lnTo>
                  <a:lnTo>
                    <a:pt x="-1013" y="68949"/>
                  </a:lnTo>
                  <a:lnTo>
                    <a:pt x="-1013" y="79368"/>
                  </a:lnTo>
                  <a:lnTo>
                    <a:pt x="8823" y="79368"/>
                  </a:lnTo>
                  <a:lnTo>
                    <a:pt x="8823" y="102537"/>
                  </a:lnTo>
                  <a:lnTo>
                    <a:pt x="22296" y="102537"/>
                  </a:lnTo>
                  <a:close/>
                </a:path>
              </a:pathLst>
            </a:custGeom>
            <a:solidFill>
              <a:srgbClr val="FFFFFF"/>
            </a:solidFill>
            <a:ln w="2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9021A302-1DD5-B322-B7A4-C904177080D5}"/>
                </a:ext>
              </a:extLst>
            </p:cNvPr>
            <p:cNvSpPr/>
            <p:nvPr/>
          </p:nvSpPr>
          <p:spPr>
            <a:xfrm flipV="1">
              <a:off x="4134261" y="1067094"/>
              <a:ext cx="77526" cy="10395"/>
            </a:xfrm>
            <a:custGeom>
              <a:avLst/>
              <a:gdLst>
                <a:gd name="csX0" fmla="*/ 76182 w 77526"/>
                <a:gd name="csY0" fmla="*/ 11721 h 10395"/>
                <a:gd name="csX1" fmla="*/ 76182 w 77526"/>
                <a:gd name="csY1" fmla="*/ 1326 h 10395"/>
                <a:gd name="csX2" fmla="*/ -1344 w 77526"/>
                <a:gd name="csY2" fmla="*/ 1326 h 10395"/>
                <a:gd name="csX3" fmla="*/ -1344 w 77526"/>
                <a:gd name="csY3" fmla="*/ 11721 h 10395"/>
                <a:gd name="csX4" fmla="*/ 76182 w 77526"/>
                <a:gd name="csY4" fmla="*/ 11721 h 103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7526" h="10395">
                  <a:moveTo>
                    <a:pt x="76182" y="11721"/>
                  </a:moveTo>
                  <a:lnTo>
                    <a:pt x="76182" y="1326"/>
                  </a:lnTo>
                  <a:lnTo>
                    <a:pt x="-1344" y="1326"/>
                  </a:lnTo>
                  <a:lnTo>
                    <a:pt x="-1344" y="11721"/>
                  </a:lnTo>
                  <a:lnTo>
                    <a:pt x="76182" y="11721"/>
                  </a:lnTo>
                  <a:close/>
                </a:path>
              </a:pathLst>
            </a:custGeom>
            <a:solidFill>
              <a:srgbClr val="FFFFFF"/>
            </a:solidFill>
            <a:ln w="2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C7D4D08A-3DD8-99A5-DFCC-783F95C2280E}"/>
                </a:ext>
              </a:extLst>
            </p:cNvPr>
            <p:cNvSpPr/>
            <p:nvPr/>
          </p:nvSpPr>
          <p:spPr>
            <a:xfrm flipV="1">
              <a:off x="4219270" y="958776"/>
              <a:ext cx="68925" cy="85661"/>
            </a:xfrm>
            <a:custGeom>
              <a:avLst/>
              <a:gdLst>
                <a:gd name="csX0" fmla="*/ 40589 w 68925"/>
                <a:gd name="csY0" fmla="*/ 41409 h 85661"/>
                <a:gd name="csX1" fmla="*/ 18073 w 68925"/>
                <a:gd name="csY1" fmla="*/ 37703 h 85661"/>
                <a:gd name="csX2" fmla="*/ 11803 w 68925"/>
                <a:gd name="csY2" fmla="*/ 25023 h 85661"/>
                <a:gd name="csX3" fmla="*/ 16511 w 68925"/>
                <a:gd name="csY3" fmla="*/ 13695 h 85661"/>
                <a:gd name="csX4" fmla="*/ 29285 w 68925"/>
                <a:gd name="csY4" fmla="*/ 9522 h 85661"/>
                <a:gd name="csX5" fmla="*/ 47186 w 68925"/>
                <a:gd name="csY5" fmla="*/ 17424 h 85661"/>
                <a:gd name="csX6" fmla="*/ 53922 w 68925"/>
                <a:gd name="csY6" fmla="*/ 38426 h 85661"/>
                <a:gd name="csX7" fmla="*/ 53922 w 68925"/>
                <a:gd name="csY7" fmla="*/ 41409 h 85661"/>
                <a:gd name="csX8" fmla="*/ 40589 w 68925"/>
                <a:gd name="csY8" fmla="*/ 41409 h 85661"/>
                <a:gd name="csX9" fmla="*/ 67325 w 68925"/>
                <a:gd name="csY9" fmla="*/ 46957 h 85661"/>
                <a:gd name="csX10" fmla="*/ 67325 w 68925"/>
                <a:gd name="csY10" fmla="*/ 409 h 85661"/>
                <a:gd name="csX11" fmla="*/ 53922 w 68925"/>
                <a:gd name="csY11" fmla="*/ 409 h 85661"/>
                <a:gd name="csX12" fmla="*/ 53922 w 68925"/>
                <a:gd name="csY12" fmla="*/ 12786 h 85661"/>
                <a:gd name="csX13" fmla="*/ 42477 w 68925"/>
                <a:gd name="csY13" fmla="*/ 1830 h 85661"/>
                <a:gd name="csX14" fmla="*/ 25718 w 68925"/>
                <a:gd name="csY14" fmla="*/ -1713 h 85661"/>
                <a:gd name="csX15" fmla="*/ 5789 w 68925"/>
                <a:gd name="csY15" fmla="*/ 5327 h 85661"/>
                <a:gd name="csX16" fmla="*/ -1600 w 68925"/>
                <a:gd name="csY16" fmla="*/ 24161 h 85661"/>
                <a:gd name="csX17" fmla="*/ 7607 w 68925"/>
                <a:gd name="csY17" fmla="*/ 44906 h 85661"/>
                <a:gd name="csX18" fmla="*/ 35112 w 68925"/>
                <a:gd name="csY18" fmla="*/ 51898 h 85661"/>
                <a:gd name="csX19" fmla="*/ 53922 w 68925"/>
                <a:gd name="csY19" fmla="*/ 51898 h 85661"/>
                <a:gd name="csX20" fmla="*/ 53922 w 68925"/>
                <a:gd name="csY20" fmla="*/ 53227 h 85661"/>
                <a:gd name="csX21" fmla="*/ 47839 w 68925"/>
                <a:gd name="csY21" fmla="*/ 67539 h 85661"/>
                <a:gd name="csX22" fmla="*/ 30753 w 68925"/>
                <a:gd name="csY22" fmla="*/ 72597 h 85661"/>
                <a:gd name="csX23" fmla="*/ 17117 w 68925"/>
                <a:gd name="csY23" fmla="*/ 70919 h 85661"/>
                <a:gd name="csX24" fmla="*/ 4390 w 68925"/>
                <a:gd name="csY24" fmla="*/ 65884 h 85661"/>
                <a:gd name="csX25" fmla="*/ 4390 w 68925"/>
                <a:gd name="csY25" fmla="*/ 78284 h 85661"/>
                <a:gd name="csX26" fmla="*/ 18656 w 68925"/>
                <a:gd name="csY26" fmla="*/ 82527 h 85661"/>
                <a:gd name="csX27" fmla="*/ 32128 w 68925"/>
                <a:gd name="csY27" fmla="*/ 83949 h 85661"/>
                <a:gd name="csX28" fmla="*/ 58584 w 68925"/>
                <a:gd name="csY28" fmla="*/ 74765 h 85661"/>
                <a:gd name="csX29" fmla="*/ 67325 w 68925"/>
                <a:gd name="csY29" fmla="*/ 46957 h 85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68925" h="85661">
                  <a:moveTo>
                    <a:pt x="40589" y="41409"/>
                  </a:moveTo>
                  <a:cubicBezTo>
                    <a:pt x="29758" y="41409"/>
                    <a:pt x="22253" y="40174"/>
                    <a:pt x="18073" y="37703"/>
                  </a:cubicBezTo>
                  <a:cubicBezTo>
                    <a:pt x="13893" y="35232"/>
                    <a:pt x="11803" y="31006"/>
                    <a:pt x="11803" y="25023"/>
                  </a:cubicBezTo>
                  <a:cubicBezTo>
                    <a:pt x="11803" y="20268"/>
                    <a:pt x="13372" y="16492"/>
                    <a:pt x="16511" y="13695"/>
                  </a:cubicBezTo>
                  <a:cubicBezTo>
                    <a:pt x="19650" y="10913"/>
                    <a:pt x="23908" y="9522"/>
                    <a:pt x="29285" y="9522"/>
                  </a:cubicBezTo>
                  <a:cubicBezTo>
                    <a:pt x="36728" y="9522"/>
                    <a:pt x="42695" y="12156"/>
                    <a:pt x="47186" y="17424"/>
                  </a:cubicBezTo>
                  <a:cubicBezTo>
                    <a:pt x="51677" y="22692"/>
                    <a:pt x="53922" y="29693"/>
                    <a:pt x="53922" y="38426"/>
                  </a:cubicBezTo>
                  <a:lnTo>
                    <a:pt x="53922" y="41409"/>
                  </a:lnTo>
                  <a:lnTo>
                    <a:pt x="40589" y="41409"/>
                  </a:lnTo>
                  <a:close/>
                  <a:moveTo>
                    <a:pt x="67325" y="46957"/>
                  </a:moveTo>
                  <a:lnTo>
                    <a:pt x="67325" y="409"/>
                  </a:lnTo>
                  <a:lnTo>
                    <a:pt x="53922" y="409"/>
                  </a:lnTo>
                  <a:lnTo>
                    <a:pt x="53922" y="12786"/>
                  </a:lnTo>
                  <a:cubicBezTo>
                    <a:pt x="50861" y="7844"/>
                    <a:pt x="47046" y="4192"/>
                    <a:pt x="42477" y="1830"/>
                  </a:cubicBezTo>
                  <a:cubicBezTo>
                    <a:pt x="37909" y="-532"/>
                    <a:pt x="32322" y="-1713"/>
                    <a:pt x="25718" y="-1713"/>
                  </a:cubicBezTo>
                  <a:cubicBezTo>
                    <a:pt x="17374" y="-1713"/>
                    <a:pt x="10730" y="634"/>
                    <a:pt x="5789" y="5327"/>
                  </a:cubicBezTo>
                  <a:cubicBezTo>
                    <a:pt x="863" y="10020"/>
                    <a:pt x="-1600" y="16298"/>
                    <a:pt x="-1600" y="24161"/>
                  </a:cubicBezTo>
                  <a:cubicBezTo>
                    <a:pt x="-1600" y="33329"/>
                    <a:pt x="1469" y="40244"/>
                    <a:pt x="7607" y="44906"/>
                  </a:cubicBezTo>
                  <a:cubicBezTo>
                    <a:pt x="13761" y="49568"/>
                    <a:pt x="22929" y="51898"/>
                    <a:pt x="35112" y="51898"/>
                  </a:cubicBezTo>
                  <a:lnTo>
                    <a:pt x="53922" y="51898"/>
                  </a:lnTo>
                  <a:lnTo>
                    <a:pt x="53922" y="53227"/>
                  </a:lnTo>
                  <a:cubicBezTo>
                    <a:pt x="53922" y="59396"/>
                    <a:pt x="51894" y="64167"/>
                    <a:pt x="47839" y="67539"/>
                  </a:cubicBezTo>
                  <a:cubicBezTo>
                    <a:pt x="43783" y="70911"/>
                    <a:pt x="38088" y="72597"/>
                    <a:pt x="30753" y="72597"/>
                  </a:cubicBezTo>
                  <a:cubicBezTo>
                    <a:pt x="26091" y="72597"/>
                    <a:pt x="21546" y="72038"/>
                    <a:pt x="17117" y="70919"/>
                  </a:cubicBezTo>
                  <a:cubicBezTo>
                    <a:pt x="12704" y="69800"/>
                    <a:pt x="8462" y="68122"/>
                    <a:pt x="4390" y="65884"/>
                  </a:cubicBezTo>
                  <a:lnTo>
                    <a:pt x="4390" y="78284"/>
                  </a:lnTo>
                  <a:cubicBezTo>
                    <a:pt x="9285" y="80180"/>
                    <a:pt x="14040" y="81594"/>
                    <a:pt x="18656" y="82527"/>
                  </a:cubicBezTo>
                  <a:cubicBezTo>
                    <a:pt x="23271" y="83475"/>
                    <a:pt x="27762" y="83949"/>
                    <a:pt x="32128" y="83949"/>
                  </a:cubicBezTo>
                  <a:cubicBezTo>
                    <a:pt x="43938" y="83949"/>
                    <a:pt x="52757" y="80887"/>
                    <a:pt x="58584" y="74765"/>
                  </a:cubicBezTo>
                  <a:cubicBezTo>
                    <a:pt x="64411" y="68658"/>
                    <a:pt x="67325" y="59388"/>
                    <a:pt x="67325" y="46957"/>
                  </a:cubicBezTo>
                  <a:close/>
                </a:path>
              </a:pathLst>
            </a:custGeom>
            <a:solidFill>
              <a:srgbClr val="FFFFFF"/>
            </a:solidFill>
            <a:ln w="2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090CAE9F-3E7A-D8A4-6879-3AA1896E7A05}"/>
                </a:ext>
              </a:extLst>
            </p:cNvPr>
            <p:cNvSpPr/>
            <p:nvPr/>
          </p:nvSpPr>
          <p:spPr>
            <a:xfrm flipV="1">
              <a:off x="4315790" y="928964"/>
              <a:ext cx="13402" cy="113352"/>
            </a:xfrm>
            <a:custGeom>
              <a:avLst/>
              <a:gdLst>
                <a:gd name="csX0" fmla="*/ -623 w 13402"/>
                <a:gd name="csY0" fmla="*/ 110954 h 113352"/>
                <a:gd name="csX1" fmla="*/ 12780 w 13402"/>
                <a:gd name="csY1" fmla="*/ 110954 h 113352"/>
                <a:gd name="csX2" fmla="*/ 12780 w 13402"/>
                <a:gd name="csY2" fmla="*/ -2399 h 113352"/>
                <a:gd name="csX3" fmla="*/ -623 w 13402"/>
                <a:gd name="csY3" fmla="*/ -2399 h 113352"/>
                <a:gd name="csX4" fmla="*/ -623 w 13402"/>
                <a:gd name="csY4" fmla="*/ 110954 h 1133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3402" h="113352">
                  <a:moveTo>
                    <a:pt x="-623" y="110954"/>
                  </a:moveTo>
                  <a:lnTo>
                    <a:pt x="12780" y="110954"/>
                  </a:lnTo>
                  <a:lnTo>
                    <a:pt x="12780" y="-2399"/>
                  </a:lnTo>
                  <a:lnTo>
                    <a:pt x="-623" y="-2399"/>
                  </a:lnTo>
                  <a:lnTo>
                    <a:pt x="-623" y="110954"/>
                  </a:lnTo>
                  <a:close/>
                </a:path>
              </a:pathLst>
            </a:custGeom>
            <a:solidFill>
              <a:srgbClr val="FFFFFF"/>
            </a:solidFill>
            <a:ln w="2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D7D8B3CB-29A7-A7F2-3C8F-9122F4BAF518}"/>
                </a:ext>
              </a:extLst>
            </p:cNvPr>
            <p:cNvSpPr/>
            <p:nvPr/>
          </p:nvSpPr>
          <p:spPr>
            <a:xfrm flipV="1">
              <a:off x="4357237" y="928964"/>
              <a:ext cx="13402" cy="113352"/>
            </a:xfrm>
            <a:custGeom>
              <a:avLst/>
              <a:gdLst>
                <a:gd name="csX0" fmla="*/ -619 w 13402"/>
                <a:gd name="csY0" fmla="*/ 110954 h 113352"/>
                <a:gd name="csX1" fmla="*/ 12784 w 13402"/>
                <a:gd name="csY1" fmla="*/ 110954 h 113352"/>
                <a:gd name="csX2" fmla="*/ 12784 w 13402"/>
                <a:gd name="csY2" fmla="*/ -2399 h 113352"/>
                <a:gd name="csX3" fmla="*/ -619 w 13402"/>
                <a:gd name="csY3" fmla="*/ -2399 h 113352"/>
                <a:gd name="csX4" fmla="*/ -619 w 13402"/>
                <a:gd name="csY4" fmla="*/ 110954 h 1133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3402" h="113352">
                  <a:moveTo>
                    <a:pt x="-619" y="110954"/>
                  </a:moveTo>
                  <a:lnTo>
                    <a:pt x="12784" y="110954"/>
                  </a:lnTo>
                  <a:lnTo>
                    <a:pt x="12784" y="-2399"/>
                  </a:lnTo>
                  <a:lnTo>
                    <a:pt x="-619" y="-2399"/>
                  </a:lnTo>
                  <a:lnTo>
                    <a:pt x="-619" y="110954"/>
                  </a:lnTo>
                  <a:close/>
                </a:path>
              </a:pathLst>
            </a:custGeom>
            <a:solidFill>
              <a:srgbClr val="FFFFFF"/>
            </a:solidFill>
            <a:ln w="2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2D1004E7-CF1B-B7D8-DF22-66A6A3914F16}"/>
                </a:ext>
              </a:extLst>
            </p:cNvPr>
            <p:cNvSpPr/>
            <p:nvPr/>
          </p:nvSpPr>
          <p:spPr>
            <a:xfrm flipV="1">
              <a:off x="4383159" y="1067094"/>
              <a:ext cx="77526" cy="10395"/>
            </a:xfrm>
            <a:custGeom>
              <a:avLst/>
              <a:gdLst>
                <a:gd name="csX0" fmla="*/ 76202 w 77526"/>
                <a:gd name="csY0" fmla="*/ 11721 h 10395"/>
                <a:gd name="csX1" fmla="*/ 76202 w 77526"/>
                <a:gd name="csY1" fmla="*/ 1326 h 10395"/>
                <a:gd name="csX2" fmla="*/ -1324 w 77526"/>
                <a:gd name="csY2" fmla="*/ 1326 h 10395"/>
                <a:gd name="csX3" fmla="*/ -1324 w 77526"/>
                <a:gd name="csY3" fmla="*/ 11721 h 10395"/>
                <a:gd name="csX4" fmla="*/ 76202 w 77526"/>
                <a:gd name="csY4" fmla="*/ 11721 h 103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7526" h="10395">
                  <a:moveTo>
                    <a:pt x="76202" y="11721"/>
                  </a:moveTo>
                  <a:lnTo>
                    <a:pt x="76202" y="1326"/>
                  </a:lnTo>
                  <a:lnTo>
                    <a:pt x="-1324" y="1326"/>
                  </a:lnTo>
                  <a:lnTo>
                    <a:pt x="-1324" y="11721"/>
                  </a:lnTo>
                  <a:lnTo>
                    <a:pt x="76202" y="11721"/>
                  </a:lnTo>
                  <a:close/>
                </a:path>
              </a:pathLst>
            </a:custGeom>
            <a:solidFill>
              <a:srgbClr val="FFFFFF"/>
            </a:solidFill>
            <a:ln w="2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EC16C4CF-1D77-662F-A8C1-190FE1529B1E}"/>
                </a:ext>
              </a:extLst>
            </p:cNvPr>
            <p:cNvSpPr/>
            <p:nvPr/>
          </p:nvSpPr>
          <p:spPr>
            <a:xfrm flipV="1">
              <a:off x="4472760" y="958776"/>
              <a:ext cx="68342" cy="83539"/>
            </a:xfrm>
            <a:custGeom>
              <a:avLst/>
              <a:gdLst>
                <a:gd name="csX0" fmla="*/ 66578 w 68342"/>
                <a:gd name="csY0" fmla="*/ 47494 h 83539"/>
                <a:gd name="csX1" fmla="*/ 66578 w 68342"/>
                <a:gd name="csY1" fmla="*/ -1758 h 83539"/>
                <a:gd name="csX2" fmla="*/ 53175 w 68342"/>
                <a:gd name="csY2" fmla="*/ -1758 h 83539"/>
                <a:gd name="csX3" fmla="*/ 53175 w 68342"/>
                <a:gd name="csY3" fmla="*/ 47051 h 83539"/>
                <a:gd name="csX4" fmla="*/ 48653 w 68342"/>
                <a:gd name="csY4" fmla="*/ 64370 h 83539"/>
                <a:gd name="csX5" fmla="*/ 35111 w 68342"/>
                <a:gd name="csY5" fmla="*/ 70127 h 83539"/>
                <a:gd name="csX6" fmla="*/ 17979 w 68342"/>
                <a:gd name="csY6" fmla="*/ 63204 h 83539"/>
                <a:gd name="csX7" fmla="*/ 11708 w 68342"/>
                <a:gd name="csY7" fmla="*/ 44347 h 83539"/>
                <a:gd name="csX8" fmla="*/ 11708 w 68342"/>
                <a:gd name="csY8" fmla="*/ -1758 h 83539"/>
                <a:gd name="csX9" fmla="*/ -1764 w 68342"/>
                <a:gd name="csY9" fmla="*/ -1758 h 83539"/>
                <a:gd name="csX10" fmla="*/ -1764 w 68342"/>
                <a:gd name="csY10" fmla="*/ 79824 h 83539"/>
                <a:gd name="csX11" fmla="*/ 11708 w 68342"/>
                <a:gd name="csY11" fmla="*/ 79824 h 83539"/>
                <a:gd name="csX12" fmla="*/ 11708 w 68342"/>
                <a:gd name="csY12" fmla="*/ 67144 h 83539"/>
                <a:gd name="csX13" fmla="*/ 23037 w 68342"/>
                <a:gd name="csY13" fmla="*/ 78146 h 83539"/>
                <a:gd name="csX14" fmla="*/ 38094 w 68342"/>
                <a:gd name="csY14" fmla="*/ 81782 h 83539"/>
                <a:gd name="csX15" fmla="*/ 59352 w 68342"/>
                <a:gd name="csY15" fmla="*/ 73088 h 83539"/>
                <a:gd name="csX16" fmla="*/ 66578 w 68342"/>
                <a:gd name="csY16" fmla="*/ 47494 h 835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68342" h="83539">
                  <a:moveTo>
                    <a:pt x="66578" y="47494"/>
                  </a:moveTo>
                  <a:lnTo>
                    <a:pt x="66578" y="-1758"/>
                  </a:lnTo>
                  <a:lnTo>
                    <a:pt x="53175" y="-1758"/>
                  </a:lnTo>
                  <a:lnTo>
                    <a:pt x="53175" y="47051"/>
                  </a:lnTo>
                  <a:cubicBezTo>
                    <a:pt x="53175" y="54774"/>
                    <a:pt x="51668" y="60547"/>
                    <a:pt x="48653" y="64370"/>
                  </a:cubicBezTo>
                  <a:cubicBezTo>
                    <a:pt x="45639" y="68208"/>
                    <a:pt x="41125" y="70127"/>
                    <a:pt x="35111" y="70127"/>
                  </a:cubicBezTo>
                  <a:cubicBezTo>
                    <a:pt x="27869" y="70127"/>
                    <a:pt x="22159" y="67820"/>
                    <a:pt x="17979" y="63204"/>
                  </a:cubicBezTo>
                  <a:cubicBezTo>
                    <a:pt x="13799" y="58605"/>
                    <a:pt x="11708" y="52319"/>
                    <a:pt x="11708" y="44347"/>
                  </a:cubicBezTo>
                  <a:lnTo>
                    <a:pt x="11708" y="-1758"/>
                  </a:lnTo>
                  <a:lnTo>
                    <a:pt x="-1764" y="-1758"/>
                  </a:lnTo>
                  <a:lnTo>
                    <a:pt x="-1764" y="79824"/>
                  </a:lnTo>
                  <a:lnTo>
                    <a:pt x="11708" y="79824"/>
                  </a:lnTo>
                  <a:lnTo>
                    <a:pt x="11708" y="67144"/>
                  </a:lnTo>
                  <a:cubicBezTo>
                    <a:pt x="14925" y="72054"/>
                    <a:pt x="18701" y="75721"/>
                    <a:pt x="23037" y="78146"/>
                  </a:cubicBezTo>
                  <a:cubicBezTo>
                    <a:pt x="27388" y="80570"/>
                    <a:pt x="32407" y="81782"/>
                    <a:pt x="38094" y="81782"/>
                  </a:cubicBezTo>
                  <a:cubicBezTo>
                    <a:pt x="47465" y="81782"/>
                    <a:pt x="54551" y="78884"/>
                    <a:pt x="59352" y="73088"/>
                  </a:cubicBezTo>
                  <a:cubicBezTo>
                    <a:pt x="64170" y="67291"/>
                    <a:pt x="66578" y="58760"/>
                    <a:pt x="66578" y="47494"/>
                  </a:cubicBezTo>
                  <a:close/>
                </a:path>
              </a:pathLst>
            </a:custGeom>
            <a:solidFill>
              <a:srgbClr val="FFFFFF"/>
            </a:solidFill>
            <a:ln w="2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62AD762F-2A5C-962A-998B-99067C7F7E4B}"/>
                </a:ext>
              </a:extLst>
            </p:cNvPr>
            <p:cNvSpPr/>
            <p:nvPr/>
          </p:nvSpPr>
          <p:spPr>
            <a:xfrm flipV="1">
              <a:off x="4561993" y="958776"/>
              <a:ext cx="74892" cy="85661"/>
            </a:xfrm>
            <a:custGeom>
              <a:avLst/>
              <a:gdLst>
                <a:gd name="csX0" fmla="*/ 35765 w 74892"/>
                <a:gd name="csY0" fmla="*/ 72597 h 85661"/>
                <a:gd name="csX1" fmla="*/ 18726 w 74892"/>
                <a:gd name="csY1" fmla="*/ 64182 h 85661"/>
                <a:gd name="csX2" fmla="*/ 12456 w 74892"/>
                <a:gd name="csY2" fmla="*/ 41130 h 85661"/>
                <a:gd name="csX3" fmla="*/ 18680 w 74892"/>
                <a:gd name="csY3" fmla="*/ 18077 h 85661"/>
                <a:gd name="csX4" fmla="*/ 35765 w 74892"/>
                <a:gd name="csY4" fmla="*/ 9662 h 85661"/>
                <a:gd name="csX5" fmla="*/ 52734 w 74892"/>
                <a:gd name="csY5" fmla="*/ 18100 h 85661"/>
                <a:gd name="csX6" fmla="*/ 59004 w 74892"/>
                <a:gd name="csY6" fmla="*/ 41130 h 85661"/>
                <a:gd name="csX7" fmla="*/ 52734 w 74892"/>
                <a:gd name="csY7" fmla="*/ 64112 h 85661"/>
                <a:gd name="csX8" fmla="*/ 35765 w 74892"/>
                <a:gd name="csY8" fmla="*/ 72597 h 85661"/>
                <a:gd name="csX9" fmla="*/ 35765 w 74892"/>
                <a:gd name="csY9" fmla="*/ 83949 h 85661"/>
                <a:gd name="csX10" fmla="*/ 63223 w 74892"/>
                <a:gd name="csY10" fmla="*/ 72574 h 85661"/>
                <a:gd name="csX11" fmla="*/ 73223 w 74892"/>
                <a:gd name="csY11" fmla="*/ 41130 h 85661"/>
                <a:gd name="csX12" fmla="*/ 63223 w 74892"/>
                <a:gd name="csY12" fmla="*/ 9686 h 85661"/>
                <a:gd name="csX13" fmla="*/ 35765 w 74892"/>
                <a:gd name="csY13" fmla="*/ -1713 h 85661"/>
                <a:gd name="csX14" fmla="*/ 8260 w 74892"/>
                <a:gd name="csY14" fmla="*/ 9686 h 85661"/>
                <a:gd name="csX15" fmla="*/ -1669 w 74892"/>
                <a:gd name="csY15" fmla="*/ 41130 h 85661"/>
                <a:gd name="csX16" fmla="*/ 8260 w 74892"/>
                <a:gd name="csY16" fmla="*/ 72574 h 85661"/>
                <a:gd name="csX17" fmla="*/ 35765 w 74892"/>
                <a:gd name="csY17" fmla="*/ 83949 h 85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74892" h="85661">
                  <a:moveTo>
                    <a:pt x="35765" y="72597"/>
                  </a:moveTo>
                  <a:cubicBezTo>
                    <a:pt x="28586" y="72597"/>
                    <a:pt x="22906" y="69792"/>
                    <a:pt x="18726" y="64182"/>
                  </a:cubicBezTo>
                  <a:cubicBezTo>
                    <a:pt x="14546" y="58573"/>
                    <a:pt x="12456" y="50888"/>
                    <a:pt x="12456" y="41130"/>
                  </a:cubicBezTo>
                  <a:cubicBezTo>
                    <a:pt x="12456" y="31371"/>
                    <a:pt x="14531" y="23687"/>
                    <a:pt x="18680" y="18077"/>
                  </a:cubicBezTo>
                  <a:cubicBezTo>
                    <a:pt x="22844" y="12467"/>
                    <a:pt x="28539" y="9662"/>
                    <a:pt x="35765" y="9662"/>
                  </a:cubicBezTo>
                  <a:cubicBezTo>
                    <a:pt x="42913" y="9662"/>
                    <a:pt x="48570" y="12475"/>
                    <a:pt x="52734" y="18100"/>
                  </a:cubicBezTo>
                  <a:cubicBezTo>
                    <a:pt x="56914" y="23741"/>
                    <a:pt x="59004" y="31417"/>
                    <a:pt x="59004" y="41130"/>
                  </a:cubicBezTo>
                  <a:cubicBezTo>
                    <a:pt x="59004" y="50795"/>
                    <a:pt x="56914" y="58456"/>
                    <a:pt x="52734" y="64112"/>
                  </a:cubicBezTo>
                  <a:cubicBezTo>
                    <a:pt x="48570" y="69769"/>
                    <a:pt x="42913" y="72597"/>
                    <a:pt x="35765" y="72597"/>
                  </a:cubicBezTo>
                  <a:close/>
                  <a:moveTo>
                    <a:pt x="35765" y="83949"/>
                  </a:moveTo>
                  <a:cubicBezTo>
                    <a:pt x="47420" y="83949"/>
                    <a:pt x="56573" y="80157"/>
                    <a:pt x="63223" y="72574"/>
                  </a:cubicBezTo>
                  <a:cubicBezTo>
                    <a:pt x="69890" y="65006"/>
                    <a:pt x="73223" y="54525"/>
                    <a:pt x="73223" y="41130"/>
                  </a:cubicBezTo>
                  <a:cubicBezTo>
                    <a:pt x="73223" y="27781"/>
                    <a:pt x="69890" y="17300"/>
                    <a:pt x="63223" y="9686"/>
                  </a:cubicBezTo>
                  <a:cubicBezTo>
                    <a:pt x="56573" y="2087"/>
                    <a:pt x="47420" y="-1713"/>
                    <a:pt x="35765" y="-1713"/>
                  </a:cubicBezTo>
                  <a:cubicBezTo>
                    <a:pt x="24064" y="-1713"/>
                    <a:pt x="14896" y="2087"/>
                    <a:pt x="8260" y="9686"/>
                  </a:cubicBezTo>
                  <a:cubicBezTo>
                    <a:pt x="1641" y="17300"/>
                    <a:pt x="-1669" y="27781"/>
                    <a:pt x="-1669" y="41130"/>
                  </a:cubicBezTo>
                  <a:cubicBezTo>
                    <a:pt x="-1669" y="54525"/>
                    <a:pt x="1641" y="65006"/>
                    <a:pt x="8260" y="72574"/>
                  </a:cubicBezTo>
                  <a:cubicBezTo>
                    <a:pt x="14896" y="80157"/>
                    <a:pt x="24064" y="83949"/>
                    <a:pt x="35765" y="83949"/>
                  </a:cubicBezTo>
                  <a:close/>
                </a:path>
              </a:pathLst>
            </a:custGeom>
            <a:solidFill>
              <a:srgbClr val="FFFFFF"/>
            </a:solidFill>
            <a:ln w="2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B89EBA05-963B-5A22-8AB7-7E952CEAE26A}"/>
                </a:ext>
              </a:extLst>
            </p:cNvPr>
            <p:cNvSpPr/>
            <p:nvPr/>
          </p:nvSpPr>
          <p:spPr>
            <a:xfrm flipV="1">
              <a:off x="4643566" y="1067094"/>
              <a:ext cx="77526" cy="10395"/>
            </a:xfrm>
            <a:custGeom>
              <a:avLst/>
              <a:gdLst>
                <a:gd name="csX0" fmla="*/ 76223 w 77526"/>
                <a:gd name="csY0" fmla="*/ 11721 h 10395"/>
                <a:gd name="csX1" fmla="*/ 76223 w 77526"/>
                <a:gd name="csY1" fmla="*/ 1326 h 10395"/>
                <a:gd name="csX2" fmla="*/ -1303 w 77526"/>
                <a:gd name="csY2" fmla="*/ 1326 h 10395"/>
                <a:gd name="csX3" fmla="*/ -1303 w 77526"/>
                <a:gd name="csY3" fmla="*/ 11721 h 10395"/>
                <a:gd name="csX4" fmla="*/ 76223 w 77526"/>
                <a:gd name="csY4" fmla="*/ 11721 h 103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7526" h="10395">
                  <a:moveTo>
                    <a:pt x="76223" y="11721"/>
                  </a:moveTo>
                  <a:lnTo>
                    <a:pt x="76223" y="1326"/>
                  </a:lnTo>
                  <a:lnTo>
                    <a:pt x="-1303" y="1326"/>
                  </a:lnTo>
                  <a:lnTo>
                    <a:pt x="-1303" y="11721"/>
                  </a:lnTo>
                  <a:lnTo>
                    <a:pt x="76223" y="11721"/>
                  </a:lnTo>
                  <a:close/>
                </a:path>
              </a:pathLst>
            </a:custGeom>
            <a:solidFill>
              <a:srgbClr val="FFFFFF"/>
            </a:solidFill>
            <a:ln w="2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423E2874-D849-EE23-65A3-DB6EC4776DED}"/>
                </a:ext>
              </a:extLst>
            </p:cNvPr>
            <p:cNvSpPr/>
            <p:nvPr/>
          </p:nvSpPr>
          <p:spPr>
            <a:xfrm flipV="1">
              <a:off x="4727852" y="958776"/>
              <a:ext cx="64543" cy="85661"/>
            </a:xfrm>
            <a:custGeom>
              <a:avLst/>
              <a:gdLst>
                <a:gd name="csX0" fmla="*/ 63109 w 64543"/>
                <a:gd name="csY0" fmla="*/ 78867 h 85661"/>
                <a:gd name="csX1" fmla="*/ 63109 w 64543"/>
                <a:gd name="csY1" fmla="*/ 66327 h 85661"/>
                <a:gd name="csX2" fmla="*/ 51710 w 64543"/>
                <a:gd name="csY2" fmla="*/ 71035 h 85661"/>
                <a:gd name="csX3" fmla="*/ 40172 w 64543"/>
                <a:gd name="csY3" fmla="*/ 72597 h 85661"/>
                <a:gd name="csX4" fmla="*/ 19894 w 64543"/>
                <a:gd name="csY4" fmla="*/ 64322 h 85661"/>
                <a:gd name="csX5" fmla="*/ 12691 w 64543"/>
                <a:gd name="csY5" fmla="*/ 41130 h 85661"/>
                <a:gd name="csX6" fmla="*/ 19894 w 64543"/>
                <a:gd name="csY6" fmla="*/ 17914 h 85661"/>
                <a:gd name="csX7" fmla="*/ 40172 w 64543"/>
                <a:gd name="csY7" fmla="*/ 9662 h 85661"/>
                <a:gd name="csX8" fmla="*/ 51710 w 64543"/>
                <a:gd name="csY8" fmla="*/ 11224 h 85661"/>
                <a:gd name="csX9" fmla="*/ 63109 w 64543"/>
                <a:gd name="csY9" fmla="*/ 15932 h 85661"/>
                <a:gd name="csX10" fmla="*/ 63109 w 64543"/>
                <a:gd name="csY10" fmla="*/ 3532 h 85661"/>
                <a:gd name="csX11" fmla="*/ 51477 w 64543"/>
                <a:gd name="csY11" fmla="*/ -384 h 85661"/>
                <a:gd name="csX12" fmla="*/ 38704 w 64543"/>
                <a:gd name="csY12" fmla="*/ -1713 h 85661"/>
                <a:gd name="csX13" fmla="*/ 9404 w 64543"/>
                <a:gd name="csY13" fmla="*/ 9872 h 85661"/>
                <a:gd name="csX14" fmla="*/ -1434 w 64543"/>
                <a:gd name="csY14" fmla="*/ 41130 h 85661"/>
                <a:gd name="csX15" fmla="*/ 9521 w 64543"/>
                <a:gd name="csY15" fmla="*/ 72504 h 85661"/>
                <a:gd name="csX16" fmla="*/ 39590 w 64543"/>
                <a:gd name="csY16" fmla="*/ 83949 h 85661"/>
                <a:gd name="csX17" fmla="*/ 51664 w 64543"/>
                <a:gd name="csY17" fmla="*/ 82667 h 85661"/>
                <a:gd name="csX18" fmla="*/ 63109 w 64543"/>
                <a:gd name="csY18" fmla="*/ 78867 h 85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64543" h="85661">
                  <a:moveTo>
                    <a:pt x="63109" y="78867"/>
                  </a:moveTo>
                  <a:lnTo>
                    <a:pt x="63109" y="66327"/>
                  </a:lnTo>
                  <a:cubicBezTo>
                    <a:pt x="59317" y="68425"/>
                    <a:pt x="55518" y="69994"/>
                    <a:pt x="51710" y="71035"/>
                  </a:cubicBezTo>
                  <a:cubicBezTo>
                    <a:pt x="47903" y="72076"/>
                    <a:pt x="44057" y="72597"/>
                    <a:pt x="40172" y="72597"/>
                  </a:cubicBezTo>
                  <a:cubicBezTo>
                    <a:pt x="31470" y="72597"/>
                    <a:pt x="24711" y="69839"/>
                    <a:pt x="19894" y="64322"/>
                  </a:cubicBezTo>
                  <a:cubicBezTo>
                    <a:pt x="15092" y="58821"/>
                    <a:pt x="12691" y="51090"/>
                    <a:pt x="12691" y="41130"/>
                  </a:cubicBezTo>
                  <a:cubicBezTo>
                    <a:pt x="12691" y="31169"/>
                    <a:pt x="15092" y="23430"/>
                    <a:pt x="19894" y="17914"/>
                  </a:cubicBezTo>
                  <a:cubicBezTo>
                    <a:pt x="24711" y="12413"/>
                    <a:pt x="31470" y="9662"/>
                    <a:pt x="40172" y="9662"/>
                  </a:cubicBezTo>
                  <a:cubicBezTo>
                    <a:pt x="44057" y="9662"/>
                    <a:pt x="47903" y="10183"/>
                    <a:pt x="51710" y="11224"/>
                  </a:cubicBezTo>
                  <a:cubicBezTo>
                    <a:pt x="55518" y="12265"/>
                    <a:pt x="59317" y="13835"/>
                    <a:pt x="63109" y="15932"/>
                  </a:cubicBezTo>
                  <a:lnTo>
                    <a:pt x="63109" y="3532"/>
                  </a:lnTo>
                  <a:cubicBezTo>
                    <a:pt x="59364" y="1792"/>
                    <a:pt x="55487" y="486"/>
                    <a:pt x="51477" y="-384"/>
                  </a:cubicBezTo>
                  <a:cubicBezTo>
                    <a:pt x="47484" y="-1270"/>
                    <a:pt x="43226" y="-1713"/>
                    <a:pt x="38704" y="-1713"/>
                  </a:cubicBezTo>
                  <a:cubicBezTo>
                    <a:pt x="26412" y="-1713"/>
                    <a:pt x="16646" y="2149"/>
                    <a:pt x="9404" y="9872"/>
                  </a:cubicBezTo>
                  <a:cubicBezTo>
                    <a:pt x="2179" y="17595"/>
                    <a:pt x="-1434" y="28014"/>
                    <a:pt x="-1434" y="41130"/>
                  </a:cubicBezTo>
                  <a:cubicBezTo>
                    <a:pt x="-1434" y="54431"/>
                    <a:pt x="2217" y="64889"/>
                    <a:pt x="9521" y="72504"/>
                  </a:cubicBezTo>
                  <a:cubicBezTo>
                    <a:pt x="16840" y="80134"/>
                    <a:pt x="26863" y="83949"/>
                    <a:pt x="39590" y="83949"/>
                  </a:cubicBezTo>
                  <a:cubicBezTo>
                    <a:pt x="43708" y="83949"/>
                    <a:pt x="47732" y="83521"/>
                    <a:pt x="51664" y="82667"/>
                  </a:cubicBezTo>
                  <a:cubicBezTo>
                    <a:pt x="55595" y="81827"/>
                    <a:pt x="59410" y="80561"/>
                    <a:pt x="63109" y="78867"/>
                  </a:cubicBezTo>
                  <a:close/>
                </a:path>
              </a:pathLst>
            </a:custGeom>
            <a:solidFill>
              <a:srgbClr val="FFFFFF"/>
            </a:solidFill>
            <a:ln w="2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E27C3C08-9E94-A1B9-7FAF-75EFEB67B089}"/>
                </a:ext>
              </a:extLst>
            </p:cNvPr>
            <p:cNvSpPr/>
            <p:nvPr/>
          </p:nvSpPr>
          <p:spPr>
            <a:xfrm flipV="1">
              <a:off x="4809871" y="958776"/>
              <a:ext cx="74892" cy="85661"/>
            </a:xfrm>
            <a:custGeom>
              <a:avLst/>
              <a:gdLst>
                <a:gd name="csX0" fmla="*/ 35785 w 74892"/>
                <a:gd name="csY0" fmla="*/ 72597 h 85661"/>
                <a:gd name="csX1" fmla="*/ 18746 w 74892"/>
                <a:gd name="csY1" fmla="*/ 64182 h 85661"/>
                <a:gd name="csX2" fmla="*/ 12476 w 74892"/>
                <a:gd name="csY2" fmla="*/ 41130 h 85661"/>
                <a:gd name="csX3" fmla="*/ 18700 w 74892"/>
                <a:gd name="csY3" fmla="*/ 18077 h 85661"/>
                <a:gd name="csX4" fmla="*/ 35785 w 74892"/>
                <a:gd name="csY4" fmla="*/ 9662 h 85661"/>
                <a:gd name="csX5" fmla="*/ 52754 w 74892"/>
                <a:gd name="csY5" fmla="*/ 18100 h 85661"/>
                <a:gd name="csX6" fmla="*/ 59024 w 74892"/>
                <a:gd name="csY6" fmla="*/ 41130 h 85661"/>
                <a:gd name="csX7" fmla="*/ 52754 w 74892"/>
                <a:gd name="csY7" fmla="*/ 64112 h 85661"/>
                <a:gd name="csX8" fmla="*/ 35785 w 74892"/>
                <a:gd name="csY8" fmla="*/ 72597 h 85661"/>
                <a:gd name="csX9" fmla="*/ 35785 w 74892"/>
                <a:gd name="csY9" fmla="*/ 83949 h 85661"/>
                <a:gd name="csX10" fmla="*/ 63243 w 74892"/>
                <a:gd name="csY10" fmla="*/ 72574 h 85661"/>
                <a:gd name="csX11" fmla="*/ 73243 w 74892"/>
                <a:gd name="csY11" fmla="*/ 41130 h 85661"/>
                <a:gd name="csX12" fmla="*/ 63243 w 74892"/>
                <a:gd name="csY12" fmla="*/ 9686 h 85661"/>
                <a:gd name="csX13" fmla="*/ 35785 w 74892"/>
                <a:gd name="csY13" fmla="*/ -1713 h 85661"/>
                <a:gd name="csX14" fmla="*/ 8280 w 74892"/>
                <a:gd name="csY14" fmla="*/ 9686 h 85661"/>
                <a:gd name="csX15" fmla="*/ -1649 w 74892"/>
                <a:gd name="csY15" fmla="*/ 41130 h 85661"/>
                <a:gd name="csX16" fmla="*/ 8280 w 74892"/>
                <a:gd name="csY16" fmla="*/ 72574 h 85661"/>
                <a:gd name="csX17" fmla="*/ 35785 w 74892"/>
                <a:gd name="csY17" fmla="*/ 83949 h 85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74892" h="85661">
                  <a:moveTo>
                    <a:pt x="35785" y="72597"/>
                  </a:moveTo>
                  <a:cubicBezTo>
                    <a:pt x="28606" y="72597"/>
                    <a:pt x="22926" y="69792"/>
                    <a:pt x="18746" y="64182"/>
                  </a:cubicBezTo>
                  <a:cubicBezTo>
                    <a:pt x="14566" y="58573"/>
                    <a:pt x="12476" y="50888"/>
                    <a:pt x="12476" y="41130"/>
                  </a:cubicBezTo>
                  <a:cubicBezTo>
                    <a:pt x="12476" y="31371"/>
                    <a:pt x="14551" y="23687"/>
                    <a:pt x="18700" y="18077"/>
                  </a:cubicBezTo>
                  <a:cubicBezTo>
                    <a:pt x="22864" y="12467"/>
                    <a:pt x="28559" y="9662"/>
                    <a:pt x="35785" y="9662"/>
                  </a:cubicBezTo>
                  <a:cubicBezTo>
                    <a:pt x="42933" y="9662"/>
                    <a:pt x="48590" y="12475"/>
                    <a:pt x="52754" y="18100"/>
                  </a:cubicBezTo>
                  <a:cubicBezTo>
                    <a:pt x="56934" y="23741"/>
                    <a:pt x="59024" y="31417"/>
                    <a:pt x="59024" y="41130"/>
                  </a:cubicBezTo>
                  <a:cubicBezTo>
                    <a:pt x="59024" y="50795"/>
                    <a:pt x="56934" y="58456"/>
                    <a:pt x="52754" y="64112"/>
                  </a:cubicBezTo>
                  <a:cubicBezTo>
                    <a:pt x="48590" y="69769"/>
                    <a:pt x="42933" y="72597"/>
                    <a:pt x="35785" y="72597"/>
                  </a:cubicBezTo>
                  <a:close/>
                  <a:moveTo>
                    <a:pt x="35785" y="83949"/>
                  </a:moveTo>
                  <a:cubicBezTo>
                    <a:pt x="47440" y="83949"/>
                    <a:pt x="56592" y="80157"/>
                    <a:pt x="63243" y="72574"/>
                  </a:cubicBezTo>
                  <a:cubicBezTo>
                    <a:pt x="69910" y="65006"/>
                    <a:pt x="73243" y="54525"/>
                    <a:pt x="73243" y="41130"/>
                  </a:cubicBezTo>
                  <a:cubicBezTo>
                    <a:pt x="73243" y="27781"/>
                    <a:pt x="69910" y="17300"/>
                    <a:pt x="63243" y="9686"/>
                  </a:cubicBezTo>
                  <a:cubicBezTo>
                    <a:pt x="56592" y="2087"/>
                    <a:pt x="47440" y="-1713"/>
                    <a:pt x="35785" y="-1713"/>
                  </a:cubicBezTo>
                  <a:cubicBezTo>
                    <a:pt x="24084" y="-1713"/>
                    <a:pt x="14916" y="2087"/>
                    <a:pt x="8280" y="9686"/>
                  </a:cubicBezTo>
                  <a:cubicBezTo>
                    <a:pt x="1661" y="17300"/>
                    <a:pt x="-1649" y="27781"/>
                    <a:pt x="-1649" y="41130"/>
                  </a:cubicBezTo>
                  <a:cubicBezTo>
                    <a:pt x="-1649" y="54525"/>
                    <a:pt x="1661" y="65006"/>
                    <a:pt x="8280" y="72574"/>
                  </a:cubicBezTo>
                  <a:cubicBezTo>
                    <a:pt x="14916" y="80157"/>
                    <a:pt x="24084" y="83949"/>
                    <a:pt x="35785" y="83949"/>
                  </a:cubicBezTo>
                  <a:close/>
                </a:path>
              </a:pathLst>
            </a:custGeom>
            <a:solidFill>
              <a:srgbClr val="FFFFFF"/>
            </a:solidFill>
            <a:ln w="2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79144FE5-706B-C123-4AB5-A611C0FB4125}"/>
                </a:ext>
              </a:extLst>
            </p:cNvPr>
            <p:cNvSpPr/>
            <p:nvPr/>
          </p:nvSpPr>
          <p:spPr>
            <a:xfrm flipV="1">
              <a:off x="4906456" y="958776"/>
              <a:ext cx="68342" cy="83539"/>
            </a:xfrm>
            <a:custGeom>
              <a:avLst/>
              <a:gdLst>
                <a:gd name="csX0" fmla="*/ 66613 w 68342"/>
                <a:gd name="csY0" fmla="*/ 47494 h 83539"/>
                <a:gd name="csX1" fmla="*/ 66613 w 68342"/>
                <a:gd name="csY1" fmla="*/ -1758 h 83539"/>
                <a:gd name="csX2" fmla="*/ 53210 w 68342"/>
                <a:gd name="csY2" fmla="*/ -1758 h 83539"/>
                <a:gd name="csX3" fmla="*/ 53210 w 68342"/>
                <a:gd name="csY3" fmla="*/ 47051 h 83539"/>
                <a:gd name="csX4" fmla="*/ 48688 w 68342"/>
                <a:gd name="csY4" fmla="*/ 64370 h 83539"/>
                <a:gd name="csX5" fmla="*/ 35146 w 68342"/>
                <a:gd name="csY5" fmla="*/ 70127 h 83539"/>
                <a:gd name="csX6" fmla="*/ 18014 w 68342"/>
                <a:gd name="csY6" fmla="*/ 63204 h 83539"/>
                <a:gd name="csX7" fmla="*/ 11743 w 68342"/>
                <a:gd name="csY7" fmla="*/ 44347 h 83539"/>
                <a:gd name="csX8" fmla="*/ 11743 w 68342"/>
                <a:gd name="csY8" fmla="*/ -1758 h 83539"/>
                <a:gd name="csX9" fmla="*/ -1729 w 68342"/>
                <a:gd name="csY9" fmla="*/ -1758 h 83539"/>
                <a:gd name="csX10" fmla="*/ -1729 w 68342"/>
                <a:gd name="csY10" fmla="*/ 79824 h 83539"/>
                <a:gd name="csX11" fmla="*/ 11743 w 68342"/>
                <a:gd name="csY11" fmla="*/ 79824 h 83539"/>
                <a:gd name="csX12" fmla="*/ 11743 w 68342"/>
                <a:gd name="csY12" fmla="*/ 67144 h 83539"/>
                <a:gd name="csX13" fmla="*/ 23072 w 68342"/>
                <a:gd name="csY13" fmla="*/ 78146 h 83539"/>
                <a:gd name="csX14" fmla="*/ 38129 w 68342"/>
                <a:gd name="csY14" fmla="*/ 81782 h 83539"/>
                <a:gd name="csX15" fmla="*/ 59387 w 68342"/>
                <a:gd name="csY15" fmla="*/ 73088 h 83539"/>
                <a:gd name="csX16" fmla="*/ 66613 w 68342"/>
                <a:gd name="csY16" fmla="*/ 47494 h 835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68342" h="83539">
                  <a:moveTo>
                    <a:pt x="66613" y="47494"/>
                  </a:moveTo>
                  <a:lnTo>
                    <a:pt x="66613" y="-1758"/>
                  </a:lnTo>
                  <a:lnTo>
                    <a:pt x="53210" y="-1758"/>
                  </a:lnTo>
                  <a:lnTo>
                    <a:pt x="53210" y="47051"/>
                  </a:lnTo>
                  <a:cubicBezTo>
                    <a:pt x="53210" y="54774"/>
                    <a:pt x="51703" y="60547"/>
                    <a:pt x="48688" y="64370"/>
                  </a:cubicBezTo>
                  <a:cubicBezTo>
                    <a:pt x="45674" y="68208"/>
                    <a:pt x="41159" y="70127"/>
                    <a:pt x="35146" y="70127"/>
                  </a:cubicBezTo>
                  <a:cubicBezTo>
                    <a:pt x="27904" y="70127"/>
                    <a:pt x="22194" y="67820"/>
                    <a:pt x="18014" y="63204"/>
                  </a:cubicBezTo>
                  <a:cubicBezTo>
                    <a:pt x="13833" y="58605"/>
                    <a:pt x="11743" y="52319"/>
                    <a:pt x="11743" y="44347"/>
                  </a:cubicBezTo>
                  <a:lnTo>
                    <a:pt x="11743" y="-1758"/>
                  </a:lnTo>
                  <a:lnTo>
                    <a:pt x="-1729" y="-1758"/>
                  </a:lnTo>
                  <a:lnTo>
                    <a:pt x="-1729" y="79824"/>
                  </a:lnTo>
                  <a:lnTo>
                    <a:pt x="11743" y="79824"/>
                  </a:lnTo>
                  <a:lnTo>
                    <a:pt x="11743" y="67144"/>
                  </a:lnTo>
                  <a:cubicBezTo>
                    <a:pt x="14960" y="72054"/>
                    <a:pt x="18736" y="75721"/>
                    <a:pt x="23072" y="78146"/>
                  </a:cubicBezTo>
                  <a:cubicBezTo>
                    <a:pt x="27423" y="80570"/>
                    <a:pt x="32442" y="81782"/>
                    <a:pt x="38129" y="81782"/>
                  </a:cubicBezTo>
                  <a:cubicBezTo>
                    <a:pt x="47500" y="81782"/>
                    <a:pt x="54586" y="78884"/>
                    <a:pt x="59387" y="73088"/>
                  </a:cubicBezTo>
                  <a:cubicBezTo>
                    <a:pt x="64204" y="67291"/>
                    <a:pt x="66613" y="58760"/>
                    <a:pt x="66613" y="47494"/>
                  </a:cubicBezTo>
                  <a:close/>
                </a:path>
              </a:pathLst>
            </a:custGeom>
            <a:solidFill>
              <a:srgbClr val="FFFFFF"/>
            </a:solidFill>
            <a:ln w="2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39FAC12E-95CE-3EF8-7E38-870C0E9F93FF}"/>
                </a:ext>
              </a:extLst>
            </p:cNvPr>
            <p:cNvSpPr/>
            <p:nvPr/>
          </p:nvSpPr>
          <p:spPr>
            <a:xfrm flipV="1">
              <a:off x="4991470" y="937565"/>
              <a:ext cx="50907" cy="104751"/>
            </a:xfrm>
            <a:custGeom>
              <a:avLst/>
              <a:gdLst>
                <a:gd name="csX0" fmla="*/ 22369 w 50907"/>
                <a:gd name="csY0" fmla="*/ 102537 h 104751"/>
                <a:gd name="csX1" fmla="*/ 22369 w 50907"/>
                <a:gd name="csY1" fmla="*/ 79368 h 104751"/>
                <a:gd name="csX2" fmla="*/ 49967 w 50907"/>
                <a:gd name="csY2" fmla="*/ 79368 h 104751"/>
                <a:gd name="csX3" fmla="*/ 49967 w 50907"/>
                <a:gd name="csY3" fmla="*/ 68949 h 104751"/>
                <a:gd name="csX4" fmla="*/ 22369 w 50907"/>
                <a:gd name="csY4" fmla="*/ 68949 h 104751"/>
                <a:gd name="csX5" fmla="*/ 22369 w 50907"/>
                <a:gd name="csY5" fmla="*/ 24661 h 104751"/>
                <a:gd name="csX6" fmla="*/ 25096 w 50907"/>
                <a:gd name="csY6" fmla="*/ 11841 h 104751"/>
                <a:gd name="csX7" fmla="*/ 36215 w 50907"/>
                <a:gd name="csY7" fmla="*/ 8998 h 104751"/>
                <a:gd name="csX8" fmla="*/ 49967 w 50907"/>
                <a:gd name="csY8" fmla="*/ 8998 h 104751"/>
                <a:gd name="csX9" fmla="*/ 49967 w 50907"/>
                <a:gd name="csY9" fmla="*/ -2214 h 104751"/>
                <a:gd name="csX10" fmla="*/ 36215 w 50907"/>
                <a:gd name="csY10" fmla="*/ -2214 h 104751"/>
                <a:gd name="csX11" fmla="*/ 14793 w 50907"/>
                <a:gd name="csY11" fmla="*/ 3567 h 104751"/>
                <a:gd name="csX12" fmla="*/ 8896 w 50907"/>
                <a:gd name="csY12" fmla="*/ 24661 h 104751"/>
                <a:gd name="csX13" fmla="*/ 8896 w 50907"/>
                <a:gd name="csY13" fmla="*/ 68949 h 104751"/>
                <a:gd name="csX14" fmla="*/ -940 w 50907"/>
                <a:gd name="csY14" fmla="*/ 68949 h 104751"/>
                <a:gd name="csX15" fmla="*/ -940 w 50907"/>
                <a:gd name="csY15" fmla="*/ 79368 h 104751"/>
                <a:gd name="csX16" fmla="*/ 8896 w 50907"/>
                <a:gd name="csY16" fmla="*/ 79368 h 104751"/>
                <a:gd name="csX17" fmla="*/ 8896 w 50907"/>
                <a:gd name="csY17" fmla="*/ 102537 h 104751"/>
                <a:gd name="csX18" fmla="*/ 22369 w 50907"/>
                <a:gd name="csY18" fmla="*/ 102537 h 1047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50907" h="104751">
                  <a:moveTo>
                    <a:pt x="22369" y="102537"/>
                  </a:moveTo>
                  <a:lnTo>
                    <a:pt x="22369" y="79368"/>
                  </a:lnTo>
                  <a:lnTo>
                    <a:pt x="49967" y="79368"/>
                  </a:lnTo>
                  <a:lnTo>
                    <a:pt x="49967" y="68949"/>
                  </a:lnTo>
                  <a:lnTo>
                    <a:pt x="22369" y="68949"/>
                  </a:lnTo>
                  <a:lnTo>
                    <a:pt x="22369" y="24661"/>
                  </a:lnTo>
                  <a:cubicBezTo>
                    <a:pt x="22369" y="18011"/>
                    <a:pt x="23278" y="13737"/>
                    <a:pt x="25096" y="11841"/>
                  </a:cubicBezTo>
                  <a:cubicBezTo>
                    <a:pt x="26914" y="9946"/>
                    <a:pt x="30620" y="8998"/>
                    <a:pt x="36215" y="8998"/>
                  </a:cubicBezTo>
                  <a:lnTo>
                    <a:pt x="49967" y="8998"/>
                  </a:lnTo>
                  <a:lnTo>
                    <a:pt x="49967" y="-2214"/>
                  </a:lnTo>
                  <a:lnTo>
                    <a:pt x="36215" y="-2214"/>
                  </a:lnTo>
                  <a:cubicBezTo>
                    <a:pt x="25865" y="-2214"/>
                    <a:pt x="18725" y="-287"/>
                    <a:pt x="14793" y="3567"/>
                  </a:cubicBezTo>
                  <a:cubicBezTo>
                    <a:pt x="10862" y="7436"/>
                    <a:pt x="8896" y="14468"/>
                    <a:pt x="8896" y="24661"/>
                  </a:cubicBezTo>
                  <a:lnTo>
                    <a:pt x="8896" y="68949"/>
                  </a:lnTo>
                  <a:lnTo>
                    <a:pt x="-940" y="68949"/>
                  </a:lnTo>
                  <a:lnTo>
                    <a:pt x="-940" y="79368"/>
                  </a:lnTo>
                  <a:lnTo>
                    <a:pt x="8896" y="79368"/>
                  </a:lnTo>
                  <a:lnTo>
                    <a:pt x="8896" y="102537"/>
                  </a:lnTo>
                  <a:lnTo>
                    <a:pt x="22369" y="102537"/>
                  </a:lnTo>
                  <a:close/>
                </a:path>
              </a:pathLst>
            </a:custGeom>
            <a:solidFill>
              <a:srgbClr val="FFFFFF"/>
            </a:solidFill>
            <a:ln w="2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FD45A109-1D65-A96E-B0CA-C9E3A17577D6}"/>
                </a:ext>
              </a:extLst>
            </p:cNvPr>
            <p:cNvSpPr/>
            <p:nvPr/>
          </p:nvSpPr>
          <p:spPr>
            <a:xfrm flipV="1">
              <a:off x="5059495" y="958776"/>
              <a:ext cx="47783" cy="83539"/>
            </a:xfrm>
            <a:custGeom>
              <a:avLst/>
              <a:gdLst>
                <a:gd name="csX0" fmla="*/ 46507 w 47783"/>
                <a:gd name="csY0" fmla="*/ 67307 h 83539"/>
                <a:gd name="csX1" fmla="*/ 41589 w 47783"/>
                <a:gd name="csY1" fmla="*/ 69218 h 83539"/>
                <a:gd name="csX2" fmla="*/ 35738 w 47783"/>
                <a:gd name="csY2" fmla="*/ 69848 h 83539"/>
                <a:gd name="csX3" fmla="*/ 18280 w 47783"/>
                <a:gd name="csY3" fmla="*/ 62459 h 83539"/>
                <a:gd name="csX4" fmla="*/ 12196 w 47783"/>
                <a:gd name="csY4" fmla="*/ 41224 h 83539"/>
                <a:gd name="csX5" fmla="*/ 12196 w 47783"/>
                <a:gd name="csY5" fmla="*/ -1758 h 83539"/>
                <a:gd name="csX6" fmla="*/ -1277 w 47783"/>
                <a:gd name="csY6" fmla="*/ -1758 h 83539"/>
                <a:gd name="csX7" fmla="*/ -1277 w 47783"/>
                <a:gd name="csY7" fmla="*/ 79824 h 83539"/>
                <a:gd name="csX8" fmla="*/ 12196 w 47783"/>
                <a:gd name="csY8" fmla="*/ 79824 h 83539"/>
                <a:gd name="csX9" fmla="*/ 12196 w 47783"/>
                <a:gd name="csY9" fmla="*/ 67144 h 83539"/>
                <a:gd name="csX10" fmla="*/ 23198 w 47783"/>
                <a:gd name="csY10" fmla="*/ 78169 h 83539"/>
                <a:gd name="csX11" fmla="*/ 39677 w 47783"/>
                <a:gd name="csY11" fmla="*/ 81782 h 83539"/>
                <a:gd name="csX12" fmla="*/ 42731 w 47783"/>
                <a:gd name="csY12" fmla="*/ 81595 h 83539"/>
                <a:gd name="csX13" fmla="*/ 46437 w 47783"/>
                <a:gd name="csY13" fmla="*/ 81059 h 83539"/>
                <a:gd name="csX14" fmla="*/ 46507 w 47783"/>
                <a:gd name="csY14" fmla="*/ 67307 h 835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47783" h="83539">
                  <a:moveTo>
                    <a:pt x="46507" y="67307"/>
                  </a:moveTo>
                  <a:cubicBezTo>
                    <a:pt x="45000" y="68177"/>
                    <a:pt x="43360" y="68814"/>
                    <a:pt x="41589" y="69218"/>
                  </a:cubicBezTo>
                  <a:cubicBezTo>
                    <a:pt x="39817" y="69638"/>
                    <a:pt x="37867" y="69848"/>
                    <a:pt x="35738" y="69848"/>
                  </a:cubicBezTo>
                  <a:cubicBezTo>
                    <a:pt x="28155" y="69848"/>
                    <a:pt x="22335" y="67385"/>
                    <a:pt x="18280" y="62459"/>
                  </a:cubicBezTo>
                  <a:cubicBezTo>
                    <a:pt x="14224" y="57533"/>
                    <a:pt x="12196" y="50454"/>
                    <a:pt x="12196" y="41224"/>
                  </a:cubicBezTo>
                  <a:lnTo>
                    <a:pt x="12196" y="-1758"/>
                  </a:lnTo>
                  <a:lnTo>
                    <a:pt x="-1277" y="-1758"/>
                  </a:lnTo>
                  <a:lnTo>
                    <a:pt x="-1277" y="79824"/>
                  </a:lnTo>
                  <a:lnTo>
                    <a:pt x="12196" y="79824"/>
                  </a:lnTo>
                  <a:lnTo>
                    <a:pt x="12196" y="67144"/>
                  </a:lnTo>
                  <a:cubicBezTo>
                    <a:pt x="15024" y="72101"/>
                    <a:pt x="18691" y="75776"/>
                    <a:pt x="23198" y="78169"/>
                  </a:cubicBezTo>
                  <a:cubicBezTo>
                    <a:pt x="27720" y="80578"/>
                    <a:pt x="33213" y="81782"/>
                    <a:pt x="39677" y="81782"/>
                  </a:cubicBezTo>
                  <a:cubicBezTo>
                    <a:pt x="40594" y="81782"/>
                    <a:pt x="41612" y="81720"/>
                    <a:pt x="42731" y="81595"/>
                  </a:cubicBezTo>
                  <a:cubicBezTo>
                    <a:pt x="43850" y="81487"/>
                    <a:pt x="45085" y="81308"/>
                    <a:pt x="46437" y="81059"/>
                  </a:cubicBezTo>
                  <a:lnTo>
                    <a:pt x="46507" y="67307"/>
                  </a:lnTo>
                  <a:close/>
                </a:path>
              </a:pathLst>
            </a:custGeom>
            <a:solidFill>
              <a:srgbClr val="FFFFFF"/>
            </a:solidFill>
            <a:ln w="2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9BA71BAC-9C40-FB2B-3AC3-E83796D60821}"/>
                </a:ext>
              </a:extLst>
            </p:cNvPr>
            <p:cNvSpPr/>
            <p:nvPr/>
          </p:nvSpPr>
          <p:spPr>
            <a:xfrm flipV="1">
              <a:off x="5112156" y="958776"/>
              <a:ext cx="74892" cy="85661"/>
            </a:xfrm>
            <a:custGeom>
              <a:avLst/>
              <a:gdLst>
                <a:gd name="csX0" fmla="*/ 35809 w 74892"/>
                <a:gd name="csY0" fmla="*/ 72597 h 85661"/>
                <a:gd name="csX1" fmla="*/ 18770 w 74892"/>
                <a:gd name="csY1" fmla="*/ 64182 h 85661"/>
                <a:gd name="csX2" fmla="*/ 12500 w 74892"/>
                <a:gd name="csY2" fmla="*/ 41130 h 85661"/>
                <a:gd name="csX3" fmla="*/ 18724 w 74892"/>
                <a:gd name="csY3" fmla="*/ 18077 h 85661"/>
                <a:gd name="csX4" fmla="*/ 35809 w 74892"/>
                <a:gd name="csY4" fmla="*/ 9662 h 85661"/>
                <a:gd name="csX5" fmla="*/ 52779 w 74892"/>
                <a:gd name="csY5" fmla="*/ 18100 h 85661"/>
                <a:gd name="csX6" fmla="*/ 59049 w 74892"/>
                <a:gd name="csY6" fmla="*/ 41130 h 85661"/>
                <a:gd name="csX7" fmla="*/ 52779 w 74892"/>
                <a:gd name="csY7" fmla="*/ 64112 h 85661"/>
                <a:gd name="csX8" fmla="*/ 35809 w 74892"/>
                <a:gd name="csY8" fmla="*/ 72597 h 85661"/>
                <a:gd name="csX9" fmla="*/ 35809 w 74892"/>
                <a:gd name="csY9" fmla="*/ 83949 h 85661"/>
                <a:gd name="csX10" fmla="*/ 63268 w 74892"/>
                <a:gd name="csY10" fmla="*/ 72574 h 85661"/>
                <a:gd name="csX11" fmla="*/ 73267 w 74892"/>
                <a:gd name="csY11" fmla="*/ 41130 h 85661"/>
                <a:gd name="csX12" fmla="*/ 63268 w 74892"/>
                <a:gd name="csY12" fmla="*/ 9686 h 85661"/>
                <a:gd name="csX13" fmla="*/ 35809 w 74892"/>
                <a:gd name="csY13" fmla="*/ -1713 h 85661"/>
                <a:gd name="csX14" fmla="*/ 8305 w 74892"/>
                <a:gd name="csY14" fmla="*/ 9686 h 85661"/>
                <a:gd name="csX15" fmla="*/ -1625 w 74892"/>
                <a:gd name="csY15" fmla="*/ 41130 h 85661"/>
                <a:gd name="csX16" fmla="*/ 8305 w 74892"/>
                <a:gd name="csY16" fmla="*/ 72574 h 85661"/>
                <a:gd name="csX17" fmla="*/ 35809 w 74892"/>
                <a:gd name="csY17" fmla="*/ 83949 h 85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74892" h="85661">
                  <a:moveTo>
                    <a:pt x="35809" y="72597"/>
                  </a:moveTo>
                  <a:cubicBezTo>
                    <a:pt x="28630" y="72597"/>
                    <a:pt x="22951" y="69792"/>
                    <a:pt x="18770" y="64182"/>
                  </a:cubicBezTo>
                  <a:cubicBezTo>
                    <a:pt x="14590" y="58573"/>
                    <a:pt x="12500" y="50888"/>
                    <a:pt x="12500" y="41130"/>
                  </a:cubicBezTo>
                  <a:cubicBezTo>
                    <a:pt x="12500" y="31371"/>
                    <a:pt x="14575" y="23687"/>
                    <a:pt x="18724" y="18077"/>
                  </a:cubicBezTo>
                  <a:cubicBezTo>
                    <a:pt x="22888" y="12467"/>
                    <a:pt x="28584" y="9662"/>
                    <a:pt x="35809" y="9662"/>
                  </a:cubicBezTo>
                  <a:cubicBezTo>
                    <a:pt x="42958" y="9662"/>
                    <a:pt x="48614" y="12475"/>
                    <a:pt x="52779" y="18100"/>
                  </a:cubicBezTo>
                  <a:cubicBezTo>
                    <a:pt x="56959" y="23741"/>
                    <a:pt x="59049" y="31417"/>
                    <a:pt x="59049" y="41130"/>
                  </a:cubicBezTo>
                  <a:cubicBezTo>
                    <a:pt x="59049" y="50795"/>
                    <a:pt x="56959" y="58456"/>
                    <a:pt x="52779" y="64112"/>
                  </a:cubicBezTo>
                  <a:cubicBezTo>
                    <a:pt x="48614" y="69769"/>
                    <a:pt x="42958" y="72597"/>
                    <a:pt x="35809" y="72597"/>
                  </a:cubicBezTo>
                  <a:close/>
                  <a:moveTo>
                    <a:pt x="35809" y="83949"/>
                  </a:moveTo>
                  <a:cubicBezTo>
                    <a:pt x="47464" y="83949"/>
                    <a:pt x="56617" y="80157"/>
                    <a:pt x="63268" y="72574"/>
                  </a:cubicBezTo>
                  <a:cubicBezTo>
                    <a:pt x="69934" y="65006"/>
                    <a:pt x="73267" y="54525"/>
                    <a:pt x="73267" y="41130"/>
                  </a:cubicBezTo>
                  <a:cubicBezTo>
                    <a:pt x="73267" y="27781"/>
                    <a:pt x="69934" y="17300"/>
                    <a:pt x="63268" y="9686"/>
                  </a:cubicBezTo>
                  <a:cubicBezTo>
                    <a:pt x="56617" y="2087"/>
                    <a:pt x="47464" y="-1713"/>
                    <a:pt x="35809" y="-1713"/>
                  </a:cubicBezTo>
                  <a:cubicBezTo>
                    <a:pt x="24108" y="-1713"/>
                    <a:pt x="14940" y="2087"/>
                    <a:pt x="8305" y="9686"/>
                  </a:cubicBezTo>
                  <a:cubicBezTo>
                    <a:pt x="1685" y="17300"/>
                    <a:pt x="-1625" y="27781"/>
                    <a:pt x="-1625" y="41130"/>
                  </a:cubicBezTo>
                  <a:cubicBezTo>
                    <a:pt x="-1625" y="54525"/>
                    <a:pt x="1685" y="65006"/>
                    <a:pt x="8305" y="72574"/>
                  </a:cubicBezTo>
                  <a:cubicBezTo>
                    <a:pt x="14940" y="80157"/>
                    <a:pt x="24108" y="83949"/>
                    <a:pt x="35809" y="83949"/>
                  </a:cubicBezTo>
                  <a:close/>
                </a:path>
              </a:pathLst>
            </a:custGeom>
            <a:solidFill>
              <a:srgbClr val="FFFFFF"/>
            </a:solidFill>
            <a:ln w="2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A1CE09C1-BC58-7FF7-A505-5951B0C247B0}"/>
                </a:ext>
              </a:extLst>
            </p:cNvPr>
            <p:cNvSpPr/>
            <p:nvPr/>
          </p:nvSpPr>
          <p:spPr>
            <a:xfrm flipV="1">
              <a:off x="5209253" y="928964"/>
              <a:ext cx="13402" cy="113352"/>
            </a:xfrm>
            <a:custGeom>
              <a:avLst/>
              <a:gdLst>
                <a:gd name="csX0" fmla="*/ -551 w 13402"/>
                <a:gd name="csY0" fmla="*/ 110954 h 113352"/>
                <a:gd name="csX1" fmla="*/ 12852 w 13402"/>
                <a:gd name="csY1" fmla="*/ 110954 h 113352"/>
                <a:gd name="csX2" fmla="*/ 12852 w 13402"/>
                <a:gd name="csY2" fmla="*/ -2399 h 113352"/>
                <a:gd name="csX3" fmla="*/ -551 w 13402"/>
                <a:gd name="csY3" fmla="*/ -2399 h 113352"/>
                <a:gd name="csX4" fmla="*/ -551 w 13402"/>
                <a:gd name="csY4" fmla="*/ 110954 h 1133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3402" h="113352">
                  <a:moveTo>
                    <a:pt x="-551" y="110954"/>
                  </a:moveTo>
                  <a:lnTo>
                    <a:pt x="12852" y="110954"/>
                  </a:lnTo>
                  <a:lnTo>
                    <a:pt x="12852" y="-2399"/>
                  </a:lnTo>
                  <a:lnTo>
                    <a:pt x="-551" y="-2399"/>
                  </a:lnTo>
                  <a:lnTo>
                    <a:pt x="-551" y="110954"/>
                  </a:lnTo>
                  <a:close/>
                </a:path>
              </a:pathLst>
            </a:custGeom>
            <a:solidFill>
              <a:srgbClr val="FFFFFF"/>
            </a:solidFill>
            <a:ln w="2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60ABD01B-2FAC-D13C-87E2-A93824809F4C}"/>
                </a:ext>
              </a:extLst>
            </p:cNvPr>
            <p:cNvSpPr/>
            <p:nvPr/>
          </p:nvSpPr>
          <p:spPr>
            <a:xfrm flipV="1">
              <a:off x="5249464" y="928964"/>
              <a:ext cx="30884" cy="133025"/>
            </a:xfrm>
            <a:custGeom>
              <a:avLst/>
              <a:gdLst>
                <a:gd name="csX0" fmla="*/ -869 w 30884"/>
                <a:gd name="csY0" fmla="*/ 131049 h 133025"/>
                <a:gd name="csX1" fmla="*/ 30016 w 30884"/>
                <a:gd name="csY1" fmla="*/ 131049 h 133025"/>
                <a:gd name="csX2" fmla="*/ 30016 w 30884"/>
                <a:gd name="csY2" fmla="*/ 120630 h 133025"/>
                <a:gd name="csX3" fmla="*/ 12534 w 30884"/>
                <a:gd name="csY3" fmla="*/ 120630 h 133025"/>
                <a:gd name="csX4" fmla="*/ 12534 w 30884"/>
                <a:gd name="csY4" fmla="*/ 8443 h 133025"/>
                <a:gd name="csX5" fmla="*/ 30016 w 30884"/>
                <a:gd name="csY5" fmla="*/ 8443 h 133025"/>
                <a:gd name="csX6" fmla="*/ 30016 w 30884"/>
                <a:gd name="csY6" fmla="*/ -1976 h 133025"/>
                <a:gd name="csX7" fmla="*/ -869 w 30884"/>
                <a:gd name="csY7" fmla="*/ -1976 h 133025"/>
                <a:gd name="csX8" fmla="*/ -869 w 30884"/>
                <a:gd name="csY8" fmla="*/ 131049 h 1330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0884" h="133025">
                  <a:moveTo>
                    <a:pt x="-869" y="131049"/>
                  </a:moveTo>
                  <a:lnTo>
                    <a:pt x="30016" y="131049"/>
                  </a:lnTo>
                  <a:lnTo>
                    <a:pt x="30016" y="120630"/>
                  </a:lnTo>
                  <a:lnTo>
                    <a:pt x="12534" y="120630"/>
                  </a:lnTo>
                  <a:lnTo>
                    <a:pt x="12534" y="8443"/>
                  </a:lnTo>
                  <a:lnTo>
                    <a:pt x="30016" y="8443"/>
                  </a:lnTo>
                  <a:lnTo>
                    <a:pt x="30016" y="-1976"/>
                  </a:lnTo>
                  <a:lnTo>
                    <a:pt x="-869" y="-1976"/>
                  </a:lnTo>
                  <a:lnTo>
                    <a:pt x="-869" y="131049"/>
                  </a:lnTo>
                  <a:close/>
                </a:path>
              </a:pathLst>
            </a:custGeom>
            <a:solidFill>
              <a:srgbClr val="FFFFFF"/>
            </a:solidFill>
            <a:ln w="2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2F81C736-E84E-BF99-03E4-A4C6CA0DB875}"/>
                </a:ext>
              </a:extLst>
            </p:cNvPr>
            <p:cNvSpPr/>
            <p:nvPr/>
          </p:nvSpPr>
          <p:spPr>
            <a:xfrm flipV="1">
              <a:off x="5307804" y="933555"/>
              <a:ext cx="83260" cy="110881"/>
            </a:xfrm>
            <a:custGeom>
              <a:avLst/>
              <a:gdLst>
                <a:gd name="csX0" fmla="*/ -1991 w 83260"/>
                <a:gd name="csY0" fmla="*/ 108627 h 110881"/>
                <a:gd name="csX1" fmla="*/ 12810 w 83260"/>
                <a:gd name="csY1" fmla="*/ 108627 h 110881"/>
                <a:gd name="csX2" fmla="*/ 12810 w 83260"/>
                <a:gd name="csY2" fmla="*/ 42546 h 110881"/>
                <a:gd name="csX3" fmla="*/ 19127 w 83260"/>
                <a:gd name="csY3" fmla="*/ 17372 h 110881"/>
                <a:gd name="csX4" fmla="*/ 39685 w 83260"/>
                <a:gd name="csY4" fmla="*/ 9703 h 110881"/>
                <a:gd name="csX5" fmla="*/ 60151 w 83260"/>
                <a:gd name="csY5" fmla="*/ 17372 h 110881"/>
                <a:gd name="csX6" fmla="*/ 66491 w 83260"/>
                <a:gd name="csY6" fmla="*/ 42546 h 110881"/>
                <a:gd name="csX7" fmla="*/ 66491 w 83260"/>
                <a:gd name="csY7" fmla="*/ 108627 h 110881"/>
                <a:gd name="csX8" fmla="*/ 81269 w 83260"/>
                <a:gd name="csY8" fmla="*/ 108627 h 110881"/>
                <a:gd name="csX9" fmla="*/ 81269 w 83260"/>
                <a:gd name="csY9" fmla="*/ 40727 h 110881"/>
                <a:gd name="csX10" fmla="*/ 70733 w 83260"/>
                <a:gd name="csY10" fmla="*/ 8607 h 110881"/>
                <a:gd name="csX11" fmla="*/ 39685 w 83260"/>
                <a:gd name="csY11" fmla="*/ -2255 h 110881"/>
                <a:gd name="csX12" fmla="*/ 8521 w 83260"/>
                <a:gd name="csY12" fmla="*/ 8607 h 110881"/>
                <a:gd name="csX13" fmla="*/ -1991 w 83260"/>
                <a:gd name="csY13" fmla="*/ 40727 h 110881"/>
                <a:gd name="csX14" fmla="*/ -1991 w 83260"/>
                <a:gd name="csY14" fmla="*/ 108627 h 1108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83260" h="110881">
                  <a:moveTo>
                    <a:pt x="-1991" y="108627"/>
                  </a:moveTo>
                  <a:lnTo>
                    <a:pt x="12810" y="108627"/>
                  </a:lnTo>
                  <a:lnTo>
                    <a:pt x="12810" y="42546"/>
                  </a:lnTo>
                  <a:cubicBezTo>
                    <a:pt x="12810" y="30891"/>
                    <a:pt x="14915" y="22500"/>
                    <a:pt x="19127" y="17372"/>
                  </a:cubicBezTo>
                  <a:cubicBezTo>
                    <a:pt x="23353" y="12259"/>
                    <a:pt x="30206" y="9703"/>
                    <a:pt x="39685" y="9703"/>
                  </a:cubicBezTo>
                  <a:cubicBezTo>
                    <a:pt x="49102" y="9703"/>
                    <a:pt x="55924" y="12259"/>
                    <a:pt x="60151" y="17372"/>
                  </a:cubicBezTo>
                  <a:cubicBezTo>
                    <a:pt x="64377" y="22500"/>
                    <a:pt x="66491" y="30891"/>
                    <a:pt x="66491" y="42546"/>
                  </a:cubicBezTo>
                  <a:lnTo>
                    <a:pt x="66491" y="108627"/>
                  </a:lnTo>
                  <a:lnTo>
                    <a:pt x="81269" y="108627"/>
                  </a:lnTo>
                  <a:lnTo>
                    <a:pt x="81269" y="40727"/>
                  </a:lnTo>
                  <a:cubicBezTo>
                    <a:pt x="81269" y="26556"/>
                    <a:pt x="77757" y="15849"/>
                    <a:pt x="70733" y="8607"/>
                  </a:cubicBezTo>
                  <a:cubicBezTo>
                    <a:pt x="63725" y="1366"/>
                    <a:pt x="53376" y="-2255"/>
                    <a:pt x="39685" y="-2255"/>
                  </a:cubicBezTo>
                  <a:cubicBezTo>
                    <a:pt x="25933" y="-2255"/>
                    <a:pt x="15545" y="1366"/>
                    <a:pt x="8521" y="8607"/>
                  </a:cubicBezTo>
                  <a:cubicBezTo>
                    <a:pt x="1513" y="15849"/>
                    <a:pt x="-1991" y="26556"/>
                    <a:pt x="-1991" y="40727"/>
                  </a:cubicBezTo>
                  <a:lnTo>
                    <a:pt x="-1991" y="108627"/>
                  </a:lnTo>
                  <a:close/>
                </a:path>
              </a:pathLst>
            </a:custGeom>
            <a:solidFill>
              <a:srgbClr val="FFFFFF"/>
            </a:solidFill>
            <a:ln w="2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8746EB6-A4E9-9982-6482-E72A8FDEDB0B}"/>
                </a:ext>
              </a:extLst>
            </p:cNvPr>
            <p:cNvSpPr/>
            <p:nvPr/>
          </p:nvSpPr>
          <p:spPr>
            <a:xfrm flipV="1">
              <a:off x="5418671" y="933555"/>
              <a:ext cx="91418" cy="108760"/>
            </a:xfrm>
            <a:custGeom>
              <a:avLst/>
              <a:gdLst>
                <a:gd name="csX0" fmla="*/ 12479 w 91418"/>
                <a:gd name="csY0" fmla="*/ 94363 h 108760"/>
                <a:gd name="csX1" fmla="*/ 12479 w 91418"/>
                <a:gd name="csY1" fmla="*/ 9797 h 108760"/>
                <a:gd name="csX2" fmla="*/ 30264 w 91418"/>
                <a:gd name="csY2" fmla="*/ 9797 h 108760"/>
                <a:gd name="csX3" fmla="*/ 63223 w 91418"/>
                <a:gd name="csY3" fmla="*/ 19983 h 108760"/>
                <a:gd name="csX4" fmla="*/ 73665 w 91418"/>
                <a:gd name="csY4" fmla="*/ 52197 h 108760"/>
                <a:gd name="csX5" fmla="*/ 63223 w 91418"/>
                <a:gd name="csY5" fmla="*/ 84200 h 108760"/>
                <a:gd name="csX6" fmla="*/ 30264 w 91418"/>
                <a:gd name="csY6" fmla="*/ 94363 h 108760"/>
                <a:gd name="csX7" fmla="*/ 12479 w 91418"/>
                <a:gd name="csY7" fmla="*/ 94363 h 108760"/>
                <a:gd name="csX8" fmla="*/ -2229 w 91418"/>
                <a:gd name="csY8" fmla="*/ 106460 h 108760"/>
                <a:gd name="csX9" fmla="*/ 28003 w 91418"/>
                <a:gd name="csY9" fmla="*/ 106460 h 108760"/>
                <a:gd name="csX10" fmla="*/ 74388 w 91418"/>
                <a:gd name="csY10" fmla="*/ 93314 h 108760"/>
                <a:gd name="csX11" fmla="*/ 89189 w 91418"/>
                <a:gd name="csY11" fmla="*/ 52197 h 108760"/>
                <a:gd name="csX12" fmla="*/ 74318 w 91418"/>
                <a:gd name="csY12" fmla="*/ 10869 h 108760"/>
                <a:gd name="csX13" fmla="*/ 28003 w 91418"/>
                <a:gd name="csY13" fmla="*/ -2300 h 108760"/>
                <a:gd name="csX14" fmla="*/ -2229 w 91418"/>
                <a:gd name="csY14" fmla="*/ -2300 h 108760"/>
                <a:gd name="csX15" fmla="*/ -2229 w 91418"/>
                <a:gd name="csY15" fmla="*/ 106460 h 1087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91418" h="108760">
                  <a:moveTo>
                    <a:pt x="12479" y="94363"/>
                  </a:moveTo>
                  <a:lnTo>
                    <a:pt x="12479" y="9797"/>
                  </a:lnTo>
                  <a:lnTo>
                    <a:pt x="30264" y="9797"/>
                  </a:lnTo>
                  <a:cubicBezTo>
                    <a:pt x="45275" y="9797"/>
                    <a:pt x="56261" y="13193"/>
                    <a:pt x="63223" y="19983"/>
                  </a:cubicBezTo>
                  <a:cubicBezTo>
                    <a:pt x="70185" y="26790"/>
                    <a:pt x="73665" y="37527"/>
                    <a:pt x="73665" y="52197"/>
                  </a:cubicBezTo>
                  <a:cubicBezTo>
                    <a:pt x="73665" y="66757"/>
                    <a:pt x="70185" y="77425"/>
                    <a:pt x="63223" y="84200"/>
                  </a:cubicBezTo>
                  <a:cubicBezTo>
                    <a:pt x="56261" y="90975"/>
                    <a:pt x="45275" y="94363"/>
                    <a:pt x="30264" y="94363"/>
                  </a:cubicBezTo>
                  <a:lnTo>
                    <a:pt x="12479" y="94363"/>
                  </a:lnTo>
                  <a:close/>
                  <a:moveTo>
                    <a:pt x="-2229" y="106460"/>
                  </a:moveTo>
                  <a:lnTo>
                    <a:pt x="28003" y="106460"/>
                  </a:lnTo>
                  <a:cubicBezTo>
                    <a:pt x="49074" y="106460"/>
                    <a:pt x="64536" y="102078"/>
                    <a:pt x="74388" y="93314"/>
                  </a:cubicBezTo>
                  <a:cubicBezTo>
                    <a:pt x="84255" y="84550"/>
                    <a:pt x="89189" y="70844"/>
                    <a:pt x="89189" y="52197"/>
                  </a:cubicBezTo>
                  <a:cubicBezTo>
                    <a:pt x="89189" y="33441"/>
                    <a:pt x="84232" y="19665"/>
                    <a:pt x="74318" y="10869"/>
                  </a:cubicBezTo>
                  <a:cubicBezTo>
                    <a:pt x="64419" y="2090"/>
                    <a:pt x="48981" y="-2300"/>
                    <a:pt x="28003" y="-2300"/>
                  </a:cubicBezTo>
                  <a:lnTo>
                    <a:pt x="-2229" y="-2300"/>
                  </a:lnTo>
                  <a:lnTo>
                    <a:pt x="-2229" y="106460"/>
                  </a:lnTo>
                  <a:close/>
                </a:path>
              </a:pathLst>
            </a:custGeom>
            <a:solidFill>
              <a:srgbClr val="FFFFFF"/>
            </a:solidFill>
            <a:ln w="2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1A647693-2A27-3B05-FA1B-4D7164E0C5A2}"/>
                </a:ext>
              </a:extLst>
            </p:cNvPr>
            <p:cNvSpPr/>
            <p:nvPr/>
          </p:nvSpPr>
          <p:spPr>
            <a:xfrm flipV="1">
              <a:off x="5533542" y="933555"/>
              <a:ext cx="70230" cy="108760"/>
            </a:xfrm>
            <a:custGeom>
              <a:avLst/>
              <a:gdLst>
                <a:gd name="csX0" fmla="*/ 12942 w 70230"/>
                <a:gd name="csY0" fmla="*/ 94363 h 108760"/>
                <a:gd name="csX1" fmla="*/ 12942 w 70230"/>
                <a:gd name="csY1" fmla="*/ 53502 h 108760"/>
                <a:gd name="csX2" fmla="*/ 31449 w 70230"/>
                <a:gd name="csY2" fmla="*/ 53502 h 108760"/>
                <a:gd name="csX3" fmla="*/ 47323 w 70230"/>
                <a:gd name="csY3" fmla="*/ 58816 h 108760"/>
                <a:gd name="csX4" fmla="*/ 52940 w 70230"/>
                <a:gd name="csY4" fmla="*/ 73967 h 108760"/>
                <a:gd name="csX5" fmla="*/ 47323 w 70230"/>
                <a:gd name="csY5" fmla="*/ 89048 h 108760"/>
                <a:gd name="csX6" fmla="*/ 31449 w 70230"/>
                <a:gd name="csY6" fmla="*/ 94363 h 108760"/>
                <a:gd name="csX7" fmla="*/ 12942 w 70230"/>
                <a:gd name="csY7" fmla="*/ 94363 h 108760"/>
                <a:gd name="csX8" fmla="*/ -1766 w 70230"/>
                <a:gd name="csY8" fmla="*/ 106460 h 108760"/>
                <a:gd name="csX9" fmla="*/ 31449 w 70230"/>
                <a:gd name="csY9" fmla="*/ 106460 h 108760"/>
                <a:gd name="csX10" fmla="*/ 59094 w 70230"/>
                <a:gd name="csY10" fmla="*/ 98186 h 108760"/>
                <a:gd name="csX11" fmla="*/ 68464 w 70230"/>
                <a:gd name="csY11" fmla="*/ 73967 h 108760"/>
                <a:gd name="csX12" fmla="*/ 59094 w 70230"/>
                <a:gd name="csY12" fmla="*/ 49633 h 108760"/>
                <a:gd name="csX13" fmla="*/ 31449 w 70230"/>
                <a:gd name="csY13" fmla="*/ 41404 h 108760"/>
                <a:gd name="csX14" fmla="*/ 12942 w 70230"/>
                <a:gd name="csY14" fmla="*/ 41404 h 108760"/>
                <a:gd name="csX15" fmla="*/ 12942 w 70230"/>
                <a:gd name="csY15" fmla="*/ -2300 h 108760"/>
                <a:gd name="csX16" fmla="*/ -1766 w 70230"/>
                <a:gd name="csY16" fmla="*/ -2300 h 108760"/>
                <a:gd name="csX17" fmla="*/ -1766 w 70230"/>
                <a:gd name="csY17" fmla="*/ 106460 h 1087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70230" h="108760">
                  <a:moveTo>
                    <a:pt x="12942" y="94363"/>
                  </a:moveTo>
                  <a:lnTo>
                    <a:pt x="12942" y="53502"/>
                  </a:lnTo>
                  <a:lnTo>
                    <a:pt x="31449" y="53502"/>
                  </a:lnTo>
                  <a:cubicBezTo>
                    <a:pt x="38302" y="53502"/>
                    <a:pt x="43593" y="55273"/>
                    <a:pt x="47323" y="58816"/>
                  </a:cubicBezTo>
                  <a:cubicBezTo>
                    <a:pt x="51068" y="62359"/>
                    <a:pt x="52940" y="67410"/>
                    <a:pt x="52940" y="73967"/>
                  </a:cubicBezTo>
                  <a:cubicBezTo>
                    <a:pt x="52940" y="80478"/>
                    <a:pt x="51068" y="85505"/>
                    <a:pt x="47323" y="89048"/>
                  </a:cubicBezTo>
                  <a:cubicBezTo>
                    <a:pt x="43593" y="92591"/>
                    <a:pt x="38302" y="94363"/>
                    <a:pt x="31449" y="94363"/>
                  </a:cubicBezTo>
                  <a:lnTo>
                    <a:pt x="12942" y="94363"/>
                  </a:lnTo>
                  <a:close/>
                  <a:moveTo>
                    <a:pt x="-1766" y="106460"/>
                  </a:moveTo>
                  <a:lnTo>
                    <a:pt x="31449" y="106460"/>
                  </a:lnTo>
                  <a:cubicBezTo>
                    <a:pt x="43648" y="106460"/>
                    <a:pt x="52863" y="103702"/>
                    <a:pt x="59094" y="98186"/>
                  </a:cubicBezTo>
                  <a:cubicBezTo>
                    <a:pt x="65341" y="92669"/>
                    <a:pt x="68464" y="84596"/>
                    <a:pt x="68464" y="73967"/>
                  </a:cubicBezTo>
                  <a:cubicBezTo>
                    <a:pt x="68464" y="63230"/>
                    <a:pt x="65341" y="55118"/>
                    <a:pt x="59094" y="49633"/>
                  </a:cubicBezTo>
                  <a:cubicBezTo>
                    <a:pt x="52863" y="44147"/>
                    <a:pt x="43648" y="41404"/>
                    <a:pt x="31449" y="41404"/>
                  </a:cubicBezTo>
                  <a:lnTo>
                    <a:pt x="12942" y="41404"/>
                  </a:lnTo>
                  <a:lnTo>
                    <a:pt x="12942" y="-2300"/>
                  </a:lnTo>
                  <a:lnTo>
                    <a:pt x="-1766" y="-2300"/>
                  </a:lnTo>
                  <a:lnTo>
                    <a:pt x="-1766" y="106460"/>
                  </a:lnTo>
                  <a:close/>
                </a:path>
              </a:pathLst>
            </a:custGeom>
            <a:solidFill>
              <a:srgbClr val="FFFFFF"/>
            </a:solidFill>
            <a:ln w="2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E59EE87C-AEA4-6B70-718A-7DEA93D206CB}"/>
                </a:ext>
              </a:extLst>
            </p:cNvPr>
            <p:cNvSpPr/>
            <p:nvPr/>
          </p:nvSpPr>
          <p:spPr>
            <a:xfrm flipV="1">
              <a:off x="5612801" y="995488"/>
              <a:ext cx="39252" cy="11934"/>
            </a:xfrm>
            <a:custGeom>
              <a:avLst/>
              <a:gdLst>
                <a:gd name="csX0" fmla="*/ -782 w 39252"/>
                <a:gd name="csY0" fmla="*/ 10215 h 11934"/>
                <a:gd name="csX1" fmla="*/ 38471 w 39252"/>
                <a:gd name="csY1" fmla="*/ 10215 h 11934"/>
                <a:gd name="csX2" fmla="*/ 38471 w 39252"/>
                <a:gd name="csY2" fmla="*/ -1719 h 11934"/>
                <a:gd name="csX3" fmla="*/ -782 w 39252"/>
                <a:gd name="csY3" fmla="*/ -1719 h 11934"/>
                <a:gd name="csX4" fmla="*/ -782 w 39252"/>
                <a:gd name="csY4" fmla="*/ 10215 h 119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9252" h="11934">
                  <a:moveTo>
                    <a:pt x="-782" y="10215"/>
                  </a:moveTo>
                  <a:lnTo>
                    <a:pt x="38471" y="10215"/>
                  </a:lnTo>
                  <a:lnTo>
                    <a:pt x="38471" y="-1719"/>
                  </a:lnTo>
                  <a:lnTo>
                    <a:pt x="-782" y="-1719"/>
                  </a:lnTo>
                  <a:lnTo>
                    <a:pt x="-782" y="10215"/>
                  </a:lnTo>
                  <a:close/>
                </a:path>
              </a:pathLst>
            </a:custGeom>
            <a:solidFill>
              <a:srgbClr val="FFFFFF"/>
            </a:solidFill>
            <a:ln w="2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2C274541-3A7B-0A29-8F11-FD381E6363DB}"/>
                </a:ext>
              </a:extLst>
            </p:cNvPr>
            <p:cNvSpPr/>
            <p:nvPr/>
          </p:nvSpPr>
          <p:spPr>
            <a:xfrm flipV="1">
              <a:off x="5666631" y="933555"/>
              <a:ext cx="79251" cy="108760"/>
            </a:xfrm>
            <a:custGeom>
              <a:avLst/>
              <a:gdLst>
                <a:gd name="csX0" fmla="*/ 47455 w 79251"/>
                <a:gd name="csY0" fmla="*/ 93640 h 108760"/>
                <a:gd name="csX1" fmla="*/ 10301 w 79251"/>
                <a:gd name="csY1" fmla="*/ 35577 h 108760"/>
                <a:gd name="csX2" fmla="*/ 47455 w 79251"/>
                <a:gd name="csY2" fmla="*/ 35577 h 108760"/>
                <a:gd name="csX3" fmla="*/ 47455 w 79251"/>
                <a:gd name="csY3" fmla="*/ 93640 h 108760"/>
                <a:gd name="csX4" fmla="*/ 43586 w 79251"/>
                <a:gd name="csY4" fmla="*/ 106460 h 108760"/>
                <a:gd name="csX5" fmla="*/ 62093 w 79251"/>
                <a:gd name="csY5" fmla="*/ 106460 h 108760"/>
                <a:gd name="csX6" fmla="*/ 62093 w 79251"/>
                <a:gd name="csY6" fmla="*/ 35577 h 108760"/>
                <a:gd name="csX7" fmla="*/ 77617 w 79251"/>
                <a:gd name="csY7" fmla="*/ 35577 h 108760"/>
                <a:gd name="csX8" fmla="*/ 77617 w 79251"/>
                <a:gd name="csY8" fmla="*/ 23340 h 108760"/>
                <a:gd name="csX9" fmla="*/ 62093 w 79251"/>
                <a:gd name="csY9" fmla="*/ 23340 h 108760"/>
                <a:gd name="csX10" fmla="*/ 62093 w 79251"/>
                <a:gd name="csY10" fmla="*/ -2300 h 108760"/>
                <a:gd name="csX11" fmla="*/ 47455 w 79251"/>
                <a:gd name="csY11" fmla="*/ -2300 h 108760"/>
                <a:gd name="csX12" fmla="*/ 47455 w 79251"/>
                <a:gd name="csY12" fmla="*/ 23340 h 108760"/>
                <a:gd name="csX13" fmla="*/ -1634 w 79251"/>
                <a:gd name="csY13" fmla="*/ 23340 h 108760"/>
                <a:gd name="csX14" fmla="*/ -1634 w 79251"/>
                <a:gd name="csY14" fmla="*/ 37535 h 108760"/>
                <a:gd name="csX15" fmla="*/ 43586 w 79251"/>
                <a:gd name="csY15" fmla="*/ 106460 h 1087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79251" h="108760">
                  <a:moveTo>
                    <a:pt x="47455" y="93640"/>
                  </a:moveTo>
                  <a:lnTo>
                    <a:pt x="10301" y="35577"/>
                  </a:lnTo>
                  <a:lnTo>
                    <a:pt x="47455" y="35577"/>
                  </a:lnTo>
                  <a:lnTo>
                    <a:pt x="47455" y="93640"/>
                  </a:lnTo>
                  <a:close/>
                  <a:moveTo>
                    <a:pt x="43586" y="106460"/>
                  </a:moveTo>
                  <a:lnTo>
                    <a:pt x="62093" y="106460"/>
                  </a:lnTo>
                  <a:lnTo>
                    <a:pt x="62093" y="35577"/>
                  </a:lnTo>
                  <a:lnTo>
                    <a:pt x="77617" y="35577"/>
                  </a:lnTo>
                  <a:lnTo>
                    <a:pt x="77617" y="23340"/>
                  </a:lnTo>
                  <a:lnTo>
                    <a:pt x="62093" y="23340"/>
                  </a:lnTo>
                  <a:lnTo>
                    <a:pt x="62093" y="-2300"/>
                  </a:lnTo>
                  <a:lnTo>
                    <a:pt x="47455" y="-2300"/>
                  </a:lnTo>
                  <a:lnTo>
                    <a:pt x="47455" y="23340"/>
                  </a:lnTo>
                  <a:lnTo>
                    <a:pt x="-1634" y="23340"/>
                  </a:lnTo>
                  <a:lnTo>
                    <a:pt x="-1634" y="37535"/>
                  </a:lnTo>
                  <a:lnTo>
                    <a:pt x="43586" y="106460"/>
                  </a:lnTo>
                  <a:close/>
                </a:path>
              </a:pathLst>
            </a:custGeom>
            <a:solidFill>
              <a:srgbClr val="FFFFFF"/>
            </a:solidFill>
            <a:ln w="2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1D3B976A-7DBA-69A5-D496-876CE13741C3}"/>
                </a:ext>
              </a:extLst>
            </p:cNvPr>
            <p:cNvSpPr/>
            <p:nvPr/>
          </p:nvSpPr>
          <p:spPr>
            <a:xfrm flipV="1">
              <a:off x="5761543" y="995488"/>
              <a:ext cx="39252" cy="11934"/>
            </a:xfrm>
            <a:custGeom>
              <a:avLst/>
              <a:gdLst>
                <a:gd name="csX0" fmla="*/ -770 w 39252"/>
                <a:gd name="csY0" fmla="*/ 10215 h 11934"/>
                <a:gd name="csX1" fmla="*/ 38483 w 39252"/>
                <a:gd name="csY1" fmla="*/ 10215 h 11934"/>
                <a:gd name="csX2" fmla="*/ 38483 w 39252"/>
                <a:gd name="csY2" fmla="*/ -1719 h 11934"/>
                <a:gd name="csX3" fmla="*/ -770 w 39252"/>
                <a:gd name="csY3" fmla="*/ -1719 h 11934"/>
                <a:gd name="csX4" fmla="*/ -770 w 39252"/>
                <a:gd name="csY4" fmla="*/ 10215 h 119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9252" h="11934">
                  <a:moveTo>
                    <a:pt x="-770" y="10215"/>
                  </a:moveTo>
                  <a:lnTo>
                    <a:pt x="38483" y="10215"/>
                  </a:lnTo>
                  <a:lnTo>
                    <a:pt x="38483" y="-1719"/>
                  </a:lnTo>
                  <a:lnTo>
                    <a:pt x="-770" y="-1719"/>
                  </a:lnTo>
                  <a:lnTo>
                    <a:pt x="-770" y="10215"/>
                  </a:lnTo>
                  <a:close/>
                </a:path>
              </a:pathLst>
            </a:custGeom>
            <a:solidFill>
              <a:srgbClr val="FFFFFF"/>
            </a:solidFill>
            <a:ln w="2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DCAF38D5-14D4-DC99-7E88-8FBD1DE4D85F}"/>
                </a:ext>
              </a:extLst>
            </p:cNvPr>
            <p:cNvSpPr/>
            <p:nvPr/>
          </p:nvSpPr>
          <p:spPr>
            <a:xfrm flipV="1">
              <a:off x="5818496" y="931598"/>
              <a:ext cx="75102" cy="112839"/>
            </a:xfrm>
            <a:custGeom>
              <a:avLst/>
              <a:gdLst>
                <a:gd name="csX0" fmla="*/ 37166 w 75102"/>
                <a:gd name="csY0" fmla="*/ 60055 h 112839"/>
                <a:gd name="csX1" fmla="*/ 21456 w 75102"/>
                <a:gd name="csY1" fmla="*/ 53272 h 112839"/>
                <a:gd name="csX2" fmla="*/ 15675 w 75102"/>
                <a:gd name="csY2" fmla="*/ 34718 h 112839"/>
                <a:gd name="csX3" fmla="*/ 21456 w 75102"/>
                <a:gd name="csY3" fmla="*/ 16164 h 112839"/>
                <a:gd name="csX4" fmla="*/ 37166 w 75102"/>
                <a:gd name="csY4" fmla="*/ 9358 h 112839"/>
                <a:gd name="csX5" fmla="*/ 52853 w 75102"/>
                <a:gd name="csY5" fmla="*/ 16164 h 112839"/>
                <a:gd name="csX6" fmla="*/ 58634 w 75102"/>
                <a:gd name="csY6" fmla="*/ 34718 h 112839"/>
                <a:gd name="csX7" fmla="*/ 52853 w 75102"/>
                <a:gd name="csY7" fmla="*/ 53272 h 112839"/>
                <a:gd name="csX8" fmla="*/ 37166 w 75102"/>
                <a:gd name="csY8" fmla="*/ 60055 h 112839"/>
                <a:gd name="csX9" fmla="*/ 66373 w 75102"/>
                <a:gd name="csY9" fmla="*/ 106184 h 112839"/>
                <a:gd name="csX10" fmla="*/ 66373 w 75102"/>
                <a:gd name="csY10" fmla="*/ 92781 h 112839"/>
                <a:gd name="csX11" fmla="*/ 55184 w 75102"/>
                <a:gd name="csY11" fmla="*/ 96767 h 112839"/>
                <a:gd name="csX12" fmla="*/ 43996 w 75102"/>
                <a:gd name="csY12" fmla="*/ 98166 h 112839"/>
                <a:gd name="csX13" fmla="*/ 21736 w 75102"/>
                <a:gd name="csY13" fmla="*/ 88329 h 112839"/>
                <a:gd name="csX14" fmla="*/ 12971 w 75102"/>
                <a:gd name="csY14" fmla="*/ 58610 h 112839"/>
                <a:gd name="csX15" fmla="*/ 23740 w 75102"/>
                <a:gd name="csY15" fmla="*/ 68330 h 112839"/>
                <a:gd name="csX16" fmla="*/ 38029 w 75102"/>
                <a:gd name="csY16" fmla="*/ 71710 h 112839"/>
                <a:gd name="csX17" fmla="*/ 63925 w 75102"/>
                <a:gd name="csY17" fmla="*/ 61757 h 112839"/>
                <a:gd name="csX18" fmla="*/ 73435 w 75102"/>
                <a:gd name="csY18" fmla="*/ 34718 h 112839"/>
                <a:gd name="csX19" fmla="*/ 63529 w 75102"/>
                <a:gd name="csY19" fmla="*/ 7820 h 112839"/>
                <a:gd name="csX20" fmla="*/ 37166 w 75102"/>
                <a:gd name="csY20" fmla="*/ -2297 h 112839"/>
                <a:gd name="csX21" fmla="*/ 8310 w 75102"/>
                <a:gd name="csY21" fmla="*/ 12155 h 112839"/>
                <a:gd name="csX22" fmla="*/ -1667 w 75102"/>
                <a:gd name="csY22" fmla="*/ 54088 h 112839"/>
                <a:gd name="csX23" fmla="*/ 10571 w 75102"/>
                <a:gd name="csY23" fmla="*/ 95205 h 112839"/>
                <a:gd name="csX24" fmla="*/ 43413 w 75102"/>
                <a:gd name="csY24" fmla="*/ 110543 h 112839"/>
                <a:gd name="csX25" fmla="*/ 54602 w 75102"/>
                <a:gd name="csY25" fmla="*/ 109447 h 112839"/>
                <a:gd name="csX26" fmla="*/ 66373 w 75102"/>
                <a:gd name="csY26" fmla="*/ 106184 h 1128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75102" h="112839">
                  <a:moveTo>
                    <a:pt x="37166" y="60055"/>
                  </a:moveTo>
                  <a:cubicBezTo>
                    <a:pt x="30562" y="60055"/>
                    <a:pt x="25325" y="57794"/>
                    <a:pt x="21456" y="53272"/>
                  </a:cubicBezTo>
                  <a:cubicBezTo>
                    <a:pt x="17602" y="48766"/>
                    <a:pt x="15675" y="42581"/>
                    <a:pt x="15675" y="34718"/>
                  </a:cubicBezTo>
                  <a:cubicBezTo>
                    <a:pt x="15675" y="26902"/>
                    <a:pt x="17602" y="20717"/>
                    <a:pt x="21456" y="16164"/>
                  </a:cubicBezTo>
                  <a:cubicBezTo>
                    <a:pt x="25325" y="11627"/>
                    <a:pt x="30562" y="9358"/>
                    <a:pt x="37166" y="9358"/>
                  </a:cubicBezTo>
                  <a:cubicBezTo>
                    <a:pt x="43771" y="9358"/>
                    <a:pt x="49000" y="11627"/>
                    <a:pt x="52853" y="16164"/>
                  </a:cubicBezTo>
                  <a:cubicBezTo>
                    <a:pt x="56707" y="20717"/>
                    <a:pt x="58634" y="26902"/>
                    <a:pt x="58634" y="34718"/>
                  </a:cubicBezTo>
                  <a:cubicBezTo>
                    <a:pt x="58634" y="42581"/>
                    <a:pt x="56707" y="48766"/>
                    <a:pt x="52853" y="53272"/>
                  </a:cubicBezTo>
                  <a:cubicBezTo>
                    <a:pt x="49000" y="57794"/>
                    <a:pt x="43771" y="60055"/>
                    <a:pt x="37166" y="60055"/>
                  </a:cubicBezTo>
                  <a:close/>
                  <a:moveTo>
                    <a:pt x="66373" y="106184"/>
                  </a:moveTo>
                  <a:lnTo>
                    <a:pt x="66373" y="92781"/>
                  </a:lnTo>
                  <a:cubicBezTo>
                    <a:pt x="62674" y="94522"/>
                    <a:pt x="58945" y="95850"/>
                    <a:pt x="55184" y="96767"/>
                  </a:cubicBezTo>
                  <a:cubicBezTo>
                    <a:pt x="51424" y="97700"/>
                    <a:pt x="47694" y="98166"/>
                    <a:pt x="43996" y="98166"/>
                  </a:cubicBezTo>
                  <a:cubicBezTo>
                    <a:pt x="34284" y="98166"/>
                    <a:pt x="26864" y="94887"/>
                    <a:pt x="21736" y="88329"/>
                  </a:cubicBezTo>
                  <a:cubicBezTo>
                    <a:pt x="16623" y="81772"/>
                    <a:pt x="13702" y="71865"/>
                    <a:pt x="12971" y="58610"/>
                  </a:cubicBezTo>
                  <a:cubicBezTo>
                    <a:pt x="15831" y="62837"/>
                    <a:pt x="19420" y="66077"/>
                    <a:pt x="23740" y="68330"/>
                  </a:cubicBezTo>
                  <a:cubicBezTo>
                    <a:pt x="28076" y="70583"/>
                    <a:pt x="32839" y="71710"/>
                    <a:pt x="38029" y="71710"/>
                  </a:cubicBezTo>
                  <a:cubicBezTo>
                    <a:pt x="48953" y="71710"/>
                    <a:pt x="57585" y="68392"/>
                    <a:pt x="63925" y="61757"/>
                  </a:cubicBezTo>
                  <a:cubicBezTo>
                    <a:pt x="70265" y="55137"/>
                    <a:pt x="73435" y="46124"/>
                    <a:pt x="73435" y="34718"/>
                  </a:cubicBezTo>
                  <a:cubicBezTo>
                    <a:pt x="73435" y="23545"/>
                    <a:pt x="70133" y="14579"/>
                    <a:pt x="63529" y="7820"/>
                  </a:cubicBezTo>
                  <a:cubicBezTo>
                    <a:pt x="56925" y="1075"/>
                    <a:pt x="48137" y="-2297"/>
                    <a:pt x="37166" y="-2297"/>
                  </a:cubicBezTo>
                  <a:cubicBezTo>
                    <a:pt x="24579" y="-2297"/>
                    <a:pt x="14960" y="2521"/>
                    <a:pt x="8310" y="12155"/>
                  </a:cubicBezTo>
                  <a:cubicBezTo>
                    <a:pt x="1659" y="21805"/>
                    <a:pt x="-1667" y="35783"/>
                    <a:pt x="-1667" y="54088"/>
                  </a:cubicBezTo>
                  <a:cubicBezTo>
                    <a:pt x="-1667" y="71275"/>
                    <a:pt x="2412" y="84981"/>
                    <a:pt x="10571" y="95205"/>
                  </a:cubicBezTo>
                  <a:cubicBezTo>
                    <a:pt x="18729" y="105430"/>
                    <a:pt x="29676" y="110543"/>
                    <a:pt x="43413" y="110543"/>
                  </a:cubicBezTo>
                  <a:cubicBezTo>
                    <a:pt x="47112" y="110543"/>
                    <a:pt x="50841" y="110178"/>
                    <a:pt x="54602" y="109447"/>
                  </a:cubicBezTo>
                  <a:cubicBezTo>
                    <a:pt x="58362" y="108717"/>
                    <a:pt x="62286" y="107629"/>
                    <a:pt x="66373" y="106184"/>
                  </a:cubicBezTo>
                  <a:close/>
                </a:path>
              </a:pathLst>
            </a:custGeom>
            <a:solidFill>
              <a:srgbClr val="FFFFFF"/>
            </a:solidFill>
            <a:ln w="2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F3487C2F-A6F5-86B5-40B0-82EB5A6A6EC8}"/>
                </a:ext>
              </a:extLst>
            </p:cNvPr>
            <p:cNvSpPr/>
            <p:nvPr/>
          </p:nvSpPr>
          <p:spPr>
            <a:xfrm flipV="1">
              <a:off x="5910284" y="995488"/>
              <a:ext cx="39252" cy="11934"/>
            </a:xfrm>
            <a:custGeom>
              <a:avLst/>
              <a:gdLst>
                <a:gd name="csX0" fmla="*/ -758 w 39252"/>
                <a:gd name="csY0" fmla="*/ 10215 h 11934"/>
                <a:gd name="csX1" fmla="*/ 38495 w 39252"/>
                <a:gd name="csY1" fmla="*/ 10215 h 11934"/>
                <a:gd name="csX2" fmla="*/ 38495 w 39252"/>
                <a:gd name="csY2" fmla="*/ -1719 h 11934"/>
                <a:gd name="csX3" fmla="*/ -758 w 39252"/>
                <a:gd name="csY3" fmla="*/ -1719 h 11934"/>
                <a:gd name="csX4" fmla="*/ -758 w 39252"/>
                <a:gd name="csY4" fmla="*/ 10215 h 119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9252" h="11934">
                  <a:moveTo>
                    <a:pt x="-758" y="10215"/>
                  </a:moveTo>
                  <a:lnTo>
                    <a:pt x="38495" y="10215"/>
                  </a:lnTo>
                  <a:lnTo>
                    <a:pt x="38495" y="-1719"/>
                  </a:lnTo>
                  <a:lnTo>
                    <a:pt x="-758" y="-1719"/>
                  </a:lnTo>
                  <a:lnTo>
                    <a:pt x="-758" y="10215"/>
                  </a:lnTo>
                  <a:close/>
                </a:path>
              </a:pathLst>
            </a:custGeom>
            <a:solidFill>
              <a:srgbClr val="FFFFFF"/>
            </a:solidFill>
            <a:ln w="2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B236D45F-CD96-58A3-DFAA-A79E90862BA4}"/>
                </a:ext>
              </a:extLst>
            </p:cNvPr>
            <p:cNvSpPr/>
            <p:nvPr/>
          </p:nvSpPr>
          <p:spPr>
            <a:xfrm flipV="1">
              <a:off x="5973205" y="933555"/>
              <a:ext cx="64752" cy="108760"/>
            </a:xfrm>
            <a:custGeom>
              <a:avLst/>
              <a:gdLst>
                <a:gd name="csX0" fmla="*/ 432 w 64752"/>
                <a:gd name="csY0" fmla="*/ 10077 h 108760"/>
                <a:gd name="csX1" fmla="*/ 24464 w 64752"/>
                <a:gd name="csY1" fmla="*/ 10077 h 108760"/>
                <a:gd name="csX2" fmla="*/ 24464 w 64752"/>
                <a:gd name="csY2" fmla="*/ 93058 h 108760"/>
                <a:gd name="csX3" fmla="*/ -1689 w 64752"/>
                <a:gd name="csY3" fmla="*/ 87813 h 108760"/>
                <a:gd name="csX4" fmla="*/ -1689 w 64752"/>
                <a:gd name="csY4" fmla="*/ 101216 h 108760"/>
                <a:gd name="csX5" fmla="*/ 24324 w 64752"/>
                <a:gd name="csY5" fmla="*/ 106460 h 108760"/>
                <a:gd name="csX6" fmla="*/ 39032 w 64752"/>
                <a:gd name="csY6" fmla="*/ 106460 h 108760"/>
                <a:gd name="csX7" fmla="*/ 39032 w 64752"/>
                <a:gd name="csY7" fmla="*/ 10077 h 108760"/>
                <a:gd name="csX8" fmla="*/ 63064 w 64752"/>
                <a:gd name="csY8" fmla="*/ 10077 h 108760"/>
                <a:gd name="csX9" fmla="*/ 63064 w 64752"/>
                <a:gd name="csY9" fmla="*/ -2300 h 108760"/>
                <a:gd name="csX10" fmla="*/ 432 w 64752"/>
                <a:gd name="csY10" fmla="*/ -2300 h 108760"/>
                <a:gd name="csX11" fmla="*/ 432 w 64752"/>
                <a:gd name="csY11" fmla="*/ 10077 h 1087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64752" h="108760">
                  <a:moveTo>
                    <a:pt x="432" y="10077"/>
                  </a:moveTo>
                  <a:lnTo>
                    <a:pt x="24464" y="10077"/>
                  </a:lnTo>
                  <a:lnTo>
                    <a:pt x="24464" y="93058"/>
                  </a:lnTo>
                  <a:lnTo>
                    <a:pt x="-1689" y="87813"/>
                  </a:lnTo>
                  <a:lnTo>
                    <a:pt x="-1689" y="101216"/>
                  </a:lnTo>
                  <a:lnTo>
                    <a:pt x="24324" y="106460"/>
                  </a:lnTo>
                  <a:lnTo>
                    <a:pt x="39032" y="106460"/>
                  </a:lnTo>
                  <a:lnTo>
                    <a:pt x="39032" y="10077"/>
                  </a:lnTo>
                  <a:lnTo>
                    <a:pt x="63064" y="10077"/>
                  </a:lnTo>
                  <a:lnTo>
                    <a:pt x="63064" y="-2300"/>
                  </a:lnTo>
                  <a:lnTo>
                    <a:pt x="432" y="-2300"/>
                  </a:lnTo>
                  <a:lnTo>
                    <a:pt x="432" y="10077"/>
                  </a:lnTo>
                  <a:close/>
                </a:path>
              </a:pathLst>
            </a:custGeom>
            <a:solidFill>
              <a:srgbClr val="FFFFFF"/>
            </a:solidFill>
            <a:ln w="2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47553C2C-3EAA-4575-4364-95B527EB09C8}"/>
                </a:ext>
              </a:extLst>
            </p:cNvPr>
            <p:cNvSpPr/>
            <p:nvPr/>
          </p:nvSpPr>
          <p:spPr>
            <a:xfrm flipV="1">
              <a:off x="6061567" y="931598"/>
              <a:ext cx="75171" cy="112839"/>
            </a:xfrm>
            <a:custGeom>
              <a:avLst/>
              <a:gdLst>
                <a:gd name="csX0" fmla="*/ 35951 w 75171"/>
                <a:gd name="csY0" fmla="*/ 98888 h 112839"/>
                <a:gd name="csX1" fmla="*/ 18865 w 75171"/>
                <a:gd name="csY1" fmla="*/ 87700 h 112839"/>
                <a:gd name="csX2" fmla="*/ 13154 w 75171"/>
                <a:gd name="csY2" fmla="*/ 54088 h 112839"/>
                <a:gd name="csX3" fmla="*/ 18865 w 75171"/>
                <a:gd name="csY3" fmla="*/ 20546 h 112839"/>
                <a:gd name="csX4" fmla="*/ 35951 w 75171"/>
                <a:gd name="csY4" fmla="*/ 9358 h 112839"/>
                <a:gd name="csX5" fmla="*/ 53106 w 75171"/>
                <a:gd name="csY5" fmla="*/ 20546 h 112839"/>
                <a:gd name="csX6" fmla="*/ 58840 w 75171"/>
                <a:gd name="csY6" fmla="*/ 54088 h 112839"/>
                <a:gd name="csX7" fmla="*/ 53106 w 75171"/>
                <a:gd name="csY7" fmla="*/ 87700 h 112839"/>
                <a:gd name="csX8" fmla="*/ 35951 w 75171"/>
                <a:gd name="csY8" fmla="*/ 98888 h 112839"/>
                <a:gd name="csX9" fmla="*/ 35951 w 75171"/>
                <a:gd name="csY9" fmla="*/ 110543 h 112839"/>
                <a:gd name="csX10" fmla="*/ 63898 w 75171"/>
                <a:gd name="csY10" fmla="*/ 96068 h 112839"/>
                <a:gd name="csX11" fmla="*/ 73548 w 75171"/>
                <a:gd name="csY11" fmla="*/ 54088 h 112839"/>
                <a:gd name="csX12" fmla="*/ 63898 w 75171"/>
                <a:gd name="csY12" fmla="*/ 12155 h 112839"/>
                <a:gd name="csX13" fmla="*/ 35951 w 75171"/>
                <a:gd name="csY13" fmla="*/ -2297 h 112839"/>
                <a:gd name="csX14" fmla="*/ 8026 w 75171"/>
                <a:gd name="csY14" fmla="*/ 12155 h 112839"/>
                <a:gd name="csX15" fmla="*/ -1624 w 75171"/>
                <a:gd name="csY15" fmla="*/ 54088 h 112839"/>
                <a:gd name="csX16" fmla="*/ 8026 w 75171"/>
                <a:gd name="csY16" fmla="*/ 96068 h 112839"/>
                <a:gd name="csX17" fmla="*/ 35951 w 75171"/>
                <a:gd name="csY17" fmla="*/ 110543 h 1128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75171" h="112839">
                  <a:moveTo>
                    <a:pt x="35951" y="98888"/>
                  </a:moveTo>
                  <a:cubicBezTo>
                    <a:pt x="28383" y="98888"/>
                    <a:pt x="22688" y="95159"/>
                    <a:pt x="18865" y="87700"/>
                  </a:cubicBezTo>
                  <a:cubicBezTo>
                    <a:pt x="15058" y="80257"/>
                    <a:pt x="13154" y="69053"/>
                    <a:pt x="13154" y="54088"/>
                  </a:cubicBezTo>
                  <a:cubicBezTo>
                    <a:pt x="13154" y="39186"/>
                    <a:pt x="15058" y="28005"/>
                    <a:pt x="18865" y="20546"/>
                  </a:cubicBezTo>
                  <a:cubicBezTo>
                    <a:pt x="22688" y="13087"/>
                    <a:pt x="28383" y="9358"/>
                    <a:pt x="35951" y="9358"/>
                  </a:cubicBezTo>
                  <a:cubicBezTo>
                    <a:pt x="43581" y="9358"/>
                    <a:pt x="49299" y="13087"/>
                    <a:pt x="53106" y="20546"/>
                  </a:cubicBezTo>
                  <a:cubicBezTo>
                    <a:pt x="56929" y="28005"/>
                    <a:pt x="58840" y="39186"/>
                    <a:pt x="58840" y="54088"/>
                  </a:cubicBezTo>
                  <a:cubicBezTo>
                    <a:pt x="58840" y="69053"/>
                    <a:pt x="56929" y="80257"/>
                    <a:pt x="53106" y="87700"/>
                  </a:cubicBezTo>
                  <a:cubicBezTo>
                    <a:pt x="49299" y="95159"/>
                    <a:pt x="43581" y="98888"/>
                    <a:pt x="35951" y="98888"/>
                  </a:cubicBezTo>
                  <a:close/>
                  <a:moveTo>
                    <a:pt x="35951" y="110543"/>
                  </a:moveTo>
                  <a:cubicBezTo>
                    <a:pt x="48149" y="110543"/>
                    <a:pt x="57465" y="105718"/>
                    <a:pt x="63898" y="96068"/>
                  </a:cubicBezTo>
                  <a:cubicBezTo>
                    <a:pt x="70332" y="86433"/>
                    <a:pt x="73548" y="72440"/>
                    <a:pt x="73548" y="54088"/>
                  </a:cubicBezTo>
                  <a:cubicBezTo>
                    <a:pt x="73548" y="35783"/>
                    <a:pt x="70332" y="21805"/>
                    <a:pt x="63898" y="12155"/>
                  </a:cubicBezTo>
                  <a:cubicBezTo>
                    <a:pt x="57465" y="2521"/>
                    <a:pt x="48149" y="-2297"/>
                    <a:pt x="35951" y="-2297"/>
                  </a:cubicBezTo>
                  <a:cubicBezTo>
                    <a:pt x="23768" y="-2297"/>
                    <a:pt x="14460" y="2521"/>
                    <a:pt x="8026" y="12155"/>
                  </a:cubicBezTo>
                  <a:cubicBezTo>
                    <a:pt x="1593" y="21805"/>
                    <a:pt x="-1624" y="35783"/>
                    <a:pt x="-1624" y="54088"/>
                  </a:cubicBezTo>
                  <a:cubicBezTo>
                    <a:pt x="-1624" y="72440"/>
                    <a:pt x="1593" y="86433"/>
                    <a:pt x="8026" y="96068"/>
                  </a:cubicBezTo>
                  <a:cubicBezTo>
                    <a:pt x="14460" y="105718"/>
                    <a:pt x="23768" y="110543"/>
                    <a:pt x="35951" y="110543"/>
                  </a:cubicBezTo>
                  <a:close/>
                </a:path>
              </a:pathLst>
            </a:custGeom>
            <a:solidFill>
              <a:srgbClr val="FFFFFF"/>
            </a:solidFill>
            <a:ln w="2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8198F59F-2745-A50A-092F-04D758489334}"/>
                </a:ext>
              </a:extLst>
            </p:cNvPr>
            <p:cNvSpPr/>
            <p:nvPr/>
          </p:nvSpPr>
          <p:spPr>
            <a:xfrm flipV="1">
              <a:off x="6153938" y="995488"/>
              <a:ext cx="39252" cy="11934"/>
            </a:xfrm>
            <a:custGeom>
              <a:avLst/>
              <a:gdLst>
                <a:gd name="csX0" fmla="*/ -738 w 39252"/>
                <a:gd name="csY0" fmla="*/ 10215 h 11934"/>
                <a:gd name="csX1" fmla="*/ 38514 w 39252"/>
                <a:gd name="csY1" fmla="*/ 10215 h 11934"/>
                <a:gd name="csX2" fmla="*/ 38514 w 39252"/>
                <a:gd name="csY2" fmla="*/ -1719 h 11934"/>
                <a:gd name="csX3" fmla="*/ -738 w 39252"/>
                <a:gd name="csY3" fmla="*/ -1719 h 11934"/>
                <a:gd name="csX4" fmla="*/ -738 w 39252"/>
                <a:gd name="csY4" fmla="*/ 10215 h 119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9252" h="11934">
                  <a:moveTo>
                    <a:pt x="-738" y="10215"/>
                  </a:moveTo>
                  <a:lnTo>
                    <a:pt x="38514" y="10215"/>
                  </a:lnTo>
                  <a:lnTo>
                    <a:pt x="38514" y="-1719"/>
                  </a:lnTo>
                  <a:lnTo>
                    <a:pt x="-738" y="-1719"/>
                  </a:lnTo>
                  <a:lnTo>
                    <a:pt x="-738" y="10215"/>
                  </a:lnTo>
                  <a:close/>
                </a:path>
              </a:pathLst>
            </a:custGeom>
            <a:solidFill>
              <a:srgbClr val="FFFFFF"/>
            </a:solidFill>
            <a:ln w="2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32E1FAE2-B943-16D8-D046-3B36B2D33770}"/>
                </a:ext>
              </a:extLst>
            </p:cNvPr>
            <p:cNvSpPr/>
            <p:nvPr/>
          </p:nvSpPr>
          <p:spPr>
            <a:xfrm flipV="1">
              <a:off x="6216858" y="933555"/>
              <a:ext cx="64752" cy="108760"/>
            </a:xfrm>
            <a:custGeom>
              <a:avLst/>
              <a:gdLst>
                <a:gd name="csX0" fmla="*/ 452 w 64752"/>
                <a:gd name="csY0" fmla="*/ 10077 h 108760"/>
                <a:gd name="csX1" fmla="*/ 24484 w 64752"/>
                <a:gd name="csY1" fmla="*/ 10077 h 108760"/>
                <a:gd name="csX2" fmla="*/ 24484 w 64752"/>
                <a:gd name="csY2" fmla="*/ 93058 h 108760"/>
                <a:gd name="csX3" fmla="*/ -1669 w 64752"/>
                <a:gd name="csY3" fmla="*/ 87813 h 108760"/>
                <a:gd name="csX4" fmla="*/ -1669 w 64752"/>
                <a:gd name="csY4" fmla="*/ 101216 h 108760"/>
                <a:gd name="csX5" fmla="*/ 24344 w 64752"/>
                <a:gd name="csY5" fmla="*/ 106460 h 108760"/>
                <a:gd name="csX6" fmla="*/ 39052 w 64752"/>
                <a:gd name="csY6" fmla="*/ 106460 h 108760"/>
                <a:gd name="csX7" fmla="*/ 39052 w 64752"/>
                <a:gd name="csY7" fmla="*/ 10077 h 108760"/>
                <a:gd name="csX8" fmla="*/ 63084 w 64752"/>
                <a:gd name="csY8" fmla="*/ 10077 h 108760"/>
                <a:gd name="csX9" fmla="*/ 63084 w 64752"/>
                <a:gd name="csY9" fmla="*/ -2300 h 108760"/>
                <a:gd name="csX10" fmla="*/ 452 w 64752"/>
                <a:gd name="csY10" fmla="*/ -2300 h 108760"/>
                <a:gd name="csX11" fmla="*/ 452 w 64752"/>
                <a:gd name="csY11" fmla="*/ 10077 h 1087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64752" h="108760">
                  <a:moveTo>
                    <a:pt x="452" y="10077"/>
                  </a:moveTo>
                  <a:lnTo>
                    <a:pt x="24484" y="10077"/>
                  </a:lnTo>
                  <a:lnTo>
                    <a:pt x="24484" y="93058"/>
                  </a:lnTo>
                  <a:lnTo>
                    <a:pt x="-1669" y="87813"/>
                  </a:lnTo>
                  <a:lnTo>
                    <a:pt x="-1669" y="101216"/>
                  </a:lnTo>
                  <a:lnTo>
                    <a:pt x="24344" y="106460"/>
                  </a:lnTo>
                  <a:lnTo>
                    <a:pt x="39052" y="106460"/>
                  </a:lnTo>
                  <a:lnTo>
                    <a:pt x="39052" y="10077"/>
                  </a:lnTo>
                  <a:lnTo>
                    <a:pt x="63084" y="10077"/>
                  </a:lnTo>
                  <a:lnTo>
                    <a:pt x="63084" y="-2300"/>
                  </a:lnTo>
                  <a:lnTo>
                    <a:pt x="452" y="-2300"/>
                  </a:lnTo>
                  <a:lnTo>
                    <a:pt x="452" y="10077"/>
                  </a:lnTo>
                  <a:close/>
                </a:path>
              </a:pathLst>
            </a:custGeom>
            <a:solidFill>
              <a:srgbClr val="FFFFFF"/>
            </a:solidFill>
            <a:ln w="2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F8856AB5-B0DB-5313-99AB-D3702B17FE9D}"/>
                </a:ext>
              </a:extLst>
            </p:cNvPr>
            <p:cNvSpPr/>
            <p:nvPr/>
          </p:nvSpPr>
          <p:spPr>
            <a:xfrm flipV="1">
              <a:off x="6309882" y="928964"/>
              <a:ext cx="30884" cy="133025"/>
            </a:xfrm>
            <a:custGeom>
              <a:avLst/>
              <a:gdLst>
                <a:gd name="csX0" fmla="*/ 30029 w 30884"/>
                <a:gd name="csY0" fmla="*/ 131049 h 133025"/>
                <a:gd name="csX1" fmla="*/ 30029 w 30884"/>
                <a:gd name="csY1" fmla="*/ -1976 h 133025"/>
                <a:gd name="csX2" fmla="*/ -855 w 30884"/>
                <a:gd name="csY2" fmla="*/ -1976 h 133025"/>
                <a:gd name="csX3" fmla="*/ -855 w 30884"/>
                <a:gd name="csY3" fmla="*/ 8443 h 133025"/>
                <a:gd name="csX4" fmla="*/ 16556 w 30884"/>
                <a:gd name="csY4" fmla="*/ 8443 h 133025"/>
                <a:gd name="csX5" fmla="*/ 16556 w 30884"/>
                <a:gd name="csY5" fmla="*/ 120630 h 133025"/>
                <a:gd name="csX6" fmla="*/ -855 w 30884"/>
                <a:gd name="csY6" fmla="*/ 120630 h 133025"/>
                <a:gd name="csX7" fmla="*/ -855 w 30884"/>
                <a:gd name="csY7" fmla="*/ 131049 h 133025"/>
                <a:gd name="csX8" fmla="*/ 30029 w 30884"/>
                <a:gd name="csY8" fmla="*/ 131049 h 1330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0884" h="133025">
                  <a:moveTo>
                    <a:pt x="30029" y="131049"/>
                  </a:moveTo>
                  <a:lnTo>
                    <a:pt x="30029" y="-1976"/>
                  </a:lnTo>
                  <a:lnTo>
                    <a:pt x="-855" y="-1976"/>
                  </a:lnTo>
                  <a:lnTo>
                    <a:pt x="-855" y="8443"/>
                  </a:lnTo>
                  <a:lnTo>
                    <a:pt x="16556" y="8443"/>
                  </a:lnTo>
                  <a:lnTo>
                    <a:pt x="16556" y="120630"/>
                  </a:lnTo>
                  <a:lnTo>
                    <a:pt x="-855" y="120630"/>
                  </a:lnTo>
                  <a:lnTo>
                    <a:pt x="-855" y="131049"/>
                  </a:lnTo>
                  <a:lnTo>
                    <a:pt x="30029" y="131049"/>
                  </a:lnTo>
                  <a:close/>
                </a:path>
              </a:pathLst>
            </a:custGeom>
            <a:solidFill>
              <a:srgbClr val="FFFFFF"/>
            </a:solidFill>
            <a:ln w="2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3" name="Graphic 7">
            <a:extLst>
              <a:ext uri="{FF2B5EF4-FFF2-40B4-BE49-F238E27FC236}">
                <a16:creationId xmlns:a16="http://schemas.microsoft.com/office/drawing/2014/main" id="{859F6F23-29BA-6CEF-16DF-E3B292FC5A5A}"/>
              </a:ext>
            </a:extLst>
          </p:cNvPr>
          <p:cNvGrpSpPr/>
          <p:nvPr/>
        </p:nvGrpSpPr>
        <p:grpSpPr>
          <a:xfrm>
            <a:off x="6496343" y="1179063"/>
            <a:ext cx="877725" cy="402238"/>
            <a:chOff x="6496343" y="1179063"/>
            <a:chExt cx="877725" cy="402238"/>
          </a:xfrm>
        </p:grpSpPr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24214A7D-BF69-DC56-029E-67984D453F08}"/>
                </a:ext>
              </a:extLst>
            </p:cNvPr>
            <p:cNvSpPr/>
            <p:nvPr/>
          </p:nvSpPr>
          <p:spPr>
            <a:xfrm>
              <a:off x="6496343" y="1179063"/>
              <a:ext cx="877725" cy="402238"/>
            </a:xfrm>
            <a:custGeom>
              <a:avLst/>
              <a:gdLst>
                <a:gd name="csX0" fmla="*/ 24863 w 877725"/>
                <a:gd name="csY0" fmla="*/ 402238 h 402238"/>
                <a:gd name="csX1" fmla="*/ 852862 w 877725"/>
                <a:gd name="csY1" fmla="*/ 402238 h 402238"/>
                <a:gd name="csX2" fmla="*/ 877726 w 877725"/>
                <a:gd name="csY2" fmla="*/ 377375 h 402238"/>
                <a:gd name="csX3" fmla="*/ 877726 w 877725"/>
                <a:gd name="csY3" fmla="*/ 24863 h 402238"/>
                <a:gd name="csX4" fmla="*/ 852862 w 877725"/>
                <a:gd name="csY4" fmla="*/ 0 h 402238"/>
                <a:gd name="csX5" fmla="*/ 24863 w 877725"/>
                <a:gd name="csY5" fmla="*/ 0 h 402238"/>
                <a:gd name="csX6" fmla="*/ 0 w 877725"/>
                <a:gd name="csY6" fmla="*/ 24863 h 402238"/>
                <a:gd name="csX7" fmla="*/ 0 w 877725"/>
                <a:gd name="csY7" fmla="*/ 377375 h 402238"/>
                <a:gd name="csX8" fmla="*/ 24863 w 877725"/>
                <a:gd name="csY8" fmla="*/ 402238 h 4022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877725" h="402238">
                  <a:moveTo>
                    <a:pt x="24863" y="402238"/>
                  </a:moveTo>
                  <a:lnTo>
                    <a:pt x="852862" y="402238"/>
                  </a:lnTo>
                  <a:cubicBezTo>
                    <a:pt x="869438" y="402238"/>
                    <a:pt x="877726" y="393950"/>
                    <a:pt x="877726" y="377375"/>
                  </a:cubicBezTo>
                  <a:lnTo>
                    <a:pt x="877726" y="24863"/>
                  </a:lnTo>
                  <a:cubicBezTo>
                    <a:pt x="877726" y="8288"/>
                    <a:pt x="869438" y="0"/>
                    <a:pt x="852862" y="0"/>
                  </a:cubicBezTo>
                  <a:lnTo>
                    <a:pt x="24863" y="0"/>
                  </a:lnTo>
                  <a:cubicBezTo>
                    <a:pt x="8288" y="0"/>
                    <a:pt x="0" y="8288"/>
                    <a:pt x="0" y="24863"/>
                  </a:cubicBezTo>
                  <a:lnTo>
                    <a:pt x="0" y="377375"/>
                  </a:lnTo>
                  <a:cubicBezTo>
                    <a:pt x="0" y="393951"/>
                    <a:pt x="8288" y="402238"/>
                    <a:pt x="24863" y="402238"/>
                  </a:cubicBezTo>
                  <a:close/>
                </a:path>
              </a:pathLst>
            </a:custGeom>
            <a:solidFill>
              <a:srgbClr val="000000">
                <a:alpha val="80000"/>
              </a:srgbClr>
            </a:solidFill>
            <a:ln w="12419" cap="flat">
              <a:solidFill>
                <a:srgbClr val="CCCCCC">
                  <a:alpha val="8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09EFB590-8615-FDF8-6F9B-0BF0873F7970}"/>
                </a:ext>
              </a:extLst>
            </p:cNvPr>
            <p:cNvSpPr/>
            <p:nvPr/>
          </p:nvSpPr>
          <p:spPr>
            <a:xfrm>
              <a:off x="6546070" y="1279739"/>
              <a:ext cx="248630" cy="12431"/>
            </a:xfrm>
            <a:custGeom>
              <a:avLst/>
              <a:gdLst>
                <a:gd name="csX0" fmla="*/ 0 w 248630"/>
                <a:gd name="csY0" fmla="*/ 0 h 12431"/>
                <a:gd name="csX1" fmla="*/ 124315 w 248630"/>
                <a:gd name="csY1" fmla="*/ 0 h 12431"/>
                <a:gd name="csX2" fmla="*/ 248631 w 248630"/>
                <a:gd name="csY2" fmla="*/ 0 h 124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48630" h="12431">
                  <a:moveTo>
                    <a:pt x="0" y="0"/>
                  </a:moveTo>
                  <a:lnTo>
                    <a:pt x="124315" y="0"/>
                  </a:lnTo>
                  <a:lnTo>
                    <a:pt x="248631" y="0"/>
                  </a:lnTo>
                </a:path>
              </a:pathLst>
            </a:custGeom>
            <a:noFill/>
            <a:ln w="18628" cap="sq">
              <a:solidFill>
                <a:srgbClr val="8DD3C7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66" name="Graphic 7">
              <a:extLst>
                <a:ext uri="{FF2B5EF4-FFF2-40B4-BE49-F238E27FC236}">
                  <a16:creationId xmlns:a16="http://schemas.microsoft.com/office/drawing/2014/main" id="{638F66F9-32AD-0380-8B72-4EC474B388A8}"/>
                </a:ext>
              </a:extLst>
            </p:cNvPr>
            <p:cNvGrpSpPr/>
            <p:nvPr/>
          </p:nvGrpSpPr>
          <p:grpSpPr>
            <a:xfrm>
              <a:off x="6906351" y="1232616"/>
              <a:ext cx="411370" cy="92401"/>
              <a:chOff x="6906351" y="1232616"/>
              <a:chExt cx="411370" cy="92401"/>
            </a:xfrm>
            <a:solidFill>
              <a:srgbClr val="FFFFFF"/>
            </a:solidFill>
          </p:grpSpPr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7CCBF432-33B4-56B6-5BEE-A73F02D03067}"/>
                  </a:ext>
                </a:extLst>
              </p:cNvPr>
              <p:cNvSpPr/>
              <p:nvPr/>
            </p:nvSpPr>
            <p:spPr>
              <a:xfrm flipV="1">
                <a:off x="6906351" y="1232616"/>
                <a:ext cx="64294" cy="90633"/>
              </a:xfrm>
              <a:custGeom>
                <a:avLst/>
                <a:gdLst>
                  <a:gd name="csX0" fmla="*/ 10452 w 64294"/>
                  <a:gd name="csY0" fmla="*/ 41000 h 90633"/>
                  <a:gd name="csX1" fmla="*/ 10452 w 64294"/>
                  <a:gd name="csY1" fmla="*/ 7804 h 90633"/>
                  <a:gd name="csX2" fmla="*/ 30129 w 64294"/>
                  <a:gd name="csY2" fmla="*/ 7804 h 90633"/>
                  <a:gd name="csX3" fmla="*/ 44775 w 64294"/>
                  <a:gd name="csY3" fmla="*/ 11903 h 90633"/>
                  <a:gd name="csX4" fmla="*/ 49553 w 64294"/>
                  <a:gd name="csY4" fmla="*/ 24432 h 90633"/>
                  <a:gd name="csX5" fmla="*/ 44775 w 64294"/>
                  <a:gd name="csY5" fmla="*/ 36960 h 90633"/>
                  <a:gd name="csX6" fmla="*/ 30129 w 64294"/>
                  <a:gd name="csY6" fmla="*/ 41000 h 90633"/>
                  <a:gd name="csX7" fmla="*/ 10452 w 64294"/>
                  <a:gd name="csY7" fmla="*/ 41000 h 90633"/>
                  <a:gd name="csX8" fmla="*/ 10452 w 64294"/>
                  <a:gd name="csY8" fmla="*/ 78276 h 90633"/>
                  <a:gd name="csX9" fmla="*/ 10452 w 64294"/>
                  <a:gd name="csY9" fmla="*/ 50965 h 90633"/>
                  <a:gd name="csX10" fmla="*/ 28614 w 64294"/>
                  <a:gd name="csY10" fmla="*/ 50965 h 90633"/>
                  <a:gd name="csX11" fmla="*/ 41978 w 64294"/>
                  <a:gd name="csY11" fmla="*/ 54326 h 90633"/>
                  <a:gd name="csX12" fmla="*/ 46387 w 64294"/>
                  <a:gd name="csY12" fmla="*/ 64620 h 90633"/>
                  <a:gd name="csX13" fmla="*/ 41978 w 64294"/>
                  <a:gd name="csY13" fmla="*/ 74876 h 90633"/>
                  <a:gd name="csX14" fmla="*/ 28614 w 64294"/>
                  <a:gd name="csY14" fmla="*/ 78276 h 90633"/>
                  <a:gd name="csX15" fmla="*/ 10452 w 64294"/>
                  <a:gd name="csY15" fmla="*/ 78276 h 90633"/>
                  <a:gd name="csX16" fmla="*/ -1805 w 64294"/>
                  <a:gd name="csY16" fmla="*/ 88357 h 90633"/>
                  <a:gd name="csX17" fmla="*/ 29527 w 64294"/>
                  <a:gd name="csY17" fmla="*/ 88357 h 90633"/>
                  <a:gd name="csX18" fmla="*/ 51127 w 64294"/>
                  <a:gd name="csY18" fmla="*/ 82530 h 90633"/>
                  <a:gd name="csX19" fmla="*/ 58721 w 64294"/>
                  <a:gd name="csY19" fmla="*/ 65961 h 90633"/>
                  <a:gd name="csX20" fmla="*/ 54837 w 64294"/>
                  <a:gd name="csY20" fmla="*/ 52713 h 90633"/>
                  <a:gd name="csX21" fmla="*/ 43415 w 64294"/>
                  <a:gd name="csY21" fmla="*/ 46595 h 90633"/>
                  <a:gd name="csX22" fmla="*/ 57478 w 64294"/>
                  <a:gd name="csY22" fmla="*/ 38475 h 90633"/>
                  <a:gd name="csX23" fmla="*/ 62490 w 64294"/>
                  <a:gd name="csY23" fmla="*/ 23091 h 90633"/>
                  <a:gd name="csX24" fmla="*/ 54234 w 64294"/>
                  <a:gd name="csY24" fmla="*/ 4327 h 90633"/>
                  <a:gd name="csX25" fmla="*/ 30731 w 64294"/>
                  <a:gd name="csY25" fmla="*/ -2277 h 90633"/>
                  <a:gd name="csX26" fmla="*/ -1805 w 64294"/>
                  <a:gd name="csY26" fmla="*/ -2277 h 90633"/>
                  <a:gd name="csX27" fmla="*/ -1805 w 64294"/>
                  <a:gd name="csY27" fmla="*/ 88357 h 9063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</a:cxnLst>
                <a:rect l="l" t="t" r="r" b="b"/>
                <a:pathLst>
                  <a:path w="64294" h="90633">
                    <a:moveTo>
                      <a:pt x="10452" y="41000"/>
                    </a:moveTo>
                    <a:lnTo>
                      <a:pt x="10452" y="7804"/>
                    </a:lnTo>
                    <a:lnTo>
                      <a:pt x="30129" y="7804"/>
                    </a:lnTo>
                    <a:cubicBezTo>
                      <a:pt x="36720" y="7804"/>
                      <a:pt x="41602" y="9171"/>
                      <a:pt x="44775" y="11903"/>
                    </a:cubicBezTo>
                    <a:cubicBezTo>
                      <a:pt x="47960" y="14635"/>
                      <a:pt x="49553" y="18811"/>
                      <a:pt x="49553" y="24432"/>
                    </a:cubicBezTo>
                    <a:cubicBezTo>
                      <a:pt x="49553" y="30103"/>
                      <a:pt x="47960" y="34280"/>
                      <a:pt x="44775" y="36960"/>
                    </a:cubicBezTo>
                    <a:cubicBezTo>
                      <a:pt x="41602" y="39654"/>
                      <a:pt x="36720" y="41000"/>
                      <a:pt x="30129" y="41000"/>
                    </a:cubicBezTo>
                    <a:lnTo>
                      <a:pt x="10452" y="41000"/>
                    </a:lnTo>
                    <a:close/>
                    <a:moveTo>
                      <a:pt x="10452" y="78276"/>
                    </a:moveTo>
                    <a:lnTo>
                      <a:pt x="10452" y="50965"/>
                    </a:lnTo>
                    <a:lnTo>
                      <a:pt x="28614" y="50965"/>
                    </a:lnTo>
                    <a:cubicBezTo>
                      <a:pt x="34596" y="50965"/>
                      <a:pt x="39051" y="52085"/>
                      <a:pt x="41978" y="54326"/>
                    </a:cubicBezTo>
                    <a:cubicBezTo>
                      <a:pt x="44917" y="56579"/>
                      <a:pt x="46387" y="60010"/>
                      <a:pt x="46387" y="64620"/>
                    </a:cubicBezTo>
                    <a:cubicBezTo>
                      <a:pt x="46387" y="69192"/>
                      <a:pt x="44917" y="72610"/>
                      <a:pt x="41978" y="74876"/>
                    </a:cubicBezTo>
                    <a:cubicBezTo>
                      <a:pt x="39051" y="77143"/>
                      <a:pt x="34596" y="78276"/>
                      <a:pt x="28614" y="78276"/>
                    </a:cubicBezTo>
                    <a:lnTo>
                      <a:pt x="10452" y="78276"/>
                    </a:lnTo>
                    <a:close/>
                    <a:moveTo>
                      <a:pt x="-1805" y="88357"/>
                    </a:moveTo>
                    <a:lnTo>
                      <a:pt x="29527" y="88357"/>
                    </a:lnTo>
                    <a:cubicBezTo>
                      <a:pt x="38876" y="88357"/>
                      <a:pt x="46076" y="86414"/>
                      <a:pt x="51127" y="82530"/>
                    </a:cubicBezTo>
                    <a:cubicBezTo>
                      <a:pt x="56190" y="78645"/>
                      <a:pt x="58721" y="73122"/>
                      <a:pt x="58721" y="65961"/>
                    </a:cubicBezTo>
                    <a:cubicBezTo>
                      <a:pt x="58721" y="60405"/>
                      <a:pt x="57426" y="55990"/>
                      <a:pt x="54837" y="52713"/>
                    </a:cubicBezTo>
                    <a:cubicBezTo>
                      <a:pt x="52247" y="49437"/>
                      <a:pt x="48440" y="47398"/>
                      <a:pt x="43415" y="46595"/>
                    </a:cubicBezTo>
                    <a:cubicBezTo>
                      <a:pt x="49450" y="45300"/>
                      <a:pt x="54137" y="42593"/>
                      <a:pt x="57478" y="38475"/>
                    </a:cubicBezTo>
                    <a:cubicBezTo>
                      <a:pt x="60819" y="34370"/>
                      <a:pt x="62490" y="29242"/>
                      <a:pt x="62490" y="23091"/>
                    </a:cubicBezTo>
                    <a:cubicBezTo>
                      <a:pt x="62490" y="14998"/>
                      <a:pt x="59738" y="8743"/>
                      <a:pt x="54234" y="4327"/>
                    </a:cubicBezTo>
                    <a:cubicBezTo>
                      <a:pt x="48731" y="-75"/>
                      <a:pt x="40896" y="-2277"/>
                      <a:pt x="30731" y="-2277"/>
                    </a:cubicBezTo>
                    <a:lnTo>
                      <a:pt x="-1805" y="-2277"/>
                    </a:lnTo>
                    <a:lnTo>
                      <a:pt x="-1805" y="88357"/>
                    </a:lnTo>
                    <a:close/>
                  </a:path>
                </a:pathLst>
              </a:custGeom>
              <a:solidFill>
                <a:srgbClr val="FFFFFF"/>
              </a:solidFill>
              <a:ln w="19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62357227-8B4E-6705-716E-83CC2F8758CC}"/>
                  </a:ext>
                </a:extLst>
              </p:cNvPr>
              <p:cNvSpPr/>
              <p:nvPr/>
            </p:nvSpPr>
            <p:spPr>
              <a:xfrm flipV="1">
                <a:off x="6990723" y="1253633"/>
                <a:ext cx="39819" cy="69616"/>
              </a:xfrm>
              <a:custGeom>
                <a:avLst/>
                <a:gdLst>
                  <a:gd name="csX0" fmla="*/ 38698 w 39819"/>
                  <a:gd name="csY0" fmla="*/ 55819 h 69616"/>
                  <a:gd name="csX1" fmla="*/ 34599 w 39819"/>
                  <a:gd name="csY1" fmla="*/ 57412 h 69616"/>
                  <a:gd name="csX2" fmla="*/ 29724 w 39819"/>
                  <a:gd name="csY2" fmla="*/ 57936 h 69616"/>
                  <a:gd name="csX3" fmla="*/ 15175 w 39819"/>
                  <a:gd name="csY3" fmla="*/ 51779 h 69616"/>
                  <a:gd name="csX4" fmla="*/ 10105 w 39819"/>
                  <a:gd name="csY4" fmla="*/ 34083 h 69616"/>
                  <a:gd name="csX5" fmla="*/ 10105 w 39819"/>
                  <a:gd name="csY5" fmla="*/ -1735 h 69616"/>
                  <a:gd name="csX6" fmla="*/ -1122 w 39819"/>
                  <a:gd name="csY6" fmla="*/ -1735 h 69616"/>
                  <a:gd name="csX7" fmla="*/ -1122 w 39819"/>
                  <a:gd name="csY7" fmla="*/ 66250 h 69616"/>
                  <a:gd name="csX8" fmla="*/ 10105 w 39819"/>
                  <a:gd name="csY8" fmla="*/ 66250 h 69616"/>
                  <a:gd name="csX9" fmla="*/ 10105 w 39819"/>
                  <a:gd name="csY9" fmla="*/ 55683 h 69616"/>
                  <a:gd name="csX10" fmla="*/ 19274 w 39819"/>
                  <a:gd name="csY10" fmla="*/ 64871 h 69616"/>
                  <a:gd name="csX11" fmla="*/ 33007 w 39819"/>
                  <a:gd name="csY11" fmla="*/ 67882 h 69616"/>
                  <a:gd name="csX12" fmla="*/ 35551 w 39819"/>
                  <a:gd name="csY12" fmla="*/ 67726 h 69616"/>
                  <a:gd name="csX13" fmla="*/ 38640 w 39819"/>
                  <a:gd name="csY13" fmla="*/ 67279 h 69616"/>
                  <a:gd name="csX14" fmla="*/ 38698 w 39819"/>
                  <a:gd name="csY14" fmla="*/ 55819 h 6961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39819" h="69616">
                    <a:moveTo>
                      <a:pt x="38698" y="55819"/>
                    </a:moveTo>
                    <a:cubicBezTo>
                      <a:pt x="37442" y="56544"/>
                      <a:pt x="36076" y="57075"/>
                      <a:pt x="34599" y="57412"/>
                    </a:cubicBezTo>
                    <a:cubicBezTo>
                      <a:pt x="33123" y="57762"/>
                      <a:pt x="31498" y="57936"/>
                      <a:pt x="29724" y="57936"/>
                    </a:cubicBezTo>
                    <a:cubicBezTo>
                      <a:pt x="23405" y="57936"/>
                      <a:pt x="18555" y="55884"/>
                      <a:pt x="15175" y="51779"/>
                    </a:cubicBezTo>
                    <a:cubicBezTo>
                      <a:pt x="11795" y="47674"/>
                      <a:pt x="10105" y="41775"/>
                      <a:pt x="10105" y="34083"/>
                    </a:cubicBezTo>
                    <a:lnTo>
                      <a:pt x="10105" y="-1735"/>
                    </a:lnTo>
                    <a:lnTo>
                      <a:pt x="-1122" y="-1735"/>
                    </a:lnTo>
                    <a:lnTo>
                      <a:pt x="-1122" y="66250"/>
                    </a:lnTo>
                    <a:lnTo>
                      <a:pt x="10105" y="66250"/>
                    </a:lnTo>
                    <a:lnTo>
                      <a:pt x="10105" y="55683"/>
                    </a:lnTo>
                    <a:cubicBezTo>
                      <a:pt x="12462" y="59814"/>
                      <a:pt x="15518" y="62877"/>
                      <a:pt x="19274" y="64871"/>
                    </a:cubicBezTo>
                    <a:cubicBezTo>
                      <a:pt x="23042" y="66878"/>
                      <a:pt x="27620" y="67882"/>
                      <a:pt x="33007" y="67882"/>
                    </a:cubicBezTo>
                    <a:cubicBezTo>
                      <a:pt x="33771" y="67882"/>
                      <a:pt x="34619" y="67830"/>
                      <a:pt x="35551" y="67726"/>
                    </a:cubicBezTo>
                    <a:cubicBezTo>
                      <a:pt x="36484" y="67636"/>
                      <a:pt x="37513" y="67487"/>
                      <a:pt x="38640" y="67279"/>
                    </a:cubicBezTo>
                    <a:lnTo>
                      <a:pt x="38698" y="55819"/>
                    </a:lnTo>
                    <a:close/>
                  </a:path>
                </a:pathLst>
              </a:custGeom>
              <a:solidFill>
                <a:srgbClr val="FFFFFF"/>
              </a:solidFill>
              <a:ln w="19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AE22DAF8-E161-9F07-D01A-6095096442AE}"/>
                  </a:ext>
                </a:extLst>
              </p:cNvPr>
              <p:cNvSpPr/>
              <p:nvPr/>
            </p:nvSpPr>
            <p:spPr>
              <a:xfrm flipV="1">
                <a:off x="7034607" y="1253633"/>
                <a:ext cx="62410" cy="71384"/>
              </a:xfrm>
              <a:custGeom>
                <a:avLst/>
                <a:gdLst>
                  <a:gd name="csX0" fmla="*/ 29725 w 62410"/>
                  <a:gd name="csY0" fmla="*/ 60235 h 71384"/>
                  <a:gd name="csX1" fmla="*/ 15525 w 62410"/>
                  <a:gd name="csY1" fmla="*/ 53223 h 71384"/>
                  <a:gd name="csX2" fmla="*/ 10300 w 62410"/>
                  <a:gd name="csY2" fmla="*/ 34012 h 71384"/>
                  <a:gd name="csX3" fmla="*/ 15487 w 62410"/>
                  <a:gd name="csY3" fmla="*/ 14802 h 71384"/>
                  <a:gd name="csX4" fmla="*/ 29725 w 62410"/>
                  <a:gd name="csY4" fmla="*/ 7790 h 71384"/>
                  <a:gd name="csX5" fmla="*/ 43865 w 62410"/>
                  <a:gd name="csY5" fmla="*/ 14821 h 71384"/>
                  <a:gd name="csX6" fmla="*/ 49091 w 62410"/>
                  <a:gd name="csY6" fmla="*/ 34012 h 71384"/>
                  <a:gd name="csX7" fmla="*/ 43865 w 62410"/>
                  <a:gd name="csY7" fmla="*/ 53165 h 71384"/>
                  <a:gd name="csX8" fmla="*/ 29725 w 62410"/>
                  <a:gd name="csY8" fmla="*/ 60235 h 71384"/>
                  <a:gd name="csX9" fmla="*/ 29725 w 62410"/>
                  <a:gd name="csY9" fmla="*/ 69695 h 71384"/>
                  <a:gd name="csX10" fmla="*/ 52606 w 62410"/>
                  <a:gd name="csY10" fmla="*/ 60216 h 71384"/>
                  <a:gd name="csX11" fmla="*/ 60939 w 62410"/>
                  <a:gd name="csY11" fmla="*/ 34012 h 71384"/>
                  <a:gd name="csX12" fmla="*/ 52606 w 62410"/>
                  <a:gd name="csY12" fmla="*/ 7809 h 71384"/>
                  <a:gd name="csX13" fmla="*/ 29725 w 62410"/>
                  <a:gd name="csY13" fmla="*/ -1689 h 71384"/>
                  <a:gd name="csX14" fmla="*/ 6804 w 62410"/>
                  <a:gd name="csY14" fmla="*/ 7809 h 71384"/>
                  <a:gd name="csX15" fmla="*/ -1471 w 62410"/>
                  <a:gd name="csY15" fmla="*/ 34012 h 71384"/>
                  <a:gd name="csX16" fmla="*/ 6804 w 62410"/>
                  <a:gd name="csY16" fmla="*/ 60216 h 71384"/>
                  <a:gd name="csX17" fmla="*/ 29725 w 62410"/>
                  <a:gd name="csY17" fmla="*/ 69695 h 7138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</a:cxnLst>
                <a:rect l="l" t="t" r="r" b="b"/>
                <a:pathLst>
                  <a:path w="62410" h="71384">
                    <a:moveTo>
                      <a:pt x="29725" y="60235"/>
                    </a:moveTo>
                    <a:cubicBezTo>
                      <a:pt x="23742" y="60235"/>
                      <a:pt x="19009" y="57898"/>
                      <a:pt x="15525" y="53223"/>
                    </a:cubicBezTo>
                    <a:cubicBezTo>
                      <a:pt x="12042" y="48548"/>
                      <a:pt x="10300" y="42145"/>
                      <a:pt x="10300" y="34012"/>
                    </a:cubicBezTo>
                    <a:cubicBezTo>
                      <a:pt x="10300" y="25880"/>
                      <a:pt x="12029" y="19477"/>
                      <a:pt x="15487" y="14802"/>
                    </a:cubicBezTo>
                    <a:cubicBezTo>
                      <a:pt x="18957" y="10127"/>
                      <a:pt x="23703" y="7790"/>
                      <a:pt x="29725" y="7790"/>
                    </a:cubicBezTo>
                    <a:cubicBezTo>
                      <a:pt x="35681" y="7790"/>
                      <a:pt x="40395" y="10133"/>
                      <a:pt x="43865" y="14821"/>
                    </a:cubicBezTo>
                    <a:cubicBezTo>
                      <a:pt x="47349" y="19522"/>
                      <a:pt x="49091" y="25919"/>
                      <a:pt x="49091" y="34012"/>
                    </a:cubicBezTo>
                    <a:cubicBezTo>
                      <a:pt x="49091" y="42067"/>
                      <a:pt x="47349" y="48451"/>
                      <a:pt x="43865" y="53165"/>
                    </a:cubicBezTo>
                    <a:cubicBezTo>
                      <a:pt x="40395" y="57878"/>
                      <a:pt x="35681" y="60235"/>
                      <a:pt x="29725" y="60235"/>
                    </a:cubicBezTo>
                    <a:close/>
                    <a:moveTo>
                      <a:pt x="29725" y="69695"/>
                    </a:moveTo>
                    <a:cubicBezTo>
                      <a:pt x="39437" y="69695"/>
                      <a:pt x="47064" y="66535"/>
                      <a:pt x="52606" y="60216"/>
                    </a:cubicBezTo>
                    <a:cubicBezTo>
                      <a:pt x="58162" y="53909"/>
                      <a:pt x="60939" y="45175"/>
                      <a:pt x="60939" y="34012"/>
                    </a:cubicBezTo>
                    <a:cubicBezTo>
                      <a:pt x="60939" y="22889"/>
                      <a:pt x="58162" y="14154"/>
                      <a:pt x="52606" y="7809"/>
                    </a:cubicBezTo>
                    <a:cubicBezTo>
                      <a:pt x="47064" y="1477"/>
                      <a:pt x="39437" y="-1689"/>
                      <a:pt x="29725" y="-1689"/>
                    </a:cubicBezTo>
                    <a:cubicBezTo>
                      <a:pt x="19974" y="-1689"/>
                      <a:pt x="12333" y="1477"/>
                      <a:pt x="6804" y="7809"/>
                    </a:cubicBezTo>
                    <a:cubicBezTo>
                      <a:pt x="1287" y="14154"/>
                      <a:pt x="-1471" y="22889"/>
                      <a:pt x="-1471" y="34012"/>
                    </a:cubicBezTo>
                    <a:cubicBezTo>
                      <a:pt x="-1471" y="45175"/>
                      <a:pt x="1287" y="53909"/>
                      <a:pt x="6804" y="60216"/>
                    </a:cubicBezTo>
                    <a:cubicBezTo>
                      <a:pt x="12333" y="66535"/>
                      <a:pt x="19974" y="69695"/>
                      <a:pt x="29725" y="69695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D3A02E4F-16EC-5BBC-24D5-CD0BE610BB95}"/>
                  </a:ext>
                </a:extLst>
              </p:cNvPr>
              <p:cNvSpPr/>
              <p:nvPr/>
            </p:nvSpPr>
            <p:spPr>
              <a:xfrm flipV="1">
                <a:off x="7115094" y="1253633"/>
                <a:ext cx="56952" cy="69616"/>
              </a:xfrm>
              <a:custGeom>
                <a:avLst/>
                <a:gdLst>
                  <a:gd name="csX0" fmla="*/ 55400 w 56952"/>
                  <a:gd name="csY0" fmla="*/ 39309 h 69616"/>
                  <a:gd name="csX1" fmla="*/ 55400 w 56952"/>
                  <a:gd name="csY1" fmla="*/ -1735 h 69616"/>
                  <a:gd name="csX2" fmla="*/ 44231 w 56952"/>
                  <a:gd name="csY2" fmla="*/ -1735 h 69616"/>
                  <a:gd name="csX3" fmla="*/ 44231 w 56952"/>
                  <a:gd name="csY3" fmla="*/ 38939 h 69616"/>
                  <a:gd name="csX4" fmla="*/ 40463 w 56952"/>
                  <a:gd name="csY4" fmla="*/ 53372 h 69616"/>
                  <a:gd name="csX5" fmla="*/ 29177 w 56952"/>
                  <a:gd name="csY5" fmla="*/ 58170 h 69616"/>
                  <a:gd name="csX6" fmla="*/ 14900 w 56952"/>
                  <a:gd name="csY6" fmla="*/ 52400 h 69616"/>
                  <a:gd name="csX7" fmla="*/ 9675 w 56952"/>
                  <a:gd name="csY7" fmla="*/ 36686 h 69616"/>
                  <a:gd name="csX8" fmla="*/ 9675 w 56952"/>
                  <a:gd name="csY8" fmla="*/ -1735 h 69616"/>
                  <a:gd name="csX9" fmla="*/ -1552 w 56952"/>
                  <a:gd name="csY9" fmla="*/ -1735 h 69616"/>
                  <a:gd name="csX10" fmla="*/ -1552 w 56952"/>
                  <a:gd name="csY10" fmla="*/ 66250 h 69616"/>
                  <a:gd name="csX11" fmla="*/ 9675 w 56952"/>
                  <a:gd name="csY11" fmla="*/ 66250 h 69616"/>
                  <a:gd name="csX12" fmla="*/ 9675 w 56952"/>
                  <a:gd name="csY12" fmla="*/ 55683 h 69616"/>
                  <a:gd name="csX13" fmla="*/ 19115 w 56952"/>
                  <a:gd name="csY13" fmla="*/ 64851 h 69616"/>
                  <a:gd name="csX14" fmla="*/ 31663 w 56952"/>
                  <a:gd name="csY14" fmla="*/ 67882 h 69616"/>
                  <a:gd name="csX15" fmla="*/ 49378 w 56952"/>
                  <a:gd name="csY15" fmla="*/ 60636 h 69616"/>
                  <a:gd name="csX16" fmla="*/ 55400 w 56952"/>
                  <a:gd name="csY16" fmla="*/ 39309 h 6961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56952" h="69616">
                    <a:moveTo>
                      <a:pt x="55400" y="39309"/>
                    </a:moveTo>
                    <a:lnTo>
                      <a:pt x="55400" y="-1735"/>
                    </a:lnTo>
                    <a:lnTo>
                      <a:pt x="44231" y="-1735"/>
                    </a:lnTo>
                    <a:lnTo>
                      <a:pt x="44231" y="38939"/>
                    </a:lnTo>
                    <a:cubicBezTo>
                      <a:pt x="44231" y="45375"/>
                      <a:pt x="42975" y="50186"/>
                      <a:pt x="40463" y="53372"/>
                    </a:cubicBezTo>
                    <a:cubicBezTo>
                      <a:pt x="37950" y="56570"/>
                      <a:pt x="34189" y="58170"/>
                      <a:pt x="29177" y="58170"/>
                    </a:cubicBezTo>
                    <a:cubicBezTo>
                      <a:pt x="23143" y="58170"/>
                      <a:pt x="18384" y="56247"/>
                      <a:pt x="14900" y="52400"/>
                    </a:cubicBezTo>
                    <a:cubicBezTo>
                      <a:pt x="11417" y="48567"/>
                      <a:pt x="9675" y="43329"/>
                      <a:pt x="9675" y="36686"/>
                    </a:cubicBezTo>
                    <a:lnTo>
                      <a:pt x="9675" y="-1735"/>
                    </a:lnTo>
                    <a:lnTo>
                      <a:pt x="-1552" y="-1735"/>
                    </a:lnTo>
                    <a:lnTo>
                      <a:pt x="-1552" y="66250"/>
                    </a:lnTo>
                    <a:lnTo>
                      <a:pt x="9675" y="66250"/>
                    </a:lnTo>
                    <a:lnTo>
                      <a:pt x="9675" y="55683"/>
                    </a:lnTo>
                    <a:cubicBezTo>
                      <a:pt x="12356" y="59775"/>
                      <a:pt x="15502" y="62831"/>
                      <a:pt x="19115" y="64851"/>
                    </a:cubicBezTo>
                    <a:cubicBezTo>
                      <a:pt x="22741" y="66872"/>
                      <a:pt x="26924" y="67882"/>
                      <a:pt x="31663" y="67882"/>
                    </a:cubicBezTo>
                    <a:cubicBezTo>
                      <a:pt x="39472" y="67882"/>
                      <a:pt x="45377" y="65467"/>
                      <a:pt x="49378" y="60636"/>
                    </a:cubicBezTo>
                    <a:cubicBezTo>
                      <a:pt x="53393" y="55806"/>
                      <a:pt x="55400" y="48697"/>
                      <a:pt x="55400" y="39309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C529252A-1828-57B8-4E2B-698446E21331}"/>
                  </a:ext>
                </a:extLst>
              </p:cNvPr>
              <p:cNvSpPr/>
              <p:nvPr/>
            </p:nvSpPr>
            <p:spPr>
              <a:xfrm flipV="1">
                <a:off x="7187940" y="1255264"/>
                <a:ext cx="54562" cy="67985"/>
              </a:xfrm>
              <a:custGeom>
                <a:avLst/>
                <a:gdLst>
                  <a:gd name="csX0" fmla="*/ 336 w 54562"/>
                  <a:gd name="csY0" fmla="*/ 66292 h 67985"/>
                  <a:gd name="csX1" fmla="*/ 53384 w 54562"/>
                  <a:gd name="csY1" fmla="*/ 66292 h 67985"/>
                  <a:gd name="csX2" fmla="*/ 53384 w 54562"/>
                  <a:gd name="csY2" fmla="*/ 56094 h 67985"/>
                  <a:gd name="csX3" fmla="*/ 11389 w 54562"/>
                  <a:gd name="csY3" fmla="*/ 7223 h 67985"/>
                  <a:gd name="csX4" fmla="*/ 53384 w 54562"/>
                  <a:gd name="csY4" fmla="*/ 7223 h 67985"/>
                  <a:gd name="csX5" fmla="*/ 53384 w 54562"/>
                  <a:gd name="csY5" fmla="*/ -1693 h 67985"/>
                  <a:gd name="csX6" fmla="*/ -1179 w 54562"/>
                  <a:gd name="csY6" fmla="*/ -1693 h 67985"/>
                  <a:gd name="csX7" fmla="*/ -1179 w 54562"/>
                  <a:gd name="csY7" fmla="*/ 8505 h 67985"/>
                  <a:gd name="csX8" fmla="*/ 40836 w 54562"/>
                  <a:gd name="csY8" fmla="*/ 57376 h 67985"/>
                  <a:gd name="csX9" fmla="*/ 336 w 54562"/>
                  <a:gd name="csY9" fmla="*/ 57376 h 67985"/>
                  <a:gd name="csX10" fmla="*/ 336 w 54562"/>
                  <a:gd name="csY10" fmla="*/ 66292 h 679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54562" h="67985">
                    <a:moveTo>
                      <a:pt x="336" y="66292"/>
                    </a:moveTo>
                    <a:lnTo>
                      <a:pt x="53384" y="66292"/>
                    </a:lnTo>
                    <a:lnTo>
                      <a:pt x="53384" y="56094"/>
                    </a:lnTo>
                    <a:lnTo>
                      <a:pt x="11389" y="7223"/>
                    </a:lnTo>
                    <a:lnTo>
                      <a:pt x="53384" y="7223"/>
                    </a:lnTo>
                    <a:lnTo>
                      <a:pt x="53384" y="-1693"/>
                    </a:lnTo>
                    <a:lnTo>
                      <a:pt x="-1179" y="-1693"/>
                    </a:lnTo>
                    <a:lnTo>
                      <a:pt x="-1179" y="8505"/>
                    </a:lnTo>
                    <a:lnTo>
                      <a:pt x="40836" y="57376"/>
                    </a:lnTo>
                    <a:lnTo>
                      <a:pt x="336" y="57376"/>
                    </a:lnTo>
                    <a:lnTo>
                      <a:pt x="336" y="66292"/>
                    </a:lnTo>
                    <a:close/>
                  </a:path>
                </a:pathLst>
              </a:custGeom>
              <a:solidFill>
                <a:srgbClr val="FFFFFF"/>
              </a:solidFill>
              <a:ln w="19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44F65802-B021-7AD1-D9DB-7FB1F375BAB6}"/>
                  </a:ext>
                </a:extLst>
              </p:cNvPr>
              <p:cNvSpPr/>
              <p:nvPr/>
            </p:nvSpPr>
            <p:spPr>
              <a:xfrm flipV="1">
                <a:off x="7254709" y="1253633"/>
                <a:ext cx="63012" cy="71384"/>
              </a:xfrm>
              <a:custGeom>
                <a:avLst/>
                <a:gdLst>
                  <a:gd name="csX0" fmla="*/ 61544 w 63012"/>
                  <a:gd name="csY0" fmla="*/ 36868 h 71384"/>
                  <a:gd name="csX1" fmla="*/ 61544 w 63012"/>
                  <a:gd name="csY1" fmla="*/ 31410 h 71384"/>
                  <a:gd name="csX2" fmla="*/ 10186 w 63012"/>
                  <a:gd name="csY2" fmla="*/ 31410 h 71384"/>
                  <a:gd name="csX3" fmla="*/ 17140 w 63012"/>
                  <a:gd name="csY3" fmla="*/ 13831 h 71384"/>
                  <a:gd name="csX4" fmla="*/ 34466 w 63012"/>
                  <a:gd name="csY4" fmla="*/ 7790 h 71384"/>
                  <a:gd name="csX5" fmla="*/ 46937 w 63012"/>
                  <a:gd name="csY5" fmla="*/ 9363 h 71384"/>
                  <a:gd name="csX6" fmla="*/ 58941 w 63012"/>
                  <a:gd name="csY6" fmla="*/ 14103 h 71384"/>
                  <a:gd name="csX7" fmla="*/ 58941 w 63012"/>
                  <a:gd name="csY7" fmla="*/ 3536 h 71384"/>
                  <a:gd name="csX8" fmla="*/ 46606 w 63012"/>
                  <a:gd name="csY8" fmla="*/ -349 h 71384"/>
                  <a:gd name="csX9" fmla="*/ 33806 w 63012"/>
                  <a:gd name="csY9" fmla="*/ -1689 h 71384"/>
                  <a:gd name="csX10" fmla="*/ 8030 w 63012"/>
                  <a:gd name="csY10" fmla="*/ 7770 h 71384"/>
                  <a:gd name="csX11" fmla="*/ -1469 w 63012"/>
                  <a:gd name="csY11" fmla="*/ 33410 h 71384"/>
                  <a:gd name="csX12" fmla="*/ 7544 w 63012"/>
                  <a:gd name="csY12" fmla="*/ 59886 h 71384"/>
                  <a:gd name="csX13" fmla="*/ 31863 w 63012"/>
                  <a:gd name="csY13" fmla="*/ 69695 h 71384"/>
                  <a:gd name="csX14" fmla="*/ 53560 w 63012"/>
                  <a:gd name="csY14" fmla="*/ 60857 h 71384"/>
                  <a:gd name="csX15" fmla="*/ 61544 w 63012"/>
                  <a:gd name="csY15" fmla="*/ 36868 h 71384"/>
                  <a:gd name="csX16" fmla="*/ 50375 w 63012"/>
                  <a:gd name="csY16" fmla="*/ 40150 h 71384"/>
                  <a:gd name="csX17" fmla="*/ 45247 w 63012"/>
                  <a:gd name="csY17" fmla="*/ 54758 h 71384"/>
                  <a:gd name="csX18" fmla="*/ 31980 w 63012"/>
                  <a:gd name="csY18" fmla="*/ 60235 h 71384"/>
                  <a:gd name="csX19" fmla="*/ 17023 w 63012"/>
                  <a:gd name="csY19" fmla="*/ 54952 h 71384"/>
                  <a:gd name="csX20" fmla="*/ 10555 w 63012"/>
                  <a:gd name="csY20" fmla="*/ 40073 h 71384"/>
                  <a:gd name="csX21" fmla="*/ 50375 w 63012"/>
                  <a:gd name="csY21" fmla="*/ 40150 h 7138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</a:cxnLst>
                <a:rect l="l" t="t" r="r" b="b"/>
                <a:pathLst>
                  <a:path w="63012" h="71384">
                    <a:moveTo>
                      <a:pt x="61544" y="36868"/>
                    </a:moveTo>
                    <a:lnTo>
                      <a:pt x="61544" y="31410"/>
                    </a:lnTo>
                    <a:lnTo>
                      <a:pt x="10186" y="31410"/>
                    </a:lnTo>
                    <a:cubicBezTo>
                      <a:pt x="10678" y="23718"/>
                      <a:pt x="12996" y="17858"/>
                      <a:pt x="17140" y="13831"/>
                    </a:cubicBezTo>
                    <a:cubicBezTo>
                      <a:pt x="21284" y="9803"/>
                      <a:pt x="27059" y="7790"/>
                      <a:pt x="34466" y="7790"/>
                    </a:cubicBezTo>
                    <a:cubicBezTo>
                      <a:pt x="38753" y="7790"/>
                      <a:pt x="42909" y="8314"/>
                      <a:pt x="46937" y="9363"/>
                    </a:cubicBezTo>
                    <a:cubicBezTo>
                      <a:pt x="50964" y="10412"/>
                      <a:pt x="54965" y="11992"/>
                      <a:pt x="58941" y="14103"/>
                    </a:cubicBezTo>
                    <a:lnTo>
                      <a:pt x="58941" y="3536"/>
                    </a:lnTo>
                    <a:cubicBezTo>
                      <a:pt x="54927" y="1839"/>
                      <a:pt x="50815" y="544"/>
                      <a:pt x="46606" y="-349"/>
                    </a:cubicBezTo>
                    <a:cubicBezTo>
                      <a:pt x="42398" y="-1243"/>
                      <a:pt x="38131" y="-1689"/>
                      <a:pt x="33806" y="-1689"/>
                    </a:cubicBezTo>
                    <a:cubicBezTo>
                      <a:pt x="22954" y="-1689"/>
                      <a:pt x="14362" y="1464"/>
                      <a:pt x="8030" y="7770"/>
                    </a:cubicBezTo>
                    <a:cubicBezTo>
                      <a:pt x="1697" y="14090"/>
                      <a:pt x="-1469" y="22636"/>
                      <a:pt x="-1469" y="33410"/>
                    </a:cubicBezTo>
                    <a:cubicBezTo>
                      <a:pt x="-1469" y="44534"/>
                      <a:pt x="1536" y="53359"/>
                      <a:pt x="7544" y="59886"/>
                    </a:cubicBezTo>
                    <a:cubicBezTo>
                      <a:pt x="13553" y="66425"/>
                      <a:pt x="21659" y="69695"/>
                      <a:pt x="31863" y="69695"/>
                    </a:cubicBezTo>
                    <a:cubicBezTo>
                      <a:pt x="41006" y="69695"/>
                      <a:pt x="48238" y="66749"/>
                      <a:pt x="53560" y="60857"/>
                    </a:cubicBezTo>
                    <a:cubicBezTo>
                      <a:pt x="58883" y="54978"/>
                      <a:pt x="61544" y="46981"/>
                      <a:pt x="61544" y="36868"/>
                    </a:cubicBezTo>
                    <a:close/>
                    <a:moveTo>
                      <a:pt x="50375" y="40150"/>
                    </a:moveTo>
                    <a:cubicBezTo>
                      <a:pt x="50297" y="46250"/>
                      <a:pt x="48588" y="51119"/>
                      <a:pt x="45247" y="54758"/>
                    </a:cubicBezTo>
                    <a:cubicBezTo>
                      <a:pt x="41906" y="58409"/>
                      <a:pt x="37484" y="60235"/>
                      <a:pt x="31980" y="60235"/>
                    </a:cubicBezTo>
                    <a:cubicBezTo>
                      <a:pt x="25751" y="60235"/>
                      <a:pt x="20766" y="58474"/>
                      <a:pt x="17023" y="54952"/>
                    </a:cubicBezTo>
                    <a:cubicBezTo>
                      <a:pt x="13281" y="51430"/>
                      <a:pt x="11125" y="46470"/>
                      <a:pt x="10555" y="40073"/>
                    </a:cubicBezTo>
                    <a:lnTo>
                      <a:pt x="50375" y="40150"/>
                    </a:lnTo>
                    <a:close/>
                  </a:path>
                </a:pathLst>
              </a:custGeom>
              <a:solidFill>
                <a:srgbClr val="FFFFFF"/>
              </a:solidFill>
              <a:ln w="19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5E9CA1EB-CD4F-BBB5-940E-CC240798397F}"/>
                </a:ext>
              </a:extLst>
            </p:cNvPr>
            <p:cNvSpPr/>
            <p:nvPr/>
          </p:nvSpPr>
          <p:spPr>
            <a:xfrm>
              <a:off x="6546070" y="1462211"/>
              <a:ext cx="248630" cy="12431"/>
            </a:xfrm>
            <a:custGeom>
              <a:avLst/>
              <a:gdLst>
                <a:gd name="csX0" fmla="*/ 0 w 248630"/>
                <a:gd name="csY0" fmla="*/ 0 h 12431"/>
                <a:gd name="csX1" fmla="*/ 124315 w 248630"/>
                <a:gd name="csY1" fmla="*/ 0 h 12431"/>
                <a:gd name="csX2" fmla="*/ 248631 w 248630"/>
                <a:gd name="csY2" fmla="*/ 0 h 124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48630" h="12431">
                  <a:moveTo>
                    <a:pt x="0" y="0"/>
                  </a:moveTo>
                  <a:lnTo>
                    <a:pt x="124315" y="0"/>
                  </a:lnTo>
                  <a:lnTo>
                    <a:pt x="248631" y="0"/>
                  </a:lnTo>
                </a:path>
              </a:pathLst>
            </a:custGeom>
            <a:noFill/>
            <a:ln w="18628" cap="sq">
              <a:solidFill>
                <a:srgbClr val="FEFFB3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74" name="Graphic 7">
              <a:extLst>
                <a:ext uri="{FF2B5EF4-FFF2-40B4-BE49-F238E27FC236}">
                  <a16:creationId xmlns:a16="http://schemas.microsoft.com/office/drawing/2014/main" id="{4CC681BD-0DD3-0BE4-AD77-DDAB089A6BDC}"/>
                </a:ext>
              </a:extLst>
            </p:cNvPr>
            <p:cNvGrpSpPr/>
            <p:nvPr/>
          </p:nvGrpSpPr>
          <p:grpSpPr>
            <a:xfrm>
              <a:off x="6901126" y="1411261"/>
              <a:ext cx="267572" cy="96227"/>
              <a:chOff x="6901126" y="1411261"/>
              <a:chExt cx="267572" cy="96227"/>
            </a:xfrm>
            <a:solidFill>
              <a:srgbClr val="FFFFFF"/>
            </a:solidFill>
          </p:grpSpPr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3FF4E38F-3C01-5482-D58C-2E8803422940}"/>
                  </a:ext>
                </a:extLst>
              </p:cNvPr>
              <p:cNvSpPr/>
              <p:nvPr/>
            </p:nvSpPr>
            <p:spPr>
              <a:xfrm flipV="1">
                <a:off x="6901126" y="1413456"/>
                <a:ext cx="79153" cy="94032"/>
              </a:xfrm>
              <a:custGeom>
                <a:avLst/>
                <a:gdLst>
                  <a:gd name="csX0" fmla="*/ 65096 w 79153"/>
                  <a:gd name="csY0" fmla="*/ 12446 h 94032"/>
                  <a:gd name="csX1" fmla="*/ 65096 w 79153"/>
                  <a:gd name="csY1" fmla="*/ 36784 h 94032"/>
                  <a:gd name="csX2" fmla="*/ 45069 w 79153"/>
                  <a:gd name="csY2" fmla="*/ 36784 h 94032"/>
                  <a:gd name="csX3" fmla="*/ 45069 w 79153"/>
                  <a:gd name="csY3" fmla="*/ 46865 h 94032"/>
                  <a:gd name="csX4" fmla="*/ 77236 w 79153"/>
                  <a:gd name="csY4" fmla="*/ 46865 h 94032"/>
                  <a:gd name="csX5" fmla="*/ 77236 w 79153"/>
                  <a:gd name="csY5" fmla="*/ 7939 h 94032"/>
                  <a:gd name="csX6" fmla="*/ 61580 w 79153"/>
                  <a:gd name="csY6" fmla="*/ 325 h 94032"/>
                  <a:gd name="csX7" fmla="*/ 43321 w 79153"/>
                  <a:gd name="csY7" fmla="*/ -2259 h 94032"/>
                  <a:gd name="csX8" fmla="*/ 10067 w 79153"/>
                  <a:gd name="csY8" fmla="*/ 10153 h 94032"/>
                  <a:gd name="csX9" fmla="*/ -1918 w 79153"/>
                  <a:gd name="csY9" fmla="*/ 44729 h 94032"/>
                  <a:gd name="csX10" fmla="*/ 10067 w 79153"/>
                  <a:gd name="csY10" fmla="*/ 79362 h 94032"/>
                  <a:gd name="csX11" fmla="*/ 43321 w 79153"/>
                  <a:gd name="csY11" fmla="*/ 91774 h 94032"/>
                  <a:gd name="csX12" fmla="*/ 60162 w 79153"/>
                  <a:gd name="csY12" fmla="*/ 89579 h 94032"/>
                  <a:gd name="csX13" fmla="*/ 74886 w 79153"/>
                  <a:gd name="csY13" fmla="*/ 83150 h 94032"/>
                  <a:gd name="csX14" fmla="*/ 74886 w 79153"/>
                  <a:gd name="csY14" fmla="*/ 70097 h 94032"/>
                  <a:gd name="csX15" fmla="*/ 60434 w 79153"/>
                  <a:gd name="csY15" fmla="*/ 78779 h 94032"/>
                  <a:gd name="csX16" fmla="*/ 44351 w 79153"/>
                  <a:gd name="csY16" fmla="*/ 81693 h 94032"/>
                  <a:gd name="csX17" fmla="*/ 19352 w 79153"/>
                  <a:gd name="csY17" fmla="*/ 72408 h 94032"/>
                  <a:gd name="csX18" fmla="*/ 11019 w 79153"/>
                  <a:gd name="csY18" fmla="*/ 44729 h 94032"/>
                  <a:gd name="csX19" fmla="*/ 19352 w 79153"/>
                  <a:gd name="csY19" fmla="*/ 17107 h 94032"/>
                  <a:gd name="csX20" fmla="*/ 44351 w 79153"/>
                  <a:gd name="csY20" fmla="*/ 7823 h 94032"/>
                  <a:gd name="csX21" fmla="*/ 55928 w 79153"/>
                  <a:gd name="csY21" fmla="*/ 8949 h 94032"/>
                  <a:gd name="csX22" fmla="*/ 65096 w 79153"/>
                  <a:gd name="csY22" fmla="*/ 12446 h 940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</a:cxnLst>
                <a:rect l="l" t="t" r="r" b="b"/>
                <a:pathLst>
                  <a:path w="79153" h="94032">
                    <a:moveTo>
                      <a:pt x="65096" y="12446"/>
                    </a:moveTo>
                    <a:lnTo>
                      <a:pt x="65096" y="36784"/>
                    </a:lnTo>
                    <a:lnTo>
                      <a:pt x="45069" y="36784"/>
                    </a:lnTo>
                    <a:lnTo>
                      <a:pt x="45069" y="46865"/>
                    </a:lnTo>
                    <a:lnTo>
                      <a:pt x="77236" y="46865"/>
                    </a:lnTo>
                    <a:lnTo>
                      <a:pt x="77236" y="7939"/>
                    </a:lnTo>
                    <a:cubicBezTo>
                      <a:pt x="72509" y="4585"/>
                      <a:pt x="67291" y="2047"/>
                      <a:pt x="61580" y="325"/>
                    </a:cubicBezTo>
                    <a:cubicBezTo>
                      <a:pt x="55882" y="-1398"/>
                      <a:pt x="49796" y="-2259"/>
                      <a:pt x="43321" y="-2259"/>
                    </a:cubicBezTo>
                    <a:cubicBezTo>
                      <a:pt x="29154" y="-2259"/>
                      <a:pt x="18070" y="1879"/>
                      <a:pt x="10067" y="10153"/>
                    </a:cubicBezTo>
                    <a:cubicBezTo>
                      <a:pt x="2077" y="18441"/>
                      <a:pt x="-1918" y="29966"/>
                      <a:pt x="-1918" y="44729"/>
                    </a:cubicBezTo>
                    <a:cubicBezTo>
                      <a:pt x="-1918" y="59543"/>
                      <a:pt x="2077" y="71087"/>
                      <a:pt x="10067" y="79362"/>
                    </a:cubicBezTo>
                    <a:cubicBezTo>
                      <a:pt x="18070" y="87637"/>
                      <a:pt x="29154" y="91774"/>
                      <a:pt x="43321" y="91774"/>
                    </a:cubicBezTo>
                    <a:cubicBezTo>
                      <a:pt x="49226" y="91774"/>
                      <a:pt x="54840" y="91043"/>
                      <a:pt x="60162" y="89579"/>
                    </a:cubicBezTo>
                    <a:cubicBezTo>
                      <a:pt x="65484" y="88129"/>
                      <a:pt x="70392" y="85986"/>
                      <a:pt x="74886" y="83150"/>
                    </a:cubicBezTo>
                    <a:lnTo>
                      <a:pt x="74886" y="70097"/>
                    </a:lnTo>
                    <a:cubicBezTo>
                      <a:pt x="70353" y="73943"/>
                      <a:pt x="65536" y="76837"/>
                      <a:pt x="60434" y="78779"/>
                    </a:cubicBezTo>
                    <a:cubicBezTo>
                      <a:pt x="55332" y="80722"/>
                      <a:pt x="49971" y="81693"/>
                      <a:pt x="44351" y="81693"/>
                    </a:cubicBezTo>
                    <a:cubicBezTo>
                      <a:pt x="33253" y="81693"/>
                      <a:pt x="24920" y="78598"/>
                      <a:pt x="19352" y="72408"/>
                    </a:cubicBezTo>
                    <a:cubicBezTo>
                      <a:pt x="13796" y="66218"/>
                      <a:pt x="11019" y="56992"/>
                      <a:pt x="11019" y="44729"/>
                    </a:cubicBezTo>
                    <a:cubicBezTo>
                      <a:pt x="11019" y="32504"/>
                      <a:pt x="13796" y="23297"/>
                      <a:pt x="19352" y="17107"/>
                    </a:cubicBezTo>
                    <a:cubicBezTo>
                      <a:pt x="24920" y="10917"/>
                      <a:pt x="33253" y="7823"/>
                      <a:pt x="44351" y="7823"/>
                    </a:cubicBezTo>
                    <a:cubicBezTo>
                      <a:pt x="48676" y="7823"/>
                      <a:pt x="52535" y="8198"/>
                      <a:pt x="55928" y="8949"/>
                    </a:cubicBezTo>
                    <a:cubicBezTo>
                      <a:pt x="59333" y="9700"/>
                      <a:pt x="62389" y="10866"/>
                      <a:pt x="65096" y="12446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FE890365-2C66-9819-2E01-A53885CC82FF}"/>
                  </a:ext>
                </a:extLst>
              </p:cNvPr>
              <p:cNvSpPr/>
              <p:nvPr/>
            </p:nvSpPr>
            <p:spPr>
              <a:xfrm flipV="1">
                <a:off x="6997342" y="1436105"/>
                <a:ext cx="62410" cy="71384"/>
              </a:xfrm>
              <a:custGeom>
                <a:avLst/>
                <a:gdLst>
                  <a:gd name="csX0" fmla="*/ 29722 w 62410"/>
                  <a:gd name="csY0" fmla="*/ 60250 h 71384"/>
                  <a:gd name="csX1" fmla="*/ 15522 w 62410"/>
                  <a:gd name="csY1" fmla="*/ 53238 h 71384"/>
                  <a:gd name="csX2" fmla="*/ 10297 w 62410"/>
                  <a:gd name="csY2" fmla="*/ 34027 h 71384"/>
                  <a:gd name="csX3" fmla="*/ 15484 w 62410"/>
                  <a:gd name="csY3" fmla="*/ 14816 h 71384"/>
                  <a:gd name="csX4" fmla="*/ 29722 w 62410"/>
                  <a:gd name="csY4" fmla="*/ 7804 h 71384"/>
                  <a:gd name="csX5" fmla="*/ 43862 w 62410"/>
                  <a:gd name="csY5" fmla="*/ 14836 h 71384"/>
                  <a:gd name="csX6" fmla="*/ 49088 w 62410"/>
                  <a:gd name="csY6" fmla="*/ 34027 h 71384"/>
                  <a:gd name="csX7" fmla="*/ 43862 w 62410"/>
                  <a:gd name="csY7" fmla="*/ 53179 h 71384"/>
                  <a:gd name="csX8" fmla="*/ 29722 w 62410"/>
                  <a:gd name="csY8" fmla="*/ 60250 h 71384"/>
                  <a:gd name="csX9" fmla="*/ 29722 w 62410"/>
                  <a:gd name="csY9" fmla="*/ 69710 h 71384"/>
                  <a:gd name="csX10" fmla="*/ 52603 w 62410"/>
                  <a:gd name="csY10" fmla="*/ 60230 h 71384"/>
                  <a:gd name="csX11" fmla="*/ 60936 w 62410"/>
                  <a:gd name="csY11" fmla="*/ 34027 h 71384"/>
                  <a:gd name="csX12" fmla="*/ 52603 w 62410"/>
                  <a:gd name="csY12" fmla="*/ 7824 h 71384"/>
                  <a:gd name="csX13" fmla="*/ 29722 w 62410"/>
                  <a:gd name="csY13" fmla="*/ -1675 h 71384"/>
                  <a:gd name="csX14" fmla="*/ 6801 w 62410"/>
                  <a:gd name="csY14" fmla="*/ 7824 h 71384"/>
                  <a:gd name="csX15" fmla="*/ -1474 w 62410"/>
                  <a:gd name="csY15" fmla="*/ 34027 h 71384"/>
                  <a:gd name="csX16" fmla="*/ 6801 w 62410"/>
                  <a:gd name="csY16" fmla="*/ 60230 h 71384"/>
                  <a:gd name="csX17" fmla="*/ 29722 w 62410"/>
                  <a:gd name="csY17" fmla="*/ 69710 h 7138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</a:cxnLst>
                <a:rect l="l" t="t" r="r" b="b"/>
                <a:pathLst>
                  <a:path w="62410" h="71384">
                    <a:moveTo>
                      <a:pt x="29722" y="60250"/>
                    </a:moveTo>
                    <a:cubicBezTo>
                      <a:pt x="23739" y="60250"/>
                      <a:pt x="19006" y="57912"/>
                      <a:pt x="15522" y="53238"/>
                    </a:cubicBezTo>
                    <a:cubicBezTo>
                      <a:pt x="12039" y="48563"/>
                      <a:pt x="10297" y="42159"/>
                      <a:pt x="10297" y="34027"/>
                    </a:cubicBezTo>
                    <a:cubicBezTo>
                      <a:pt x="10297" y="25895"/>
                      <a:pt x="12026" y="19491"/>
                      <a:pt x="15484" y="14816"/>
                    </a:cubicBezTo>
                    <a:cubicBezTo>
                      <a:pt x="18954" y="10142"/>
                      <a:pt x="23700" y="7804"/>
                      <a:pt x="29722" y="7804"/>
                    </a:cubicBezTo>
                    <a:cubicBezTo>
                      <a:pt x="35678" y="7804"/>
                      <a:pt x="40392" y="10148"/>
                      <a:pt x="43862" y="14836"/>
                    </a:cubicBezTo>
                    <a:cubicBezTo>
                      <a:pt x="47346" y="19537"/>
                      <a:pt x="49088" y="25934"/>
                      <a:pt x="49088" y="34027"/>
                    </a:cubicBezTo>
                    <a:cubicBezTo>
                      <a:pt x="49088" y="42082"/>
                      <a:pt x="47346" y="48466"/>
                      <a:pt x="43862" y="53179"/>
                    </a:cubicBezTo>
                    <a:cubicBezTo>
                      <a:pt x="40392" y="57893"/>
                      <a:pt x="35678" y="60250"/>
                      <a:pt x="29722" y="60250"/>
                    </a:cubicBezTo>
                    <a:close/>
                    <a:moveTo>
                      <a:pt x="29722" y="69710"/>
                    </a:moveTo>
                    <a:cubicBezTo>
                      <a:pt x="39434" y="69710"/>
                      <a:pt x="47061" y="66550"/>
                      <a:pt x="52603" y="60230"/>
                    </a:cubicBezTo>
                    <a:cubicBezTo>
                      <a:pt x="58159" y="53924"/>
                      <a:pt x="60936" y="45190"/>
                      <a:pt x="60936" y="34027"/>
                    </a:cubicBezTo>
                    <a:cubicBezTo>
                      <a:pt x="60936" y="22903"/>
                      <a:pt x="58159" y="14169"/>
                      <a:pt x="52603" y="7824"/>
                    </a:cubicBezTo>
                    <a:cubicBezTo>
                      <a:pt x="47061" y="1491"/>
                      <a:pt x="39434" y="-1675"/>
                      <a:pt x="29722" y="-1675"/>
                    </a:cubicBezTo>
                    <a:cubicBezTo>
                      <a:pt x="19971" y="-1675"/>
                      <a:pt x="12330" y="1491"/>
                      <a:pt x="6801" y="7824"/>
                    </a:cubicBezTo>
                    <a:cubicBezTo>
                      <a:pt x="1284" y="14169"/>
                      <a:pt x="-1474" y="22903"/>
                      <a:pt x="-1474" y="34027"/>
                    </a:cubicBezTo>
                    <a:cubicBezTo>
                      <a:pt x="-1474" y="45190"/>
                      <a:pt x="1284" y="53924"/>
                      <a:pt x="6801" y="60230"/>
                    </a:cubicBezTo>
                    <a:cubicBezTo>
                      <a:pt x="12330" y="66550"/>
                      <a:pt x="19971" y="69710"/>
                      <a:pt x="29722" y="6971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B3B8F175-CB71-C5A3-D0EF-49383095BA80}"/>
                  </a:ext>
                </a:extLst>
              </p:cNvPr>
              <p:cNvSpPr/>
              <p:nvPr/>
            </p:nvSpPr>
            <p:spPr>
              <a:xfrm flipV="1">
                <a:off x="7078256" y="1411261"/>
                <a:ext cx="11168" cy="94460"/>
              </a:xfrm>
              <a:custGeom>
                <a:avLst/>
                <a:gdLst>
                  <a:gd name="csX0" fmla="*/ -400 w 11168"/>
                  <a:gd name="csY0" fmla="*/ 92099 h 94460"/>
                  <a:gd name="csX1" fmla="*/ 10769 w 11168"/>
                  <a:gd name="csY1" fmla="*/ 92099 h 94460"/>
                  <a:gd name="csX2" fmla="*/ 10769 w 11168"/>
                  <a:gd name="csY2" fmla="*/ -2361 h 94460"/>
                  <a:gd name="csX3" fmla="*/ -400 w 11168"/>
                  <a:gd name="csY3" fmla="*/ -2361 h 94460"/>
                  <a:gd name="csX4" fmla="*/ -400 w 11168"/>
                  <a:gd name="csY4" fmla="*/ 92099 h 9446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1168" h="94460">
                    <a:moveTo>
                      <a:pt x="-400" y="92099"/>
                    </a:moveTo>
                    <a:lnTo>
                      <a:pt x="10769" y="92099"/>
                    </a:lnTo>
                    <a:lnTo>
                      <a:pt x="10769" y="-2361"/>
                    </a:lnTo>
                    <a:lnTo>
                      <a:pt x="-400" y="-2361"/>
                    </a:lnTo>
                    <a:lnTo>
                      <a:pt x="-400" y="92099"/>
                    </a:lnTo>
                    <a:close/>
                  </a:path>
                </a:pathLst>
              </a:custGeom>
              <a:solidFill>
                <a:srgbClr val="FFFFFF"/>
              </a:solidFill>
              <a:ln w="19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1C6ECBE1-6FBA-B391-A6DC-9CBF238EE399}"/>
                  </a:ext>
                </a:extLst>
              </p:cNvPr>
              <p:cNvSpPr/>
              <p:nvPr/>
            </p:nvSpPr>
            <p:spPr>
              <a:xfrm flipV="1">
                <a:off x="7107939" y="1411261"/>
                <a:ext cx="60759" cy="96227"/>
              </a:xfrm>
              <a:custGeom>
                <a:avLst/>
                <a:gdLst>
                  <a:gd name="csX0" fmla="*/ 48168 w 60759"/>
                  <a:gd name="csY0" fmla="*/ 57123 h 96227"/>
                  <a:gd name="csX1" fmla="*/ 48168 w 60759"/>
                  <a:gd name="csY1" fmla="*/ 93913 h 96227"/>
                  <a:gd name="csX2" fmla="*/ 59337 w 60759"/>
                  <a:gd name="csY2" fmla="*/ 93913 h 96227"/>
                  <a:gd name="csX3" fmla="*/ 59337 w 60759"/>
                  <a:gd name="csY3" fmla="*/ -548 h 96227"/>
                  <a:gd name="csX4" fmla="*/ 48168 w 60759"/>
                  <a:gd name="csY4" fmla="*/ -548 h 96227"/>
                  <a:gd name="csX5" fmla="*/ 48168 w 60759"/>
                  <a:gd name="csY5" fmla="*/ 9650 h 96227"/>
                  <a:gd name="csX6" fmla="*/ 39271 w 60759"/>
                  <a:gd name="csY6" fmla="*/ 637 h 96227"/>
                  <a:gd name="csX7" fmla="*/ 26374 w 60759"/>
                  <a:gd name="csY7" fmla="*/ -2315 h 96227"/>
                  <a:gd name="csX8" fmla="*/ 6308 w 60759"/>
                  <a:gd name="csY8" fmla="*/ 7513 h 96227"/>
                  <a:gd name="csX9" fmla="*/ -1423 w 60759"/>
                  <a:gd name="csY9" fmla="*/ 33387 h 96227"/>
                  <a:gd name="csX10" fmla="*/ 6308 w 60759"/>
                  <a:gd name="csY10" fmla="*/ 59240 h 96227"/>
                  <a:gd name="csX11" fmla="*/ 26374 w 60759"/>
                  <a:gd name="csY11" fmla="*/ 69069 h 96227"/>
                  <a:gd name="csX12" fmla="*/ 39271 w 60759"/>
                  <a:gd name="csY12" fmla="*/ 66117 h 96227"/>
                  <a:gd name="csX13" fmla="*/ 48168 w 60759"/>
                  <a:gd name="csY13" fmla="*/ 57123 h 96227"/>
                  <a:gd name="csX14" fmla="*/ 10115 w 60759"/>
                  <a:gd name="csY14" fmla="*/ 33387 h 96227"/>
                  <a:gd name="csX15" fmla="*/ 15185 w 60759"/>
                  <a:gd name="csY15" fmla="*/ 14059 h 96227"/>
                  <a:gd name="csX16" fmla="*/ 29112 w 60759"/>
                  <a:gd name="csY16" fmla="*/ 7047 h 96227"/>
                  <a:gd name="csX17" fmla="*/ 43059 w 60759"/>
                  <a:gd name="csY17" fmla="*/ 14059 h 96227"/>
                  <a:gd name="csX18" fmla="*/ 48168 w 60759"/>
                  <a:gd name="csY18" fmla="*/ 33387 h 96227"/>
                  <a:gd name="csX19" fmla="*/ 43059 w 60759"/>
                  <a:gd name="csY19" fmla="*/ 52714 h 96227"/>
                  <a:gd name="csX20" fmla="*/ 29112 w 60759"/>
                  <a:gd name="csY20" fmla="*/ 59726 h 96227"/>
                  <a:gd name="csX21" fmla="*/ 15185 w 60759"/>
                  <a:gd name="csY21" fmla="*/ 52714 h 96227"/>
                  <a:gd name="csX22" fmla="*/ 10115 w 60759"/>
                  <a:gd name="csY22" fmla="*/ 33387 h 9622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</a:cxnLst>
                <a:rect l="l" t="t" r="r" b="b"/>
                <a:pathLst>
                  <a:path w="60759" h="96227">
                    <a:moveTo>
                      <a:pt x="48168" y="57123"/>
                    </a:moveTo>
                    <a:lnTo>
                      <a:pt x="48168" y="93913"/>
                    </a:lnTo>
                    <a:lnTo>
                      <a:pt x="59337" y="93913"/>
                    </a:lnTo>
                    <a:lnTo>
                      <a:pt x="59337" y="-548"/>
                    </a:lnTo>
                    <a:lnTo>
                      <a:pt x="48168" y="-548"/>
                    </a:lnTo>
                    <a:lnTo>
                      <a:pt x="48168" y="9650"/>
                    </a:lnTo>
                    <a:cubicBezTo>
                      <a:pt x="45824" y="5610"/>
                      <a:pt x="42858" y="2606"/>
                      <a:pt x="39271" y="637"/>
                    </a:cubicBezTo>
                    <a:cubicBezTo>
                      <a:pt x="35697" y="-1331"/>
                      <a:pt x="31398" y="-2315"/>
                      <a:pt x="26374" y="-2315"/>
                    </a:cubicBezTo>
                    <a:cubicBezTo>
                      <a:pt x="18164" y="-2315"/>
                      <a:pt x="11475" y="961"/>
                      <a:pt x="6308" y="7513"/>
                    </a:cubicBezTo>
                    <a:cubicBezTo>
                      <a:pt x="1154" y="14079"/>
                      <a:pt x="-1423" y="22703"/>
                      <a:pt x="-1423" y="33387"/>
                    </a:cubicBezTo>
                    <a:cubicBezTo>
                      <a:pt x="-1423" y="44070"/>
                      <a:pt x="1154" y="52688"/>
                      <a:pt x="6308" y="59240"/>
                    </a:cubicBezTo>
                    <a:cubicBezTo>
                      <a:pt x="11475" y="65793"/>
                      <a:pt x="18164" y="69069"/>
                      <a:pt x="26374" y="69069"/>
                    </a:cubicBezTo>
                    <a:cubicBezTo>
                      <a:pt x="31398" y="69069"/>
                      <a:pt x="35697" y="68085"/>
                      <a:pt x="39271" y="66117"/>
                    </a:cubicBezTo>
                    <a:cubicBezTo>
                      <a:pt x="42858" y="64161"/>
                      <a:pt x="45824" y="61163"/>
                      <a:pt x="48168" y="57123"/>
                    </a:cubicBezTo>
                    <a:close/>
                    <a:moveTo>
                      <a:pt x="10115" y="33387"/>
                    </a:moveTo>
                    <a:cubicBezTo>
                      <a:pt x="10115" y="25177"/>
                      <a:pt x="11805" y="18734"/>
                      <a:pt x="15185" y="14059"/>
                    </a:cubicBezTo>
                    <a:cubicBezTo>
                      <a:pt x="18565" y="9385"/>
                      <a:pt x="23207" y="7047"/>
                      <a:pt x="29112" y="7047"/>
                    </a:cubicBezTo>
                    <a:cubicBezTo>
                      <a:pt x="35017" y="7047"/>
                      <a:pt x="39666" y="9385"/>
                      <a:pt x="43059" y="14059"/>
                    </a:cubicBezTo>
                    <a:cubicBezTo>
                      <a:pt x="46465" y="18734"/>
                      <a:pt x="48168" y="25177"/>
                      <a:pt x="48168" y="33387"/>
                    </a:cubicBezTo>
                    <a:cubicBezTo>
                      <a:pt x="48168" y="41597"/>
                      <a:pt x="46465" y="48039"/>
                      <a:pt x="43059" y="52714"/>
                    </a:cubicBezTo>
                    <a:cubicBezTo>
                      <a:pt x="39666" y="57389"/>
                      <a:pt x="35017" y="59726"/>
                      <a:pt x="29112" y="59726"/>
                    </a:cubicBezTo>
                    <a:cubicBezTo>
                      <a:pt x="23207" y="59726"/>
                      <a:pt x="18565" y="57389"/>
                      <a:pt x="15185" y="52714"/>
                    </a:cubicBezTo>
                    <a:cubicBezTo>
                      <a:pt x="11805" y="48039"/>
                      <a:pt x="10115" y="41597"/>
                      <a:pt x="10115" y="33387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122769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EED0B-074D-56CA-3E9F-5532C10E6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E425D-9424-5C38-13BD-5EC326C1B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Omar T. Amer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0E4379-F629-6824-F36F-B0095A1A5C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26" t="28158" r="11301" b="28256"/>
          <a:stretch>
            <a:fillRect/>
          </a:stretch>
        </p:blipFill>
        <p:spPr>
          <a:xfrm>
            <a:off x="2847277" y="5377273"/>
            <a:ext cx="3449445" cy="800504"/>
          </a:xfrm>
          <a:prstGeom prst="rect">
            <a:avLst/>
          </a:prstGeom>
        </p:spPr>
      </p:pic>
      <p:sp>
        <p:nvSpPr>
          <p:cNvPr id="7" name="Freeform: Shape 6">
            <a:extLst>
              <a:ext uri="{FF2B5EF4-FFF2-40B4-BE49-F238E27FC236}">
                <a16:creationId xmlns:a16="http://schemas.microsoft.com/office/drawing/2014/main" id="{1FD4B760-8B3C-AFD6-B07F-0EAAD798A7E8}"/>
              </a:ext>
            </a:extLst>
          </p:cNvPr>
          <p:cNvSpPr/>
          <p:nvPr/>
        </p:nvSpPr>
        <p:spPr>
          <a:xfrm>
            <a:off x="1886785" y="1116905"/>
            <a:ext cx="5549441" cy="3446024"/>
          </a:xfrm>
          <a:custGeom>
            <a:avLst/>
            <a:gdLst>
              <a:gd name="csX0" fmla="*/ 0 w 5549441"/>
              <a:gd name="csY0" fmla="*/ 3446024 h 3446024"/>
              <a:gd name="csX1" fmla="*/ 5549442 w 5549441"/>
              <a:gd name="csY1" fmla="*/ 3446024 h 3446024"/>
              <a:gd name="csX2" fmla="*/ 5549442 w 5549441"/>
              <a:gd name="csY2" fmla="*/ 0 h 3446024"/>
              <a:gd name="csX3" fmla="*/ 0 w 5549441"/>
              <a:gd name="csY3" fmla="*/ 0 h 34460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549441" h="3446024">
                <a:moveTo>
                  <a:pt x="0" y="3446024"/>
                </a:moveTo>
                <a:lnTo>
                  <a:pt x="5549442" y="3446024"/>
                </a:lnTo>
                <a:lnTo>
                  <a:pt x="5549442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12419" cap="flat">
            <a:noFill/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grpSp>
        <p:nvGrpSpPr>
          <p:cNvPr id="9" name="Graphic 7">
            <a:extLst>
              <a:ext uri="{FF2B5EF4-FFF2-40B4-BE49-F238E27FC236}">
                <a16:creationId xmlns:a16="http://schemas.microsoft.com/office/drawing/2014/main" id="{0FDCC5FF-78FD-F8CA-EB8B-CCB1D272D298}"/>
              </a:ext>
            </a:extLst>
          </p:cNvPr>
          <p:cNvGrpSpPr/>
          <p:nvPr/>
        </p:nvGrpSpPr>
        <p:grpSpPr>
          <a:xfrm>
            <a:off x="2107681" y="1116905"/>
            <a:ext cx="5198059" cy="3858281"/>
            <a:chOff x="2107681" y="1116905"/>
            <a:chExt cx="5198059" cy="3858281"/>
          </a:xfrm>
        </p:grpSpPr>
        <p:grpSp>
          <p:nvGrpSpPr>
            <p:cNvPr id="10" name="Graphic 7">
              <a:extLst>
                <a:ext uri="{FF2B5EF4-FFF2-40B4-BE49-F238E27FC236}">
                  <a16:creationId xmlns:a16="http://schemas.microsoft.com/office/drawing/2014/main" id="{90BC1DCD-4DEE-4728-4057-8D55F5D244BB}"/>
                </a:ext>
              </a:extLst>
            </p:cNvPr>
            <p:cNvGrpSpPr/>
            <p:nvPr/>
          </p:nvGrpSpPr>
          <p:grpSpPr>
            <a:xfrm>
              <a:off x="2107681" y="4562929"/>
              <a:ext cx="62643" cy="183248"/>
              <a:chOff x="2107681" y="4562929"/>
              <a:chExt cx="62643" cy="183248"/>
            </a:xfrm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3D56D7AB-0CB8-9ED9-875E-FB5603F654AB}"/>
                  </a:ext>
                </a:extLst>
              </p:cNvPr>
              <p:cNvSpPr/>
              <p:nvPr/>
            </p:nvSpPr>
            <p:spPr>
              <a:xfrm>
                <a:off x="2139032" y="4562929"/>
                <a:ext cx="12431" cy="43510"/>
              </a:xfrm>
              <a:custGeom>
                <a:avLst/>
                <a:gdLst>
                  <a:gd name="csX0" fmla="*/ 92 w 12431"/>
                  <a:gd name="csY0" fmla="*/ 320 h 43510"/>
                  <a:gd name="csX1" fmla="*/ 92 w 12431"/>
                  <a:gd name="csY1" fmla="*/ 43831 h 435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431" h="43510">
                    <a:moveTo>
                      <a:pt x="92" y="320"/>
                    </a:moveTo>
                    <a:lnTo>
                      <a:pt x="92" y="43831"/>
                    </a:lnTo>
                  </a:path>
                </a:pathLst>
              </a:custGeom>
              <a:solidFill>
                <a:srgbClr val="FFFFFF"/>
              </a:solidFill>
              <a:ln w="9935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9EB8FCD6-E949-F05B-4DB9-1FA130D41FB0}"/>
                  </a:ext>
                </a:extLst>
              </p:cNvPr>
              <p:cNvSpPr/>
              <p:nvPr/>
            </p:nvSpPr>
            <p:spPr>
              <a:xfrm flipV="1">
                <a:off x="2107681" y="4652145"/>
                <a:ext cx="62643" cy="94032"/>
              </a:xfrm>
              <a:custGeom>
                <a:avLst/>
                <a:gdLst>
                  <a:gd name="csX0" fmla="*/ 29370 w 62643"/>
                  <a:gd name="csY0" fmla="*/ 82323 h 94032"/>
                  <a:gd name="csX1" fmla="*/ 15132 w 62643"/>
                  <a:gd name="csY1" fmla="*/ 72999 h 94032"/>
                  <a:gd name="csX2" fmla="*/ 10373 w 62643"/>
                  <a:gd name="csY2" fmla="*/ 44989 h 94032"/>
                  <a:gd name="csX3" fmla="*/ 15132 w 62643"/>
                  <a:gd name="csY3" fmla="*/ 17038 h 94032"/>
                  <a:gd name="csX4" fmla="*/ 29370 w 62643"/>
                  <a:gd name="csY4" fmla="*/ 7714 h 94032"/>
                  <a:gd name="csX5" fmla="*/ 43666 w 62643"/>
                  <a:gd name="csY5" fmla="*/ 17038 h 94032"/>
                  <a:gd name="csX6" fmla="*/ 48444 w 62643"/>
                  <a:gd name="csY6" fmla="*/ 44989 h 94032"/>
                  <a:gd name="csX7" fmla="*/ 43666 w 62643"/>
                  <a:gd name="csY7" fmla="*/ 72999 h 94032"/>
                  <a:gd name="csX8" fmla="*/ 29370 w 62643"/>
                  <a:gd name="csY8" fmla="*/ 82323 h 94032"/>
                  <a:gd name="csX9" fmla="*/ 29370 w 62643"/>
                  <a:gd name="csY9" fmla="*/ 92035 h 94032"/>
                  <a:gd name="csX10" fmla="*/ 52659 w 62643"/>
                  <a:gd name="csY10" fmla="*/ 79972 h 94032"/>
                  <a:gd name="csX11" fmla="*/ 60701 w 62643"/>
                  <a:gd name="csY11" fmla="*/ 44989 h 94032"/>
                  <a:gd name="csX12" fmla="*/ 52659 w 62643"/>
                  <a:gd name="csY12" fmla="*/ 10045 h 94032"/>
                  <a:gd name="csX13" fmla="*/ 29370 w 62643"/>
                  <a:gd name="csY13" fmla="*/ -1998 h 94032"/>
                  <a:gd name="csX14" fmla="*/ 6099 w 62643"/>
                  <a:gd name="csY14" fmla="*/ 10045 h 94032"/>
                  <a:gd name="csX15" fmla="*/ -1942 w 62643"/>
                  <a:gd name="csY15" fmla="*/ 44989 h 94032"/>
                  <a:gd name="csX16" fmla="*/ 6099 w 62643"/>
                  <a:gd name="csY16" fmla="*/ 79972 h 94032"/>
                  <a:gd name="csX17" fmla="*/ 29370 w 62643"/>
                  <a:gd name="csY17" fmla="*/ 92035 h 940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</a:cxnLst>
                <a:rect l="l" t="t" r="r" b="b"/>
                <a:pathLst>
                  <a:path w="62643" h="94032">
                    <a:moveTo>
                      <a:pt x="29370" y="82323"/>
                    </a:moveTo>
                    <a:cubicBezTo>
                      <a:pt x="23063" y="82323"/>
                      <a:pt x="18317" y="79215"/>
                      <a:pt x="15132" y="72999"/>
                    </a:cubicBezTo>
                    <a:cubicBezTo>
                      <a:pt x="11959" y="66796"/>
                      <a:pt x="10373" y="57460"/>
                      <a:pt x="10373" y="44989"/>
                    </a:cubicBezTo>
                    <a:cubicBezTo>
                      <a:pt x="10373" y="32571"/>
                      <a:pt x="11959" y="23253"/>
                      <a:pt x="15132" y="17038"/>
                    </a:cubicBezTo>
                    <a:cubicBezTo>
                      <a:pt x="18317" y="10822"/>
                      <a:pt x="23063" y="7714"/>
                      <a:pt x="29370" y="7714"/>
                    </a:cubicBezTo>
                    <a:cubicBezTo>
                      <a:pt x="35728" y="7714"/>
                      <a:pt x="40493" y="10822"/>
                      <a:pt x="43666" y="17038"/>
                    </a:cubicBezTo>
                    <a:cubicBezTo>
                      <a:pt x="46852" y="23253"/>
                      <a:pt x="48444" y="32571"/>
                      <a:pt x="48444" y="44989"/>
                    </a:cubicBezTo>
                    <a:cubicBezTo>
                      <a:pt x="48444" y="57460"/>
                      <a:pt x="46852" y="66796"/>
                      <a:pt x="43666" y="72999"/>
                    </a:cubicBezTo>
                    <a:cubicBezTo>
                      <a:pt x="40493" y="79215"/>
                      <a:pt x="35728" y="82323"/>
                      <a:pt x="29370" y="82323"/>
                    </a:cubicBezTo>
                    <a:close/>
                    <a:moveTo>
                      <a:pt x="29370" y="92035"/>
                    </a:moveTo>
                    <a:cubicBezTo>
                      <a:pt x="39535" y="92035"/>
                      <a:pt x="47298" y="88014"/>
                      <a:pt x="52659" y="79972"/>
                    </a:cubicBezTo>
                    <a:cubicBezTo>
                      <a:pt x="58021" y="71944"/>
                      <a:pt x="60701" y="60283"/>
                      <a:pt x="60701" y="44989"/>
                    </a:cubicBezTo>
                    <a:cubicBezTo>
                      <a:pt x="60701" y="29735"/>
                      <a:pt x="58021" y="18087"/>
                      <a:pt x="52659" y="10045"/>
                    </a:cubicBezTo>
                    <a:cubicBezTo>
                      <a:pt x="47298" y="2016"/>
                      <a:pt x="39535" y="-1998"/>
                      <a:pt x="29370" y="-1998"/>
                    </a:cubicBezTo>
                    <a:cubicBezTo>
                      <a:pt x="19217" y="-1998"/>
                      <a:pt x="11461" y="2016"/>
                      <a:pt x="6099" y="10045"/>
                    </a:cubicBezTo>
                    <a:cubicBezTo>
                      <a:pt x="738" y="18087"/>
                      <a:pt x="-1942" y="29735"/>
                      <a:pt x="-1942" y="44989"/>
                    </a:cubicBezTo>
                    <a:cubicBezTo>
                      <a:pt x="-1942" y="60283"/>
                      <a:pt x="738" y="71944"/>
                      <a:pt x="6099" y="79972"/>
                    </a:cubicBezTo>
                    <a:cubicBezTo>
                      <a:pt x="11461" y="88014"/>
                      <a:pt x="19217" y="92035"/>
                      <a:pt x="29370" y="920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3" name="Graphic 7">
              <a:extLst>
                <a:ext uri="{FF2B5EF4-FFF2-40B4-BE49-F238E27FC236}">
                  <a16:creationId xmlns:a16="http://schemas.microsoft.com/office/drawing/2014/main" id="{2800836A-799C-A1B8-4CDD-7DF37980F76A}"/>
                </a:ext>
              </a:extLst>
            </p:cNvPr>
            <p:cNvGrpSpPr/>
            <p:nvPr/>
          </p:nvGrpSpPr>
          <p:grpSpPr>
            <a:xfrm>
              <a:off x="3127768" y="4562929"/>
              <a:ext cx="57534" cy="181481"/>
              <a:chOff x="3127768" y="4562929"/>
              <a:chExt cx="57534" cy="181481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E7744525-97D9-AFCB-78E7-2A44D4BD62CD}"/>
                  </a:ext>
                </a:extLst>
              </p:cNvPr>
              <p:cNvSpPr/>
              <p:nvPr/>
            </p:nvSpPr>
            <p:spPr>
              <a:xfrm>
                <a:off x="3158206" y="4562929"/>
                <a:ext cx="12431" cy="43510"/>
              </a:xfrm>
              <a:custGeom>
                <a:avLst/>
                <a:gdLst>
                  <a:gd name="csX0" fmla="*/ 174 w 12431"/>
                  <a:gd name="csY0" fmla="*/ 320 h 43510"/>
                  <a:gd name="csX1" fmla="*/ 174 w 12431"/>
                  <a:gd name="csY1" fmla="*/ 43831 h 435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431" h="43510">
                    <a:moveTo>
                      <a:pt x="174" y="320"/>
                    </a:moveTo>
                    <a:lnTo>
                      <a:pt x="174" y="43831"/>
                    </a:lnTo>
                  </a:path>
                </a:pathLst>
              </a:custGeom>
              <a:solidFill>
                <a:srgbClr val="FFFFFF"/>
              </a:solidFill>
              <a:ln w="9935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C4F899E3-1794-AD9C-0669-A1B5512C84D7}"/>
                  </a:ext>
                </a:extLst>
              </p:cNvPr>
              <p:cNvSpPr/>
              <p:nvPr/>
            </p:nvSpPr>
            <p:spPr>
              <a:xfrm flipV="1">
                <a:off x="3127768" y="4652145"/>
                <a:ext cx="57534" cy="92265"/>
              </a:xfrm>
              <a:custGeom>
                <a:avLst/>
                <a:gdLst>
                  <a:gd name="csX0" fmla="*/ 12967 w 57534"/>
                  <a:gd name="csY0" fmla="*/ 8271 h 92265"/>
                  <a:gd name="csX1" fmla="*/ 55759 w 57534"/>
                  <a:gd name="csY1" fmla="*/ 8271 h 92265"/>
                  <a:gd name="csX2" fmla="*/ 55759 w 57534"/>
                  <a:gd name="csY2" fmla="*/ -2044 h 92265"/>
                  <a:gd name="csX3" fmla="*/ -1776 w 57534"/>
                  <a:gd name="csY3" fmla="*/ -2044 h 92265"/>
                  <a:gd name="csX4" fmla="*/ -1776 w 57534"/>
                  <a:gd name="csY4" fmla="*/ 8271 h 92265"/>
                  <a:gd name="csX5" fmla="*/ 17241 w 57534"/>
                  <a:gd name="csY5" fmla="*/ 27656 h 92265"/>
                  <a:gd name="csX6" fmla="*/ 32391 w 57534"/>
                  <a:gd name="csY6" fmla="*/ 43370 h 92265"/>
                  <a:gd name="csX7" fmla="*/ 40608 w 57534"/>
                  <a:gd name="csY7" fmla="*/ 54559 h 92265"/>
                  <a:gd name="csX8" fmla="*/ 42958 w 57534"/>
                  <a:gd name="csY8" fmla="*/ 63572 h 92265"/>
                  <a:gd name="csX9" fmla="*/ 37889 w 57534"/>
                  <a:gd name="csY9" fmla="*/ 75343 h 92265"/>
                  <a:gd name="csX10" fmla="*/ 24680 w 57534"/>
                  <a:gd name="csY10" fmla="*/ 79907 h 92265"/>
                  <a:gd name="csX11" fmla="*/ 12501 w 57534"/>
                  <a:gd name="csY11" fmla="*/ 77907 h 92265"/>
                  <a:gd name="csX12" fmla="*/ -1174 w 57534"/>
                  <a:gd name="csY12" fmla="*/ 71827 h 92265"/>
                  <a:gd name="csX13" fmla="*/ -1174 w 57534"/>
                  <a:gd name="csY13" fmla="*/ 84220 h 92265"/>
                  <a:gd name="csX14" fmla="*/ 12656 w 57534"/>
                  <a:gd name="csY14" fmla="*/ 88707 h 92265"/>
                  <a:gd name="csX15" fmla="*/ 24447 w 57534"/>
                  <a:gd name="csY15" fmla="*/ 90222 h 92265"/>
                  <a:gd name="csX16" fmla="*/ 46901 w 57534"/>
                  <a:gd name="csY16" fmla="*/ 83171 h 92265"/>
                  <a:gd name="csX17" fmla="*/ 55273 w 57534"/>
                  <a:gd name="csY17" fmla="*/ 64368 h 92265"/>
                  <a:gd name="csX18" fmla="*/ 53175 w 57534"/>
                  <a:gd name="csY18" fmla="*/ 53762 h 92265"/>
                  <a:gd name="csX19" fmla="*/ 45561 w 57534"/>
                  <a:gd name="csY19" fmla="*/ 41972 h 92265"/>
                  <a:gd name="csX20" fmla="*/ 35907 w 57534"/>
                  <a:gd name="csY20" fmla="*/ 31793 h 92265"/>
                  <a:gd name="csX21" fmla="*/ 12967 w 57534"/>
                  <a:gd name="csY21" fmla="*/ 8271 h 9226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</a:cxnLst>
                <a:rect l="l" t="t" r="r" b="b"/>
                <a:pathLst>
                  <a:path w="57534" h="92265">
                    <a:moveTo>
                      <a:pt x="12967" y="8271"/>
                    </a:moveTo>
                    <a:lnTo>
                      <a:pt x="55759" y="8271"/>
                    </a:lnTo>
                    <a:lnTo>
                      <a:pt x="55759" y="-2044"/>
                    </a:lnTo>
                    <a:lnTo>
                      <a:pt x="-1776" y="-2044"/>
                    </a:lnTo>
                    <a:lnTo>
                      <a:pt x="-1776" y="8271"/>
                    </a:lnTo>
                    <a:cubicBezTo>
                      <a:pt x="2873" y="13088"/>
                      <a:pt x="9212" y="19550"/>
                      <a:pt x="17241" y="27656"/>
                    </a:cubicBezTo>
                    <a:cubicBezTo>
                      <a:pt x="25282" y="35775"/>
                      <a:pt x="30332" y="41013"/>
                      <a:pt x="32391" y="43370"/>
                    </a:cubicBezTo>
                    <a:cubicBezTo>
                      <a:pt x="36315" y="47773"/>
                      <a:pt x="39054" y="51503"/>
                      <a:pt x="40608" y="54559"/>
                    </a:cubicBezTo>
                    <a:cubicBezTo>
                      <a:pt x="42175" y="57615"/>
                      <a:pt x="42958" y="60619"/>
                      <a:pt x="42958" y="63572"/>
                    </a:cubicBezTo>
                    <a:cubicBezTo>
                      <a:pt x="42958" y="68389"/>
                      <a:pt x="41268" y="72312"/>
                      <a:pt x="37889" y="75343"/>
                    </a:cubicBezTo>
                    <a:cubicBezTo>
                      <a:pt x="34509" y="78386"/>
                      <a:pt x="30106" y="79907"/>
                      <a:pt x="24680" y="79907"/>
                    </a:cubicBezTo>
                    <a:cubicBezTo>
                      <a:pt x="20834" y="79907"/>
                      <a:pt x="16774" y="79240"/>
                      <a:pt x="12501" y="77907"/>
                    </a:cubicBezTo>
                    <a:cubicBezTo>
                      <a:pt x="8241" y="76573"/>
                      <a:pt x="3682" y="74546"/>
                      <a:pt x="-1174" y="71827"/>
                    </a:cubicBezTo>
                    <a:lnTo>
                      <a:pt x="-1174" y="84220"/>
                    </a:lnTo>
                    <a:cubicBezTo>
                      <a:pt x="3760" y="86201"/>
                      <a:pt x="8370" y="87697"/>
                      <a:pt x="12656" y="88707"/>
                    </a:cubicBezTo>
                    <a:cubicBezTo>
                      <a:pt x="16956" y="89717"/>
                      <a:pt x="20886" y="90222"/>
                      <a:pt x="24447" y="90222"/>
                    </a:cubicBezTo>
                    <a:cubicBezTo>
                      <a:pt x="33835" y="90222"/>
                      <a:pt x="41320" y="87871"/>
                      <a:pt x="46901" y="83171"/>
                    </a:cubicBezTo>
                    <a:cubicBezTo>
                      <a:pt x="52483" y="78483"/>
                      <a:pt x="55273" y="72215"/>
                      <a:pt x="55273" y="64368"/>
                    </a:cubicBezTo>
                    <a:cubicBezTo>
                      <a:pt x="55273" y="60638"/>
                      <a:pt x="54574" y="57103"/>
                      <a:pt x="53175" y="53762"/>
                    </a:cubicBezTo>
                    <a:cubicBezTo>
                      <a:pt x="51790" y="50434"/>
                      <a:pt x="49252" y="46504"/>
                      <a:pt x="45561" y="41972"/>
                    </a:cubicBezTo>
                    <a:cubicBezTo>
                      <a:pt x="44551" y="40793"/>
                      <a:pt x="41333" y="37401"/>
                      <a:pt x="35907" y="31793"/>
                    </a:cubicBezTo>
                    <a:cubicBezTo>
                      <a:pt x="30494" y="26186"/>
                      <a:pt x="22848" y="18345"/>
                      <a:pt x="12967" y="8271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6" name="Graphic 7">
              <a:extLst>
                <a:ext uri="{FF2B5EF4-FFF2-40B4-BE49-F238E27FC236}">
                  <a16:creationId xmlns:a16="http://schemas.microsoft.com/office/drawing/2014/main" id="{C29D8BAD-3DA3-3529-F0C9-F173D0D3BA26}"/>
                </a:ext>
              </a:extLst>
            </p:cNvPr>
            <p:cNvGrpSpPr/>
            <p:nvPr/>
          </p:nvGrpSpPr>
          <p:grpSpPr>
            <a:xfrm>
              <a:off x="4143912" y="4562929"/>
              <a:ext cx="66042" cy="181481"/>
              <a:chOff x="4143912" y="4562929"/>
              <a:chExt cx="66042" cy="181481"/>
            </a:xfrm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184FCA60-6E19-267D-77F2-A7FF5EC1E24B}"/>
                  </a:ext>
                </a:extLst>
              </p:cNvPr>
              <p:cNvSpPr/>
              <p:nvPr/>
            </p:nvSpPr>
            <p:spPr>
              <a:xfrm>
                <a:off x="4177380" y="4562929"/>
                <a:ext cx="12431" cy="43510"/>
              </a:xfrm>
              <a:custGeom>
                <a:avLst/>
                <a:gdLst>
                  <a:gd name="csX0" fmla="*/ 256 w 12431"/>
                  <a:gd name="csY0" fmla="*/ 320 h 43510"/>
                  <a:gd name="csX1" fmla="*/ 256 w 12431"/>
                  <a:gd name="csY1" fmla="*/ 43831 h 435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431" h="43510">
                    <a:moveTo>
                      <a:pt x="256" y="320"/>
                    </a:moveTo>
                    <a:lnTo>
                      <a:pt x="256" y="43831"/>
                    </a:lnTo>
                  </a:path>
                </a:pathLst>
              </a:custGeom>
              <a:solidFill>
                <a:srgbClr val="FFFFFF"/>
              </a:solidFill>
              <a:ln w="9935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5A1B4645-0F1F-6D80-B6C6-30EB009F0D96}"/>
                  </a:ext>
                </a:extLst>
              </p:cNvPr>
              <p:cNvSpPr/>
              <p:nvPr/>
            </p:nvSpPr>
            <p:spPr>
              <a:xfrm flipV="1">
                <a:off x="4143912" y="4653777"/>
                <a:ext cx="66042" cy="90633"/>
              </a:xfrm>
              <a:custGeom>
                <a:avLst/>
                <a:gdLst>
                  <a:gd name="csX0" fmla="*/ 39151 w 66042"/>
                  <a:gd name="csY0" fmla="*/ 77949 h 90633"/>
                  <a:gd name="csX1" fmla="*/ 8188 w 66042"/>
                  <a:gd name="csY1" fmla="*/ 29563 h 90633"/>
                  <a:gd name="csX2" fmla="*/ 39151 w 66042"/>
                  <a:gd name="csY2" fmla="*/ 29563 h 90633"/>
                  <a:gd name="csX3" fmla="*/ 39151 w 66042"/>
                  <a:gd name="csY3" fmla="*/ 77949 h 90633"/>
                  <a:gd name="csX4" fmla="*/ 35926 w 66042"/>
                  <a:gd name="csY4" fmla="*/ 88632 h 90633"/>
                  <a:gd name="csX5" fmla="*/ 51349 w 66042"/>
                  <a:gd name="csY5" fmla="*/ 88632 h 90633"/>
                  <a:gd name="csX6" fmla="*/ 51349 w 66042"/>
                  <a:gd name="csY6" fmla="*/ 29563 h 90633"/>
                  <a:gd name="csX7" fmla="*/ 64286 w 66042"/>
                  <a:gd name="csY7" fmla="*/ 29563 h 90633"/>
                  <a:gd name="csX8" fmla="*/ 64286 w 66042"/>
                  <a:gd name="csY8" fmla="*/ 19365 h 90633"/>
                  <a:gd name="csX9" fmla="*/ 51349 w 66042"/>
                  <a:gd name="csY9" fmla="*/ 19365 h 90633"/>
                  <a:gd name="csX10" fmla="*/ 51349 w 66042"/>
                  <a:gd name="csY10" fmla="*/ -2002 h 90633"/>
                  <a:gd name="csX11" fmla="*/ 39151 w 66042"/>
                  <a:gd name="csY11" fmla="*/ -2002 h 90633"/>
                  <a:gd name="csX12" fmla="*/ 39151 w 66042"/>
                  <a:gd name="csY12" fmla="*/ 19365 h 90633"/>
                  <a:gd name="csX13" fmla="*/ -1757 w 66042"/>
                  <a:gd name="csY13" fmla="*/ 19365 h 90633"/>
                  <a:gd name="csX14" fmla="*/ -1757 w 66042"/>
                  <a:gd name="csY14" fmla="*/ 31194 h 90633"/>
                  <a:gd name="csX15" fmla="*/ 35926 w 66042"/>
                  <a:gd name="csY15" fmla="*/ 88632 h 9063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66042" h="90633">
                    <a:moveTo>
                      <a:pt x="39151" y="77949"/>
                    </a:moveTo>
                    <a:lnTo>
                      <a:pt x="8188" y="29563"/>
                    </a:lnTo>
                    <a:lnTo>
                      <a:pt x="39151" y="29563"/>
                    </a:lnTo>
                    <a:lnTo>
                      <a:pt x="39151" y="77949"/>
                    </a:lnTo>
                    <a:close/>
                    <a:moveTo>
                      <a:pt x="35926" y="88632"/>
                    </a:moveTo>
                    <a:lnTo>
                      <a:pt x="51349" y="88632"/>
                    </a:lnTo>
                    <a:lnTo>
                      <a:pt x="51349" y="29563"/>
                    </a:lnTo>
                    <a:lnTo>
                      <a:pt x="64286" y="29563"/>
                    </a:lnTo>
                    <a:lnTo>
                      <a:pt x="64286" y="19365"/>
                    </a:lnTo>
                    <a:lnTo>
                      <a:pt x="51349" y="19365"/>
                    </a:lnTo>
                    <a:lnTo>
                      <a:pt x="51349" y="-2002"/>
                    </a:lnTo>
                    <a:lnTo>
                      <a:pt x="39151" y="-2002"/>
                    </a:lnTo>
                    <a:lnTo>
                      <a:pt x="39151" y="19365"/>
                    </a:lnTo>
                    <a:lnTo>
                      <a:pt x="-1757" y="19365"/>
                    </a:lnTo>
                    <a:lnTo>
                      <a:pt x="-1757" y="31194"/>
                    </a:lnTo>
                    <a:lnTo>
                      <a:pt x="35926" y="88632"/>
                    </a:lnTo>
                    <a:close/>
                  </a:path>
                </a:pathLst>
              </a:custGeom>
              <a:solidFill>
                <a:srgbClr val="FFFFFF"/>
              </a:solidFill>
              <a:ln w="19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9" name="Graphic 7">
              <a:extLst>
                <a:ext uri="{FF2B5EF4-FFF2-40B4-BE49-F238E27FC236}">
                  <a16:creationId xmlns:a16="http://schemas.microsoft.com/office/drawing/2014/main" id="{017298F1-AC2D-00B5-FFE0-67DB0E2F74D3}"/>
                </a:ext>
              </a:extLst>
            </p:cNvPr>
            <p:cNvGrpSpPr/>
            <p:nvPr/>
          </p:nvGrpSpPr>
          <p:grpSpPr>
            <a:xfrm>
              <a:off x="5165689" y="4562929"/>
              <a:ext cx="62585" cy="183248"/>
              <a:chOff x="5165689" y="4562929"/>
              <a:chExt cx="62585" cy="183248"/>
            </a:xfrm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75C6452A-9B1D-FC20-CCC9-7BAFFA95E608}"/>
                  </a:ext>
                </a:extLst>
              </p:cNvPr>
              <p:cNvSpPr/>
              <p:nvPr/>
            </p:nvSpPr>
            <p:spPr>
              <a:xfrm>
                <a:off x="5196554" y="4562929"/>
                <a:ext cx="12431" cy="43510"/>
              </a:xfrm>
              <a:custGeom>
                <a:avLst/>
                <a:gdLst>
                  <a:gd name="csX0" fmla="*/ 338 w 12431"/>
                  <a:gd name="csY0" fmla="*/ 320 h 43510"/>
                  <a:gd name="csX1" fmla="*/ 338 w 12431"/>
                  <a:gd name="csY1" fmla="*/ 43831 h 435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431" h="43510">
                    <a:moveTo>
                      <a:pt x="338" y="320"/>
                    </a:moveTo>
                    <a:lnTo>
                      <a:pt x="338" y="43831"/>
                    </a:lnTo>
                  </a:path>
                </a:pathLst>
              </a:custGeom>
              <a:solidFill>
                <a:srgbClr val="FFFFFF"/>
              </a:solidFill>
              <a:ln w="9935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A65398E6-931C-DEBB-5EA2-04A7F01EEB7B}"/>
                  </a:ext>
                </a:extLst>
              </p:cNvPr>
              <p:cNvSpPr/>
              <p:nvPr/>
            </p:nvSpPr>
            <p:spPr>
              <a:xfrm flipV="1">
                <a:off x="5165689" y="4652145"/>
                <a:ext cx="62585" cy="94032"/>
              </a:xfrm>
              <a:custGeom>
                <a:avLst/>
                <a:gdLst>
                  <a:gd name="csX0" fmla="*/ 30641 w 62585"/>
                  <a:gd name="csY0" fmla="*/ 49962 h 94032"/>
                  <a:gd name="csX1" fmla="*/ 17549 w 62585"/>
                  <a:gd name="csY1" fmla="*/ 44309 h 94032"/>
                  <a:gd name="csX2" fmla="*/ 12732 w 62585"/>
                  <a:gd name="csY2" fmla="*/ 28848 h 94032"/>
                  <a:gd name="csX3" fmla="*/ 17549 w 62585"/>
                  <a:gd name="csY3" fmla="*/ 13386 h 94032"/>
                  <a:gd name="csX4" fmla="*/ 30641 w 62585"/>
                  <a:gd name="csY4" fmla="*/ 7714 h 94032"/>
                  <a:gd name="csX5" fmla="*/ 43714 w 62585"/>
                  <a:gd name="csY5" fmla="*/ 13386 h 94032"/>
                  <a:gd name="csX6" fmla="*/ 48531 w 62585"/>
                  <a:gd name="csY6" fmla="*/ 28848 h 94032"/>
                  <a:gd name="csX7" fmla="*/ 43714 w 62585"/>
                  <a:gd name="csY7" fmla="*/ 44309 h 94032"/>
                  <a:gd name="csX8" fmla="*/ 30641 w 62585"/>
                  <a:gd name="csY8" fmla="*/ 49962 h 94032"/>
                  <a:gd name="csX9" fmla="*/ 54980 w 62585"/>
                  <a:gd name="csY9" fmla="*/ 88402 h 94032"/>
                  <a:gd name="csX10" fmla="*/ 54980 w 62585"/>
                  <a:gd name="csY10" fmla="*/ 77234 h 94032"/>
                  <a:gd name="csX11" fmla="*/ 45656 w 62585"/>
                  <a:gd name="csY11" fmla="*/ 80555 h 94032"/>
                  <a:gd name="csX12" fmla="*/ 36332 w 62585"/>
                  <a:gd name="csY12" fmla="*/ 81721 h 94032"/>
                  <a:gd name="csX13" fmla="*/ 17782 w 62585"/>
                  <a:gd name="csY13" fmla="*/ 73523 h 94032"/>
                  <a:gd name="csX14" fmla="*/ 10479 w 62585"/>
                  <a:gd name="csY14" fmla="*/ 48758 h 94032"/>
                  <a:gd name="csX15" fmla="*/ 19453 w 62585"/>
                  <a:gd name="csY15" fmla="*/ 56857 h 94032"/>
                  <a:gd name="csX16" fmla="*/ 31360 w 62585"/>
                  <a:gd name="csY16" fmla="*/ 59674 h 94032"/>
                  <a:gd name="csX17" fmla="*/ 52940 w 62585"/>
                  <a:gd name="csY17" fmla="*/ 51380 h 94032"/>
                  <a:gd name="csX18" fmla="*/ 60865 w 62585"/>
                  <a:gd name="csY18" fmla="*/ 28848 h 94032"/>
                  <a:gd name="csX19" fmla="*/ 52610 w 62585"/>
                  <a:gd name="csY19" fmla="*/ 6432 h 94032"/>
                  <a:gd name="csX20" fmla="*/ 30641 w 62585"/>
                  <a:gd name="csY20" fmla="*/ -1998 h 94032"/>
                  <a:gd name="csX21" fmla="*/ 6594 w 62585"/>
                  <a:gd name="csY21" fmla="*/ 10045 h 94032"/>
                  <a:gd name="csX22" fmla="*/ -1720 w 62585"/>
                  <a:gd name="csY22" fmla="*/ 44989 h 94032"/>
                  <a:gd name="csX23" fmla="*/ 8478 w 62585"/>
                  <a:gd name="csY23" fmla="*/ 79254 h 94032"/>
                  <a:gd name="csX24" fmla="*/ 35847 w 62585"/>
                  <a:gd name="csY24" fmla="*/ 92035 h 94032"/>
                  <a:gd name="csX25" fmla="*/ 45171 w 62585"/>
                  <a:gd name="csY25" fmla="*/ 91122 h 94032"/>
                  <a:gd name="csX26" fmla="*/ 54980 w 62585"/>
                  <a:gd name="csY26" fmla="*/ 88402 h 940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</a:cxnLst>
                <a:rect l="l" t="t" r="r" b="b"/>
                <a:pathLst>
                  <a:path w="62585" h="94032">
                    <a:moveTo>
                      <a:pt x="30641" y="49962"/>
                    </a:moveTo>
                    <a:cubicBezTo>
                      <a:pt x="25138" y="49962"/>
                      <a:pt x="20774" y="48078"/>
                      <a:pt x="17549" y="44309"/>
                    </a:cubicBezTo>
                    <a:cubicBezTo>
                      <a:pt x="14338" y="40554"/>
                      <a:pt x="12732" y="35400"/>
                      <a:pt x="12732" y="28848"/>
                    </a:cubicBezTo>
                    <a:cubicBezTo>
                      <a:pt x="12732" y="22334"/>
                      <a:pt x="14338" y="17180"/>
                      <a:pt x="17549" y="13386"/>
                    </a:cubicBezTo>
                    <a:cubicBezTo>
                      <a:pt x="20774" y="9605"/>
                      <a:pt x="25138" y="7714"/>
                      <a:pt x="30641" y="7714"/>
                    </a:cubicBezTo>
                    <a:cubicBezTo>
                      <a:pt x="36145" y="7714"/>
                      <a:pt x="40502" y="9605"/>
                      <a:pt x="43714" y="13386"/>
                    </a:cubicBezTo>
                    <a:cubicBezTo>
                      <a:pt x="46925" y="17180"/>
                      <a:pt x="48531" y="22334"/>
                      <a:pt x="48531" y="28848"/>
                    </a:cubicBezTo>
                    <a:cubicBezTo>
                      <a:pt x="48531" y="35400"/>
                      <a:pt x="46925" y="40554"/>
                      <a:pt x="43714" y="44309"/>
                    </a:cubicBezTo>
                    <a:cubicBezTo>
                      <a:pt x="40502" y="48078"/>
                      <a:pt x="36145" y="49962"/>
                      <a:pt x="30641" y="49962"/>
                    </a:cubicBezTo>
                    <a:close/>
                    <a:moveTo>
                      <a:pt x="54980" y="88402"/>
                    </a:moveTo>
                    <a:lnTo>
                      <a:pt x="54980" y="77234"/>
                    </a:lnTo>
                    <a:cubicBezTo>
                      <a:pt x="51898" y="78684"/>
                      <a:pt x="48790" y="79791"/>
                      <a:pt x="45656" y="80555"/>
                    </a:cubicBezTo>
                    <a:cubicBezTo>
                      <a:pt x="42522" y="81332"/>
                      <a:pt x="39414" y="81721"/>
                      <a:pt x="36332" y="81721"/>
                    </a:cubicBezTo>
                    <a:cubicBezTo>
                      <a:pt x="28239" y="81721"/>
                      <a:pt x="22056" y="78988"/>
                      <a:pt x="17782" y="73523"/>
                    </a:cubicBezTo>
                    <a:cubicBezTo>
                      <a:pt x="13522" y="68059"/>
                      <a:pt x="11087" y="59803"/>
                      <a:pt x="10479" y="48758"/>
                    </a:cubicBezTo>
                    <a:cubicBezTo>
                      <a:pt x="12861" y="52280"/>
                      <a:pt x="15853" y="54980"/>
                      <a:pt x="19453" y="56857"/>
                    </a:cubicBezTo>
                    <a:cubicBezTo>
                      <a:pt x="23066" y="58735"/>
                      <a:pt x="27035" y="59674"/>
                      <a:pt x="31360" y="59674"/>
                    </a:cubicBezTo>
                    <a:cubicBezTo>
                      <a:pt x="40463" y="59674"/>
                      <a:pt x="47657" y="56909"/>
                      <a:pt x="52940" y="51380"/>
                    </a:cubicBezTo>
                    <a:cubicBezTo>
                      <a:pt x="58224" y="45863"/>
                      <a:pt x="60865" y="38353"/>
                      <a:pt x="60865" y="28848"/>
                    </a:cubicBezTo>
                    <a:cubicBezTo>
                      <a:pt x="60865" y="19537"/>
                      <a:pt x="58114" y="12065"/>
                      <a:pt x="52610" y="6432"/>
                    </a:cubicBezTo>
                    <a:cubicBezTo>
                      <a:pt x="47106" y="812"/>
                      <a:pt x="39784" y="-1998"/>
                      <a:pt x="30641" y="-1998"/>
                    </a:cubicBezTo>
                    <a:cubicBezTo>
                      <a:pt x="20152" y="-1998"/>
                      <a:pt x="12136" y="2016"/>
                      <a:pt x="6594" y="10045"/>
                    </a:cubicBezTo>
                    <a:cubicBezTo>
                      <a:pt x="1051" y="18087"/>
                      <a:pt x="-1720" y="29735"/>
                      <a:pt x="-1720" y="44989"/>
                    </a:cubicBezTo>
                    <a:cubicBezTo>
                      <a:pt x="-1720" y="59311"/>
                      <a:pt x="1680" y="70733"/>
                      <a:pt x="8478" y="79254"/>
                    </a:cubicBezTo>
                    <a:cubicBezTo>
                      <a:pt x="15277" y="87774"/>
                      <a:pt x="24399" y="92035"/>
                      <a:pt x="35847" y="92035"/>
                    </a:cubicBezTo>
                    <a:cubicBezTo>
                      <a:pt x="38929" y="92035"/>
                      <a:pt x="42037" y="91731"/>
                      <a:pt x="45171" y="91122"/>
                    </a:cubicBezTo>
                    <a:cubicBezTo>
                      <a:pt x="48304" y="90513"/>
                      <a:pt x="51574" y="89607"/>
                      <a:pt x="54980" y="88402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2" name="Graphic 7">
              <a:extLst>
                <a:ext uri="{FF2B5EF4-FFF2-40B4-BE49-F238E27FC236}">
                  <a16:creationId xmlns:a16="http://schemas.microsoft.com/office/drawing/2014/main" id="{2BE45722-D1F8-6BE4-B58C-32E1D4D80F60}"/>
                </a:ext>
              </a:extLst>
            </p:cNvPr>
            <p:cNvGrpSpPr/>
            <p:nvPr/>
          </p:nvGrpSpPr>
          <p:grpSpPr>
            <a:xfrm>
              <a:off x="6184611" y="4562929"/>
              <a:ext cx="62157" cy="183248"/>
              <a:chOff x="6184611" y="4562929"/>
              <a:chExt cx="62157" cy="183248"/>
            </a:xfrm>
          </p:grpSpPr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BB154303-4DA9-35FB-9861-7039E71A701B}"/>
                  </a:ext>
                </a:extLst>
              </p:cNvPr>
              <p:cNvSpPr/>
              <p:nvPr/>
            </p:nvSpPr>
            <p:spPr>
              <a:xfrm>
                <a:off x="6215729" y="4562929"/>
                <a:ext cx="12431" cy="43510"/>
              </a:xfrm>
              <a:custGeom>
                <a:avLst/>
                <a:gdLst>
                  <a:gd name="csX0" fmla="*/ 420 w 12431"/>
                  <a:gd name="csY0" fmla="*/ 320 h 43510"/>
                  <a:gd name="csX1" fmla="*/ 420 w 12431"/>
                  <a:gd name="csY1" fmla="*/ 43831 h 435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431" h="43510">
                    <a:moveTo>
                      <a:pt x="420" y="320"/>
                    </a:moveTo>
                    <a:lnTo>
                      <a:pt x="420" y="43831"/>
                    </a:lnTo>
                  </a:path>
                </a:pathLst>
              </a:custGeom>
              <a:solidFill>
                <a:srgbClr val="FFFFFF"/>
              </a:solidFill>
              <a:ln w="9935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D49F23CA-191E-9C3D-9748-30094376054F}"/>
                  </a:ext>
                </a:extLst>
              </p:cNvPr>
              <p:cNvSpPr/>
              <p:nvPr/>
            </p:nvSpPr>
            <p:spPr>
              <a:xfrm flipV="1">
                <a:off x="6184611" y="4652145"/>
                <a:ext cx="62157" cy="94032"/>
              </a:xfrm>
              <a:custGeom>
                <a:avLst/>
                <a:gdLst>
                  <a:gd name="csX0" fmla="*/ 29465 w 62157"/>
                  <a:gd name="csY0" fmla="*/ 42814 h 94032"/>
                  <a:gd name="csX1" fmla="*/ 15713 w 62157"/>
                  <a:gd name="csY1" fmla="*/ 38132 h 94032"/>
                  <a:gd name="csX2" fmla="*/ 10721 w 62157"/>
                  <a:gd name="csY2" fmla="*/ 25274 h 94032"/>
                  <a:gd name="csX3" fmla="*/ 15713 w 62157"/>
                  <a:gd name="csY3" fmla="*/ 12395 h 94032"/>
                  <a:gd name="csX4" fmla="*/ 29465 w 62157"/>
                  <a:gd name="csY4" fmla="*/ 7714 h 94032"/>
                  <a:gd name="csX5" fmla="*/ 43237 w 62157"/>
                  <a:gd name="csY5" fmla="*/ 12415 h 94032"/>
                  <a:gd name="csX6" fmla="*/ 48287 w 62157"/>
                  <a:gd name="csY6" fmla="*/ 25274 h 94032"/>
                  <a:gd name="csX7" fmla="*/ 43276 w 62157"/>
                  <a:gd name="csY7" fmla="*/ 38132 h 94032"/>
                  <a:gd name="csX8" fmla="*/ 29465 w 62157"/>
                  <a:gd name="csY8" fmla="*/ 42814 h 94032"/>
                  <a:gd name="csX9" fmla="*/ 17208 w 62157"/>
                  <a:gd name="csY9" fmla="*/ 48019 h 94032"/>
                  <a:gd name="csX10" fmla="*/ 4913 w 62157"/>
                  <a:gd name="csY10" fmla="*/ 55362 h 94032"/>
                  <a:gd name="csX11" fmla="*/ 523 w 62157"/>
                  <a:gd name="csY11" fmla="*/ 68551 h 94032"/>
                  <a:gd name="csX12" fmla="*/ 8254 w 62157"/>
                  <a:gd name="csY12" fmla="*/ 85722 h 94032"/>
                  <a:gd name="csX13" fmla="*/ 29465 w 62157"/>
                  <a:gd name="csY13" fmla="*/ 92035 h 94032"/>
                  <a:gd name="csX14" fmla="*/ 50715 w 62157"/>
                  <a:gd name="csY14" fmla="*/ 85722 h 94032"/>
                  <a:gd name="csX15" fmla="*/ 58427 w 62157"/>
                  <a:gd name="csY15" fmla="*/ 68551 h 94032"/>
                  <a:gd name="csX16" fmla="*/ 54017 w 62157"/>
                  <a:gd name="csY16" fmla="*/ 55362 h 94032"/>
                  <a:gd name="csX17" fmla="*/ 41800 w 62157"/>
                  <a:gd name="csY17" fmla="*/ 48019 h 94032"/>
                  <a:gd name="csX18" fmla="*/ 55591 w 62157"/>
                  <a:gd name="csY18" fmla="*/ 39939 h 94032"/>
                  <a:gd name="csX19" fmla="*/ 60544 w 62157"/>
                  <a:gd name="csY19" fmla="*/ 25274 h 94032"/>
                  <a:gd name="csX20" fmla="*/ 52502 w 62157"/>
                  <a:gd name="csY20" fmla="*/ 5033 h 94032"/>
                  <a:gd name="csX21" fmla="*/ 29465 w 62157"/>
                  <a:gd name="csY21" fmla="*/ -1998 h 94032"/>
                  <a:gd name="csX22" fmla="*/ 6428 w 62157"/>
                  <a:gd name="csY22" fmla="*/ 5033 h 94032"/>
                  <a:gd name="csX23" fmla="*/ -1614 w 62157"/>
                  <a:gd name="csY23" fmla="*/ 25274 h 94032"/>
                  <a:gd name="csX24" fmla="*/ 3359 w 62157"/>
                  <a:gd name="csY24" fmla="*/ 39939 h 94032"/>
                  <a:gd name="csX25" fmla="*/ 17208 w 62157"/>
                  <a:gd name="csY25" fmla="*/ 48019 h 94032"/>
                  <a:gd name="csX26" fmla="*/ 12721 w 62157"/>
                  <a:gd name="csY26" fmla="*/ 67385 h 94032"/>
                  <a:gd name="csX27" fmla="*/ 17111 w 62157"/>
                  <a:gd name="csY27" fmla="*/ 56411 h 94032"/>
                  <a:gd name="csX28" fmla="*/ 29465 w 62157"/>
                  <a:gd name="csY28" fmla="*/ 52468 h 94032"/>
                  <a:gd name="csX29" fmla="*/ 41819 w 62157"/>
                  <a:gd name="csY29" fmla="*/ 56411 h 94032"/>
                  <a:gd name="csX30" fmla="*/ 46287 w 62157"/>
                  <a:gd name="csY30" fmla="*/ 67385 h 94032"/>
                  <a:gd name="csX31" fmla="*/ 41819 w 62157"/>
                  <a:gd name="csY31" fmla="*/ 78380 h 94032"/>
                  <a:gd name="csX32" fmla="*/ 29465 w 62157"/>
                  <a:gd name="csY32" fmla="*/ 82323 h 94032"/>
                  <a:gd name="csX33" fmla="*/ 17111 w 62157"/>
                  <a:gd name="csY33" fmla="*/ 78380 h 94032"/>
                  <a:gd name="csX34" fmla="*/ 12721 w 62157"/>
                  <a:gd name="csY34" fmla="*/ 67385 h 940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</a:cxnLst>
                <a:rect l="l" t="t" r="r" b="b"/>
                <a:pathLst>
                  <a:path w="62157" h="94032">
                    <a:moveTo>
                      <a:pt x="29465" y="42814"/>
                    </a:moveTo>
                    <a:cubicBezTo>
                      <a:pt x="23638" y="42814"/>
                      <a:pt x="19054" y="41253"/>
                      <a:pt x="15713" y="38132"/>
                    </a:cubicBezTo>
                    <a:cubicBezTo>
                      <a:pt x="12385" y="35012"/>
                      <a:pt x="10721" y="30725"/>
                      <a:pt x="10721" y="25274"/>
                    </a:cubicBezTo>
                    <a:cubicBezTo>
                      <a:pt x="10721" y="19809"/>
                      <a:pt x="12385" y="15516"/>
                      <a:pt x="15713" y="12395"/>
                    </a:cubicBezTo>
                    <a:cubicBezTo>
                      <a:pt x="19054" y="9274"/>
                      <a:pt x="23638" y="7714"/>
                      <a:pt x="29465" y="7714"/>
                    </a:cubicBezTo>
                    <a:cubicBezTo>
                      <a:pt x="35292" y="7714"/>
                      <a:pt x="39883" y="9281"/>
                      <a:pt x="43237" y="12415"/>
                    </a:cubicBezTo>
                    <a:cubicBezTo>
                      <a:pt x="46604" y="15561"/>
                      <a:pt x="48287" y="19848"/>
                      <a:pt x="48287" y="25274"/>
                    </a:cubicBezTo>
                    <a:cubicBezTo>
                      <a:pt x="48287" y="30725"/>
                      <a:pt x="46617" y="35012"/>
                      <a:pt x="43276" y="38132"/>
                    </a:cubicBezTo>
                    <a:cubicBezTo>
                      <a:pt x="39948" y="41253"/>
                      <a:pt x="35344" y="42814"/>
                      <a:pt x="29465" y="42814"/>
                    </a:cubicBezTo>
                    <a:close/>
                    <a:moveTo>
                      <a:pt x="17208" y="48019"/>
                    </a:moveTo>
                    <a:cubicBezTo>
                      <a:pt x="11951" y="49314"/>
                      <a:pt x="7852" y="51762"/>
                      <a:pt x="4913" y="55362"/>
                    </a:cubicBezTo>
                    <a:cubicBezTo>
                      <a:pt x="1986" y="58975"/>
                      <a:pt x="523" y="63371"/>
                      <a:pt x="523" y="68551"/>
                    </a:cubicBezTo>
                    <a:cubicBezTo>
                      <a:pt x="523" y="75790"/>
                      <a:pt x="3100" y="81513"/>
                      <a:pt x="8254" y="85722"/>
                    </a:cubicBezTo>
                    <a:cubicBezTo>
                      <a:pt x="13421" y="89931"/>
                      <a:pt x="20491" y="92035"/>
                      <a:pt x="29465" y="92035"/>
                    </a:cubicBezTo>
                    <a:cubicBezTo>
                      <a:pt x="38491" y="92035"/>
                      <a:pt x="45574" y="89931"/>
                      <a:pt x="50715" y="85722"/>
                    </a:cubicBezTo>
                    <a:cubicBezTo>
                      <a:pt x="55856" y="81513"/>
                      <a:pt x="58427" y="75790"/>
                      <a:pt x="58427" y="68551"/>
                    </a:cubicBezTo>
                    <a:cubicBezTo>
                      <a:pt x="58427" y="63371"/>
                      <a:pt x="56957" y="58975"/>
                      <a:pt x="54017" y="55362"/>
                    </a:cubicBezTo>
                    <a:cubicBezTo>
                      <a:pt x="51091" y="51762"/>
                      <a:pt x="47018" y="49314"/>
                      <a:pt x="41800" y="48019"/>
                    </a:cubicBezTo>
                    <a:cubicBezTo>
                      <a:pt x="47704" y="46647"/>
                      <a:pt x="52302" y="43953"/>
                      <a:pt x="55591" y="39939"/>
                    </a:cubicBezTo>
                    <a:cubicBezTo>
                      <a:pt x="58893" y="35937"/>
                      <a:pt x="60544" y="31049"/>
                      <a:pt x="60544" y="25274"/>
                    </a:cubicBezTo>
                    <a:cubicBezTo>
                      <a:pt x="60544" y="16481"/>
                      <a:pt x="57863" y="9734"/>
                      <a:pt x="52502" y="5033"/>
                    </a:cubicBezTo>
                    <a:cubicBezTo>
                      <a:pt x="47141" y="346"/>
                      <a:pt x="39462" y="-1998"/>
                      <a:pt x="29465" y="-1998"/>
                    </a:cubicBezTo>
                    <a:cubicBezTo>
                      <a:pt x="19481" y="-1998"/>
                      <a:pt x="11802" y="346"/>
                      <a:pt x="6428" y="5033"/>
                    </a:cubicBezTo>
                    <a:cubicBezTo>
                      <a:pt x="1067" y="9734"/>
                      <a:pt x="-1614" y="16481"/>
                      <a:pt x="-1614" y="25274"/>
                    </a:cubicBezTo>
                    <a:cubicBezTo>
                      <a:pt x="-1614" y="31049"/>
                      <a:pt x="44" y="35937"/>
                      <a:pt x="3359" y="39939"/>
                    </a:cubicBezTo>
                    <a:cubicBezTo>
                      <a:pt x="6687" y="43953"/>
                      <a:pt x="11303" y="46647"/>
                      <a:pt x="17208" y="48019"/>
                    </a:cubicBezTo>
                    <a:close/>
                    <a:moveTo>
                      <a:pt x="12721" y="67385"/>
                    </a:moveTo>
                    <a:cubicBezTo>
                      <a:pt x="12721" y="62698"/>
                      <a:pt x="14185" y="59039"/>
                      <a:pt x="17111" y="56411"/>
                    </a:cubicBezTo>
                    <a:cubicBezTo>
                      <a:pt x="20051" y="53782"/>
                      <a:pt x="24169" y="52468"/>
                      <a:pt x="29465" y="52468"/>
                    </a:cubicBezTo>
                    <a:cubicBezTo>
                      <a:pt x="34736" y="52468"/>
                      <a:pt x="38853" y="53782"/>
                      <a:pt x="41819" y="56411"/>
                    </a:cubicBezTo>
                    <a:cubicBezTo>
                      <a:pt x="44797" y="59039"/>
                      <a:pt x="46287" y="62698"/>
                      <a:pt x="46287" y="67385"/>
                    </a:cubicBezTo>
                    <a:cubicBezTo>
                      <a:pt x="46287" y="72086"/>
                      <a:pt x="44797" y="75751"/>
                      <a:pt x="41819" y="78380"/>
                    </a:cubicBezTo>
                    <a:cubicBezTo>
                      <a:pt x="38853" y="81008"/>
                      <a:pt x="34736" y="82323"/>
                      <a:pt x="29465" y="82323"/>
                    </a:cubicBezTo>
                    <a:cubicBezTo>
                      <a:pt x="24169" y="82323"/>
                      <a:pt x="20051" y="81008"/>
                      <a:pt x="17111" y="78380"/>
                    </a:cubicBezTo>
                    <a:cubicBezTo>
                      <a:pt x="14185" y="75751"/>
                      <a:pt x="12721" y="72086"/>
                      <a:pt x="12721" y="67385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5" name="Graphic 7">
              <a:extLst>
                <a:ext uri="{FF2B5EF4-FFF2-40B4-BE49-F238E27FC236}">
                  <a16:creationId xmlns:a16="http://schemas.microsoft.com/office/drawing/2014/main" id="{C0490120-438B-2768-D4E3-CB13FB4CC441}"/>
                </a:ext>
              </a:extLst>
            </p:cNvPr>
            <p:cNvGrpSpPr/>
            <p:nvPr/>
          </p:nvGrpSpPr>
          <p:grpSpPr>
            <a:xfrm>
              <a:off x="7169462" y="4562929"/>
              <a:ext cx="136278" cy="183248"/>
              <a:chOff x="7169462" y="4562929"/>
              <a:chExt cx="136278" cy="183248"/>
            </a:xfrm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4352FF35-0B3F-F1D2-BF91-BB48F10D7D5D}"/>
                  </a:ext>
                </a:extLst>
              </p:cNvPr>
              <p:cNvSpPr/>
              <p:nvPr/>
            </p:nvSpPr>
            <p:spPr>
              <a:xfrm>
                <a:off x="7234903" y="4562929"/>
                <a:ext cx="12431" cy="43510"/>
              </a:xfrm>
              <a:custGeom>
                <a:avLst/>
                <a:gdLst>
                  <a:gd name="csX0" fmla="*/ 502 w 12431"/>
                  <a:gd name="csY0" fmla="*/ 320 h 43510"/>
                  <a:gd name="csX1" fmla="*/ 502 w 12431"/>
                  <a:gd name="csY1" fmla="*/ 43831 h 435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431" h="43510">
                    <a:moveTo>
                      <a:pt x="502" y="320"/>
                    </a:moveTo>
                    <a:lnTo>
                      <a:pt x="502" y="43831"/>
                    </a:lnTo>
                  </a:path>
                </a:pathLst>
              </a:custGeom>
              <a:solidFill>
                <a:srgbClr val="FFFFFF"/>
              </a:solidFill>
              <a:ln w="9935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7" name="Graphic 7">
                <a:extLst>
                  <a:ext uri="{FF2B5EF4-FFF2-40B4-BE49-F238E27FC236}">
                    <a16:creationId xmlns:a16="http://schemas.microsoft.com/office/drawing/2014/main" id="{C9E73020-E3E9-8609-0690-78675825A57B}"/>
                  </a:ext>
                </a:extLst>
              </p:cNvPr>
              <p:cNvGrpSpPr/>
              <p:nvPr/>
            </p:nvGrpSpPr>
            <p:grpSpPr>
              <a:xfrm>
                <a:off x="7169462" y="4652145"/>
                <a:ext cx="136278" cy="94032"/>
                <a:chOff x="7169462" y="4652145"/>
                <a:chExt cx="136278" cy="94032"/>
              </a:xfrm>
              <a:solidFill>
                <a:srgbClr val="FFFFFF"/>
              </a:solidFill>
            </p:grpSpPr>
            <p:sp>
              <p:nvSpPr>
                <p:cNvPr id="28" name="Freeform: Shape 27">
                  <a:extLst>
                    <a:ext uri="{FF2B5EF4-FFF2-40B4-BE49-F238E27FC236}">
                      <a16:creationId xmlns:a16="http://schemas.microsoft.com/office/drawing/2014/main" id="{09BE6EEC-2210-9BEB-C5C0-93FA3A037AEB}"/>
                    </a:ext>
                  </a:extLst>
                </p:cNvPr>
                <p:cNvSpPr/>
                <p:nvPr/>
              </p:nvSpPr>
              <p:spPr>
                <a:xfrm flipV="1">
                  <a:off x="7169462" y="4653777"/>
                  <a:ext cx="53960" cy="90633"/>
                </a:xfrm>
                <a:custGeom>
                  <a:avLst/>
                  <a:gdLst>
                    <a:gd name="csX0" fmla="*/ 175 w 53960"/>
                    <a:gd name="csY0" fmla="*/ 8313 h 90633"/>
                    <a:gd name="csX1" fmla="*/ 20201 w 53960"/>
                    <a:gd name="csY1" fmla="*/ 8313 h 90633"/>
                    <a:gd name="csX2" fmla="*/ 20201 w 53960"/>
                    <a:gd name="csY2" fmla="*/ 77463 h 90633"/>
                    <a:gd name="csX3" fmla="*/ -1593 w 53960"/>
                    <a:gd name="csY3" fmla="*/ 73093 h 90633"/>
                    <a:gd name="csX4" fmla="*/ -1593 w 53960"/>
                    <a:gd name="csY4" fmla="*/ 84262 h 90633"/>
                    <a:gd name="csX5" fmla="*/ 20085 w 53960"/>
                    <a:gd name="csY5" fmla="*/ 88632 h 90633"/>
                    <a:gd name="csX6" fmla="*/ 32341 w 53960"/>
                    <a:gd name="csY6" fmla="*/ 88632 h 90633"/>
                    <a:gd name="csX7" fmla="*/ 32341 w 53960"/>
                    <a:gd name="csY7" fmla="*/ 8313 h 90633"/>
                    <a:gd name="csX8" fmla="*/ 52368 w 53960"/>
                    <a:gd name="csY8" fmla="*/ 8313 h 90633"/>
                    <a:gd name="csX9" fmla="*/ 52368 w 53960"/>
                    <a:gd name="csY9" fmla="*/ -2002 h 90633"/>
                    <a:gd name="csX10" fmla="*/ 175 w 53960"/>
                    <a:gd name="csY10" fmla="*/ -2002 h 90633"/>
                    <a:gd name="csX11" fmla="*/ 175 w 53960"/>
                    <a:gd name="csY11" fmla="*/ 8313 h 9063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</a:cxnLst>
                  <a:rect l="l" t="t" r="r" b="b"/>
                  <a:pathLst>
                    <a:path w="53960" h="90633">
                      <a:moveTo>
                        <a:pt x="175" y="8313"/>
                      </a:moveTo>
                      <a:lnTo>
                        <a:pt x="20201" y="8313"/>
                      </a:lnTo>
                      <a:lnTo>
                        <a:pt x="20201" y="77463"/>
                      </a:lnTo>
                      <a:lnTo>
                        <a:pt x="-1593" y="73093"/>
                      </a:lnTo>
                      <a:lnTo>
                        <a:pt x="-1593" y="84262"/>
                      </a:lnTo>
                      <a:lnTo>
                        <a:pt x="20085" y="88632"/>
                      </a:lnTo>
                      <a:lnTo>
                        <a:pt x="32341" y="88632"/>
                      </a:lnTo>
                      <a:lnTo>
                        <a:pt x="32341" y="8313"/>
                      </a:lnTo>
                      <a:lnTo>
                        <a:pt x="52368" y="8313"/>
                      </a:lnTo>
                      <a:lnTo>
                        <a:pt x="52368" y="-2002"/>
                      </a:lnTo>
                      <a:lnTo>
                        <a:pt x="175" y="-2002"/>
                      </a:lnTo>
                      <a:lnTo>
                        <a:pt x="175" y="831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9" cap="flat">
                  <a:noFill/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12ACFA31-1FB4-7C92-F3C7-40794BBF1C09}"/>
                    </a:ext>
                  </a:extLst>
                </p:cNvPr>
                <p:cNvSpPr/>
                <p:nvPr/>
              </p:nvSpPr>
              <p:spPr>
                <a:xfrm flipV="1">
                  <a:off x="7243097" y="4652145"/>
                  <a:ext cx="62643" cy="94032"/>
                </a:xfrm>
                <a:custGeom>
                  <a:avLst/>
                  <a:gdLst>
                    <a:gd name="csX0" fmla="*/ 29783 w 62643"/>
                    <a:gd name="csY0" fmla="*/ 82323 h 94032"/>
                    <a:gd name="csX1" fmla="*/ 15545 w 62643"/>
                    <a:gd name="csY1" fmla="*/ 72999 h 94032"/>
                    <a:gd name="csX2" fmla="*/ 10786 w 62643"/>
                    <a:gd name="csY2" fmla="*/ 44989 h 94032"/>
                    <a:gd name="csX3" fmla="*/ 15545 w 62643"/>
                    <a:gd name="csY3" fmla="*/ 17038 h 94032"/>
                    <a:gd name="csX4" fmla="*/ 29783 w 62643"/>
                    <a:gd name="csY4" fmla="*/ 7714 h 94032"/>
                    <a:gd name="csX5" fmla="*/ 44079 w 62643"/>
                    <a:gd name="csY5" fmla="*/ 17038 h 94032"/>
                    <a:gd name="csX6" fmla="*/ 48857 w 62643"/>
                    <a:gd name="csY6" fmla="*/ 44989 h 94032"/>
                    <a:gd name="csX7" fmla="*/ 44079 w 62643"/>
                    <a:gd name="csY7" fmla="*/ 72999 h 94032"/>
                    <a:gd name="csX8" fmla="*/ 29783 w 62643"/>
                    <a:gd name="csY8" fmla="*/ 82323 h 94032"/>
                    <a:gd name="csX9" fmla="*/ 29783 w 62643"/>
                    <a:gd name="csY9" fmla="*/ 92035 h 94032"/>
                    <a:gd name="csX10" fmla="*/ 53073 w 62643"/>
                    <a:gd name="csY10" fmla="*/ 79972 h 94032"/>
                    <a:gd name="csX11" fmla="*/ 61114 w 62643"/>
                    <a:gd name="csY11" fmla="*/ 44989 h 94032"/>
                    <a:gd name="csX12" fmla="*/ 53073 w 62643"/>
                    <a:gd name="csY12" fmla="*/ 10045 h 94032"/>
                    <a:gd name="csX13" fmla="*/ 29783 w 62643"/>
                    <a:gd name="csY13" fmla="*/ -1998 h 94032"/>
                    <a:gd name="csX14" fmla="*/ 6513 w 62643"/>
                    <a:gd name="csY14" fmla="*/ 10045 h 94032"/>
                    <a:gd name="csX15" fmla="*/ -1529 w 62643"/>
                    <a:gd name="csY15" fmla="*/ 44989 h 94032"/>
                    <a:gd name="csX16" fmla="*/ 6513 w 62643"/>
                    <a:gd name="csY16" fmla="*/ 79972 h 94032"/>
                    <a:gd name="csX17" fmla="*/ 29783 w 62643"/>
                    <a:gd name="csY17" fmla="*/ 92035 h 9403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</a:cxnLst>
                  <a:rect l="l" t="t" r="r" b="b"/>
                  <a:pathLst>
                    <a:path w="62643" h="94032">
                      <a:moveTo>
                        <a:pt x="29783" y="82323"/>
                      </a:moveTo>
                      <a:cubicBezTo>
                        <a:pt x="23476" y="82323"/>
                        <a:pt x="18730" y="79215"/>
                        <a:pt x="15545" y="72999"/>
                      </a:cubicBezTo>
                      <a:cubicBezTo>
                        <a:pt x="12372" y="66796"/>
                        <a:pt x="10786" y="57460"/>
                        <a:pt x="10786" y="44989"/>
                      </a:cubicBezTo>
                      <a:cubicBezTo>
                        <a:pt x="10786" y="32571"/>
                        <a:pt x="12372" y="23253"/>
                        <a:pt x="15545" y="17038"/>
                      </a:cubicBezTo>
                      <a:cubicBezTo>
                        <a:pt x="18730" y="10822"/>
                        <a:pt x="23476" y="7714"/>
                        <a:pt x="29783" y="7714"/>
                      </a:cubicBezTo>
                      <a:cubicBezTo>
                        <a:pt x="36141" y="7714"/>
                        <a:pt x="40906" y="10822"/>
                        <a:pt x="44079" y="17038"/>
                      </a:cubicBezTo>
                      <a:cubicBezTo>
                        <a:pt x="47265" y="23253"/>
                        <a:pt x="48857" y="32571"/>
                        <a:pt x="48857" y="44989"/>
                      </a:cubicBezTo>
                      <a:cubicBezTo>
                        <a:pt x="48857" y="57460"/>
                        <a:pt x="47265" y="66796"/>
                        <a:pt x="44079" y="72999"/>
                      </a:cubicBezTo>
                      <a:cubicBezTo>
                        <a:pt x="40906" y="79215"/>
                        <a:pt x="36141" y="82323"/>
                        <a:pt x="29783" y="82323"/>
                      </a:cubicBezTo>
                      <a:close/>
                      <a:moveTo>
                        <a:pt x="29783" y="92035"/>
                      </a:moveTo>
                      <a:cubicBezTo>
                        <a:pt x="39948" y="92035"/>
                        <a:pt x="47711" y="88014"/>
                        <a:pt x="53073" y="79972"/>
                      </a:cubicBezTo>
                      <a:cubicBezTo>
                        <a:pt x="58434" y="71944"/>
                        <a:pt x="61114" y="60283"/>
                        <a:pt x="61114" y="44989"/>
                      </a:cubicBezTo>
                      <a:cubicBezTo>
                        <a:pt x="61114" y="29735"/>
                        <a:pt x="58434" y="18087"/>
                        <a:pt x="53073" y="10045"/>
                      </a:cubicBezTo>
                      <a:cubicBezTo>
                        <a:pt x="47711" y="2016"/>
                        <a:pt x="39948" y="-1998"/>
                        <a:pt x="29783" y="-1998"/>
                      </a:cubicBezTo>
                      <a:cubicBezTo>
                        <a:pt x="19630" y="-1998"/>
                        <a:pt x="11874" y="2016"/>
                        <a:pt x="6513" y="10045"/>
                      </a:cubicBezTo>
                      <a:cubicBezTo>
                        <a:pt x="1151" y="18087"/>
                        <a:pt x="-1529" y="29735"/>
                        <a:pt x="-1529" y="44989"/>
                      </a:cubicBezTo>
                      <a:cubicBezTo>
                        <a:pt x="-1529" y="60283"/>
                        <a:pt x="1151" y="71944"/>
                        <a:pt x="6513" y="79972"/>
                      </a:cubicBezTo>
                      <a:cubicBezTo>
                        <a:pt x="11874" y="88014"/>
                        <a:pt x="19630" y="92035"/>
                        <a:pt x="29783" y="9203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9" cap="flat">
                  <a:noFill/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30" name="Graphic 7">
              <a:extLst>
                <a:ext uri="{FF2B5EF4-FFF2-40B4-BE49-F238E27FC236}">
                  <a16:creationId xmlns:a16="http://schemas.microsoft.com/office/drawing/2014/main" id="{C45720D1-28E3-48B7-DABB-7E0D369A3F5D}"/>
                </a:ext>
              </a:extLst>
            </p:cNvPr>
            <p:cNvGrpSpPr/>
            <p:nvPr/>
          </p:nvGrpSpPr>
          <p:grpSpPr>
            <a:xfrm>
              <a:off x="2648619" y="1116905"/>
              <a:ext cx="0" cy="3470887"/>
              <a:chOff x="2648619" y="1116905"/>
              <a:chExt cx="0" cy="3470887"/>
            </a:xfrm>
          </p:grpSpPr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207858E0-3E84-57E1-4761-867E6EB6F7A4}"/>
                  </a:ext>
                </a:extLst>
              </p:cNvPr>
              <p:cNvSpPr/>
              <p:nvPr/>
            </p:nvSpPr>
            <p:spPr>
              <a:xfrm>
                <a:off x="2648619" y="1116905"/>
                <a:ext cx="12431" cy="3446024"/>
              </a:xfrm>
              <a:custGeom>
                <a:avLst/>
                <a:gdLst>
                  <a:gd name="csX0" fmla="*/ 0 w 12431"/>
                  <a:gd name="csY0" fmla="*/ 3446024 h 3446024"/>
                  <a:gd name="csX1" fmla="*/ 0 w 12431"/>
                  <a:gd name="csY1" fmla="*/ 0 h 344602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431" h="3446024">
                    <a:moveTo>
                      <a:pt x="0" y="3446024"/>
                    </a:moveTo>
                    <a:lnTo>
                      <a:pt x="0" y="0"/>
                    </a:lnTo>
                  </a:path>
                </a:pathLst>
              </a:custGeom>
              <a:noFill/>
              <a:ln w="9935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5F94AC20-94B8-7093-6643-04EA313845DA}"/>
                  </a:ext>
                </a:extLst>
              </p:cNvPr>
              <p:cNvSpPr/>
              <p:nvPr/>
            </p:nvSpPr>
            <p:spPr>
              <a:xfrm>
                <a:off x="2648619" y="4562929"/>
                <a:ext cx="12431" cy="24863"/>
              </a:xfrm>
              <a:custGeom>
                <a:avLst/>
                <a:gdLst>
                  <a:gd name="csX0" fmla="*/ 133 w 12431"/>
                  <a:gd name="csY0" fmla="*/ 320 h 24863"/>
                  <a:gd name="csX1" fmla="*/ 133 w 12431"/>
                  <a:gd name="csY1" fmla="*/ 25183 h 2486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431" h="24863">
                    <a:moveTo>
                      <a:pt x="133" y="320"/>
                    </a:moveTo>
                    <a:lnTo>
                      <a:pt x="133" y="25183"/>
                    </a:lnTo>
                  </a:path>
                </a:pathLst>
              </a:custGeom>
              <a:solidFill>
                <a:srgbClr val="FFFFFF"/>
              </a:solidFill>
              <a:ln w="7451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3" name="Graphic 7">
              <a:extLst>
                <a:ext uri="{FF2B5EF4-FFF2-40B4-BE49-F238E27FC236}">
                  <a16:creationId xmlns:a16="http://schemas.microsoft.com/office/drawing/2014/main" id="{8BDC4AEC-F4C3-F181-27A0-E9B5721A541C}"/>
                </a:ext>
              </a:extLst>
            </p:cNvPr>
            <p:cNvGrpSpPr/>
            <p:nvPr/>
          </p:nvGrpSpPr>
          <p:grpSpPr>
            <a:xfrm>
              <a:off x="3667793" y="1116905"/>
              <a:ext cx="0" cy="3470887"/>
              <a:chOff x="3667793" y="1116905"/>
              <a:chExt cx="0" cy="3470887"/>
            </a:xfrm>
          </p:grpSpPr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4E551814-B671-EE5A-834A-8864DEA4589E}"/>
                  </a:ext>
                </a:extLst>
              </p:cNvPr>
              <p:cNvSpPr/>
              <p:nvPr/>
            </p:nvSpPr>
            <p:spPr>
              <a:xfrm>
                <a:off x="3667793" y="1116905"/>
                <a:ext cx="12431" cy="3446024"/>
              </a:xfrm>
              <a:custGeom>
                <a:avLst/>
                <a:gdLst>
                  <a:gd name="csX0" fmla="*/ 0 w 12431"/>
                  <a:gd name="csY0" fmla="*/ 3446024 h 3446024"/>
                  <a:gd name="csX1" fmla="*/ 0 w 12431"/>
                  <a:gd name="csY1" fmla="*/ 0 h 344602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431" h="3446024">
                    <a:moveTo>
                      <a:pt x="0" y="3446024"/>
                    </a:moveTo>
                    <a:lnTo>
                      <a:pt x="0" y="0"/>
                    </a:lnTo>
                  </a:path>
                </a:pathLst>
              </a:custGeom>
              <a:noFill/>
              <a:ln w="9935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58845FB5-6CAD-34C8-C43F-6231AFCE7CE3}"/>
                  </a:ext>
                </a:extLst>
              </p:cNvPr>
              <p:cNvSpPr/>
              <p:nvPr/>
            </p:nvSpPr>
            <p:spPr>
              <a:xfrm>
                <a:off x="3667793" y="4562929"/>
                <a:ext cx="12431" cy="24863"/>
              </a:xfrm>
              <a:custGeom>
                <a:avLst/>
                <a:gdLst>
                  <a:gd name="csX0" fmla="*/ 215 w 12431"/>
                  <a:gd name="csY0" fmla="*/ 320 h 24863"/>
                  <a:gd name="csX1" fmla="*/ 215 w 12431"/>
                  <a:gd name="csY1" fmla="*/ 25183 h 2486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431" h="24863">
                    <a:moveTo>
                      <a:pt x="215" y="320"/>
                    </a:moveTo>
                    <a:lnTo>
                      <a:pt x="215" y="25183"/>
                    </a:lnTo>
                  </a:path>
                </a:pathLst>
              </a:custGeom>
              <a:solidFill>
                <a:srgbClr val="FFFFFF"/>
              </a:solidFill>
              <a:ln w="7451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6" name="Graphic 7">
              <a:extLst>
                <a:ext uri="{FF2B5EF4-FFF2-40B4-BE49-F238E27FC236}">
                  <a16:creationId xmlns:a16="http://schemas.microsoft.com/office/drawing/2014/main" id="{D810F711-A293-E022-D14E-B02FEDBAC41B}"/>
                </a:ext>
              </a:extLst>
            </p:cNvPr>
            <p:cNvGrpSpPr/>
            <p:nvPr/>
          </p:nvGrpSpPr>
          <p:grpSpPr>
            <a:xfrm>
              <a:off x="4686967" y="1116905"/>
              <a:ext cx="0" cy="3470887"/>
              <a:chOff x="4686967" y="1116905"/>
              <a:chExt cx="0" cy="3470887"/>
            </a:xfrm>
          </p:grpSpPr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BB898F66-B2F6-59F8-E8AD-2389458CA7CA}"/>
                  </a:ext>
                </a:extLst>
              </p:cNvPr>
              <p:cNvSpPr/>
              <p:nvPr/>
            </p:nvSpPr>
            <p:spPr>
              <a:xfrm>
                <a:off x="4686967" y="1116905"/>
                <a:ext cx="12431" cy="3446024"/>
              </a:xfrm>
              <a:custGeom>
                <a:avLst/>
                <a:gdLst>
                  <a:gd name="csX0" fmla="*/ 0 w 12431"/>
                  <a:gd name="csY0" fmla="*/ 3446024 h 3446024"/>
                  <a:gd name="csX1" fmla="*/ 0 w 12431"/>
                  <a:gd name="csY1" fmla="*/ 0 h 344602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431" h="3446024">
                    <a:moveTo>
                      <a:pt x="0" y="3446024"/>
                    </a:moveTo>
                    <a:lnTo>
                      <a:pt x="0" y="0"/>
                    </a:lnTo>
                  </a:path>
                </a:pathLst>
              </a:custGeom>
              <a:noFill/>
              <a:ln w="9935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BF86A715-B383-086F-D0AE-94C051832FFD}"/>
                  </a:ext>
                </a:extLst>
              </p:cNvPr>
              <p:cNvSpPr/>
              <p:nvPr/>
            </p:nvSpPr>
            <p:spPr>
              <a:xfrm>
                <a:off x="4686967" y="4562929"/>
                <a:ext cx="12431" cy="24863"/>
              </a:xfrm>
              <a:custGeom>
                <a:avLst/>
                <a:gdLst>
                  <a:gd name="csX0" fmla="*/ 297 w 12431"/>
                  <a:gd name="csY0" fmla="*/ 320 h 24863"/>
                  <a:gd name="csX1" fmla="*/ 297 w 12431"/>
                  <a:gd name="csY1" fmla="*/ 25183 h 2486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431" h="24863">
                    <a:moveTo>
                      <a:pt x="297" y="320"/>
                    </a:moveTo>
                    <a:lnTo>
                      <a:pt x="297" y="25183"/>
                    </a:lnTo>
                  </a:path>
                </a:pathLst>
              </a:custGeom>
              <a:solidFill>
                <a:srgbClr val="FFFFFF"/>
              </a:solidFill>
              <a:ln w="7451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9" name="Graphic 7">
              <a:extLst>
                <a:ext uri="{FF2B5EF4-FFF2-40B4-BE49-F238E27FC236}">
                  <a16:creationId xmlns:a16="http://schemas.microsoft.com/office/drawing/2014/main" id="{C424533A-8F5E-3CEC-E6E7-B419FC91CA42}"/>
                </a:ext>
              </a:extLst>
            </p:cNvPr>
            <p:cNvGrpSpPr/>
            <p:nvPr/>
          </p:nvGrpSpPr>
          <p:grpSpPr>
            <a:xfrm>
              <a:off x="5706141" y="1116905"/>
              <a:ext cx="0" cy="3470887"/>
              <a:chOff x="5706141" y="1116905"/>
              <a:chExt cx="0" cy="3470887"/>
            </a:xfrm>
          </p:grpSpPr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DDD0FCC8-8771-1678-3C27-A9C9ED053EE2}"/>
                  </a:ext>
                </a:extLst>
              </p:cNvPr>
              <p:cNvSpPr/>
              <p:nvPr/>
            </p:nvSpPr>
            <p:spPr>
              <a:xfrm>
                <a:off x="5706141" y="1116905"/>
                <a:ext cx="12431" cy="3446024"/>
              </a:xfrm>
              <a:custGeom>
                <a:avLst/>
                <a:gdLst>
                  <a:gd name="csX0" fmla="*/ 0 w 12431"/>
                  <a:gd name="csY0" fmla="*/ 3446024 h 3446024"/>
                  <a:gd name="csX1" fmla="*/ 0 w 12431"/>
                  <a:gd name="csY1" fmla="*/ 0 h 344602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431" h="3446024">
                    <a:moveTo>
                      <a:pt x="0" y="3446024"/>
                    </a:moveTo>
                    <a:lnTo>
                      <a:pt x="0" y="0"/>
                    </a:lnTo>
                  </a:path>
                </a:pathLst>
              </a:custGeom>
              <a:noFill/>
              <a:ln w="9935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4F2C062C-B306-CD12-2F50-38CAA38A566B}"/>
                  </a:ext>
                </a:extLst>
              </p:cNvPr>
              <p:cNvSpPr/>
              <p:nvPr/>
            </p:nvSpPr>
            <p:spPr>
              <a:xfrm>
                <a:off x="5706142" y="4562929"/>
                <a:ext cx="12431" cy="24863"/>
              </a:xfrm>
              <a:custGeom>
                <a:avLst/>
                <a:gdLst>
                  <a:gd name="csX0" fmla="*/ 379 w 12431"/>
                  <a:gd name="csY0" fmla="*/ 320 h 24863"/>
                  <a:gd name="csX1" fmla="*/ 379 w 12431"/>
                  <a:gd name="csY1" fmla="*/ 25183 h 2486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431" h="24863">
                    <a:moveTo>
                      <a:pt x="379" y="320"/>
                    </a:moveTo>
                    <a:lnTo>
                      <a:pt x="379" y="25183"/>
                    </a:lnTo>
                  </a:path>
                </a:pathLst>
              </a:custGeom>
              <a:solidFill>
                <a:srgbClr val="FFFFFF"/>
              </a:solidFill>
              <a:ln w="7451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2" name="Graphic 7">
              <a:extLst>
                <a:ext uri="{FF2B5EF4-FFF2-40B4-BE49-F238E27FC236}">
                  <a16:creationId xmlns:a16="http://schemas.microsoft.com/office/drawing/2014/main" id="{980A0CEA-002B-8764-8BF0-521BF8B6BC68}"/>
                </a:ext>
              </a:extLst>
            </p:cNvPr>
            <p:cNvGrpSpPr/>
            <p:nvPr/>
          </p:nvGrpSpPr>
          <p:grpSpPr>
            <a:xfrm>
              <a:off x="6725316" y="1116905"/>
              <a:ext cx="0" cy="3470887"/>
              <a:chOff x="6725316" y="1116905"/>
              <a:chExt cx="0" cy="3470887"/>
            </a:xfrm>
          </p:grpSpPr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072ED842-BD36-8C40-4BE4-A403ABFD3EF0}"/>
                  </a:ext>
                </a:extLst>
              </p:cNvPr>
              <p:cNvSpPr/>
              <p:nvPr/>
            </p:nvSpPr>
            <p:spPr>
              <a:xfrm>
                <a:off x="6725316" y="1116905"/>
                <a:ext cx="12431" cy="3446024"/>
              </a:xfrm>
              <a:custGeom>
                <a:avLst/>
                <a:gdLst>
                  <a:gd name="csX0" fmla="*/ 0 w 12431"/>
                  <a:gd name="csY0" fmla="*/ 3446024 h 3446024"/>
                  <a:gd name="csX1" fmla="*/ 0 w 12431"/>
                  <a:gd name="csY1" fmla="*/ 0 h 344602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431" h="3446024">
                    <a:moveTo>
                      <a:pt x="0" y="3446024"/>
                    </a:moveTo>
                    <a:lnTo>
                      <a:pt x="0" y="0"/>
                    </a:lnTo>
                  </a:path>
                </a:pathLst>
              </a:custGeom>
              <a:noFill/>
              <a:ln w="9935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1743E1DA-E77B-8C41-00E3-7FD69B5FB7BC}"/>
                  </a:ext>
                </a:extLst>
              </p:cNvPr>
              <p:cNvSpPr/>
              <p:nvPr/>
            </p:nvSpPr>
            <p:spPr>
              <a:xfrm>
                <a:off x="6725316" y="4562929"/>
                <a:ext cx="12431" cy="24863"/>
              </a:xfrm>
              <a:custGeom>
                <a:avLst/>
                <a:gdLst>
                  <a:gd name="csX0" fmla="*/ 461 w 12431"/>
                  <a:gd name="csY0" fmla="*/ 320 h 24863"/>
                  <a:gd name="csX1" fmla="*/ 461 w 12431"/>
                  <a:gd name="csY1" fmla="*/ 25183 h 2486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431" h="24863">
                    <a:moveTo>
                      <a:pt x="461" y="320"/>
                    </a:moveTo>
                    <a:lnTo>
                      <a:pt x="461" y="25183"/>
                    </a:lnTo>
                  </a:path>
                </a:pathLst>
              </a:custGeom>
              <a:solidFill>
                <a:srgbClr val="FFFFFF"/>
              </a:solidFill>
              <a:ln w="7451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5" name="Graphic 7">
              <a:extLst>
                <a:ext uri="{FF2B5EF4-FFF2-40B4-BE49-F238E27FC236}">
                  <a16:creationId xmlns:a16="http://schemas.microsoft.com/office/drawing/2014/main" id="{366B5F87-9C5C-9F1E-036D-1510C374E110}"/>
                </a:ext>
              </a:extLst>
            </p:cNvPr>
            <p:cNvGrpSpPr/>
            <p:nvPr/>
          </p:nvGrpSpPr>
          <p:grpSpPr>
            <a:xfrm>
              <a:off x="4307181" y="4819990"/>
              <a:ext cx="693202" cy="155196"/>
              <a:chOff x="4307181" y="4819990"/>
              <a:chExt cx="693202" cy="155196"/>
            </a:xfrm>
            <a:solidFill>
              <a:srgbClr val="FFFFFF"/>
            </a:solidFill>
          </p:grpSpPr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0736AF0F-8830-D880-A03D-035AA6605D14}"/>
                  </a:ext>
                </a:extLst>
              </p:cNvPr>
              <p:cNvSpPr/>
              <p:nvPr/>
            </p:nvSpPr>
            <p:spPr>
              <a:xfrm flipV="1">
                <a:off x="4307181" y="4825348"/>
                <a:ext cx="107334" cy="126887"/>
              </a:xfrm>
              <a:custGeom>
                <a:avLst/>
                <a:gdLst>
                  <a:gd name="csX0" fmla="*/ -1683 w 107334"/>
                  <a:gd name="csY0" fmla="*/ 124901 h 126887"/>
                  <a:gd name="csX1" fmla="*/ 105651 w 107334"/>
                  <a:gd name="csY1" fmla="*/ 124901 h 126887"/>
                  <a:gd name="csX2" fmla="*/ 105651 w 107334"/>
                  <a:gd name="csY2" fmla="*/ 110434 h 126887"/>
                  <a:gd name="csX3" fmla="*/ 60618 w 107334"/>
                  <a:gd name="csY3" fmla="*/ 110434 h 126887"/>
                  <a:gd name="csX4" fmla="*/ 60618 w 107334"/>
                  <a:gd name="csY4" fmla="*/ -1986 h 126887"/>
                  <a:gd name="csX5" fmla="*/ 43377 w 107334"/>
                  <a:gd name="csY5" fmla="*/ -1986 h 126887"/>
                  <a:gd name="csX6" fmla="*/ 43377 w 107334"/>
                  <a:gd name="csY6" fmla="*/ 110434 h 126887"/>
                  <a:gd name="csX7" fmla="*/ -1683 w 107334"/>
                  <a:gd name="csY7" fmla="*/ 110434 h 126887"/>
                  <a:gd name="csX8" fmla="*/ -1683 w 107334"/>
                  <a:gd name="csY8" fmla="*/ 124901 h 12688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07334" h="126887">
                    <a:moveTo>
                      <a:pt x="-1683" y="124901"/>
                    </a:moveTo>
                    <a:lnTo>
                      <a:pt x="105651" y="124901"/>
                    </a:lnTo>
                    <a:lnTo>
                      <a:pt x="105651" y="110434"/>
                    </a:lnTo>
                    <a:lnTo>
                      <a:pt x="60618" y="110434"/>
                    </a:lnTo>
                    <a:lnTo>
                      <a:pt x="60618" y="-1986"/>
                    </a:lnTo>
                    <a:lnTo>
                      <a:pt x="43377" y="-1986"/>
                    </a:lnTo>
                    <a:lnTo>
                      <a:pt x="43377" y="110434"/>
                    </a:lnTo>
                    <a:lnTo>
                      <a:pt x="-1683" y="110434"/>
                    </a:lnTo>
                    <a:lnTo>
                      <a:pt x="-1683" y="124901"/>
                    </a:lnTo>
                    <a:close/>
                  </a:path>
                </a:pathLst>
              </a:custGeom>
              <a:solidFill>
                <a:srgbClr val="FFFFFF"/>
              </a:solidFill>
              <a:ln w="27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5B89DB58-AD65-8451-16FC-031C12F8C044}"/>
                  </a:ext>
                </a:extLst>
              </p:cNvPr>
              <p:cNvSpPr/>
              <p:nvPr/>
            </p:nvSpPr>
            <p:spPr>
              <a:xfrm flipV="1">
                <a:off x="4424968" y="4819990"/>
                <a:ext cx="15636" cy="132244"/>
              </a:xfrm>
              <a:custGeom>
                <a:avLst/>
                <a:gdLst>
                  <a:gd name="csX0" fmla="*/ -614 w 15636"/>
                  <a:gd name="csY0" fmla="*/ 93094 h 132244"/>
                  <a:gd name="csX1" fmla="*/ 15023 w 15636"/>
                  <a:gd name="csY1" fmla="*/ 93094 h 132244"/>
                  <a:gd name="csX2" fmla="*/ 15023 w 15636"/>
                  <a:gd name="csY2" fmla="*/ -2085 h 132244"/>
                  <a:gd name="csX3" fmla="*/ -614 w 15636"/>
                  <a:gd name="csY3" fmla="*/ -2085 h 132244"/>
                  <a:gd name="csX4" fmla="*/ -614 w 15636"/>
                  <a:gd name="csY4" fmla="*/ 93094 h 132244"/>
                  <a:gd name="csX5" fmla="*/ -614 w 15636"/>
                  <a:gd name="csY5" fmla="*/ 130159 h 132244"/>
                  <a:gd name="csX6" fmla="*/ 15023 w 15636"/>
                  <a:gd name="csY6" fmla="*/ 130159 h 132244"/>
                  <a:gd name="csX7" fmla="*/ 15023 w 15636"/>
                  <a:gd name="csY7" fmla="*/ 110335 h 132244"/>
                  <a:gd name="csX8" fmla="*/ -614 w 15636"/>
                  <a:gd name="csY8" fmla="*/ 110335 h 132244"/>
                  <a:gd name="csX9" fmla="*/ -614 w 15636"/>
                  <a:gd name="csY9" fmla="*/ 130159 h 13224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5636" h="132244">
                    <a:moveTo>
                      <a:pt x="-614" y="93094"/>
                    </a:moveTo>
                    <a:lnTo>
                      <a:pt x="15023" y="93094"/>
                    </a:lnTo>
                    <a:lnTo>
                      <a:pt x="15023" y="-2085"/>
                    </a:lnTo>
                    <a:lnTo>
                      <a:pt x="-614" y="-2085"/>
                    </a:lnTo>
                    <a:lnTo>
                      <a:pt x="-614" y="93094"/>
                    </a:lnTo>
                    <a:close/>
                    <a:moveTo>
                      <a:pt x="-614" y="130159"/>
                    </a:moveTo>
                    <a:lnTo>
                      <a:pt x="15023" y="130159"/>
                    </a:lnTo>
                    <a:lnTo>
                      <a:pt x="15023" y="110335"/>
                    </a:lnTo>
                    <a:lnTo>
                      <a:pt x="-614" y="110335"/>
                    </a:lnTo>
                    <a:lnTo>
                      <a:pt x="-614" y="130159"/>
                    </a:lnTo>
                    <a:close/>
                  </a:path>
                </a:pathLst>
              </a:custGeom>
              <a:solidFill>
                <a:srgbClr val="FFFFFF"/>
              </a:solidFill>
              <a:ln w="27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028037D8-99CC-359F-151B-0D9B44E2DA79}"/>
                  </a:ext>
                </a:extLst>
              </p:cNvPr>
              <p:cNvSpPr/>
              <p:nvPr/>
            </p:nvSpPr>
            <p:spPr>
              <a:xfrm flipV="1">
                <a:off x="4472724" y="4854771"/>
                <a:ext cx="138961" cy="97463"/>
              </a:xfrm>
              <a:custGeom>
                <a:avLst/>
                <a:gdLst>
                  <a:gd name="csX0" fmla="*/ 71852 w 138961"/>
                  <a:gd name="csY0" fmla="*/ 75460 h 97463"/>
                  <a:gd name="csX1" fmla="*/ 85884 w 138961"/>
                  <a:gd name="csY1" fmla="*/ 91015 h 97463"/>
                  <a:gd name="csX2" fmla="*/ 105083 w 138961"/>
                  <a:gd name="csY2" fmla="*/ 96019 h 97463"/>
                  <a:gd name="csX3" fmla="*/ 128034 w 138961"/>
                  <a:gd name="csY3" fmla="*/ 85604 h 97463"/>
                  <a:gd name="csX4" fmla="*/ 136111 w 138961"/>
                  <a:gd name="csY4" fmla="*/ 56017 h 97463"/>
                  <a:gd name="csX5" fmla="*/ 136111 w 138961"/>
                  <a:gd name="csY5" fmla="*/ -1444 h 97463"/>
                  <a:gd name="csX6" fmla="*/ 120393 w 138961"/>
                  <a:gd name="csY6" fmla="*/ -1444 h 97463"/>
                  <a:gd name="csX7" fmla="*/ 120393 w 138961"/>
                  <a:gd name="csY7" fmla="*/ 55500 h 97463"/>
                  <a:gd name="csX8" fmla="*/ 115525 w 138961"/>
                  <a:gd name="csY8" fmla="*/ 75787 h 97463"/>
                  <a:gd name="csX9" fmla="*/ 100759 w 138961"/>
                  <a:gd name="csY9" fmla="*/ 82422 h 97463"/>
                  <a:gd name="csX10" fmla="*/ 81533 w 138961"/>
                  <a:gd name="csY10" fmla="*/ 74345 h 97463"/>
                  <a:gd name="csX11" fmla="*/ 74489 w 138961"/>
                  <a:gd name="csY11" fmla="*/ 52346 h 97463"/>
                  <a:gd name="csX12" fmla="*/ 74489 w 138961"/>
                  <a:gd name="csY12" fmla="*/ -1444 h 97463"/>
                  <a:gd name="csX13" fmla="*/ 58771 w 138961"/>
                  <a:gd name="csY13" fmla="*/ -1444 h 97463"/>
                  <a:gd name="csX14" fmla="*/ 58771 w 138961"/>
                  <a:gd name="csY14" fmla="*/ 55500 h 97463"/>
                  <a:gd name="csX15" fmla="*/ 53931 w 138961"/>
                  <a:gd name="csY15" fmla="*/ 75841 h 97463"/>
                  <a:gd name="csX16" fmla="*/ 38974 w 138961"/>
                  <a:gd name="csY16" fmla="*/ 82422 h 97463"/>
                  <a:gd name="csX17" fmla="*/ 19911 w 138961"/>
                  <a:gd name="csY17" fmla="*/ 74318 h 97463"/>
                  <a:gd name="csX18" fmla="*/ 12868 w 138961"/>
                  <a:gd name="csY18" fmla="*/ 52346 h 97463"/>
                  <a:gd name="csX19" fmla="*/ 12868 w 138961"/>
                  <a:gd name="csY19" fmla="*/ -1444 h 97463"/>
                  <a:gd name="csX20" fmla="*/ -2850 w 138961"/>
                  <a:gd name="csY20" fmla="*/ -1444 h 97463"/>
                  <a:gd name="csX21" fmla="*/ -2850 w 138961"/>
                  <a:gd name="csY21" fmla="*/ 93735 h 97463"/>
                  <a:gd name="csX22" fmla="*/ 12868 w 138961"/>
                  <a:gd name="csY22" fmla="*/ 93735 h 97463"/>
                  <a:gd name="csX23" fmla="*/ 12868 w 138961"/>
                  <a:gd name="csY23" fmla="*/ 78941 h 97463"/>
                  <a:gd name="csX24" fmla="*/ 25703 w 138961"/>
                  <a:gd name="csY24" fmla="*/ 91858 h 97463"/>
                  <a:gd name="csX25" fmla="*/ 43461 w 138961"/>
                  <a:gd name="csY25" fmla="*/ 96019 h 97463"/>
                  <a:gd name="csX26" fmla="*/ 61110 w 138961"/>
                  <a:gd name="csY26" fmla="*/ 90743 h 97463"/>
                  <a:gd name="csX27" fmla="*/ 71852 w 138961"/>
                  <a:gd name="csY27" fmla="*/ 75460 h 9746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</a:cxnLst>
                <a:rect l="l" t="t" r="r" b="b"/>
                <a:pathLst>
                  <a:path w="138961" h="97463">
                    <a:moveTo>
                      <a:pt x="71852" y="75460"/>
                    </a:moveTo>
                    <a:cubicBezTo>
                      <a:pt x="75767" y="82495"/>
                      <a:pt x="80445" y="87680"/>
                      <a:pt x="85884" y="91015"/>
                    </a:cubicBezTo>
                    <a:cubicBezTo>
                      <a:pt x="91322" y="94351"/>
                      <a:pt x="97722" y="96019"/>
                      <a:pt x="105083" y="96019"/>
                    </a:cubicBezTo>
                    <a:cubicBezTo>
                      <a:pt x="114999" y="96019"/>
                      <a:pt x="122650" y="92547"/>
                      <a:pt x="128034" y="85604"/>
                    </a:cubicBezTo>
                    <a:cubicBezTo>
                      <a:pt x="133419" y="78678"/>
                      <a:pt x="136111" y="68816"/>
                      <a:pt x="136111" y="56017"/>
                    </a:cubicBezTo>
                    <a:lnTo>
                      <a:pt x="136111" y="-1444"/>
                    </a:lnTo>
                    <a:lnTo>
                      <a:pt x="120393" y="-1444"/>
                    </a:lnTo>
                    <a:lnTo>
                      <a:pt x="120393" y="55500"/>
                    </a:lnTo>
                    <a:cubicBezTo>
                      <a:pt x="120393" y="64619"/>
                      <a:pt x="118770" y="71381"/>
                      <a:pt x="115525" y="75787"/>
                    </a:cubicBezTo>
                    <a:cubicBezTo>
                      <a:pt x="112298" y="80210"/>
                      <a:pt x="107376" y="82422"/>
                      <a:pt x="100759" y="82422"/>
                    </a:cubicBezTo>
                    <a:cubicBezTo>
                      <a:pt x="92655" y="82422"/>
                      <a:pt x="86246" y="79730"/>
                      <a:pt x="81533" y="74345"/>
                    </a:cubicBezTo>
                    <a:cubicBezTo>
                      <a:pt x="76837" y="68979"/>
                      <a:pt x="74489" y="61646"/>
                      <a:pt x="74489" y="52346"/>
                    </a:cubicBezTo>
                    <a:lnTo>
                      <a:pt x="74489" y="-1444"/>
                    </a:lnTo>
                    <a:lnTo>
                      <a:pt x="58771" y="-1444"/>
                    </a:lnTo>
                    <a:lnTo>
                      <a:pt x="58771" y="55500"/>
                    </a:lnTo>
                    <a:cubicBezTo>
                      <a:pt x="58771" y="64673"/>
                      <a:pt x="57158" y="71454"/>
                      <a:pt x="53931" y="75841"/>
                    </a:cubicBezTo>
                    <a:cubicBezTo>
                      <a:pt x="50704" y="80228"/>
                      <a:pt x="45718" y="82422"/>
                      <a:pt x="38974" y="82422"/>
                    </a:cubicBezTo>
                    <a:cubicBezTo>
                      <a:pt x="30979" y="82422"/>
                      <a:pt x="24625" y="79721"/>
                      <a:pt x="19911" y="74318"/>
                    </a:cubicBezTo>
                    <a:cubicBezTo>
                      <a:pt x="15215" y="68916"/>
                      <a:pt x="12868" y="61591"/>
                      <a:pt x="12868" y="52346"/>
                    </a:cubicBezTo>
                    <a:lnTo>
                      <a:pt x="12868" y="-1444"/>
                    </a:lnTo>
                    <a:lnTo>
                      <a:pt x="-2850" y="-1444"/>
                    </a:lnTo>
                    <a:lnTo>
                      <a:pt x="-2850" y="93735"/>
                    </a:lnTo>
                    <a:lnTo>
                      <a:pt x="12868" y="93735"/>
                    </a:lnTo>
                    <a:lnTo>
                      <a:pt x="12868" y="78941"/>
                    </a:lnTo>
                    <a:cubicBezTo>
                      <a:pt x="16439" y="84779"/>
                      <a:pt x="20718" y="89085"/>
                      <a:pt x="25703" y="91858"/>
                    </a:cubicBezTo>
                    <a:cubicBezTo>
                      <a:pt x="30689" y="94632"/>
                      <a:pt x="36608" y="96019"/>
                      <a:pt x="43461" y="96019"/>
                    </a:cubicBezTo>
                    <a:cubicBezTo>
                      <a:pt x="50386" y="96019"/>
                      <a:pt x="56269" y="94261"/>
                      <a:pt x="61110" y="90743"/>
                    </a:cubicBezTo>
                    <a:cubicBezTo>
                      <a:pt x="65950" y="87245"/>
                      <a:pt x="69531" y="82150"/>
                      <a:pt x="71852" y="7546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7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88C27266-8938-EC7F-8439-0F17124B97DA}"/>
                  </a:ext>
                </a:extLst>
              </p:cNvPr>
              <p:cNvSpPr/>
              <p:nvPr/>
            </p:nvSpPr>
            <p:spPr>
              <a:xfrm flipV="1">
                <a:off x="4636062" y="4854771"/>
                <a:ext cx="88217" cy="99937"/>
              </a:xfrm>
              <a:custGeom>
                <a:avLst/>
                <a:gdLst>
                  <a:gd name="csX0" fmla="*/ 86539 w 88217"/>
                  <a:gd name="csY0" fmla="*/ 52581 h 99937"/>
                  <a:gd name="csX1" fmla="*/ 86539 w 88217"/>
                  <a:gd name="csY1" fmla="*/ 44940 h 99937"/>
                  <a:gd name="csX2" fmla="*/ 14638 w 88217"/>
                  <a:gd name="csY2" fmla="*/ 44940 h 99937"/>
                  <a:gd name="csX3" fmla="*/ 24374 w 88217"/>
                  <a:gd name="csY3" fmla="*/ 20329 h 99937"/>
                  <a:gd name="csX4" fmla="*/ 48631 w 88217"/>
                  <a:gd name="csY4" fmla="*/ 11872 h 99937"/>
                  <a:gd name="csX5" fmla="*/ 66089 w 88217"/>
                  <a:gd name="csY5" fmla="*/ 14075 h 99937"/>
                  <a:gd name="csX6" fmla="*/ 82895 w 88217"/>
                  <a:gd name="csY6" fmla="*/ 20710 h 99937"/>
                  <a:gd name="csX7" fmla="*/ 82895 w 88217"/>
                  <a:gd name="csY7" fmla="*/ 5917 h 99937"/>
                  <a:gd name="csX8" fmla="*/ 65627 w 88217"/>
                  <a:gd name="csY8" fmla="*/ 478 h 99937"/>
                  <a:gd name="csX9" fmla="*/ 47706 w 88217"/>
                  <a:gd name="csY9" fmla="*/ -1399 h 99937"/>
                  <a:gd name="csX10" fmla="*/ 11620 w 88217"/>
                  <a:gd name="csY10" fmla="*/ 11845 h 99937"/>
                  <a:gd name="csX11" fmla="*/ -1678 w 88217"/>
                  <a:gd name="csY11" fmla="*/ 47741 h 99937"/>
                  <a:gd name="csX12" fmla="*/ 10940 w 88217"/>
                  <a:gd name="csY12" fmla="*/ 84806 h 99937"/>
                  <a:gd name="csX13" fmla="*/ 44987 w 88217"/>
                  <a:gd name="csY13" fmla="*/ 98539 h 99937"/>
                  <a:gd name="csX14" fmla="*/ 75362 w 88217"/>
                  <a:gd name="csY14" fmla="*/ 86166 h 99937"/>
                  <a:gd name="csX15" fmla="*/ 86539 w 88217"/>
                  <a:gd name="csY15" fmla="*/ 52581 h 99937"/>
                  <a:gd name="csX16" fmla="*/ 70902 w 88217"/>
                  <a:gd name="csY16" fmla="*/ 57177 h 99937"/>
                  <a:gd name="csX17" fmla="*/ 63723 w 88217"/>
                  <a:gd name="csY17" fmla="*/ 77627 h 99937"/>
                  <a:gd name="csX18" fmla="*/ 45150 w 88217"/>
                  <a:gd name="csY18" fmla="*/ 85296 h 99937"/>
                  <a:gd name="csX19" fmla="*/ 24210 w 88217"/>
                  <a:gd name="csY19" fmla="*/ 77899 h 99937"/>
                  <a:gd name="csX20" fmla="*/ 15155 w 88217"/>
                  <a:gd name="csY20" fmla="*/ 57069 h 99937"/>
                  <a:gd name="csX21" fmla="*/ 70902 w 88217"/>
                  <a:gd name="csY21" fmla="*/ 57177 h 999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</a:cxnLst>
                <a:rect l="l" t="t" r="r" b="b"/>
                <a:pathLst>
                  <a:path w="88217" h="99937">
                    <a:moveTo>
                      <a:pt x="86539" y="52581"/>
                    </a:moveTo>
                    <a:lnTo>
                      <a:pt x="86539" y="44940"/>
                    </a:lnTo>
                    <a:lnTo>
                      <a:pt x="14638" y="44940"/>
                    </a:lnTo>
                    <a:cubicBezTo>
                      <a:pt x="15327" y="34171"/>
                      <a:pt x="18572" y="25968"/>
                      <a:pt x="24374" y="20329"/>
                    </a:cubicBezTo>
                    <a:cubicBezTo>
                      <a:pt x="30175" y="14691"/>
                      <a:pt x="38261" y="11872"/>
                      <a:pt x="48631" y="11872"/>
                    </a:cubicBezTo>
                    <a:cubicBezTo>
                      <a:pt x="54631" y="11872"/>
                      <a:pt x="60451" y="12606"/>
                      <a:pt x="66089" y="14075"/>
                    </a:cubicBezTo>
                    <a:cubicBezTo>
                      <a:pt x="71727" y="15543"/>
                      <a:pt x="77329" y="17755"/>
                      <a:pt x="82895" y="20710"/>
                    </a:cubicBezTo>
                    <a:lnTo>
                      <a:pt x="82895" y="5917"/>
                    </a:lnTo>
                    <a:cubicBezTo>
                      <a:pt x="77275" y="3542"/>
                      <a:pt x="71519" y="1729"/>
                      <a:pt x="65627" y="478"/>
                    </a:cubicBezTo>
                    <a:cubicBezTo>
                      <a:pt x="59735" y="-773"/>
                      <a:pt x="53761" y="-1399"/>
                      <a:pt x="47706" y="-1399"/>
                    </a:cubicBezTo>
                    <a:cubicBezTo>
                      <a:pt x="32514" y="-1399"/>
                      <a:pt x="20485" y="3016"/>
                      <a:pt x="11620" y="11845"/>
                    </a:cubicBezTo>
                    <a:cubicBezTo>
                      <a:pt x="2754" y="20692"/>
                      <a:pt x="-1678" y="32657"/>
                      <a:pt x="-1678" y="47741"/>
                    </a:cubicBezTo>
                    <a:cubicBezTo>
                      <a:pt x="-1678" y="63314"/>
                      <a:pt x="2528" y="75669"/>
                      <a:pt x="10940" y="84806"/>
                    </a:cubicBezTo>
                    <a:cubicBezTo>
                      <a:pt x="19352" y="93962"/>
                      <a:pt x="30701" y="98539"/>
                      <a:pt x="44987" y="98539"/>
                    </a:cubicBezTo>
                    <a:cubicBezTo>
                      <a:pt x="57786" y="98539"/>
                      <a:pt x="67911" y="94415"/>
                      <a:pt x="75362" y="86166"/>
                    </a:cubicBezTo>
                    <a:cubicBezTo>
                      <a:pt x="82813" y="77935"/>
                      <a:pt x="86539" y="66741"/>
                      <a:pt x="86539" y="52581"/>
                    </a:cubicBezTo>
                    <a:close/>
                    <a:moveTo>
                      <a:pt x="70902" y="57177"/>
                    </a:moveTo>
                    <a:cubicBezTo>
                      <a:pt x="70794" y="65716"/>
                      <a:pt x="68401" y="72533"/>
                      <a:pt x="63723" y="77627"/>
                    </a:cubicBezTo>
                    <a:cubicBezTo>
                      <a:pt x="59046" y="82740"/>
                      <a:pt x="52855" y="85296"/>
                      <a:pt x="45150" y="85296"/>
                    </a:cubicBezTo>
                    <a:cubicBezTo>
                      <a:pt x="36430" y="85296"/>
                      <a:pt x="29450" y="82830"/>
                      <a:pt x="24210" y="77899"/>
                    </a:cubicBezTo>
                    <a:cubicBezTo>
                      <a:pt x="18971" y="72968"/>
                      <a:pt x="15952" y="66024"/>
                      <a:pt x="15155" y="57069"/>
                    </a:cubicBezTo>
                    <a:lnTo>
                      <a:pt x="70902" y="57177"/>
                    </a:lnTo>
                    <a:close/>
                  </a:path>
                </a:pathLst>
              </a:custGeom>
              <a:solidFill>
                <a:srgbClr val="FFFFFF"/>
              </a:solidFill>
              <a:ln w="27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8BB7AE0E-BF09-6F88-1690-D6C28DC1635E}"/>
                  </a:ext>
                </a:extLst>
              </p:cNvPr>
              <p:cNvSpPr/>
              <p:nvPr/>
            </p:nvSpPr>
            <p:spPr>
              <a:xfrm flipV="1">
                <a:off x="4733539" y="4952235"/>
                <a:ext cx="12431" cy="12431"/>
              </a:xfrm>
              <a:custGeom>
                <a:avLst/>
                <a:gdLst/>
                <a:ahLst/>
                <a:cxnLst/>
                <a:rect l="l" t="t" r="r" b="b"/>
                <a:pathLst>
                  <a:path w="12431" h="12431"/>
                </a:pathLst>
              </a:custGeom>
              <a:solidFill>
                <a:srgbClr val="FFFFFF"/>
              </a:solidFill>
              <a:ln w="27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87A4C703-A83D-B063-C87F-01B8F63C300E}"/>
                  </a:ext>
                </a:extLst>
              </p:cNvPr>
              <p:cNvSpPr/>
              <p:nvPr/>
            </p:nvSpPr>
            <p:spPr>
              <a:xfrm flipV="1">
                <a:off x="4803818" y="4820181"/>
                <a:ext cx="38996" cy="155005"/>
              </a:xfrm>
              <a:custGeom>
                <a:avLst/>
                <a:gdLst>
                  <a:gd name="csX0" fmla="*/ 38037 w 38996"/>
                  <a:gd name="csY0" fmla="*/ 153347 h 155005"/>
                  <a:gd name="csX1" fmla="*/ 21123 w 38996"/>
                  <a:gd name="csY1" fmla="*/ 114677 h 155005"/>
                  <a:gd name="csX2" fmla="*/ 15602 w 38996"/>
                  <a:gd name="csY2" fmla="*/ 75926 h 155005"/>
                  <a:gd name="csX3" fmla="*/ 21177 w 38996"/>
                  <a:gd name="csY3" fmla="*/ 37066 h 155005"/>
                  <a:gd name="csX4" fmla="*/ 38037 w 38996"/>
                  <a:gd name="csY4" fmla="*/ -1659 h 155005"/>
                  <a:gd name="csX5" fmla="*/ 24440 w 38996"/>
                  <a:gd name="csY5" fmla="*/ -1659 h 155005"/>
                  <a:gd name="csX6" fmla="*/ 5377 w 38996"/>
                  <a:gd name="csY6" fmla="*/ 37609 h 155005"/>
                  <a:gd name="csX7" fmla="*/ -959 w 38996"/>
                  <a:gd name="csY7" fmla="*/ 75926 h 155005"/>
                  <a:gd name="csX8" fmla="*/ 5323 w 38996"/>
                  <a:gd name="csY8" fmla="*/ 114079 h 155005"/>
                  <a:gd name="csX9" fmla="*/ 24440 w 38996"/>
                  <a:gd name="csY9" fmla="*/ 153347 h 155005"/>
                  <a:gd name="csX10" fmla="*/ 38037 w 38996"/>
                  <a:gd name="csY10" fmla="*/ 153347 h 1550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38996" h="155005">
                    <a:moveTo>
                      <a:pt x="38037" y="153347"/>
                    </a:moveTo>
                    <a:cubicBezTo>
                      <a:pt x="30459" y="140330"/>
                      <a:pt x="24821" y="127440"/>
                      <a:pt x="21123" y="114677"/>
                    </a:cubicBezTo>
                    <a:cubicBezTo>
                      <a:pt x="17442" y="101932"/>
                      <a:pt x="15602" y="89015"/>
                      <a:pt x="15602" y="75926"/>
                    </a:cubicBezTo>
                    <a:cubicBezTo>
                      <a:pt x="15602" y="62855"/>
                      <a:pt x="17461" y="49901"/>
                      <a:pt x="21177" y="37066"/>
                    </a:cubicBezTo>
                    <a:cubicBezTo>
                      <a:pt x="24894" y="24230"/>
                      <a:pt x="30514" y="11322"/>
                      <a:pt x="38037" y="-1659"/>
                    </a:cubicBezTo>
                    <a:lnTo>
                      <a:pt x="24440" y="-1659"/>
                    </a:lnTo>
                    <a:cubicBezTo>
                      <a:pt x="15956" y="11666"/>
                      <a:pt x="9602" y="24756"/>
                      <a:pt x="5377" y="37609"/>
                    </a:cubicBezTo>
                    <a:cubicBezTo>
                      <a:pt x="1153" y="50463"/>
                      <a:pt x="-959" y="63235"/>
                      <a:pt x="-959" y="75926"/>
                    </a:cubicBezTo>
                    <a:cubicBezTo>
                      <a:pt x="-959" y="88562"/>
                      <a:pt x="1135" y="101280"/>
                      <a:pt x="5323" y="114079"/>
                    </a:cubicBezTo>
                    <a:cubicBezTo>
                      <a:pt x="9529" y="126896"/>
                      <a:pt x="15901" y="139986"/>
                      <a:pt x="24440" y="153347"/>
                    </a:cubicBezTo>
                    <a:lnTo>
                      <a:pt x="38037" y="153347"/>
                    </a:lnTo>
                    <a:close/>
                  </a:path>
                </a:pathLst>
              </a:custGeom>
              <a:solidFill>
                <a:srgbClr val="FFFFFF"/>
              </a:solidFill>
              <a:ln w="27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8F221A45-D50F-49C3-4911-696507129E32}"/>
                  </a:ext>
                </a:extLst>
              </p:cNvPr>
              <p:cNvSpPr/>
              <p:nvPr/>
            </p:nvSpPr>
            <p:spPr>
              <a:xfrm flipV="1">
                <a:off x="4866198" y="4854771"/>
                <a:ext cx="72743" cy="99937"/>
              </a:xfrm>
              <a:custGeom>
                <a:avLst/>
                <a:gdLst>
                  <a:gd name="csX0" fmla="*/ 66262 w 72743"/>
                  <a:gd name="csY0" fmla="*/ 93454 h 99937"/>
                  <a:gd name="csX1" fmla="*/ 66262 w 72743"/>
                  <a:gd name="csY1" fmla="*/ 78661 h 99937"/>
                  <a:gd name="csX2" fmla="*/ 52501 w 72743"/>
                  <a:gd name="csY2" fmla="*/ 83746 h 99937"/>
                  <a:gd name="csX3" fmla="*/ 37708 w 72743"/>
                  <a:gd name="csY3" fmla="*/ 85459 h 99937"/>
                  <a:gd name="csX4" fmla="*/ 20249 w 72743"/>
                  <a:gd name="csY4" fmla="*/ 81897 h 99937"/>
                  <a:gd name="csX5" fmla="*/ 14430 w 72743"/>
                  <a:gd name="csY5" fmla="*/ 71182 h 99937"/>
                  <a:gd name="csX6" fmla="*/ 18590 w 72743"/>
                  <a:gd name="csY6" fmla="*/ 62643 h 99937"/>
                  <a:gd name="csX7" fmla="*/ 35342 w 72743"/>
                  <a:gd name="csY7" fmla="*/ 56742 h 99937"/>
                  <a:gd name="csX8" fmla="*/ 40699 w 72743"/>
                  <a:gd name="csY8" fmla="*/ 55546 h 99937"/>
                  <a:gd name="csX9" fmla="*/ 64358 w 72743"/>
                  <a:gd name="csY9" fmla="*/ 45484 h 99937"/>
                  <a:gd name="csX10" fmla="*/ 71374 w 72743"/>
                  <a:gd name="csY10" fmla="*/ 27345 h 99937"/>
                  <a:gd name="csX11" fmla="*/ 60877 w 72743"/>
                  <a:gd name="csY11" fmla="*/ 6324 h 99937"/>
                  <a:gd name="csX12" fmla="*/ 32024 w 72743"/>
                  <a:gd name="csY12" fmla="*/ -1399 h 99937"/>
                  <a:gd name="csX13" fmla="*/ 16089 w 72743"/>
                  <a:gd name="csY13" fmla="*/ 97 h 99937"/>
                  <a:gd name="csX14" fmla="*/ -1370 w 72743"/>
                  <a:gd name="csY14" fmla="*/ 4557 h 99937"/>
                  <a:gd name="csX15" fmla="*/ -1370 w 72743"/>
                  <a:gd name="csY15" fmla="*/ 20710 h 99937"/>
                  <a:gd name="csX16" fmla="*/ 15708 w 72743"/>
                  <a:gd name="csY16" fmla="*/ 13939 h 99937"/>
                  <a:gd name="csX17" fmla="*/ 32378 w 72743"/>
                  <a:gd name="csY17" fmla="*/ 11709 h 99937"/>
                  <a:gd name="csX18" fmla="*/ 49347 w 72743"/>
                  <a:gd name="csY18" fmla="*/ 15489 h 99937"/>
                  <a:gd name="csX19" fmla="*/ 55302 w 72743"/>
                  <a:gd name="csY19" fmla="*/ 26149 h 99937"/>
                  <a:gd name="csX20" fmla="*/ 51006 w 72743"/>
                  <a:gd name="csY20" fmla="*/ 35912 h 99937"/>
                  <a:gd name="csX21" fmla="*/ 32187 w 72743"/>
                  <a:gd name="csY21" fmla="*/ 42465 h 99937"/>
                  <a:gd name="csX22" fmla="*/ 26749 w 72743"/>
                  <a:gd name="csY22" fmla="*/ 43743 h 99937"/>
                  <a:gd name="csX23" fmla="*/ 5755 w 72743"/>
                  <a:gd name="csY23" fmla="*/ 53125 h 99937"/>
                  <a:gd name="csX24" fmla="*/ -690 w 72743"/>
                  <a:gd name="csY24" fmla="*/ 70502 h 99937"/>
                  <a:gd name="csX25" fmla="*/ 8828 w 72743"/>
                  <a:gd name="csY25" fmla="*/ 91224 h 99937"/>
                  <a:gd name="csX26" fmla="*/ 35859 w 72743"/>
                  <a:gd name="csY26" fmla="*/ 98539 h 99937"/>
                  <a:gd name="csX27" fmla="*/ 52148 w 72743"/>
                  <a:gd name="csY27" fmla="*/ 97261 h 99937"/>
                  <a:gd name="csX28" fmla="*/ 66262 w 72743"/>
                  <a:gd name="csY28" fmla="*/ 93454 h 999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</a:cxnLst>
                <a:rect l="l" t="t" r="r" b="b"/>
                <a:pathLst>
                  <a:path w="72743" h="99937">
                    <a:moveTo>
                      <a:pt x="66262" y="93454"/>
                    </a:moveTo>
                    <a:lnTo>
                      <a:pt x="66262" y="78661"/>
                    </a:lnTo>
                    <a:cubicBezTo>
                      <a:pt x="61856" y="80927"/>
                      <a:pt x="57269" y="82622"/>
                      <a:pt x="52501" y="83746"/>
                    </a:cubicBezTo>
                    <a:cubicBezTo>
                      <a:pt x="47752" y="84888"/>
                      <a:pt x="42820" y="85459"/>
                      <a:pt x="37708" y="85459"/>
                    </a:cubicBezTo>
                    <a:cubicBezTo>
                      <a:pt x="29949" y="85459"/>
                      <a:pt x="24129" y="84272"/>
                      <a:pt x="20249" y="81897"/>
                    </a:cubicBezTo>
                    <a:cubicBezTo>
                      <a:pt x="16370" y="79522"/>
                      <a:pt x="14430" y="75950"/>
                      <a:pt x="14430" y="71182"/>
                    </a:cubicBezTo>
                    <a:cubicBezTo>
                      <a:pt x="14430" y="67556"/>
                      <a:pt x="15817" y="64710"/>
                      <a:pt x="18590" y="62643"/>
                    </a:cubicBezTo>
                    <a:cubicBezTo>
                      <a:pt x="21364" y="60577"/>
                      <a:pt x="26948" y="58610"/>
                      <a:pt x="35342" y="56742"/>
                    </a:cubicBezTo>
                    <a:lnTo>
                      <a:pt x="40699" y="55546"/>
                    </a:lnTo>
                    <a:cubicBezTo>
                      <a:pt x="51794" y="53171"/>
                      <a:pt x="59681" y="49817"/>
                      <a:pt x="64358" y="45484"/>
                    </a:cubicBezTo>
                    <a:cubicBezTo>
                      <a:pt x="69035" y="41151"/>
                      <a:pt x="71374" y="35105"/>
                      <a:pt x="71374" y="27345"/>
                    </a:cubicBezTo>
                    <a:cubicBezTo>
                      <a:pt x="71374" y="18498"/>
                      <a:pt x="67875" y="11491"/>
                      <a:pt x="60877" y="6324"/>
                    </a:cubicBezTo>
                    <a:cubicBezTo>
                      <a:pt x="53879" y="1176"/>
                      <a:pt x="44262" y="-1399"/>
                      <a:pt x="32024" y="-1399"/>
                    </a:cubicBezTo>
                    <a:cubicBezTo>
                      <a:pt x="26930" y="-1399"/>
                      <a:pt x="21618" y="-900"/>
                      <a:pt x="16089" y="97"/>
                    </a:cubicBezTo>
                    <a:cubicBezTo>
                      <a:pt x="10559" y="1094"/>
                      <a:pt x="4740" y="2581"/>
                      <a:pt x="-1370" y="4557"/>
                    </a:cubicBezTo>
                    <a:lnTo>
                      <a:pt x="-1370" y="20710"/>
                    </a:lnTo>
                    <a:cubicBezTo>
                      <a:pt x="4413" y="17701"/>
                      <a:pt x="10106" y="15444"/>
                      <a:pt x="15708" y="13939"/>
                    </a:cubicBezTo>
                    <a:cubicBezTo>
                      <a:pt x="21310" y="12452"/>
                      <a:pt x="26867" y="11709"/>
                      <a:pt x="32378" y="11709"/>
                    </a:cubicBezTo>
                    <a:cubicBezTo>
                      <a:pt x="39738" y="11709"/>
                      <a:pt x="45395" y="12969"/>
                      <a:pt x="49347" y="15489"/>
                    </a:cubicBezTo>
                    <a:cubicBezTo>
                      <a:pt x="53317" y="18009"/>
                      <a:pt x="55302" y="21562"/>
                      <a:pt x="55302" y="26149"/>
                    </a:cubicBezTo>
                    <a:cubicBezTo>
                      <a:pt x="55302" y="30391"/>
                      <a:pt x="53870" y="33645"/>
                      <a:pt x="51006" y="35912"/>
                    </a:cubicBezTo>
                    <a:cubicBezTo>
                      <a:pt x="48159" y="38178"/>
                      <a:pt x="41887" y="40362"/>
                      <a:pt x="32187" y="42465"/>
                    </a:cubicBezTo>
                    <a:lnTo>
                      <a:pt x="26749" y="43743"/>
                    </a:lnTo>
                    <a:cubicBezTo>
                      <a:pt x="17068" y="45774"/>
                      <a:pt x="10070" y="48901"/>
                      <a:pt x="5755" y="53125"/>
                    </a:cubicBezTo>
                    <a:cubicBezTo>
                      <a:pt x="1458" y="57350"/>
                      <a:pt x="-690" y="63142"/>
                      <a:pt x="-690" y="70502"/>
                    </a:cubicBezTo>
                    <a:cubicBezTo>
                      <a:pt x="-690" y="79458"/>
                      <a:pt x="2483" y="86366"/>
                      <a:pt x="8828" y="91224"/>
                    </a:cubicBezTo>
                    <a:cubicBezTo>
                      <a:pt x="15173" y="96101"/>
                      <a:pt x="24183" y="98539"/>
                      <a:pt x="35859" y="98539"/>
                    </a:cubicBezTo>
                    <a:cubicBezTo>
                      <a:pt x="41624" y="98539"/>
                      <a:pt x="47054" y="98113"/>
                      <a:pt x="52148" y="97261"/>
                    </a:cubicBezTo>
                    <a:cubicBezTo>
                      <a:pt x="57260" y="96427"/>
                      <a:pt x="61965" y="95158"/>
                      <a:pt x="66262" y="93454"/>
                    </a:cubicBezTo>
                    <a:close/>
                  </a:path>
                </a:pathLst>
              </a:custGeom>
              <a:solidFill>
                <a:srgbClr val="FFFFFF"/>
              </a:solidFill>
              <a:ln w="27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302838DC-18C8-21B6-366B-185A84AEFA58}"/>
                  </a:ext>
                </a:extLst>
              </p:cNvPr>
              <p:cNvSpPr/>
              <p:nvPr/>
            </p:nvSpPr>
            <p:spPr>
              <a:xfrm flipV="1">
                <a:off x="4961387" y="4820181"/>
                <a:ext cx="38996" cy="155005"/>
              </a:xfrm>
              <a:custGeom>
                <a:avLst/>
                <a:gdLst>
                  <a:gd name="csX0" fmla="*/ -909 w 38996"/>
                  <a:gd name="csY0" fmla="*/ 153347 h 155005"/>
                  <a:gd name="csX1" fmla="*/ 12688 w 38996"/>
                  <a:gd name="csY1" fmla="*/ 153347 h 155005"/>
                  <a:gd name="csX2" fmla="*/ 31751 w 38996"/>
                  <a:gd name="csY2" fmla="*/ 114079 h 155005"/>
                  <a:gd name="csX3" fmla="*/ 38087 w 38996"/>
                  <a:gd name="csY3" fmla="*/ 75926 h 155005"/>
                  <a:gd name="csX4" fmla="*/ 31751 w 38996"/>
                  <a:gd name="csY4" fmla="*/ 37609 h 155005"/>
                  <a:gd name="csX5" fmla="*/ 12688 w 38996"/>
                  <a:gd name="csY5" fmla="*/ -1659 h 155005"/>
                  <a:gd name="csX6" fmla="*/ -909 w 38996"/>
                  <a:gd name="csY6" fmla="*/ -1659 h 155005"/>
                  <a:gd name="csX7" fmla="*/ 15951 w 38996"/>
                  <a:gd name="csY7" fmla="*/ 37066 h 155005"/>
                  <a:gd name="csX8" fmla="*/ 21526 w 38996"/>
                  <a:gd name="csY8" fmla="*/ 75926 h 155005"/>
                  <a:gd name="csX9" fmla="*/ 15951 w 38996"/>
                  <a:gd name="csY9" fmla="*/ 114677 h 155005"/>
                  <a:gd name="csX10" fmla="*/ -909 w 38996"/>
                  <a:gd name="csY10" fmla="*/ 153347 h 1550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38996" h="155005">
                    <a:moveTo>
                      <a:pt x="-909" y="153347"/>
                    </a:moveTo>
                    <a:lnTo>
                      <a:pt x="12688" y="153347"/>
                    </a:lnTo>
                    <a:cubicBezTo>
                      <a:pt x="21172" y="139986"/>
                      <a:pt x="27527" y="126896"/>
                      <a:pt x="31751" y="114079"/>
                    </a:cubicBezTo>
                    <a:cubicBezTo>
                      <a:pt x="35975" y="101280"/>
                      <a:pt x="38087" y="88562"/>
                      <a:pt x="38087" y="75926"/>
                    </a:cubicBezTo>
                    <a:cubicBezTo>
                      <a:pt x="38087" y="63235"/>
                      <a:pt x="35975" y="50463"/>
                      <a:pt x="31751" y="37609"/>
                    </a:cubicBezTo>
                    <a:cubicBezTo>
                      <a:pt x="27527" y="24756"/>
                      <a:pt x="21172" y="11666"/>
                      <a:pt x="12688" y="-1659"/>
                    </a:cubicBezTo>
                    <a:lnTo>
                      <a:pt x="-909" y="-1659"/>
                    </a:lnTo>
                    <a:cubicBezTo>
                      <a:pt x="6615" y="11322"/>
                      <a:pt x="12235" y="24230"/>
                      <a:pt x="15951" y="37066"/>
                    </a:cubicBezTo>
                    <a:cubicBezTo>
                      <a:pt x="19668" y="49901"/>
                      <a:pt x="21526" y="62855"/>
                      <a:pt x="21526" y="75926"/>
                    </a:cubicBezTo>
                    <a:cubicBezTo>
                      <a:pt x="21526" y="89015"/>
                      <a:pt x="19668" y="101932"/>
                      <a:pt x="15951" y="114677"/>
                    </a:cubicBezTo>
                    <a:cubicBezTo>
                      <a:pt x="12235" y="127440"/>
                      <a:pt x="6615" y="140330"/>
                      <a:pt x="-909" y="153347"/>
                    </a:cubicBezTo>
                    <a:close/>
                  </a:path>
                </a:pathLst>
              </a:custGeom>
              <a:solidFill>
                <a:srgbClr val="FFFFFF"/>
              </a:solidFill>
              <a:ln w="27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55" name="Graphic 7">
            <a:extLst>
              <a:ext uri="{FF2B5EF4-FFF2-40B4-BE49-F238E27FC236}">
                <a16:creationId xmlns:a16="http://schemas.microsoft.com/office/drawing/2014/main" id="{36ACFFCB-B301-2EC9-E170-54762E51ECC3}"/>
              </a:ext>
            </a:extLst>
          </p:cNvPr>
          <p:cNvGrpSpPr/>
          <p:nvPr/>
        </p:nvGrpSpPr>
        <p:grpSpPr>
          <a:xfrm>
            <a:off x="1730264" y="4117757"/>
            <a:ext cx="5705962" cy="92401"/>
            <a:chOff x="1730264" y="4117757"/>
            <a:chExt cx="5705962" cy="92401"/>
          </a:xfrm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54A7812E-E1AD-242A-1EB4-8C950E68E057}"/>
                </a:ext>
              </a:extLst>
            </p:cNvPr>
            <p:cNvSpPr/>
            <p:nvPr/>
          </p:nvSpPr>
          <p:spPr>
            <a:xfrm>
              <a:off x="1886785" y="4161161"/>
              <a:ext cx="5549441" cy="12431"/>
            </a:xfrm>
            <a:custGeom>
              <a:avLst/>
              <a:gdLst>
                <a:gd name="csX0" fmla="*/ 0 w 5549441"/>
                <a:gd name="csY0" fmla="*/ 0 h 12431"/>
                <a:gd name="csX1" fmla="*/ 5549442 w 5549441"/>
                <a:gd name="csY1" fmla="*/ 0 h 124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549441" h="12431">
                  <a:moveTo>
                    <a:pt x="0" y="0"/>
                  </a:moveTo>
                  <a:lnTo>
                    <a:pt x="5549442" y="0"/>
                  </a:lnTo>
                </a:path>
              </a:pathLst>
            </a:custGeom>
            <a:noFill/>
            <a:ln w="9935" cap="flat">
              <a:solidFill>
                <a:srgbClr val="FFFFFF">
                  <a:alpha val="30000"/>
                </a:srgbClr>
              </a:solidFill>
              <a:custDash>
                <a:ds d="222000" sp="96000"/>
              </a:custDash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7466EB6A-D8BF-5D5B-B5A1-F4F12D554B09}"/>
                </a:ext>
              </a:extLst>
            </p:cNvPr>
            <p:cNvSpPr/>
            <p:nvPr/>
          </p:nvSpPr>
          <p:spPr>
            <a:xfrm>
              <a:off x="1843274" y="4161161"/>
              <a:ext cx="43510" cy="12431"/>
            </a:xfrm>
            <a:custGeom>
              <a:avLst/>
              <a:gdLst>
                <a:gd name="csX0" fmla="*/ 43582 w 43510"/>
                <a:gd name="csY0" fmla="*/ 288 h 12431"/>
                <a:gd name="csX1" fmla="*/ 72 w 43510"/>
                <a:gd name="csY1" fmla="*/ 288 h 124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3510" h="12431">
                  <a:moveTo>
                    <a:pt x="43582" y="288"/>
                  </a:moveTo>
                  <a:lnTo>
                    <a:pt x="72" y="288"/>
                  </a:lnTo>
                </a:path>
              </a:pathLst>
            </a:custGeom>
            <a:solidFill>
              <a:srgbClr val="FFFFFF"/>
            </a:solidFill>
            <a:ln w="9935" cap="flat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FD613C1-5489-4311-7A4E-2266416C29BA}"/>
                </a:ext>
              </a:extLst>
            </p:cNvPr>
            <p:cNvSpPr/>
            <p:nvPr/>
          </p:nvSpPr>
          <p:spPr>
            <a:xfrm flipV="1">
              <a:off x="1730264" y="4117757"/>
              <a:ext cx="58641" cy="92401"/>
            </a:xfrm>
            <a:custGeom>
              <a:avLst/>
              <a:gdLst>
                <a:gd name="csX0" fmla="*/ 1885 w 58641"/>
                <a:gd name="csY0" fmla="*/ 90402 h 92401"/>
                <a:gd name="csX1" fmla="*/ 50018 w 58641"/>
                <a:gd name="csY1" fmla="*/ 90402 h 92401"/>
                <a:gd name="csX2" fmla="*/ 50018 w 58641"/>
                <a:gd name="csY2" fmla="*/ 80068 h 92401"/>
                <a:gd name="csX3" fmla="*/ 13112 w 58641"/>
                <a:gd name="csY3" fmla="*/ 80068 h 92401"/>
                <a:gd name="csX4" fmla="*/ 13112 w 58641"/>
                <a:gd name="csY4" fmla="*/ 57866 h 92401"/>
                <a:gd name="csX5" fmla="*/ 18434 w 58641"/>
                <a:gd name="csY5" fmla="*/ 59226 h 92401"/>
                <a:gd name="csX6" fmla="*/ 23795 w 58641"/>
                <a:gd name="csY6" fmla="*/ 59673 h 92401"/>
                <a:gd name="csX7" fmla="*/ 47823 w 58641"/>
                <a:gd name="csY7" fmla="*/ 51359 h 92401"/>
                <a:gd name="csX8" fmla="*/ 56700 w 58641"/>
                <a:gd name="csY8" fmla="*/ 28847 h 92401"/>
                <a:gd name="csX9" fmla="*/ 47590 w 58641"/>
                <a:gd name="csY9" fmla="*/ 6101 h 92401"/>
                <a:gd name="csX10" fmla="*/ 21911 w 58641"/>
                <a:gd name="csY10" fmla="*/ -1999 h 92401"/>
                <a:gd name="csX11" fmla="*/ 10276 w 58641"/>
                <a:gd name="csY11" fmla="*/ -1028 h 92401"/>
                <a:gd name="csX12" fmla="*/ -1942 w 58641"/>
                <a:gd name="csY12" fmla="*/ 1886 h 92401"/>
                <a:gd name="csX13" fmla="*/ -1942 w 58641"/>
                <a:gd name="csY13" fmla="*/ 14220 h 92401"/>
                <a:gd name="csX14" fmla="*/ 9344 w 58641"/>
                <a:gd name="csY14" fmla="*/ 9791 h 92401"/>
                <a:gd name="csX15" fmla="*/ 21659 w 58641"/>
                <a:gd name="csY15" fmla="*/ 8335 h 92401"/>
                <a:gd name="csX16" fmla="*/ 38286 w 58641"/>
                <a:gd name="csY16" fmla="*/ 13851 h 92401"/>
                <a:gd name="csX17" fmla="*/ 44424 w 58641"/>
                <a:gd name="csY17" fmla="*/ 28847 h 92401"/>
                <a:gd name="csX18" fmla="*/ 38286 w 58641"/>
                <a:gd name="csY18" fmla="*/ 43823 h 92401"/>
                <a:gd name="csX19" fmla="*/ 21659 w 58641"/>
                <a:gd name="csY19" fmla="*/ 49359 h 92401"/>
                <a:gd name="csX20" fmla="*/ 11850 w 58641"/>
                <a:gd name="csY20" fmla="*/ 48271 h 92401"/>
                <a:gd name="csX21" fmla="*/ 1885 w 58641"/>
                <a:gd name="csY21" fmla="*/ 44872 h 92401"/>
                <a:gd name="csX22" fmla="*/ 1885 w 58641"/>
                <a:gd name="csY22" fmla="*/ 90402 h 924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58641" h="92401">
                  <a:moveTo>
                    <a:pt x="1885" y="90402"/>
                  </a:moveTo>
                  <a:lnTo>
                    <a:pt x="50018" y="90402"/>
                  </a:lnTo>
                  <a:lnTo>
                    <a:pt x="50018" y="80068"/>
                  </a:lnTo>
                  <a:lnTo>
                    <a:pt x="13112" y="80068"/>
                  </a:lnTo>
                  <a:lnTo>
                    <a:pt x="13112" y="57866"/>
                  </a:lnTo>
                  <a:cubicBezTo>
                    <a:pt x="14886" y="58475"/>
                    <a:pt x="16660" y="58928"/>
                    <a:pt x="18434" y="59226"/>
                  </a:cubicBezTo>
                  <a:cubicBezTo>
                    <a:pt x="20221" y="59524"/>
                    <a:pt x="22008" y="59673"/>
                    <a:pt x="23795" y="59673"/>
                  </a:cubicBezTo>
                  <a:cubicBezTo>
                    <a:pt x="33909" y="59673"/>
                    <a:pt x="41918" y="56902"/>
                    <a:pt x="47823" y="51359"/>
                  </a:cubicBezTo>
                  <a:cubicBezTo>
                    <a:pt x="53741" y="45817"/>
                    <a:pt x="56700" y="38313"/>
                    <a:pt x="56700" y="28847"/>
                  </a:cubicBezTo>
                  <a:cubicBezTo>
                    <a:pt x="56700" y="19096"/>
                    <a:pt x="53664" y="11514"/>
                    <a:pt x="47590" y="6101"/>
                  </a:cubicBezTo>
                  <a:cubicBezTo>
                    <a:pt x="41517" y="701"/>
                    <a:pt x="32957" y="-1999"/>
                    <a:pt x="21911" y="-1999"/>
                  </a:cubicBezTo>
                  <a:cubicBezTo>
                    <a:pt x="18104" y="-1999"/>
                    <a:pt x="14226" y="-1675"/>
                    <a:pt x="10276" y="-1028"/>
                  </a:cubicBezTo>
                  <a:cubicBezTo>
                    <a:pt x="6339" y="-381"/>
                    <a:pt x="2267" y="591"/>
                    <a:pt x="-1942" y="1886"/>
                  </a:cubicBezTo>
                  <a:lnTo>
                    <a:pt x="-1942" y="14220"/>
                  </a:lnTo>
                  <a:cubicBezTo>
                    <a:pt x="1697" y="12239"/>
                    <a:pt x="5459" y="10763"/>
                    <a:pt x="9344" y="9791"/>
                  </a:cubicBezTo>
                  <a:cubicBezTo>
                    <a:pt x="13229" y="8820"/>
                    <a:pt x="17334" y="8335"/>
                    <a:pt x="21659" y="8335"/>
                  </a:cubicBezTo>
                  <a:cubicBezTo>
                    <a:pt x="28664" y="8335"/>
                    <a:pt x="34207" y="10173"/>
                    <a:pt x="38286" y="13851"/>
                  </a:cubicBezTo>
                  <a:cubicBezTo>
                    <a:pt x="42378" y="17529"/>
                    <a:pt x="44424" y="22527"/>
                    <a:pt x="44424" y="28847"/>
                  </a:cubicBezTo>
                  <a:cubicBezTo>
                    <a:pt x="44424" y="35153"/>
                    <a:pt x="42378" y="40145"/>
                    <a:pt x="38286" y="43823"/>
                  </a:cubicBezTo>
                  <a:cubicBezTo>
                    <a:pt x="34207" y="47513"/>
                    <a:pt x="28664" y="49359"/>
                    <a:pt x="21659" y="49359"/>
                  </a:cubicBezTo>
                  <a:cubicBezTo>
                    <a:pt x="18383" y="49359"/>
                    <a:pt x="15113" y="48996"/>
                    <a:pt x="11850" y="48271"/>
                  </a:cubicBezTo>
                  <a:cubicBezTo>
                    <a:pt x="8599" y="47546"/>
                    <a:pt x="5278" y="46413"/>
                    <a:pt x="1885" y="44872"/>
                  </a:cubicBezTo>
                  <a:lnTo>
                    <a:pt x="1885" y="90402"/>
                  </a:lnTo>
                  <a:close/>
                </a:path>
              </a:pathLst>
            </a:custGeom>
            <a:solidFill>
              <a:srgbClr val="FFFFFF"/>
            </a:solidFill>
            <a:ln w="19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9" name="Graphic 7">
            <a:extLst>
              <a:ext uri="{FF2B5EF4-FFF2-40B4-BE49-F238E27FC236}">
                <a16:creationId xmlns:a16="http://schemas.microsoft.com/office/drawing/2014/main" id="{B9DDD8E6-D946-D451-9D59-53A0E4871D36}"/>
              </a:ext>
            </a:extLst>
          </p:cNvPr>
          <p:cNvGrpSpPr/>
          <p:nvPr/>
        </p:nvGrpSpPr>
        <p:grpSpPr>
          <a:xfrm>
            <a:off x="1729351" y="3705961"/>
            <a:ext cx="5706875" cy="94032"/>
            <a:chOff x="1729351" y="3705961"/>
            <a:chExt cx="5706875" cy="94032"/>
          </a:xfrm>
        </p:grpSpPr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199A2536-A414-1602-A0BD-7078D5AB075A}"/>
                </a:ext>
              </a:extLst>
            </p:cNvPr>
            <p:cNvSpPr/>
            <p:nvPr/>
          </p:nvSpPr>
          <p:spPr>
            <a:xfrm>
              <a:off x="1886785" y="3750996"/>
              <a:ext cx="5549441" cy="12431"/>
            </a:xfrm>
            <a:custGeom>
              <a:avLst/>
              <a:gdLst>
                <a:gd name="csX0" fmla="*/ 0 w 5549441"/>
                <a:gd name="csY0" fmla="*/ 0 h 12431"/>
                <a:gd name="csX1" fmla="*/ 5549442 w 5549441"/>
                <a:gd name="csY1" fmla="*/ 0 h 124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549441" h="12431">
                  <a:moveTo>
                    <a:pt x="0" y="0"/>
                  </a:moveTo>
                  <a:lnTo>
                    <a:pt x="5549442" y="0"/>
                  </a:lnTo>
                </a:path>
              </a:pathLst>
            </a:custGeom>
            <a:noFill/>
            <a:ln w="9935" cap="flat">
              <a:solidFill>
                <a:srgbClr val="FFFFFF">
                  <a:alpha val="30000"/>
                </a:srgbClr>
              </a:solidFill>
              <a:custDash>
                <a:ds d="222000" sp="96000"/>
              </a:custDash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7D0A30A8-2278-EFBB-4D01-FE83900B842B}"/>
                </a:ext>
              </a:extLst>
            </p:cNvPr>
            <p:cNvSpPr/>
            <p:nvPr/>
          </p:nvSpPr>
          <p:spPr>
            <a:xfrm>
              <a:off x="1843274" y="3750996"/>
              <a:ext cx="43510" cy="12431"/>
            </a:xfrm>
            <a:custGeom>
              <a:avLst/>
              <a:gdLst>
                <a:gd name="csX0" fmla="*/ 43582 w 43510"/>
                <a:gd name="csY0" fmla="*/ 255 h 12431"/>
                <a:gd name="csX1" fmla="*/ 72 w 43510"/>
                <a:gd name="csY1" fmla="*/ 255 h 124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3510" h="12431">
                  <a:moveTo>
                    <a:pt x="43582" y="255"/>
                  </a:moveTo>
                  <a:lnTo>
                    <a:pt x="72" y="255"/>
                  </a:lnTo>
                </a:path>
              </a:pathLst>
            </a:custGeom>
            <a:solidFill>
              <a:srgbClr val="FFFFFF"/>
            </a:solidFill>
            <a:ln w="9935" cap="flat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D14812EB-04C1-45F5-7521-ED3F9EA987D4}"/>
                </a:ext>
              </a:extLst>
            </p:cNvPr>
            <p:cNvSpPr/>
            <p:nvPr/>
          </p:nvSpPr>
          <p:spPr>
            <a:xfrm flipV="1">
              <a:off x="1729351" y="3705961"/>
              <a:ext cx="62585" cy="94032"/>
            </a:xfrm>
            <a:custGeom>
              <a:avLst/>
              <a:gdLst>
                <a:gd name="csX0" fmla="*/ 30365 w 62585"/>
                <a:gd name="csY0" fmla="*/ 49886 h 94032"/>
                <a:gd name="csX1" fmla="*/ 17273 w 62585"/>
                <a:gd name="csY1" fmla="*/ 44233 h 94032"/>
                <a:gd name="csX2" fmla="*/ 12456 w 62585"/>
                <a:gd name="csY2" fmla="*/ 28772 h 94032"/>
                <a:gd name="csX3" fmla="*/ 17273 w 62585"/>
                <a:gd name="csY3" fmla="*/ 13310 h 94032"/>
                <a:gd name="csX4" fmla="*/ 30365 w 62585"/>
                <a:gd name="csY4" fmla="*/ 7638 h 94032"/>
                <a:gd name="csX5" fmla="*/ 43437 w 62585"/>
                <a:gd name="csY5" fmla="*/ 13310 h 94032"/>
                <a:gd name="csX6" fmla="*/ 48254 w 62585"/>
                <a:gd name="csY6" fmla="*/ 28772 h 94032"/>
                <a:gd name="csX7" fmla="*/ 43437 w 62585"/>
                <a:gd name="csY7" fmla="*/ 44233 h 94032"/>
                <a:gd name="csX8" fmla="*/ 30365 w 62585"/>
                <a:gd name="csY8" fmla="*/ 49886 h 94032"/>
                <a:gd name="csX9" fmla="*/ 54703 w 62585"/>
                <a:gd name="csY9" fmla="*/ 88326 h 94032"/>
                <a:gd name="csX10" fmla="*/ 54703 w 62585"/>
                <a:gd name="csY10" fmla="*/ 77157 h 94032"/>
                <a:gd name="csX11" fmla="*/ 45380 w 62585"/>
                <a:gd name="csY11" fmla="*/ 80479 h 94032"/>
                <a:gd name="csX12" fmla="*/ 36056 w 62585"/>
                <a:gd name="csY12" fmla="*/ 81644 h 94032"/>
                <a:gd name="csX13" fmla="*/ 17506 w 62585"/>
                <a:gd name="csY13" fmla="*/ 73447 h 94032"/>
                <a:gd name="csX14" fmla="*/ 10202 w 62585"/>
                <a:gd name="csY14" fmla="*/ 48681 h 94032"/>
                <a:gd name="csX15" fmla="*/ 19176 w 62585"/>
                <a:gd name="csY15" fmla="*/ 56781 h 94032"/>
                <a:gd name="csX16" fmla="*/ 31083 w 62585"/>
                <a:gd name="csY16" fmla="*/ 59598 h 94032"/>
                <a:gd name="csX17" fmla="*/ 52664 w 62585"/>
                <a:gd name="csY17" fmla="*/ 51304 h 94032"/>
                <a:gd name="csX18" fmla="*/ 60589 w 62585"/>
                <a:gd name="csY18" fmla="*/ 28772 h 94032"/>
                <a:gd name="csX19" fmla="*/ 52334 w 62585"/>
                <a:gd name="csY19" fmla="*/ 6356 h 94032"/>
                <a:gd name="csX20" fmla="*/ 30365 w 62585"/>
                <a:gd name="csY20" fmla="*/ -2074 h 94032"/>
                <a:gd name="csX21" fmla="*/ 6317 w 62585"/>
                <a:gd name="csY21" fmla="*/ 9969 h 94032"/>
                <a:gd name="csX22" fmla="*/ -1996 w 62585"/>
                <a:gd name="csY22" fmla="*/ 44913 h 94032"/>
                <a:gd name="csX23" fmla="*/ 8202 w 62585"/>
                <a:gd name="csY23" fmla="*/ 79178 h 94032"/>
                <a:gd name="csX24" fmla="*/ 35570 w 62585"/>
                <a:gd name="csY24" fmla="*/ 91959 h 94032"/>
                <a:gd name="csX25" fmla="*/ 44894 w 62585"/>
                <a:gd name="csY25" fmla="*/ 91046 h 94032"/>
                <a:gd name="csX26" fmla="*/ 54703 w 62585"/>
                <a:gd name="csY26" fmla="*/ 88326 h 940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62585" h="94032">
                  <a:moveTo>
                    <a:pt x="30365" y="49886"/>
                  </a:moveTo>
                  <a:cubicBezTo>
                    <a:pt x="24861" y="49886"/>
                    <a:pt x="20497" y="48002"/>
                    <a:pt x="17273" y="44233"/>
                  </a:cubicBezTo>
                  <a:cubicBezTo>
                    <a:pt x="14061" y="40478"/>
                    <a:pt x="12456" y="35324"/>
                    <a:pt x="12456" y="28772"/>
                  </a:cubicBezTo>
                  <a:cubicBezTo>
                    <a:pt x="12456" y="22258"/>
                    <a:pt x="14061" y="17104"/>
                    <a:pt x="17273" y="13310"/>
                  </a:cubicBezTo>
                  <a:cubicBezTo>
                    <a:pt x="20497" y="9529"/>
                    <a:pt x="24861" y="7638"/>
                    <a:pt x="30365" y="7638"/>
                  </a:cubicBezTo>
                  <a:cubicBezTo>
                    <a:pt x="35868" y="7638"/>
                    <a:pt x="40226" y="9529"/>
                    <a:pt x="43437" y="13310"/>
                  </a:cubicBezTo>
                  <a:cubicBezTo>
                    <a:pt x="46649" y="17104"/>
                    <a:pt x="48254" y="22258"/>
                    <a:pt x="48254" y="28772"/>
                  </a:cubicBezTo>
                  <a:cubicBezTo>
                    <a:pt x="48254" y="35324"/>
                    <a:pt x="46649" y="40478"/>
                    <a:pt x="43437" y="44233"/>
                  </a:cubicBezTo>
                  <a:cubicBezTo>
                    <a:pt x="40226" y="48002"/>
                    <a:pt x="35868" y="49886"/>
                    <a:pt x="30365" y="49886"/>
                  </a:cubicBezTo>
                  <a:close/>
                  <a:moveTo>
                    <a:pt x="54703" y="88326"/>
                  </a:moveTo>
                  <a:lnTo>
                    <a:pt x="54703" y="77157"/>
                  </a:lnTo>
                  <a:cubicBezTo>
                    <a:pt x="51621" y="78608"/>
                    <a:pt x="48513" y="79715"/>
                    <a:pt x="45380" y="80479"/>
                  </a:cubicBezTo>
                  <a:cubicBezTo>
                    <a:pt x="42246" y="81256"/>
                    <a:pt x="39138" y="81644"/>
                    <a:pt x="36056" y="81644"/>
                  </a:cubicBezTo>
                  <a:cubicBezTo>
                    <a:pt x="27963" y="81644"/>
                    <a:pt x="21779" y="78912"/>
                    <a:pt x="17506" y="73447"/>
                  </a:cubicBezTo>
                  <a:cubicBezTo>
                    <a:pt x="13245" y="67983"/>
                    <a:pt x="10811" y="59727"/>
                    <a:pt x="10202" y="48681"/>
                  </a:cubicBezTo>
                  <a:cubicBezTo>
                    <a:pt x="12585" y="52204"/>
                    <a:pt x="15576" y="54904"/>
                    <a:pt x="19176" y="56781"/>
                  </a:cubicBezTo>
                  <a:cubicBezTo>
                    <a:pt x="22789" y="58659"/>
                    <a:pt x="26758" y="59598"/>
                    <a:pt x="31083" y="59598"/>
                  </a:cubicBezTo>
                  <a:cubicBezTo>
                    <a:pt x="40187" y="59598"/>
                    <a:pt x="47380" y="56833"/>
                    <a:pt x="52664" y="51304"/>
                  </a:cubicBezTo>
                  <a:cubicBezTo>
                    <a:pt x="57947" y="45787"/>
                    <a:pt x="60589" y="38276"/>
                    <a:pt x="60589" y="28772"/>
                  </a:cubicBezTo>
                  <a:cubicBezTo>
                    <a:pt x="60589" y="19461"/>
                    <a:pt x="57837" y="11989"/>
                    <a:pt x="52334" y="6356"/>
                  </a:cubicBezTo>
                  <a:cubicBezTo>
                    <a:pt x="46830" y="736"/>
                    <a:pt x="39507" y="-2074"/>
                    <a:pt x="30365" y="-2074"/>
                  </a:cubicBezTo>
                  <a:cubicBezTo>
                    <a:pt x="19876" y="-2074"/>
                    <a:pt x="11860" y="1940"/>
                    <a:pt x="6317" y="9969"/>
                  </a:cubicBezTo>
                  <a:cubicBezTo>
                    <a:pt x="775" y="18010"/>
                    <a:pt x="-1996" y="29659"/>
                    <a:pt x="-1996" y="44913"/>
                  </a:cubicBezTo>
                  <a:cubicBezTo>
                    <a:pt x="-1996" y="59235"/>
                    <a:pt x="1403" y="70657"/>
                    <a:pt x="8202" y="79178"/>
                  </a:cubicBezTo>
                  <a:cubicBezTo>
                    <a:pt x="15000" y="87698"/>
                    <a:pt x="24123" y="91959"/>
                    <a:pt x="35570" y="91959"/>
                  </a:cubicBezTo>
                  <a:cubicBezTo>
                    <a:pt x="38652" y="91959"/>
                    <a:pt x="41760" y="91654"/>
                    <a:pt x="44894" y="91046"/>
                  </a:cubicBezTo>
                  <a:cubicBezTo>
                    <a:pt x="48028" y="90437"/>
                    <a:pt x="51298" y="89531"/>
                    <a:pt x="54703" y="88326"/>
                  </a:cubicBezTo>
                  <a:close/>
                </a:path>
              </a:pathLst>
            </a:custGeom>
            <a:solidFill>
              <a:srgbClr val="FFFFFF"/>
            </a:solidFill>
            <a:ln w="19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3" name="Graphic 7">
            <a:extLst>
              <a:ext uri="{FF2B5EF4-FFF2-40B4-BE49-F238E27FC236}">
                <a16:creationId xmlns:a16="http://schemas.microsoft.com/office/drawing/2014/main" id="{9B5CD409-19EF-F652-F4E3-D39302AF89AF}"/>
              </a:ext>
            </a:extLst>
          </p:cNvPr>
          <p:cNvGrpSpPr/>
          <p:nvPr/>
        </p:nvGrpSpPr>
        <p:grpSpPr>
          <a:xfrm>
            <a:off x="1730866" y="3297427"/>
            <a:ext cx="5705360" cy="90633"/>
            <a:chOff x="1730866" y="3297427"/>
            <a:chExt cx="5705360" cy="90633"/>
          </a:xfrm>
        </p:grpSpPr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9EBAA28E-A962-72A1-5C63-66A0BEC27761}"/>
                </a:ext>
              </a:extLst>
            </p:cNvPr>
            <p:cNvSpPr/>
            <p:nvPr/>
          </p:nvSpPr>
          <p:spPr>
            <a:xfrm>
              <a:off x="1886785" y="3340831"/>
              <a:ext cx="5549441" cy="12431"/>
            </a:xfrm>
            <a:custGeom>
              <a:avLst/>
              <a:gdLst>
                <a:gd name="csX0" fmla="*/ 0 w 5549441"/>
                <a:gd name="csY0" fmla="*/ 0 h 12431"/>
                <a:gd name="csX1" fmla="*/ 5549442 w 5549441"/>
                <a:gd name="csY1" fmla="*/ 0 h 124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549441" h="12431">
                  <a:moveTo>
                    <a:pt x="0" y="0"/>
                  </a:moveTo>
                  <a:lnTo>
                    <a:pt x="5549442" y="0"/>
                  </a:lnTo>
                </a:path>
              </a:pathLst>
            </a:custGeom>
            <a:noFill/>
            <a:ln w="9935" cap="flat">
              <a:solidFill>
                <a:srgbClr val="FFFFFF">
                  <a:alpha val="30000"/>
                </a:srgbClr>
              </a:solidFill>
              <a:custDash>
                <a:ds d="222000" sp="96000"/>
              </a:custDash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A2AB0DF7-4863-6281-6DAD-1CCDF924753A}"/>
                </a:ext>
              </a:extLst>
            </p:cNvPr>
            <p:cNvSpPr/>
            <p:nvPr/>
          </p:nvSpPr>
          <p:spPr>
            <a:xfrm>
              <a:off x="1843274" y="3340831"/>
              <a:ext cx="43510" cy="12431"/>
            </a:xfrm>
            <a:custGeom>
              <a:avLst/>
              <a:gdLst>
                <a:gd name="csX0" fmla="*/ 43582 w 43510"/>
                <a:gd name="csY0" fmla="*/ 222 h 12431"/>
                <a:gd name="csX1" fmla="*/ 72 w 43510"/>
                <a:gd name="csY1" fmla="*/ 222 h 124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3510" h="12431">
                  <a:moveTo>
                    <a:pt x="43582" y="222"/>
                  </a:moveTo>
                  <a:lnTo>
                    <a:pt x="72" y="222"/>
                  </a:lnTo>
                </a:path>
              </a:pathLst>
            </a:custGeom>
            <a:solidFill>
              <a:srgbClr val="FFFFFF"/>
            </a:solidFill>
            <a:ln w="9935" cap="flat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4570971B-D0F6-3908-7B8D-9C538CD24C1F}"/>
                </a:ext>
              </a:extLst>
            </p:cNvPr>
            <p:cNvSpPr/>
            <p:nvPr/>
          </p:nvSpPr>
          <p:spPr>
            <a:xfrm flipV="1">
              <a:off x="1730866" y="3297427"/>
              <a:ext cx="58272" cy="90633"/>
            </a:xfrm>
            <a:custGeom>
              <a:avLst/>
              <a:gdLst>
                <a:gd name="csX0" fmla="*/ -1963 w 58272"/>
                <a:gd name="csY0" fmla="*/ 88523 h 90633"/>
                <a:gd name="csX1" fmla="*/ 56310 w 58272"/>
                <a:gd name="csY1" fmla="*/ 88523 h 90633"/>
                <a:gd name="csX2" fmla="*/ 56310 w 58272"/>
                <a:gd name="csY2" fmla="*/ 83298 h 90633"/>
                <a:gd name="csX3" fmla="*/ 23405 w 58272"/>
                <a:gd name="csY3" fmla="*/ -2111 h 90633"/>
                <a:gd name="csX4" fmla="*/ 10604 w 58272"/>
                <a:gd name="csY4" fmla="*/ -2111 h 90633"/>
                <a:gd name="csX5" fmla="*/ 41567 w 58272"/>
                <a:gd name="csY5" fmla="*/ 78189 h 90633"/>
                <a:gd name="csX6" fmla="*/ -1963 w 58272"/>
                <a:gd name="csY6" fmla="*/ 78189 h 90633"/>
                <a:gd name="csX7" fmla="*/ -1963 w 58272"/>
                <a:gd name="csY7" fmla="*/ 88523 h 906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58272" h="90633">
                  <a:moveTo>
                    <a:pt x="-1963" y="88523"/>
                  </a:moveTo>
                  <a:lnTo>
                    <a:pt x="56310" y="88523"/>
                  </a:lnTo>
                  <a:lnTo>
                    <a:pt x="56310" y="83298"/>
                  </a:lnTo>
                  <a:lnTo>
                    <a:pt x="23405" y="-2111"/>
                  </a:lnTo>
                  <a:lnTo>
                    <a:pt x="10604" y="-2111"/>
                  </a:lnTo>
                  <a:lnTo>
                    <a:pt x="41567" y="78189"/>
                  </a:lnTo>
                  <a:lnTo>
                    <a:pt x="-1963" y="78189"/>
                  </a:lnTo>
                  <a:lnTo>
                    <a:pt x="-1963" y="88523"/>
                  </a:lnTo>
                  <a:close/>
                </a:path>
              </a:pathLst>
            </a:custGeom>
            <a:solidFill>
              <a:srgbClr val="FFFFFF"/>
            </a:solidFill>
            <a:ln w="19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7" name="Graphic 7">
            <a:extLst>
              <a:ext uri="{FF2B5EF4-FFF2-40B4-BE49-F238E27FC236}">
                <a16:creationId xmlns:a16="http://schemas.microsoft.com/office/drawing/2014/main" id="{5B240B4B-8B32-6961-D013-48CD024EF90A}"/>
              </a:ext>
            </a:extLst>
          </p:cNvPr>
          <p:cNvGrpSpPr/>
          <p:nvPr/>
        </p:nvGrpSpPr>
        <p:grpSpPr>
          <a:xfrm>
            <a:off x="1729098" y="2885630"/>
            <a:ext cx="5707127" cy="94032"/>
            <a:chOff x="1729098" y="2885630"/>
            <a:chExt cx="5707127" cy="94032"/>
          </a:xfrm>
        </p:grpSpPr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C3E855B3-83BB-EE87-2D3F-C531D5E4C01F}"/>
                </a:ext>
              </a:extLst>
            </p:cNvPr>
            <p:cNvSpPr/>
            <p:nvPr/>
          </p:nvSpPr>
          <p:spPr>
            <a:xfrm>
              <a:off x="1886785" y="2930666"/>
              <a:ext cx="5549441" cy="12431"/>
            </a:xfrm>
            <a:custGeom>
              <a:avLst/>
              <a:gdLst>
                <a:gd name="csX0" fmla="*/ 0 w 5549441"/>
                <a:gd name="csY0" fmla="*/ 0 h 12431"/>
                <a:gd name="csX1" fmla="*/ 5549442 w 5549441"/>
                <a:gd name="csY1" fmla="*/ 0 h 124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549441" h="12431">
                  <a:moveTo>
                    <a:pt x="0" y="0"/>
                  </a:moveTo>
                  <a:lnTo>
                    <a:pt x="5549442" y="0"/>
                  </a:lnTo>
                </a:path>
              </a:pathLst>
            </a:custGeom>
            <a:noFill/>
            <a:ln w="9935" cap="flat">
              <a:solidFill>
                <a:srgbClr val="FFFFFF">
                  <a:alpha val="30000"/>
                </a:srgbClr>
              </a:solidFill>
              <a:custDash>
                <a:ds d="222000" sp="96000"/>
              </a:custDash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B935A758-12C2-0A68-4CFC-51C739D68C66}"/>
                </a:ext>
              </a:extLst>
            </p:cNvPr>
            <p:cNvSpPr/>
            <p:nvPr/>
          </p:nvSpPr>
          <p:spPr>
            <a:xfrm>
              <a:off x="1843274" y="2930665"/>
              <a:ext cx="43510" cy="12431"/>
            </a:xfrm>
            <a:custGeom>
              <a:avLst/>
              <a:gdLst>
                <a:gd name="csX0" fmla="*/ 43582 w 43510"/>
                <a:gd name="csY0" fmla="*/ 189 h 12431"/>
                <a:gd name="csX1" fmla="*/ 72 w 43510"/>
                <a:gd name="csY1" fmla="*/ 189 h 124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3510" h="12431">
                  <a:moveTo>
                    <a:pt x="43582" y="189"/>
                  </a:moveTo>
                  <a:lnTo>
                    <a:pt x="72" y="189"/>
                  </a:lnTo>
                </a:path>
              </a:pathLst>
            </a:custGeom>
            <a:solidFill>
              <a:srgbClr val="FFFFFF"/>
            </a:solidFill>
            <a:ln w="9935" cap="flat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EA99D457-5EB7-C1D5-2A9F-7FCC6FC4D5A1}"/>
                </a:ext>
              </a:extLst>
            </p:cNvPr>
            <p:cNvSpPr/>
            <p:nvPr/>
          </p:nvSpPr>
          <p:spPr>
            <a:xfrm flipV="1">
              <a:off x="1729098" y="2885630"/>
              <a:ext cx="62157" cy="94032"/>
            </a:xfrm>
            <a:custGeom>
              <a:avLst/>
              <a:gdLst>
                <a:gd name="csX0" fmla="*/ 29107 w 62157"/>
                <a:gd name="csY0" fmla="*/ 42672 h 94032"/>
                <a:gd name="csX1" fmla="*/ 15354 w 62157"/>
                <a:gd name="csY1" fmla="*/ 37990 h 94032"/>
                <a:gd name="csX2" fmla="*/ 10362 w 62157"/>
                <a:gd name="csY2" fmla="*/ 25131 h 94032"/>
                <a:gd name="csX3" fmla="*/ 15354 w 62157"/>
                <a:gd name="csY3" fmla="*/ 12253 h 94032"/>
                <a:gd name="csX4" fmla="*/ 29107 w 62157"/>
                <a:gd name="csY4" fmla="*/ 7572 h 94032"/>
                <a:gd name="csX5" fmla="*/ 42878 w 62157"/>
                <a:gd name="csY5" fmla="*/ 12273 h 94032"/>
                <a:gd name="csX6" fmla="*/ 47929 w 62157"/>
                <a:gd name="csY6" fmla="*/ 25131 h 94032"/>
                <a:gd name="csX7" fmla="*/ 42917 w 62157"/>
                <a:gd name="csY7" fmla="*/ 37990 h 94032"/>
                <a:gd name="csX8" fmla="*/ 29107 w 62157"/>
                <a:gd name="csY8" fmla="*/ 42672 h 94032"/>
                <a:gd name="csX9" fmla="*/ 16850 w 62157"/>
                <a:gd name="csY9" fmla="*/ 47877 h 94032"/>
                <a:gd name="csX10" fmla="*/ 4554 w 62157"/>
                <a:gd name="csY10" fmla="*/ 55220 h 94032"/>
                <a:gd name="csX11" fmla="*/ 164 w 62157"/>
                <a:gd name="csY11" fmla="*/ 68409 h 94032"/>
                <a:gd name="csX12" fmla="*/ 7895 w 62157"/>
                <a:gd name="csY12" fmla="*/ 85580 h 94032"/>
                <a:gd name="csX13" fmla="*/ 29107 w 62157"/>
                <a:gd name="csY13" fmla="*/ 91893 h 94032"/>
                <a:gd name="csX14" fmla="*/ 50357 w 62157"/>
                <a:gd name="csY14" fmla="*/ 85580 h 94032"/>
                <a:gd name="csX15" fmla="*/ 58068 w 62157"/>
                <a:gd name="csY15" fmla="*/ 68409 h 94032"/>
                <a:gd name="csX16" fmla="*/ 53659 w 62157"/>
                <a:gd name="csY16" fmla="*/ 55220 h 94032"/>
                <a:gd name="csX17" fmla="*/ 41441 w 62157"/>
                <a:gd name="csY17" fmla="*/ 47877 h 94032"/>
                <a:gd name="csX18" fmla="*/ 55232 w 62157"/>
                <a:gd name="csY18" fmla="*/ 39797 h 94032"/>
                <a:gd name="csX19" fmla="*/ 60186 w 62157"/>
                <a:gd name="csY19" fmla="*/ 25131 h 94032"/>
                <a:gd name="csX20" fmla="*/ 52144 w 62157"/>
                <a:gd name="csY20" fmla="*/ 4891 h 94032"/>
                <a:gd name="csX21" fmla="*/ 29107 w 62157"/>
                <a:gd name="csY21" fmla="*/ -2140 h 94032"/>
                <a:gd name="csX22" fmla="*/ 6069 w 62157"/>
                <a:gd name="csY22" fmla="*/ 4891 h 94032"/>
                <a:gd name="csX23" fmla="*/ -1972 w 62157"/>
                <a:gd name="csY23" fmla="*/ 25131 h 94032"/>
                <a:gd name="csX24" fmla="*/ 3000 w 62157"/>
                <a:gd name="csY24" fmla="*/ 39797 h 94032"/>
                <a:gd name="csX25" fmla="*/ 16850 w 62157"/>
                <a:gd name="csY25" fmla="*/ 47877 h 94032"/>
                <a:gd name="csX26" fmla="*/ 12363 w 62157"/>
                <a:gd name="csY26" fmla="*/ 67243 h 94032"/>
                <a:gd name="csX27" fmla="*/ 16753 w 62157"/>
                <a:gd name="csY27" fmla="*/ 56269 h 94032"/>
                <a:gd name="csX28" fmla="*/ 29107 w 62157"/>
                <a:gd name="csY28" fmla="*/ 52325 h 94032"/>
                <a:gd name="csX29" fmla="*/ 41461 w 62157"/>
                <a:gd name="csY29" fmla="*/ 56269 h 94032"/>
                <a:gd name="csX30" fmla="*/ 45928 w 62157"/>
                <a:gd name="csY30" fmla="*/ 67243 h 94032"/>
                <a:gd name="csX31" fmla="*/ 41461 w 62157"/>
                <a:gd name="csY31" fmla="*/ 78237 h 94032"/>
                <a:gd name="csX32" fmla="*/ 29107 w 62157"/>
                <a:gd name="csY32" fmla="*/ 82181 h 94032"/>
                <a:gd name="csX33" fmla="*/ 16753 w 62157"/>
                <a:gd name="csY33" fmla="*/ 78237 h 94032"/>
                <a:gd name="csX34" fmla="*/ 12363 w 62157"/>
                <a:gd name="csY34" fmla="*/ 67243 h 940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</a:cxnLst>
              <a:rect l="l" t="t" r="r" b="b"/>
              <a:pathLst>
                <a:path w="62157" h="94032">
                  <a:moveTo>
                    <a:pt x="29107" y="42672"/>
                  </a:moveTo>
                  <a:cubicBezTo>
                    <a:pt x="23279" y="42672"/>
                    <a:pt x="18695" y="41111"/>
                    <a:pt x="15354" y="37990"/>
                  </a:cubicBezTo>
                  <a:cubicBezTo>
                    <a:pt x="12026" y="34870"/>
                    <a:pt x="10362" y="30583"/>
                    <a:pt x="10362" y="25131"/>
                  </a:cubicBezTo>
                  <a:cubicBezTo>
                    <a:pt x="10362" y="19667"/>
                    <a:pt x="12026" y="15374"/>
                    <a:pt x="15354" y="12253"/>
                  </a:cubicBezTo>
                  <a:cubicBezTo>
                    <a:pt x="18695" y="9132"/>
                    <a:pt x="23279" y="7572"/>
                    <a:pt x="29107" y="7572"/>
                  </a:cubicBezTo>
                  <a:cubicBezTo>
                    <a:pt x="34934" y="7572"/>
                    <a:pt x="39525" y="9139"/>
                    <a:pt x="42878" y="12273"/>
                  </a:cubicBezTo>
                  <a:cubicBezTo>
                    <a:pt x="46245" y="15419"/>
                    <a:pt x="47929" y="19706"/>
                    <a:pt x="47929" y="25131"/>
                  </a:cubicBezTo>
                  <a:cubicBezTo>
                    <a:pt x="47929" y="30583"/>
                    <a:pt x="46258" y="34870"/>
                    <a:pt x="42917" y="37990"/>
                  </a:cubicBezTo>
                  <a:cubicBezTo>
                    <a:pt x="39589" y="41111"/>
                    <a:pt x="34986" y="42672"/>
                    <a:pt x="29107" y="42672"/>
                  </a:cubicBezTo>
                  <a:close/>
                  <a:moveTo>
                    <a:pt x="16850" y="47877"/>
                  </a:moveTo>
                  <a:cubicBezTo>
                    <a:pt x="11592" y="49172"/>
                    <a:pt x="7494" y="51620"/>
                    <a:pt x="4554" y="55220"/>
                  </a:cubicBezTo>
                  <a:cubicBezTo>
                    <a:pt x="1628" y="58833"/>
                    <a:pt x="164" y="63229"/>
                    <a:pt x="164" y="68409"/>
                  </a:cubicBezTo>
                  <a:cubicBezTo>
                    <a:pt x="164" y="75648"/>
                    <a:pt x="2741" y="81371"/>
                    <a:pt x="7895" y="85580"/>
                  </a:cubicBezTo>
                  <a:cubicBezTo>
                    <a:pt x="13062" y="89788"/>
                    <a:pt x="20133" y="91893"/>
                    <a:pt x="29107" y="91893"/>
                  </a:cubicBezTo>
                  <a:cubicBezTo>
                    <a:pt x="38132" y="91893"/>
                    <a:pt x="45216" y="89788"/>
                    <a:pt x="50357" y="85580"/>
                  </a:cubicBezTo>
                  <a:cubicBezTo>
                    <a:pt x="55498" y="81371"/>
                    <a:pt x="58068" y="75648"/>
                    <a:pt x="58068" y="68409"/>
                  </a:cubicBezTo>
                  <a:cubicBezTo>
                    <a:pt x="58068" y="63229"/>
                    <a:pt x="56599" y="58833"/>
                    <a:pt x="53659" y="55220"/>
                  </a:cubicBezTo>
                  <a:cubicBezTo>
                    <a:pt x="50732" y="51620"/>
                    <a:pt x="46660" y="49172"/>
                    <a:pt x="41441" y="47877"/>
                  </a:cubicBezTo>
                  <a:cubicBezTo>
                    <a:pt x="47346" y="46505"/>
                    <a:pt x="51943" y="43811"/>
                    <a:pt x="55232" y="39797"/>
                  </a:cubicBezTo>
                  <a:cubicBezTo>
                    <a:pt x="58534" y="35795"/>
                    <a:pt x="60186" y="30907"/>
                    <a:pt x="60186" y="25131"/>
                  </a:cubicBezTo>
                  <a:cubicBezTo>
                    <a:pt x="60186" y="16339"/>
                    <a:pt x="57505" y="9592"/>
                    <a:pt x="52144" y="4891"/>
                  </a:cubicBezTo>
                  <a:cubicBezTo>
                    <a:pt x="46783" y="204"/>
                    <a:pt x="39104" y="-2140"/>
                    <a:pt x="29107" y="-2140"/>
                  </a:cubicBezTo>
                  <a:cubicBezTo>
                    <a:pt x="19123" y="-2140"/>
                    <a:pt x="11444" y="204"/>
                    <a:pt x="6069" y="4891"/>
                  </a:cubicBezTo>
                  <a:cubicBezTo>
                    <a:pt x="708" y="9592"/>
                    <a:pt x="-1972" y="16339"/>
                    <a:pt x="-1972" y="25131"/>
                  </a:cubicBezTo>
                  <a:cubicBezTo>
                    <a:pt x="-1972" y="30907"/>
                    <a:pt x="-315" y="35795"/>
                    <a:pt x="3000" y="39797"/>
                  </a:cubicBezTo>
                  <a:cubicBezTo>
                    <a:pt x="6328" y="43811"/>
                    <a:pt x="10945" y="46505"/>
                    <a:pt x="16850" y="47877"/>
                  </a:cubicBezTo>
                  <a:close/>
                  <a:moveTo>
                    <a:pt x="12363" y="67243"/>
                  </a:moveTo>
                  <a:cubicBezTo>
                    <a:pt x="12363" y="62556"/>
                    <a:pt x="13826" y="58897"/>
                    <a:pt x="16753" y="56269"/>
                  </a:cubicBezTo>
                  <a:cubicBezTo>
                    <a:pt x="19692" y="53640"/>
                    <a:pt x="23810" y="52325"/>
                    <a:pt x="29107" y="52325"/>
                  </a:cubicBezTo>
                  <a:cubicBezTo>
                    <a:pt x="34377" y="52325"/>
                    <a:pt x="38495" y="53640"/>
                    <a:pt x="41461" y="56269"/>
                  </a:cubicBezTo>
                  <a:cubicBezTo>
                    <a:pt x="44439" y="58897"/>
                    <a:pt x="45928" y="62556"/>
                    <a:pt x="45928" y="67243"/>
                  </a:cubicBezTo>
                  <a:cubicBezTo>
                    <a:pt x="45928" y="71944"/>
                    <a:pt x="44439" y="75609"/>
                    <a:pt x="41461" y="78237"/>
                  </a:cubicBezTo>
                  <a:cubicBezTo>
                    <a:pt x="38495" y="80866"/>
                    <a:pt x="34377" y="82181"/>
                    <a:pt x="29107" y="82181"/>
                  </a:cubicBezTo>
                  <a:cubicBezTo>
                    <a:pt x="23810" y="82181"/>
                    <a:pt x="19692" y="80866"/>
                    <a:pt x="16753" y="78237"/>
                  </a:cubicBezTo>
                  <a:cubicBezTo>
                    <a:pt x="13826" y="75609"/>
                    <a:pt x="12363" y="71944"/>
                    <a:pt x="12363" y="67243"/>
                  </a:cubicBezTo>
                  <a:close/>
                </a:path>
              </a:pathLst>
            </a:custGeom>
            <a:solidFill>
              <a:srgbClr val="FFFFFF"/>
            </a:solidFill>
            <a:ln w="19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1" name="Graphic 7">
            <a:extLst>
              <a:ext uri="{FF2B5EF4-FFF2-40B4-BE49-F238E27FC236}">
                <a16:creationId xmlns:a16="http://schemas.microsoft.com/office/drawing/2014/main" id="{05048319-8D0A-FBD3-5210-0C959A7F634E}"/>
              </a:ext>
            </a:extLst>
          </p:cNvPr>
          <p:cNvGrpSpPr/>
          <p:nvPr/>
        </p:nvGrpSpPr>
        <p:grpSpPr>
          <a:xfrm>
            <a:off x="1728496" y="2475465"/>
            <a:ext cx="5707729" cy="94032"/>
            <a:chOff x="1728496" y="2475465"/>
            <a:chExt cx="5707729" cy="94032"/>
          </a:xfrm>
        </p:grpSpPr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F3AB6125-969B-614C-8478-FC9201F3D6D4}"/>
                </a:ext>
              </a:extLst>
            </p:cNvPr>
            <p:cNvSpPr/>
            <p:nvPr/>
          </p:nvSpPr>
          <p:spPr>
            <a:xfrm>
              <a:off x="1886785" y="2520500"/>
              <a:ext cx="5549441" cy="12431"/>
            </a:xfrm>
            <a:custGeom>
              <a:avLst/>
              <a:gdLst>
                <a:gd name="csX0" fmla="*/ 0 w 5549441"/>
                <a:gd name="csY0" fmla="*/ 0 h 12431"/>
                <a:gd name="csX1" fmla="*/ 5549442 w 5549441"/>
                <a:gd name="csY1" fmla="*/ 0 h 124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549441" h="12431">
                  <a:moveTo>
                    <a:pt x="0" y="0"/>
                  </a:moveTo>
                  <a:lnTo>
                    <a:pt x="5549442" y="0"/>
                  </a:lnTo>
                </a:path>
              </a:pathLst>
            </a:custGeom>
            <a:noFill/>
            <a:ln w="9935" cap="flat">
              <a:solidFill>
                <a:srgbClr val="FFFFFF">
                  <a:alpha val="30000"/>
                </a:srgbClr>
              </a:solidFill>
              <a:custDash>
                <a:ds d="222000" sp="96000"/>
              </a:custDash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95B0AB38-1782-4207-796D-7A5D706BC429}"/>
                </a:ext>
              </a:extLst>
            </p:cNvPr>
            <p:cNvSpPr/>
            <p:nvPr/>
          </p:nvSpPr>
          <p:spPr>
            <a:xfrm>
              <a:off x="1843274" y="2520500"/>
              <a:ext cx="43510" cy="12431"/>
            </a:xfrm>
            <a:custGeom>
              <a:avLst/>
              <a:gdLst>
                <a:gd name="csX0" fmla="*/ 43582 w 43510"/>
                <a:gd name="csY0" fmla="*/ 156 h 12431"/>
                <a:gd name="csX1" fmla="*/ 72 w 43510"/>
                <a:gd name="csY1" fmla="*/ 156 h 124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3510" h="12431">
                  <a:moveTo>
                    <a:pt x="43582" y="156"/>
                  </a:moveTo>
                  <a:lnTo>
                    <a:pt x="72" y="156"/>
                  </a:lnTo>
                </a:path>
              </a:pathLst>
            </a:custGeom>
            <a:solidFill>
              <a:srgbClr val="FFFFFF"/>
            </a:solidFill>
            <a:ln w="9935" cap="flat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FC120C0D-922C-078F-C212-A84CCF9579E4}"/>
                </a:ext>
              </a:extLst>
            </p:cNvPr>
            <p:cNvSpPr/>
            <p:nvPr/>
          </p:nvSpPr>
          <p:spPr>
            <a:xfrm flipV="1">
              <a:off x="1728496" y="2475465"/>
              <a:ext cx="62526" cy="94032"/>
            </a:xfrm>
            <a:custGeom>
              <a:avLst/>
              <a:gdLst>
                <a:gd name="csX0" fmla="*/ 3877 w 62526"/>
                <a:gd name="csY0" fmla="*/ 1479 h 94032"/>
                <a:gd name="csX1" fmla="*/ 3877 w 62526"/>
                <a:gd name="csY1" fmla="*/ 12647 h 94032"/>
                <a:gd name="csX2" fmla="*/ 13220 w 62526"/>
                <a:gd name="csY2" fmla="*/ 9307 h 94032"/>
                <a:gd name="csX3" fmla="*/ 22524 w 62526"/>
                <a:gd name="csY3" fmla="*/ 8160 h 94032"/>
                <a:gd name="csX4" fmla="*/ 41055 w 62526"/>
                <a:gd name="csY4" fmla="*/ 16319 h 94032"/>
                <a:gd name="csX5" fmla="*/ 48378 w 62526"/>
                <a:gd name="csY5" fmla="*/ 41124 h 94032"/>
                <a:gd name="csX6" fmla="*/ 39442 w 62526"/>
                <a:gd name="csY6" fmla="*/ 33101 h 94032"/>
                <a:gd name="csX7" fmla="*/ 27497 w 62526"/>
                <a:gd name="csY7" fmla="*/ 30304 h 94032"/>
                <a:gd name="csX8" fmla="*/ 5974 w 62526"/>
                <a:gd name="csY8" fmla="*/ 38521 h 94032"/>
                <a:gd name="csX9" fmla="*/ -1951 w 62526"/>
                <a:gd name="csY9" fmla="*/ 61033 h 94032"/>
                <a:gd name="csX10" fmla="*/ 6305 w 62526"/>
                <a:gd name="csY10" fmla="*/ 83410 h 94032"/>
                <a:gd name="csX11" fmla="*/ 28273 w 62526"/>
                <a:gd name="csY11" fmla="*/ 91860 h 94032"/>
                <a:gd name="csX12" fmla="*/ 52282 w 62526"/>
                <a:gd name="csY12" fmla="*/ 79797 h 94032"/>
                <a:gd name="csX13" fmla="*/ 60576 w 62526"/>
                <a:gd name="csY13" fmla="*/ 44814 h 94032"/>
                <a:gd name="csX14" fmla="*/ 50398 w 62526"/>
                <a:gd name="csY14" fmla="*/ 10608 h 94032"/>
                <a:gd name="csX15" fmla="*/ 23068 w 62526"/>
                <a:gd name="csY15" fmla="*/ -2173 h 94032"/>
                <a:gd name="csX16" fmla="*/ 13705 w 62526"/>
                <a:gd name="csY16" fmla="*/ -1260 h 94032"/>
                <a:gd name="csX17" fmla="*/ 3877 w 62526"/>
                <a:gd name="csY17" fmla="*/ 1479 h 94032"/>
                <a:gd name="csX18" fmla="*/ 28273 w 62526"/>
                <a:gd name="csY18" fmla="*/ 39900 h 94032"/>
                <a:gd name="csX19" fmla="*/ 41346 w 62526"/>
                <a:gd name="csY19" fmla="*/ 45533 h 94032"/>
                <a:gd name="csX20" fmla="*/ 46183 w 62526"/>
                <a:gd name="csY20" fmla="*/ 61033 h 94032"/>
                <a:gd name="csX21" fmla="*/ 41346 w 62526"/>
                <a:gd name="csY21" fmla="*/ 76476 h 94032"/>
                <a:gd name="csX22" fmla="*/ 28273 w 62526"/>
                <a:gd name="csY22" fmla="*/ 82148 h 94032"/>
                <a:gd name="csX23" fmla="*/ 15201 w 62526"/>
                <a:gd name="csY23" fmla="*/ 76476 h 94032"/>
                <a:gd name="csX24" fmla="*/ 10384 w 62526"/>
                <a:gd name="csY24" fmla="*/ 61033 h 94032"/>
                <a:gd name="csX25" fmla="*/ 15201 w 62526"/>
                <a:gd name="csY25" fmla="*/ 45533 h 94032"/>
                <a:gd name="csX26" fmla="*/ 28273 w 62526"/>
                <a:gd name="csY26" fmla="*/ 39900 h 940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62526" h="94032">
                  <a:moveTo>
                    <a:pt x="3877" y="1479"/>
                  </a:moveTo>
                  <a:lnTo>
                    <a:pt x="3877" y="12647"/>
                  </a:lnTo>
                  <a:cubicBezTo>
                    <a:pt x="6959" y="11184"/>
                    <a:pt x="10073" y="10071"/>
                    <a:pt x="13220" y="9307"/>
                  </a:cubicBezTo>
                  <a:cubicBezTo>
                    <a:pt x="16379" y="8542"/>
                    <a:pt x="19481" y="8160"/>
                    <a:pt x="22524" y="8160"/>
                  </a:cubicBezTo>
                  <a:cubicBezTo>
                    <a:pt x="30617" y="8160"/>
                    <a:pt x="36794" y="10880"/>
                    <a:pt x="41055" y="16319"/>
                  </a:cubicBezTo>
                  <a:cubicBezTo>
                    <a:pt x="45328" y="21757"/>
                    <a:pt x="47769" y="30026"/>
                    <a:pt x="48378" y="41124"/>
                  </a:cubicBezTo>
                  <a:cubicBezTo>
                    <a:pt x="46034" y="37640"/>
                    <a:pt x="43055" y="34966"/>
                    <a:pt x="39442" y="33101"/>
                  </a:cubicBezTo>
                  <a:cubicBezTo>
                    <a:pt x="35842" y="31237"/>
                    <a:pt x="31860" y="30304"/>
                    <a:pt x="27497" y="30304"/>
                  </a:cubicBezTo>
                  <a:cubicBezTo>
                    <a:pt x="18432" y="30304"/>
                    <a:pt x="11258" y="33043"/>
                    <a:pt x="5974" y="38521"/>
                  </a:cubicBezTo>
                  <a:cubicBezTo>
                    <a:pt x="691" y="44011"/>
                    <a:pt x="-1951" y="51515"/>
                    <a:pt x="-1951" y="61033"/>
                  </a:cubicBezTo>
                  <a:cubicBezTo>
                    <a:pt x="-1951" y="70331"/>
                    <a:pt x="801" y="77790"/>
                    <a:pt x="6305" y="83410"/>
                  </a:cubicBezTo>
                  <a:cubicBezTo>
                    <a:pt x="11808" y="89043"/>
                    <a:pt x="19131" y="91860"/>
                    <a:pt x="28273" y="91860"/>
                  </a:cubicBezTo>
                  <a:cubicBezTo>
                    <a:pt x="38763" y="91860"/>
                    <a:pt x="46765" y="87839"/>
                    <a:pt x="52282" y="79797"/>
                  </a:cubicBezTo>
                  <a:cubicBezTo>
                    <a:pt x="57811" y="71769"/>
                    <a:pt x="60576" y="60108"/>
                    <a:pt x="60576" y="44814"/>
                  </a:cubicBezTo>
                  <a:cubicBezTo>
                    <a:pt x="60576" y="30531"/>
                    <a:pt x="57183" y="19129"/>
                    <a:pt x="50398" y="10608"/>
                  </a:cubicBezTo>
                  <a:cubicBezTo>
                    <a:pt x="43625" y="2087"/>
                    <a:pt x="34515" y="-2173"/>
                    <a:pt x="23068" y="-2173"/>
                  </a:cubicBezTo>
                  <a:cubicBezTo>
                    <a:pt x="19986" y="-2173"/>
                    <a:pt x="16865" y="-1869"/>
                    <a:pt x="13705" y="-1260"/>
                  </a:cubicBezTo>
                  <a:cubicBezTo>
                    <a:pt x="10559" y="-652"/>
                    <a:pt x="7282" y="261"/>
                    <a:pt x="3877" y="1479"/>
                  </a:cubicBezTo>
                  <a:close/>
                  <a:moveTo>
                    <a:pt x="28273" y="39900"/>
                  </a:moveTo>
                  <a:cubicBezTo>
                    <a:pt x="33777" y="39900"/>
                    <a:pt x="38135" y="41777"/>
                    <a:pt x="41346" y="45533"/>
                  </a:cubicBezTo>
                  <a:cubicBezTo>
                    <a:pt x="44570" y="49301"/>
                    <a:pt x="46183" y="54468"/>
                    <a:pt x="46183" y="61033"/>
                  </a:cubicBezTo>
                  <a:cubicBezTo>
                    <a:pt x="46183" y="67547"/>
                    <a:pt x="44570" y="72694"/>
                    <a:pt x="41346" y="76476"/>
                  </a:cubicBezTo>
                  <a:cubicBezTo>
                    <a:pt x="38135" y="80257"/>
                    <a:pt x="33777" y="82148"/>
                    <a:pt x="28273" y="82148"/>
                  </a:cubicBezTo>
                  <a:cubicBezTo>
                    <a:pt x="22770" y="82148"/>
                    <a:pt x="18412" y="80257"/>
                    <a:pt x="15201" y="76476"/>
                  </a:cubicBezTo>
                  <a:cubicBezTo>
                    <a:pt x="11989" y="72694"/>
                    <a:pt x="10384" y="67547"/>
                    <a:pt x="10384" y="61033"/>
                  </a:cubicBezTo>
                  <a:cubicBezTo>
                    <a:pt x="10384" y="54468"/>
                    <a:pt x="11989" y="49301"/>
                    <a:pt x="15201" y="45533"/>
                  </a:cubicBezTo>
                  <a:cubicBezTo>
                    <a:pt x="18412" y="41777"/>
                    <a:pt x="22770" y="39900"/>
                    <a:pt x="28273" y="39900"/>
                  </a:cubicBezTo>
                  <a:close/>
                </a:path>
              </a:pathLst>
            </a:custGeom>
            <a:solidFill>
              <a:srgbClr val="FFFFFF"/>
            </a:solidFill>
            <a:ln w="19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5" name="Graphic 7">
            <a:extLst>
              <a:ext uri="{FF2B5EF4-FFF2-40B4-BE49-F238E27FC236}">
                <a16:creationId xmlns:a16="http://schemas.microsoft.com/office/drawing/2014/main" id="{152B1AF6-64E0-B4AA-86B2-6608D9BE89D4}"/>
              </a:ext>
            </a:extLst>
          </p:cNvPr>
          <p:cNvGrpSpPr/>
          <p:nvPr/>
        </p:nvGrpSpPr>
        <p:grpSpPr>
          <a:xfrm>
            <a:off x="1655228" y="2065300"/>
            <a:ext cx="5780998" cy="94032"/>
            <a:chOff x="1655228" y="2065300"/>
            <a:chExt cx="5780998" cy="94032"/>
          </a:xfrm>
        </p:grpSpPr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ADA2556C-FB5C-B5E2-F921-09872B46AA38}"/>
                </a:ext>
              </a:extLst>
            </p:cNvPr>
            <p:cNvSpPr/>
            <p:nvPr/>
          </p:nvSpPr>
          <p:spPr>
            <a:xfrm>
              <a:off x="1886785" y="2110335"/>
              <a:ext cx="5549441" cy="12431"/>
            </a:xfrm>
            <a:custGeom>
              <a:avLst/>
              <a:gdLst>
                <a:gd name="csX0" fmla="*/ 0 w 5549441"/>
                <a:gd name="csY0" fmla="*/ 0 h 12431"/>
                <a:gd name="csX1" fmla="*/ 5549442 w 5549441"/>
                <a:gd name="csY1" fmla="*/ 0 h 124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549441" h="12431">
                  <a:moveTo>
                    <a:pt x="0" y="0"/>
                  </a:moveTo>
                  <a:lnTo>
                    <a:pt x="5549442" y="0"/>
                  </a:lnTo>
                </a:path>
              </a:pathLst>
            </a:custGeom>
            <a:noFill/>
            <a:ln w="9935" cap="flat">
              <a:solidFill>
                <a:srgbClr val="FFFFFF">
                  <a:alpha val="30000"/>
                </a:srgbClr>
              </a:solidFill>
              <a:custDash>
                <a:ds d="222000" sp="96000"/>
              </a:custDash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8426431F-6FAF-9958-15C6-6DEBF2F318E2}"/>
                </a:ext>
              </a:extLst>
            </p:cNvPr>
            <p:cNvSpPr/>
            <p:nvPr/>
          </p:nvSpPr>
          <p:spPr>
            <a:xfrm>
              <a:off x="1843274" y="2110335"/>
              <a:ext cx="43510" cy="12431"/>
            </a:xfrm>
            <a:custGeom>
              <a:avLst/>
              <a:gdLst>
                <a:gd name="csX0" fmla="*/ 43582 w 43510"/>
                <a:gd name="csY0" fmla="*/ 123 h 12431"/>
                <a:gd name="csX1" fmla="*/ 72 w 43510"/>
                <a:gd name="csY1" fmla="*/ 123 h 124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3510" h="12431">
                  <a:moveTo>
                    <a:pt x="43582" y="123"/>
                  </a:moveTo>
                  <a:lnTo>
                    <a:pt x="72" y="123"/>
                  </a:lnTo>
                </a:path>
              </a:pathLst>
            </a:custGeom>
            <a:solidFill>
              <a:srgbClr val="FFFFFF"/>
            </a:solidFill>
            <a:ln w="9935" cap="flat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78" name="Graphic 7">
              <a:extLst>
                <a:ext uri="{FF2B5EF4-FFF2-40B4-BE49-F238E27FC236}">
                  <a16:creationId xmlns:a16="http://schemas.microsoft.com/office/drawing/2014/main" id="{A23C007D-395B-B331-7053-1E253D3EE39F}"/>
                </a:ext>
              </a:extLst>
            </p:cNvPr>
            <p:cNvGrpSpPr/>
            <p:nvPr/>
          </p:nvGrpSpPr>
          <p:grpSpPr>
            <a:xfrm>
              <a:off x="1655228" y="2065300"/>
              <a:ext cx="136278" cy="94032"/>
              <a:chOff x="1655228" y="2065300"/>
              <a:chExt cx="136278" cy="94032"/>
            </a:xfrm>
            <a:solidFill>
              <a:srgbClr val="FFFFFF"/>
            </a:solidFill>
          </p:grpSpPr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24822421-3EFD-3A86-3EE9-59253FB7E0CB}"/>
                  </a:ext>
                </a:extLst>
              </p:cNvPr>
              <p:cNvSpPr/>
              <p:nvPr/>
            </p:nvSpPr>
            <p:spPr>
              <a:xfrm flipV="1">
                <a:off x="1655228" y="2066932"/>
                <a:ext cx="53960" cy="90633"/>
              </a:xfrm>
              <a:custGeom>
                <a:avLst/>
                <a:gdLst>
                  <a:gd name="csX0" fmla="*/ -269 w 53960"/>
                  <a:gd name="csY0" fmla="*/ 8105 h 90633"/>
                  <a:gd name="csX1" fmla="*/ 19758 w 53960"/>
                  <a:gd name="csY1" fmla="*/ 8105 h 90633"/>
                  <a:gd name="csX2" fmla="*/ 19758 w 53960"/>
                  <a:gd name="csY2" fmla="*/ 77255 h 90633"/>
                  <a:gd name="csX3" fmla="*/ -2036 w 53960"/>
                  <a:gd name="csY3" fmla="*/ 72885 h 90633"/>
                  <a:gd name="csX4" fmla="*/ -2036 w 53960"/>
                  <a:gd name="csY4" fmla="*/ 84054 h 90633"/>
                  <a:gd name="csX5" fmla="*/ 19641 w 53960"/>
                  <a:gd name="csY5" fmla="*/ 88424 h 90633"/>
                  <a:gd name="csX6" fmla="*/ 31898 w 53960"/>
                  <a:gd name="csY6" fmla="*/ 88424 h 90633"/>
                  <a:gd name="csX7" fmla="*/ 31898 w 53960"/>
                  <a:gd name="csY7" fmla="*/ 8105 h 90633"/>
                  <a:gd name="csX8" fmla="*/ 51924 w 53960"/>
                  <a:gd name="csY8" fmla="*/ 8105 h 90633"/>
                  <a:gd name="csX9" fmla="*/ 51924 w 53960"/>
                  <a:gd name="csY9" fmla="*/ -2210 h 90633"/>
                  <a:gd name="csX10" fmla="*/ -269 w 53960"/>
                  <a:gd name="csY10" fmla="*/ -2210 h 90633"/>
                  <a:gd name="csX11" fmla="*/ -269 w 53960"/>
                  <a:gd name="csY11" fmla="*/ 8105 h 9063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53960" h="90633">
                    <a:moveTo>
                      <a:pt x="-269" y="8105"/>
                    </a:moveTo>
                    <a:lnTo>
                      <a:pt x="19758" y="8105"/>
                    </a:lnTo>
                    <a:lnTo>
                      <a:pt x="19758" y="77255"/>
                    </a:lnTo>
                    <a:lnTo>
                      <a:pt x="-2036" y="72885"/>
                    </a:lnTo>
                    <a:lnTo>
                      <a:pt x="-2036" y="84054"/>
                    </a:lnTo>
                    <a:lnTo>
                      <a:pt x="19641" y="88424"/>
                    </a:lnTo>
                    <a:lnTo>
                      <a:pt x="31898" y="88424"/>
                    </a:lnTo>
                    <a:lnTo>
                      <a:pt x="31898" y="8105"/>
                    </a:lnTo>
                    <a:lnTo>
                      <a:pt x="51924" y="8105"/>
                    </a:lnTo>
                    <a:lnTo>
                      <a:pt x="51924" y="-2210"/>
                    </a:lnTo>
                    <a:lnTo>
                      <a:pt x="-269" y="-2210"/>
                    </a:lnTo>
                    <a:lnTo>
                      <a:pt x="-269" y="8105"/>
                    </a:lnTo>
                    <a:close/>
                  </a:path>
                </a:pathLst>
              </a:custGeom>
              <a:solidFill>
                <a:srgbClr val="FFFFFF"/>
              </a:solidFill>
              <a:ln w="19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1FA91FCE-6ABC-1CB1-399C-DF31ABDC8568}"/>
                  </a:ext>
                </a:extLst>
              </p:cNvPr>
              <p:cNvSpPr/>
              <p:nvPr/>
            </p:nvSpPr>
            <p:spPr>
              <a:xfrm flipV="1">
                <a:off x="1728863" y="2065300"/>
                <a:ext cx="62643" cy="94032"/>
              </a:xfrm>
              <a:custGeom>
                <a:avLst/>
                <a:gdLst>
                  <a:gd name="csX0" fmla="*/ 29339 w 62643"/>
                  <a:gd name="csY0" fmla="*/ 82115 h 94032"/>
                  <a:gd name="csX1" fmla="*/ 15101 w 62643"/>
                  <a:gd name="csY1" fmla="*/ 72791 h 94032"/>
                  <a:gd name="csX2" fmla="*/ 10342 w 62643"/>
                  <a:gd name="csY2" fmla="*/ 44781 h 94032"/>
                  <a:gd name="csX3" fmla="*/ 15101 w 62643"/>
                  <a:gd name="csY3" fmla="*/ 16830 h 94032"/>
                  <a:gd name="csX4" fmla="*/ 29339 w 62643"/>
                  <a:gd name="csY4" fmla="*/ 7506 h 94032"/>
                  <a:gd name="csX5" fmla="*/ 43636 w 62643"/>
                  <a:gd name="csY5" fmla="*/ 16830 h 94032"/>
                  <a:gd name="csX6" fmla="*/ 48414 w 62643"/>
                  <a:gd name="csY6" fmla="*/ 44781 h 94032"/>
                  <a:gd name="csX7" fmla="*/ 43636 w 62643"/>
                  <a:gd name="csY7" fmla="*/ 72791 h 94032"/>
                  <a:gd name="csX8" fmla="*/ 29339 w 62643"/>
                  <a:gd name="csY8" fmla="*/ 82115 h 94032"/>
                  <a:gd name="csX9" fmla="*/ 29339 w 62643"/>
                  <a:gd name="csY9" fmla="*/ 91827 h 94032"/>
                  <a:gd name="csX10" fmla="*/ 52629 w 62643"/>
                  <a:gd name="csY10" fmla="*/ 79764 h 94032"/>
                  <a:gd name="csX11" fmla="*/ 60671 w 62643"/>
                  <a:gd name="csY11" fmla="*/ 44781 h 94032"/>
                  <a:gd name="csX12" fmla="*/ 52629 w 62643"/>
                  <a:gd name="csY12" fmla="*/ 9837 h 94032"/>
                  <a:gd name="csX13" fmla="*/ 29339 w 62643"/>
                  <a:gd name="csY13" fmla="*/ -2206 h 94032"/>
                  <a:gd name="csX14" fmla="*/ 6069 w 62643"/>
                  <a:gd name="csY14" fmla="*/ 9837 h 94032"/>
                  <a:gd name="csX15" fmla="*/ -1973 w 62643"/>
                  <a:gd name="csY15" fmla="*/ 44781 h 94032"/>
                  <a:gd name="csX16" fmla="*/ 6069 w 62643"/>
                  <a:gd name="csY16" fmla="*/ 79764 h 94032"/>
                  <a:gd name="csX17" fmla="*/ 29339 w 62643"/>
                  <a:gd name="csY17" fmla="*/ 91827 h 940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</a:cxnLst>
                <a:rect l="l" t="t" r="r" b="b"/>
                <a:pathLst>
                  <a:path w="62643" h="94032">
                    <a:moveTo>
                      <a:pt x="29339" y="82115"/>
                    </a:moveTo>
                    <a:cubicBezTo>
                      <a:pt x="23033" y="82115"/>
                      <a:pt x="18287" y="79007"/>
                      <a:pt x="15101" y="72791"/>
                    </a:cubicBezTo>
                    <a:cubicBezTo>
                      <a:pt x="11929" y="66588"/>
                      <a:pt x="10342" y="57252"/>
                      <a:pt x="10342" y="44781"/>
                    </a:cubicBezTo>
                    <a:cubicBezTo>
                      <a:pt x="10342" y="32363"/>
                      <a:pt x="11929" y="23045"/>
                      <a:pt x="15101" y="16830"/>
                    </a:cubicBezTo>
                    <a:cubicBezTo>
                      <a:pt x="18287" y="10614"/>
                      <a:pt x="23033" y="7506"/>
                      <a:pt x="29339" y="7506"/>
                    </a:cubicBezTo>
                    <a:cubicBezTo>
                      <a:pt x="35697" y="7506"/>
                      <a:pt x="40463" y="10614"/>
                      <a:pt x="43636" y="16830"/>
                    </a:cubicBezTo>
                    <a:cubicBezTo>
                      <a:pt x="46821" y="23045"/>
                      <a:pt x="48414" y="32363"/>
                      <a:pt x="48414" y="44781"/>
                    </a:cubicBezTo>
                    <a:cubicBezTo>
                      <a:pt x="48414" y="57252"/>
                      <a:pt x="46821" y="66588"/>
                      <a:pt x="43636" y="72791"/>
                    </a:cubicBezTo>
                    <a:cubicBezTo>
                      <a:pt x="40463" y="79007"/>
                      <a:pt x="35697" y="82115"/>
                      <a:pt x="29339" y="82115"/>
                    </a:cubicBezTo>
                    <a:close/>
                    <a:moveTo>
                      <a:pt x="29339" y="91827"/>
                    </a:moveTo>
                    <a:cubicBezTo>
                      <a:pt x="39505" y="91827"/>
                      <a:pt x="47268" y="87806"/>
                      <a:pt x="52629" y="79764"/>
                    </a:cubicBezTo>
                    <a:cubicBezTo>
                      <a:pt x="57990" y="71736"/>
                      <a:pt x="60671" y="60075"/>
                      <a:pt x="60671" y="44781"/>
                    </a:cubicBezTo>
                    <a:cubicBezTo>
                      <a:pt x="60671" y="29527"/>
                      <a:pt x="57990" y="17878"/>
                      <a:pt x="52629" y="9837"/>
                    </a:cubicBezTo>
                    <a:cubicBezTo>
                      <a:pt x="47268" y="1808"/>
                      <a:pt x="39505" y="-2206"/>
                      <a:pt x="29339" y="-2206"/>
                    </a:cubicBezTo>
                    <a:cubicBezTo>
                      <a:pt x="19187" y="-2206"/>
                      <a:pt x="11430" y="1808"/>
                      <a:pt x="6069" y="9837"/>
                    </a:cubicBezTo>
                    <a:cubicBezTo>
                      <a:pt x="708" y="17878"/>
                      <a:pt x="-1973" y="29527"/>
                      <a:pt x="-1973" y="44781"/>
                    </a:cubicBezTo>
                    <a:cubicBezTo>
                      <a:pt x="-1973" y="60075"/>
                      <a:pt x="708" y="71736"/>
                      <a:pt x="6069" y="79764"/>
                    </a:cubicBezTo>
                    <a:cubicBezTo>
                      <a:pt x="11430" y="87806"/>
                      <a:pt x="19187" y="91827"/>
                      <a:pt x="29339" y="91827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81" name="Graphic 7">
            <a:extLst>
              <a:ext uri="{FF2B5EF4-FFF2-40B4-BE49-F238E27FC236}">
                <a16:creationId xmlns:a16="http://schemas.microsoft.com/office/drawing/2014/main" id="{A7764AA7-33E2-D695-57AD-16C8BE1424FD}"/>
              </a:ext>
            </a:extLst>
          </p:cNvPr>
          <p:cNvGrpSpPr/>
          <p:nvPr/>
        </p:nvGrpSpPr>
        <p:grpSpPr>
          <a:xfrm>
            <a:off x="1655228" y="1656767"/>
            <a:ext cx="5780998" cy="90633"/>
            <a:chOff x="1655228" y="1656767"/>
            <a:chExt cx="5780998" cy="90633"/>
          </a:xfrm>
        </p:grpSpPr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78099896-8480-25DC-CC9E-541489B4110A}"/>
                </a:ext>
              </a:extLst>
            </p:cNvPr>
            <p:cNvSpPr/>
            <p:nvPr/>
          </p:nvSpPr>
          <p:spPr>
            <a:xfrm>
              <a:off x="1886785" y="1700170"/>
              <a:ext cx="5549441" cy="12431"/>
            </a:xfrm>
            <a:custGeom>
              <a:avLst/>
              <a:gdLst>
                <a:gd name="csX0" fmla="*/ 0 w 5549441"/>
                <a:gd name="csY0" fmla="*/ 0 h 12431"/>
                <a:gd name="csX1" fmla="*/ 5549442 w 5549441"/>
                <a:gd name="csY1" fmla="*/ 0 h 124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549441" h="12431">
                  <a:moveTo>
                    <a:pt x="0" y="0"/>
                  </a:moveTo>
                  <a:lnTo>
                    <a:pt x="5549442" y="0"/>
                  </a:lnTo>
                </a:path>
              </a:pathLst>
            </a:custGeom>
            <a:noFill/>
            <a:ln w="9935" cap="flat">
              <a:solidFill>
                <a:srgbClr val="FFFFFF">
                  <a:alpha val="30000"/>
                </a:srgbClr>
              </a:solidFill>
              <a:custDash>
                <a:ds d="222000" sp="96000"/>
              </a:custDash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10E56BE-D2AA-B1C3-704C-F036CD0C6E38}"/>
                </a:ext>
              </a:extLst>
            </p:cNvPr>
            <p:cNvSpPr/>
            <p:nvPr/>
          </p:nvSpPr>
          <p:spPr>
            <a:xfrm>
              <a:off x="1843274" y="1700170"/>
              <a:ext cx="43510" cy="12431"/>
            </a:xfrm>
            <a:custGeom>
              <a:avLst/>
              <a:gdLst>
                <a:gd name="csX0" fmla="*/ 43582 w 43510"/>
                <a:gd name="csY0" fmla="*/ 90 h 12431"/>
                <a:gd name="csX1" fmla="*/ 72 w 43510"/>
                <a:gd name="csY1" fmla="*/ 90 h 124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3510" h="12431">
                  <a:moveTo>
                    <a:pt x="43582" y="90"/>
                  </a:moveTo>
                  <a:lnTo>
                    <a:pt x="72" y="90"/>
                  </a:lnTo>
                </a:path>
              </a:pathLst>
            </a:custGeom>
            <a:solidFill>
              <a:srgbClr val="FFFFFF"/>
            </a:solidFill>
            <a:ln w="9935" cap="flat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84" name="Graphic 7">
              <a:extLst>
                <a:ext uri="{FF2B5EF4-FFF2-40B4-BE49-F238E27FC236}">
                  <a16:creationId xmlns:a16="http://schemas.microsoft.com/office/drawing/2014/main" id="{959694B8-A641-E153-1338-ABA286002F67}"/>
                </a:ext>
              </a:extLst>
            </p:cNvPr>
            <p:cNvGrpSpPr/>
            <p:nvPr/>
          </p:nvGrpSpPr>
          <p:grpSpPr>
            <a:xfrm>
              <a:off x="1655228" y="1656767"/>
              <a:ext cx="133053" cy="90633"/>
              <a:chOff x="1655228" y="1656767"/>
              <a:chExt cx="133053" cy="90633"/>
            </a:xfrm>
            <a:solidFill>
              <a:srgbClr val="FFFFFF"/>
            </a:solidFill>
          </p:grpSpPr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3F427350-024A-870B-C4D8-647698970F1C}"/>
                  </a:ext>
                </a:extLst>
              </p:cNvPr>
              <p:cNvSpPr/>
              <p:nvPr/>
            </p:nvSpPr>
            <p:spPr>
              <a:xfrm flipV="1">
                <a:off x="1655228" y="1656767"/>
                <a:ext cx="53960" cy="90633"/>
              </a:xfrm>
              <a:custGeom>
                <a:avLst/>
                <a:gdLst>
                  <a:gd name="csX0" fmla="*/ -269 w 53960"/>
                  <a:gd name="csY0" fmla="*/ 8072 h 90633"/>
                  <a:gd name="csX1" fmla="*/ 19758 w 53960"/>
                  <a:gd name="csY1" fmla="*/ 8072 h 90633"/>
                  <a:gd name="csX2" fmla="*/ 19758 w 53960"/>
                  <a:gd name="csY2" fmla="*/ 77222 h 90633"/>
                  <a:gd name="csX3" fmla="*/ -2036 w 53960"/>
                  <a:gd name="csY3" fmla="*/ 72852 h 90633"/>
                  <a:gd name="csX4" fmla="*/ -2036 w 53960"/>
                  <a:gd name="csY4" fmla="*/ 84021 h 90633"/>
                  <a:gd name="csX5" fmla="*/ 19641 w 53960"/>
                  <a:gd name="csY5" fmla="*/ 88391 h 90633"/>
                  <a:gd name="csX6" fmla="*/ 31898 w 53960"/>
                  <a:gd name="csY6" fmla="*/ 88391 h 90633"/>
                  <a:gd name="csX7" fmla="*/ 31898 w 53960"/>
                  <a:gd name="csY7" fmla="*/ 8072 h 90633"/>
                  <a:gd name="csX8" fmla="*/ 51924 w 53960"/>
                  <a:gd name="csY8" fmla="*/ 8072 h 90633"/>
                  <a:gd name="csX9" fmla="*/ 51924 w 53960"/>
                  <a:gd name="csY9" fmla="*/ -2243 h 90633"/>
                  <a:gd name="csX10" fmla="*/ -269 w 53960"/>
                  <a:gd name="csY10" fmla="*/ -2243 h 90633"/>
                  <a:gd name="csX11" fmla="*/ -269 w 53960"/>
                  <a:gd name="csY11" fmla="*/ 8072 h 9063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53960" h="90633">
                    <a:moveTo>
                      <a:pt x="-269" y="8072"/>
                    </a:moveTo>
                    <a:lnTo>
                      <a:pt x="19758" y="8072"/>
                    </a:lnTo>
                    <a:lnTo>
                      <a:pt x="19758" y="77222"/>
                    </a:lnTo>
                    <a:lnTo>
                      <a:pt x="-2036" y="72852"/>
                    </a:lnTo>
                    <a:lnTo>
                      <a:pt x="-2036" y="84021"/>
                    </a:lnTo>
                    <a:lnTo>
                      <a:pt x="19641" y="88391"/>
                    </a:lnTo>
                    <a:lnTo>
                      <a:pt x="31898" y="88391"/>
                    </a:lnTo>
                    <a:lnTo>
                      <a:pt x="31898" y="8072"/>
                    </a:lnTo>
                    <a:lnTo>
                      <a:pt x="51924" y="8072"/>
                    </a:lnTo>
                    <a:lnTo>
                      <a:pt x="51924" y="-2243"/>
                    </a:lnTo>
                    <a:lnTo>
                      <a:pt x="-269" y="-2243"/>
                    </a:lnTo>
                    <a:lnTo>
                      <a:pt x="-269" y="8072"/>
                    </a:lnTo>
                    <a:close/>
                  </a:path>
                </a:pathLst>
              </a:custGeom>
              <a:solidFill>
                <a:srgbClr val="FFFFFF"/>
              </a:solidFill>
              <a:ln w="19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FDDDA4E2-1A9F-C618-1A79-4692A99C454D}"/>
                  </a:ext>
                </a:extLst>
              </p:cNvPr>
              <p:cNvSpPr/>
              <p:nvPr/>
            </p:nvSpPr>
            <p:spPr>
              <a:xfrm flipV="1">
                <a:off x="1734321" y="1656767"/>
                <a:ext cx="53960" cy="90633"/>
              </a:xfrm>
              <a:custGeom>
                <a:avLst/>
                <a:gdLst>
                  <a:gd name="csX0" fmla="*/ -262 w 53960"/>
                  <a:gd name="csY0" fmla="*/ 8072 h 90633"/>
                  <a:gd name="csX1" fmla="*/ 19764 w 53960"/>
                  <a:gd name="csY1" fmla="*/ 8072 h 90633"/>
                  <a:gd name="csX2" fmla="*/ 19764 w 53960"/>
                  <a:gd name="csY2" fmla="*/ 77222 h 90633"/>
                  <a:gd name="csX3" fmla="*/ -2030 w 53960"/>
                  <a:gd name="csY3" fmla="*/ 72852 h 90633"/>
                  <a:gd name="csX4" fmla="*/ -2030 w 53960"/>
                  <a:gd name="csY4" fmla="*/ 84021 h 90633"/>
                  <a:gd name="csX5" fmla="*/ 19647 w 53960"/>
                  <a:gd name="csY5" fmla="*/ 88391 h 90633"/>
                  <a:gd name="csX6" fmla="*/ 31904 w 53960"/>
                  <a:gd name="csY6" fmla="*/ 88391 h 90633"/>
                  <a:gd name="csX7" fmla="*/ 31904 w 53960"/>
                  <a:gd name="csY7" fmla="*/ 8072 h 90633"/>
                  <a:gd name="csX8" fmla="*/ 51931 w 53960"/>
                  <a:gd name="csY8" fmla="*/ 8072 h 90633"/>
                  <a:gd name="csX9" fmla="*/ 51931 w 53960"/>
                  <a:gd name="csY9" fmla="*/ -2243 h 90633"/>
                  <a:gd name="csX10" fmla="*/ -262 w 53960"/>
                  <a:gd name="csY10" fmla="*/ -2243 h 90633"/>
                  <a:gd name="csX11" fmla="*/ -262 w 53960"/>
                  <a:gd name="csY11" fmla="*/ 8072 h 9063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53960" h="90633">
                    <a:moveTo>
                      <a:pt x="-262" y="8072"/>
                    </a:moveTo>
                    <a:lnTo>
                      <a:pt x="19764" y="8072"/>
                    </a:lnTo>
                    <a:lnTo>
                      <a:pt x="19764" y="77222"/>
                    </a:lnTo>
                    <a:lnTo>
                      <a:pt x="-2030" y="72852"/>
                    </a:lnTo>
                    <a:lnTo>
                      <a:pt x="-2030" y="84021"/>
                    </a:lnTo>
                    <a:lnTo>
                      <a:pt x="19647" y="88391"/>
                    </a:lnTo>
                    <a:lnTo>
                      <a:pt x="31904" y="88391"/>
                    </a:lnTo>
                    <a:lnTo>
                      <a:pt x="31904" y="8072"/>
                    </a:lnTo>
                    <a:lnTo>
                      <a:pt x="51931" y="8072"/>
                    </a:lnTo>
                    <a:lnTo>
                      <a:pt x="51931" y="-2243"/>
                    </a:lnTo>
                    <a:lnTo>
                      <a:pt x="-262" y="-2243"/>
                    </a:lnTo>
                    <a:lnTo>
                      <a:pt x="-262" y="8072"/>
                    </a:lnTo>
                    <a:close/>
                  </a:path>
                </a:pathLst>
              </a:custGeom>
              <a:solidFill>
                <a:srgbClr val="FFFFFF"/>
              </a:solidFill>
              <a:ln w="19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87" name="Graphic 7">
            <a:extLst>
              <a:ext uri="{FF2B5EF4-FFF2-40B4-BE49-F238E27FC236}">
                <a16:creationId xmlns:a16="http://schemas.microsoft.com/office/drawing/2014/main" id="{9FF49780-92C5-AE97-169E-3E71EF5576F1}"/>
              </a:ext>
            </a:extLst>
          </p:cNvPr>
          <p:cNvGrpSpPr/>
          <p:nvPr/>
        </p:nvGrpSpPr>
        <p:grpSpPr>
          <a:xfrm>
            <a:off x="1655228" y="1244970"/>
            <a:ext cx="5780998" cy="92265"/>
            <a:chOff x="1655228" y="1244970"/>
            <a:chExt cx="5780998" cy="92265"/>
          </a:xfrm>
        </p:grpSpPr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AAB90BAD-AD92-FE17-F808-F705AA0193BB}"/>
                </a:ext>
              </a:extLst>
            </p:cNvPr>
            <p:cNvSpPr/>
            <p:nvPr/>
          </p:nvSpPr>
          <p:spPr>
            <a:xfrm>
              <a:off x="1886785" y="1290005"/>
              <a:ext cx="5549441" cy="12431"/>
            </a:xfrm>
            <a:custGeom>
              <a:avLst/>
              <a:gdLst>
                <a:gd name="csX0" fmla="*/ 0 w 5549441"/>
                <a:gd name="csY0" fmla="*/ 0 h 12431"/>
                <a:gd name="csX1" fmla="*/ 5549442 w 5549441"/>
                <a:gd name="csY1" fmla="*/ 0 h 124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549441" h="12431">
                  <a:moveTo>
                    <a:pt x="0" y="0"/>
                  </a:moveTo>
                  <a:lnTo>
                    <a:pt x="5549442" y="0"/>
                  </a:lnTo>
                </a:path>
              </a:pathLst>
            </a:custGeom>
            <a:noFill/>
            <a:ln w="9935" cap="flat">
              <a:solidFill>
                <a:srgbClr val="FFFFFF">
                  <a:alpha val="30000"/>
                </a:srgbClr>
              </a:solidFill>
              <a:custDash>
                <a:ds d="222000" sp="96000"/>
              </a:custDash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79C774FE-EBE5-1BB3-356E-EB9A051442A6}"/>
                </a:ext>
              </a:extLst>
            </p:cNvPr>
            <p:cNvSpPr/>
            <p:nvPr/>
          </p:nvSpPr>
          <p:spPr>
            <a:xfrm>
              <a:off x="1843274" y="1290005"/>
              <a:ext cx="43510" cy="12431"/>
            </a:xfrm>
            <a:custGeom>
              <a:avLst/>
              <a:gdLst>
                <a:gd name="csX0" fmla="*/ 43582 w 43510"/>
                <a:gd name="csY0" fmla="*/ 57 h 12431"/>
                <a:gd name="csX1" fmla="*/ 72 w 43510"/>
                <a:gd name="csY1" fmla="*/ 57 h 124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3510" h="12431">
                  <a:moveTo>
                    <a:pt x="43582" y="57"/>
                  </a:moveTo>
                  <a:lnTo>
                    <a:pt x="72" y="57"/>
                  </a:lnTo>
                </a:path>
              </a:pathLst>
            </a:custGeom>
            <a:solidFill>
              <a:srgbClr val="FFFFFF"/>
            </a:solidFill>
            <a:ln w="9935" cap="flat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90" name="Graphic 7">
              <a:extLst>
                <a:ext uri="{FF2B5EF4-FFF2-40B4-BE49-F238E27FC236}">
                  <a16:creationId xmlns:a16="http://schemas.microsoft.com/office/drawing/2014/main" id="{1187ABA2-5CA3-DBCC-5554-8F9D08889345}"/>
                </a:ext>
              </a:extLst>
            </p:cNvPr>
            <p:cNvGrpSpPr/>
            <p:nvPr/>
          </p:nvGrpSpPr>
          <p:grpSpPr>
            <a:xfrm>
              <a:off x="1655228" y="1244970"/>
              <a:ext cx="132082" cy="92265"/>
              <a:chOff x="1655228" y="1244970"/>
              <a:chExt cx="132082" cy="92265"/>
            </a:xfrm>
            <a:solidFill>
              <a:srgbClr val="FFFFFF"/>
            </a:solidFill>
          </p:grpSpPr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E930FE48-4D6C-714A-4490-15FAF1E43AAF}"/>
                  </a:ext>
                </a:extLst>
              </p:cNvPr>
              <p:cNvSpPr/>
              <p:nvPr/>
            </p:nvSpPr>
            <p:spPr>
              <a:xfrm flipV="1">
                <a:off x="1655228" y="1246601"/>
                <a:ext cx="53960" cy="90633"/>
              </a:xfrm>
              <a:custGeom>
                <a:avLst/>
                <a:gdLst>
                  <a:gd name="csX0" fmla="*/ -269 w 53960"/>
                  <a:gd name="csY0" fmla="*/ 8039 h 90633"/>
                  <a:gd name="csX1" fmla="*/ 19758 w 53960"/>
                  <a:gd name="csY1" fmla="*/ 8039 h 90633"/>
                  <a:gd name="csX2" fmla="*/ 19758 w 53960"/>
                  <a:gd name="csY2" fmla="*/ 77189 h 90633"/>
                  <a:gd name="csX3" fmla="*/ -2036 w 53960"/>
                  <a:gd name="csY3" fmla="*/ 72819 h 90633"/>
                  <a:gd name="csX4" fmla="*/ -2036 w 53960"/>
                  <a:gd name="csY4" fmla="*/ 83988 h 90633"/>
                  <a:gd name="csX5" fmla="*/ 19641 w 53960"/>
                  <a:gd name="csY5" fmla="*/ 88358 h 90633"/>
                  <a:gd name="csX6" fmla="*/ 31898 w 53960"/>
                  <a:gd name="csY6" fmla="*/ 88358 h 90633"/>
                  <a:gd name="csX7" fmla="*/ 31898 w 53960"/>
                  <a:gd name="csY7" fmla="*/ 8039 h 90633"/>
                  <a:gd name="csX8" fmla="*/ 51924 w 53960"/>
                  <a:gd name="csY8" fmla="*/ 8039 h 90633"/>
                  <a:gd name="csX9" fmla="*/ 51924 w 53960"/>
                  <a:gd name="csY9" fmla="*/ -2276 h 90633"/>
                  <a:gd name="csX10" fmla="*/ -269 w 53960"/>
                  <a:gd name="csY10" fmla="*/ -2276 h 90633"/>
                  <a:gd name="csX11" fmla="*/ -269 w 53960"/>
                  <a:gd name="csY11" fmla="*/ 8039 h 9063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53960" h="90633">
                    <a:moveTo>
                      <a:pt x="-269" y="8039"/>
                    </a:moveTo>
                    <a:lnTo>
                      <a:pt x="19758" y="8039"/>
                    </a:lnTo>
                    <a:lnTo>
                      <a:pt x="19758" y="77189"/>
                    </a:lnTo>
                    <a:lnTo>
                      <a:pt x="-2036" y="72819"/>
                    </a:lnTo>
                    <a:lnTo>
                      <a:pt x="-2036" y="83988"/>
                    </a:lnTo>
                    <a:lnTo>
                      <a:pt x="19641" y="88358"/>
                    </a:lnTo>
                    <a:lnTo>
                      <a:pt x="31898" y="88358"/>
                    </a:lnTo>
                    <a:lnTo>
                      <a:pt x="31898" y="8039"/>
                    </a:lnTo>
                    <a:lnTo>
                      <a:pt x="51924" y="8039"/>
                    </a:lnTo>
                    <a:lnTo>
                      <a:pt x="51924" y="-2276"/>
                    </a:lnTo>
                    <a:lnTo>
                      <a:pt x="-269" y="-2276"/>
                    </a:lnTo>
                    <a:lnTo>
                      <a:pt x="-269" y="8039"/>
                    </a:lnTo>
                    <a:close/>
                  </a:path>
                </a:pathLst>
              </a:custGeom>
              <a:solidFill>
                <a:srgbClr val="FFFFFF"/>
              </a:solidFill>
              <a:ln w="19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9F6D9535-E428-5F45-C612-A2B5278BA60A}"/>
                  </a:ext>
                </a:extLst>
              </p:cNvPr>
              <p:cNvSpPr/>
              <p:nvPr/>
            </p:nvSpPr>
            <p:spPr>
              <a:xfrm flipV="1">
                <a:off x="1729776" y="1244970"/>
                <a:ext cx="57534" cy="92265"/>
              </a:xfrm>
              <a:custGeom>
                <a:avLst/>
                <a:gdLst>
                  <a:gd name="csX0" fmla="*/ 12855 w 57534"/>
                  <a:gd name="csY0" fmla="*/ 7997 h 92265"/>
                  <a:gd name="csX1" fmla="*/ 55646 w 57534"/>
                  <a:gd name="csY1" fmla="*/ 7997 h 92265"/>
                  <a:gd name="csX2" fmla="*/ 55646 w 57534"/>
                  <a:gd name="csY2" fmla="*/ -2318 h 92265"/>
                  <a:gd name="csX3" fmla="*/ -1888 w 57534"/>
                  <a:gd name="csY3" fmla="*/ -2318 h 92265"/>
                  <a:gd name="csX4" fmla="*/ -1888 w 57534"/>
                  <a:gd name="csY4" fmla="*/ 7997 h 92265"/>
                  <a:gd name="csX5" fmla="*/ 17128 w 57534"/>
                  <a:gd name="csY5" fmla="*/ 27382 h 92265"/>
                  <a:gd name="csX6" fmla="*/ 32279 w 57534"/>
                  <a:gd name="csY6" fmla="*/ 43096 h 92265"/>
                  <a:gd name="csX7" fmla="*/ 40495 w 57534"/>
                  <a:gd name="csY7" fmla="*/ 54285 h 92265"/>
                  <a:gd name="csX8" fmla="*/ 42846 w 57534"/>
                  <a:gd name="csY8" fmla="*/ 63297 h 92265"/>
                  <a:gd name="csX9" fmla="*/ 37776 w 57534"/>
                  <a:gd name="csY9" fmla="*/ 75069 h 92265"/>
                  <a:gd name="csX10" fmla="*/ 24568 w 57534"/>
                  <a:gd name="csY10" fmla="*/ 79633 h 92265"/>
                  <a:gd name="csX11" fmla="*/ 12389 w 57534"/>
                  <a:gd name="csY11" fmla="*/ 77633 h 92265"/>
                  <a:gd name="csX12" fmla="*/ -1286 w 57534"/>
                  <a:gd name="csY12" fmla="*/ 71553 h 92265"/>
                  <a:gd name="csX13" fmla="*/ -1286 w 57534"/>
                  <a:gd name="csY13" fmla="*/ 83945 h 92265"/>
                  <a:gd name="csX14" fmla="*/ 12544 w 57534"/>
                  <a:gd name="csY14" fmla="*/ 88432 h 92265"/>
                  <a:gd name="csX15" fmla="*/ 24334 w 57534"/>
                  <a:gd name="csY15" fmla="*/ 89948 h 92265"/>
                  <a:gd name="csX16" fmla="*/ 46789 w 57534"/>
                  <a:gd name="csY16" fmla="*/ 82897 h 92265"/>
                  <a:gd name="csX17" fmla="*/ 55161 w 57534"/>
                  <a:gd name="csY17" fmla="*/ 64094 h 92265"/>
                  <a:gd name="csX18" fmla="*/ 53063 w 57534"/>
                  <a:gd name="csY18" fmla="*/ 53488 h 92265"/>
                  <a:gd name="csX19" fmla="*/ 45449 w 57534"/>
                  <a:gd name="csY19" fmla="*/ 41698 h 92265"/>
                  <a:gd name="csX20" fmla="*/ 35795 w 57534"/>
                  <a:gd name="csY20" fmla="*/ 31519 h 92265"/>
                  <a:gd name="csX21" fmla="*/ 12855 w 57534"/>
                  <a:gd name="csY21" fmla="*/ 7997 h 9226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</a:cxnLst>
                <a:rect l="l" t="t" r="r" b="b"/>
                <a:pathLst>
                  <a:path w="57534" h="92265">
                    <a:moveTo>
                      <a:pt x="12855" y="7997"/>
                    </a:moveTo>
                    <a:lnTo>
                      <a:pt x="55646" y="7997"/>
                    </a:lnTo>
                    <a:lnTo>
                      <a:pt x="55646" y="-2318"/>
                    </a:lnTo>
                    <a:lnTo>
                      <a:pt x="-1888" y="-2318"/>
                    </a:lnTo>
                    <a:lnTo>
                      <a:pt x="-1888" y="7997"/>
                    </a:lnTo>
                    <a:cubicBezTo>
                      <a:pt x="2761" y="12814"/>
                      <a:pt x="9099" y="19276"/>
                      <a:pt x="17128" y="27382"/>
                    </a:cubicBezTo>
                    <a:cubicBezTo>
                      <a:pt x="25170" y="35501"/>
                      <a:pt x="30220" y="40739"/>
                      <a:pt x="32279" y="43096"/>
                    </a:cubicBezTo>
                    <a:cubicBezTo>
                      <a:pt x="36203" y="47499"/>
                      <a:pt x="38942" y="51229"/>
                      <a:pt x="40495" y="54285"/>
                    </a:cubicBezTo>
                    <a:cubicBezTo>
                      <a:pt x="42062" y="57341"/>
                      <a:pt x="42846" y="60345"/>
                      <a:pt x="42846" y="63297"/>
                    </a:cubicBezTo>
                    <a:cubicBezTo>
                      <a:pt x="42846" y="68115"/>
                      <a:pt x="41156" y="72038"/>
                      <a:pt x="37776" y="75069"/>
                    </a:cubicBezTo>
                    <a:cubicBezTo>
                      <a:pt x="34396" y="78112"/>
                      <a:pt x="29993" y="79633"/>
                      <a:pt x="24568" y="79633"/>
                    </a:cubicBezTo>
                    <a:cubicBezTo>
                      <a:pt x="20722" y="79633"/>
                      <a:pt x="16662" y="78966"/>
                      <a:pt x="12389" y="77633"/>
                    </a:cubicBezTo>
                    <a:cubicBezTo>
                      <a:pt x="8128" y="76299"/>
                      <a:pt x="3570" y="74272"/>
                      <a:pt x="-1286" y="71553"/>
                    </a:cubicBezTo>
                    <a:lnTo>
                      <a:pt x="-1286" y="83945"/>
                    </a:lnTo>
                    <a:cubicBezTo>
                      <a:pt x="3648" y="85927"/>
                      <a:pt x="8258" y="87422"/>
                      <a:pt x="12544" y="88432"/>
                    </a:cubicBezTo>
                    <a:cubicBezTo>
                      <a:pt x="16843" y="89443"/>
                      <a:pt x="20773" y="89948"/>
                      <a:pt x="24334" y="89948"/>
                    </a:cubicBezTo>
                    <a:cubicBezTo>
                      <a:pt x="33723" y="89948"/>
                      <a:pt x="41208" y="87597"/>
                      <a:pt x="46789" y="82897"/>
                    </a:cubicBezTo>
                    <a:cubicBezTo>
                      <a:pt x="52370" y="78209"/>
                      <a:pt x="55161" y="71941"/>
                      <a:pt x="55161" y="64094"/>
                    </a:cubicBezTo>
                    <a:cubicBezTo>
                      <a:pt x="55161" y="60364"/>
                      <a:pt x="54462" y="56829"/>
                      <a:pt x="53063" y="53488"/>
                    </a:cubicBezTo>
                    <a:cubicBezTo>
                      <a:pt x="51677" y="50160"/>
                      <a:pt x="49139" y="46230"/>
                      <a:pt x="45449" y="41698"/>
                    </a:cubicBezTo>
                    <a:cubicBezTo>
                      <a:pt x="44439" y="40519"/>
                      <a:pt x="41221" y="37126"/>
                      <a:pt x="35795" y="31519"/>
                    </a:cubicBezTo>
                    <a:cubicBezTo>
                      <a:pt x="30382" y="25912"/>
                      <a:pt x="22735" y="18071"/>
                      <a:pt x="12855" y="7997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93" name="Graphic 7">
            <a:extLst>
              <a:ext uri="{FF2B5EF4-FFF2-40B4-BE49-F238E27FC236}">
                <a16:creationId xmlns:a16="http://schemas.microsoft.com/office/drawing/2014/main" id="{E34B02B1-32FF-F070-1757-8837DB7868BD}"/>
              </a:ext>
            </a:extLst>
          </p:cNvPr>
          <p:cNvGrpSpPr/>
          <p:nvPr/>
        </p:nvGrpSpPr>
        <p:grpSpPr>
          <a:xfrm>
            <a:off x="1423407" y="2065150"/>
            <a:ext cx="168439" cy="1547430"/>
            <a:chOff x="1423407" y="2065150"/>
            <a:chExt cx="168439" cy="1547430"/>
          </a:xfrm>
          <a:solidFill>
            <a:srgbClr val="FFFFFF"/>
          </a:solidFill>
        </p:grpSpPr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D0FE01B8-1AFA-BE2F-420F-8A6CF8F20345}"/>
                </a:ext>
              </a:extLst>
            </p:cNvPr>
            <p:cNvSpPr/>
            <p:nvPr/>
          </p:nvSpPr>
          <p:spPr>
            <a:xfrm rot="-5400000" flipV="1">
              <a:off x="1447201" y="3504131"/>
              <a:ext cx="90012" cy="126887"/>
            </a:xfrm>
            <a:custGeom>
              <a:avLst/>
              <a:gdLst>
                <a:gd name="csX0" fmla="*/ 14917 w 90012"/>
                <a:gd name="csY0" fmla="*/ 58496 h 126887"/>
                <a:gd name="csX1" fmla="*/ 14917 w 90012"/>
                <a:gd name="csY1" fmla="*/ 12021 h 126887"/>
                <a:gd name="csX2" fmla="*/ 42464 w 90012"/>
                <a:gd name="csY2" fmla="*/ 12021 h 126887"/>
                <a:gd name="csX3" fmla="*/ 62968 w 90012"/>
                <a:gd name="csY3" fmla="*/ 17759 h 126887"/>
                <a:gd name="csX4" fmla="*/ 69658 w 90012"/>
                <a:gd name="csY4" fmla="*/ 35299 h 126887"/>
                <a:gd name="csX5" fmla="*/ 62968 w 90012"/>
                <a:gd name="csY5" fmla="*/ 52839 h 126887"/>
                <a:gd name="csX6" fmla="*/ 42464 w 90012"/>
                <a:gd name="csY6" fmla="*/ 58496 h 126887"/>
                <a:gd name="csX7" fmla="*/ 14917 w 90012"/>
                <a:gd name="csY7" fmla="*/ 58496 h 126887"/>
                <a:gd name="csX8" fmla="*/ 14917 w 90012"/>
                <a:gd name="csY8" fmla="*/ 110681 h 126887"/>
                <a:gd name="csX9" fmla="*/ 14917 w 90012"/>
                <a:gd name="csY9" fmla="*/ 72446 h 126887"/>
                <a:gd name="csX10" fmla="*/ 40343 w 90012"/>
                <a:gd name="csY10" fmla="*/ 72446 h 126887"/>
                <a:gd name="csX11" fmla="*/ 59053 w 90012"/>
                <a:gd name="csY11" fmla="*/ 77151 h 126887"/>
                <a:gd name="csX12" fmla="*/ 65226 w 90012"/>
                <a:gd name="csY12" fmla="*/ 91563 h 126887"/>
                <a:gd name="csX13" fmla="*/ 59053 w 90012"/>
                <a:gd name="csY13" fmla="*/ 105922 h 126887"/>
                <a:gd name="csX14" fmla="*/ 40343 w 90012"/>
                <a:gd name="csY14" fmla="*/ 110681 h 126887"/>
                <a:gd name="csX15" fmla="*/ 14917 w 90012"/>
                <a:gd name="csY15" fmla="*/ 110681 h 126887"/>
                <a:gd name="csX16" fmla="*/ -2243 w 90012"/>
                <a:gd name="csY16" fmla="*/ 124795 h 126887"/>
                <a:gd name="csX17" fmla="*/ 41621 w 90012"/>
                <a:gd name="csY17" fmla="*/ 124795 h 126887"/>
                <a:gd name="csX18" fmla="*/ 71861 w 90012"/>
                <a:gd name="csY18" fmla="*/ 116636 h 126887"/>
                <a:gd name="csX19" fmla="*/ 82494 w 90012"/>
                <a:gd name="csY19" fmla="*/ 93440 h 126887"/>
                <a:gd name="csX20" fmla="*/ 77055 w 90012"/>
                <a:gd name="csY20" fmla="*/ 74894 h 126887"/>
                <a:gd name="csX21" fmla="*/ 61065 w 90012"/>
                <a:gd name="csY21" fmla="*/ 66327 h 126887"/>
                <a:gd name="csX22" fmla="*/ 80753 w 90012"/>
                <a:gd name="csY22" fmla="*/ 54960 h 126887"/>
                <a:gd name="csX23" fmla="*/ 87769 w 90012"/>
                <a:gd name="csY23" fmla="*/ 33423 h 126887"/>
                <a:gd name="csX24" fmla="*/ 76212 w 90012"/>
                <a:gd name="csY24" fmla="*/ 7153 h 126887"/>
                <a:gd name="csX25" fmla="*/ 43307 w 90012"/>
                <a:gd name="csY25" fmla="*/ -2093 h 126887"/>
                <a:gd name="csX26" fmla="*/ -2243 w 90012"/>
                <a:gd name="csY26" fmla="*/ -2093 h 126887"/>
                <a:gd name="csX27" fmla="*/ -2243 w 90012"/>
                <a:gd name="csY27" fmla="*/ 124795 h 1268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90012" h="126887">
                  <a:moveTo>
                    <a:pt x="14917" y="58496"/>
                  </a:moveTo>
                  <a:lnTo>
                    <a:pt x="14917" y="12021"/>
                  </a:lnTo>
                  <a:lnTo>
                    <a:pt x="42464" y="12021"/>
                  </a:lnTo>
                  <a:cubicBezTo>
                    <a:pt x="51692" y="12021"/>
                    <a:pt x="58527" y="13934"/>
                    <a:pt x="62968" y="17759"/>
                  </a:cubicBezTo>
                  <a:cubicBezTo>
                    <a:pt x="67428" y="21584"/>
                    <a:pt x="69658" y="27431"/>
                    <a:pt x="69658" y="35299"/>
                  </a:cubicBezTo>
                  <a:cubicBezTo>
                    <a:pt x="69658" y="43240"/>
                    <a:pt x="67428" y="49086"/>
                    <a:pt x="62968" y="52839"/>
                  </a:cubicBezTo>
                  <a:cubicBezTo>
                    <a:pt x="58527" y="56610"/>
                    <a:pt x="51692" y="58496"/>
                    <a:pt x="42464" y="58496"/>
                  </a:cubicBezTo>
                  <a:lnTo>
                    <a:pt x="14917" y="58496"/>
                  </a:lnTo>
                  <a:close/>
                  <a:moveTo>
                    <a:pt x="14917" y="110681"/>
                  </a:moveTo>
                  <a:lnTo>
                    <a:pt x="14917" y="72446"/>
                  </a:lnTo>
                  <a:lnTo>
                    <a:pt x="40343" y="72446"/>
                  </a:lnTo>
                  <a:cubicBezTo>
                    <a:pt x="48719" y="72446"/>
                    <a:pt x="54955" y="74014"/>
                    <a:pt x="59053" y="77151"/>
                  </a:cubicBezTo>
                  <a:cubicBezTo>
                    <a:pt x="63168" y="80305"/>
                    <a:pt x="65226" y="85109"/>
                    <a:pt x="65226" y="91563"/>
                  </a:cubicBezTo>
                  <a:cubicBezTo>
                    <a:pt x="65226" y="97963"/>
                    <a:pt x="63168" y="102749"/>
                    <a:pt x="59053" y="105922"/>
                  </a:cubicBezTo>
                  <a:cubicBezTo>
                    <a:pt x="54955" y="109095"/>
                    <a:pt x="48719" y="110681"/>
                    <a:pt x="40343" y="110681"/>
                  </a:cubicBezTo>
                  <a:lnTo>
                    <a:pt x="14917" y="110681"/>
                  </a:lnTo>
                  <a:close/>
                  <a:moveTo>
                    <a:pt x="-2243" y="124795"/>
                  </a:moveTo>
                  <a:lnTo>
                    <a:pt x="41621" y="124795"/>
                  </a:lnTo>
                  <a:cubicBezTo>
                    <a:pt x="54711" y="124795"/>
                    <a:pt x="64790" y="122075"/>
                    <a:pt x="71861" y="116636"/>
                  </a:cubicBezTo>
                  <a:cubicBezTo>
                    <a:pt x="78949" y="111198"/>
                    <a:pt x="82494" y="103465"/>
                    <a:pt x="82494" y="93440"/>
                  </a:cubicBezTo>
                  <a:cubicBezTo>
                    <a:pt x="82494" y="85662"/>
                    <a:pt x="80681" y="79480"/>
                    <a:pt x="77055" y="74894"/>
                  </a:cubicBezTo>
                  <a:cubicBezTo>
                    <a:pt x="73429" y="70307"/>
                    <a:pt x="68099" y="67451"/>
                    <a:pt x="61065" y="66327"/>
                  </a:cubicBezTo>
                  <a:cubicBezTo>
                    <a:pt x="69513" y="64515"/>
                    <a:pt x="76076" y="60725"/>
                    <a:pt x="80753" y="54960"/>
                  </a:cubicBezTo>
                  <a:cubicBezTo>
                    <a:pt x="85431" y="49213"/>
                    <a:pt x="87769" y="42034"/>
                    <a:pt x="87769" y="33423"/>
                  </a:cubicBezTo>
                  <a:cubicBezTo>
                    <a:pt x="87769" y="22092"/>
                    <a:pt x="83917" y="13335"/>
                    <a:pt x="76212" y="7153"/>
                  </a:cubicBezTo>
                  <a:cubicBezTo>
                    <a:pt x="68507" y="989"/>
                    <a:pt x="57539" y="-2093"/>
                    <a:pt x="43307" y="-2093"/>
                  </a:cubicBezTo>
                  <a:lnTo>
                    <a:pt x="-2243" y="-2093"/>
                  </a:lnTo>
                  <a:lnTo>
                    <a:pt x="-2243" y="124795"/>
                  </a:lnTo>
                  <a:close/>
                </a:path>
              </a:pathLst>
            </a:custGeom>
            <a:solidFill>
              <a:srgbClr val="FFFFFF"/>
            </a:solidFill>
            <a:ln w="27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5C598DB-DE57-0039-D141-ADA390D63A63}"/>
                </a:ext>
              </a:extLst>
            </p:cNvPr>
            <p:cNvSpPr/>
            <p:nvPr/>
          </p:nvSpPr>
          <p:spPr>
            <a:xfrm rot="-5400000" flipV="1">
              <a:off x="1467950" y="3409642"/>
              <a:ext cx="80412" cy="99937"/>
            </a:xfrm>
            <a:custGeom>
              <a:avLst/>
              <a:gdLst>
                <a:gd name="csX0" fmla="*/ 47400 w 80412"/>
                <a:gd name="csY0" fmla="*/ 48794 h 99937"/>
                <a:gd name="csX1" fmla="*/ 21131 w 80412"/>
                <a:gd name="csY1" fmla="*/ 44470 h 99937"/>
                <a:gd name="csX2" fmla="*/ 13816 w 80412"/>
                <a:gd name="csY2" fmla="*/ 29677 h 99937"/>
                <a:gd name="csX3" fmla="*/ 19309 w 80412"/>
                <a:gd name="csY3" fmla="*/ 16460 h 99937"/>
                <a:gd name="csX4" fmla="*/ 34211 w 80412"/>
                <a:gd name="csY4" fmla="*/ 11593 h 99937"/>
                <a:gd name="csX5" fmla="*/ 55096 w 80412"/>
                <a:gd name="csY5" fmla="*/ 20811 h 99937"/>
                <a:gd name="csX6" fmla="*/ 62955 w 80412"/>
                <a:gd name="csY6" fmla="*/ 45313 h 99937"/>
                <a:gd name="csX7" fmla="*/ 62955 w 80412"/>
                <a:gd name="csY7" fmla="*/ 48794 h 99937"/>
                <a:gd name="csX8" fmla="*/ 47400 w 80412"/>
                <a:gd name="csY8" fmla="*/ 48794 h 99937"/>
                <a:gd name="csX9" fmla="*/ 78592 w 80412"/>
                <a:gd name="csY9" fmla="*/ 55266 h 99937"/>
                <a:gd name="csX10" fmla="*/ 78592 w 80412"/>
                <a:gd name="csY10" fmla="*/ 960 h 99937"/>
                <a:gd name="csX11" fmla="*/ 62955 w 80412"/>
                <a:gd name="csY11" fmla="*/ 960 h 99937"/>
                <a:gd name="csX12" fmla="*/ 62955 w 80412"/>
                <a:gd name="csY12" fmla="*/ 15400 h 99937"/>
                <a:gd name="csX13" fmla="*/ 49603 w 80412"/>
                <a:gd name="csY13" fmla="*/ 2619 h 99937"/>
                <a:gd name="csX14" fmla="*/ 30050 w 80412"/>
                <a:gd name="csY14" fmla="*/ -1515 h 99937"/>
                <a:gd name="csX15" fmla="*/ 6800 w 80412"/>
                <a:gd name="csY15" fmla="*/ 6698 h 99937"/>
                <a:gd name="csX16" fmla="*/ -1821 w 80412"/>
                <a:gd name="csY16" fmla="*/ 28670 h 99937"/>
                <a:gd name="csX17" fmla="*/ 8921 w 80412"/>
                <a:gd name="csY17" fmla="*/ 52873 h 99937"/>
                <a:gd name="csX18" fmla="*/ 41010 w 80412"/>
                <a:gd name="csY18" fmla="*/ 61031 h 99937"/>
                <a:gd name="csX19" fmla="*/ 62955 w 80412"/>
                <a:gd name="csY19" fmla="*/ 61031 h 99937"/>
                <a:gd name="csX20" fmla="*/ 62955 w 80412"/>
                <a:gd name="csY20" fmla="*/ 62581 h 99937"/>
                <a:gd name="csX21" fmla="*/ 55858 w 80412"/>
                <a:gd name="csY21" fmla="*/ 79279 h 99937"/>
                <a:gd name="csX22" fmla="*/ 35924 w 80412"/>
                <a:gd name="csY22" fmla="*/ 85180 h 99937"/>
                <a:gd name="csX23" fmla="*/ 20016 w 80412"/>
                <a:gd name="csY23" fmla="*/ 83222 h 99937"/>
                <a:gd name="csX24" fmla="*/ 5168 w 80412"/>
                <a:gd name="csY24" fmla="*/ 77348 h 99937"/>
                <a:gd name="csX25" fmla="*/ 5168 w 80412"/>
                <a:gd name="csY25" fmla="*/ 91815 h 99937"/>
                <a:gd name="csX26" fmla="*/ 21811 w 80412"/>
                <a:gd name="csY26" fmla="*/ 96764 h 99937"/>
                <a:gd name="csX27" fmla="*/ 37529 w 80412"/>
                <a:gd name="csY27" fmla="*/ 98423 h 99937"/>
                <a:gd name="csX28" fmla="*/ 68394 w 80412"/>
                <a:gd name="csY28" fmla="*/ 87709 h 99937"/>
                <a:gd name="csX29" fmla="*/ 78592 w 80412"/>
                <a:gd name="csY29" fmla="*/ 55266 h 999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80412" h="99937">
                  <a:moveTo>
                    <a:pt x="47400" y="48794"/>
                  </a:moveTo>
                  <a:cubicBezTo>
                    <a:pt x="34764" y="48794"/>
                    <a:pt x="26008" y="47353"/>
                    <a:pt x="21131" y="44470"/>
                  </a:cubicBezTo>
                  <a:cubicBezTo>
                    <a:pt x="16254" y="41588"/>
                    <a:pt x="13816" y="36656"/>
                    <a:pt x="13816" y="29677"/>
                  </a:cubicBezTo>
                  <a:cubicBezTo>
                    <a:pt x="13816" y="24129"/>
                    <a:pt x="15647" y="19724"/>
                    <a:pt x="19309" y="16460"/>
                  </a:cubicBezTo>
                  <a:cubicBezTo>
                    <a:pt x="22971" y="13215"/>
                    <a:pt x="27938" y="11593"/>
                    <a:pt x="34211" y="11593"/>
                  </a:cubicBezTo>
                  <a:cubicBezTo>
                    <a:pt x="42895" y="11593"/>
                    <a:pt x="49857" y="14666"/>
                    <a:pt x="55096" y="20811"/>
                  </a:cubicBezTo>
                  <a:cubicBezTo>
                    <a:pt x="60335" y="26957"/>
                    <a:pt x="62955" y="35125"/>
                    <a:pt x="62955" y="45313"/>
                  </a:cubicBezTo>
                  <a:lnTo>
                    <a:pt x="62955" y="48794"/>
                  </a:lnTo>
                  <a:lnTo>
                    <a:pt x="47400" y="48794"/>
                  </a:lnTo>
                  <a:close/>
                  <a:moveTo>
                    <a:pt x="78592" y="55266"/>
                  </a:moveTo>
                  <a:lnTo>
                    <a:pt x="78592" y="960"/>
                  </a:lnTo>
                  <a:lnTo>
                    <a:pt x="62955" y="960"/>
                  </a:lnTo>
                  <a:lnTo>
                    <a:pt x="62955" y="15400"/>
                  </a:lnTo>
                  <a:cubicBezTo>
                    <a:pt x="59384" y="9635"/>
                    <a:pt x="54933" y="5374"/>
                    <a:pt x="49603" y="2619"/>
                  </a:cubicBezTo>
                  <a:cubicBezTo>
                    <a:pt x="44273" y="-137"/>
                    <a:pt x="37755" y="-1515"/>
                    <a:pt x="30050" y="-1515"/>
                  </a:cubicBezTo>
                  <a:cubicBezTo>
                    <a:pt x="20315" y="-1515"/>
                    <a:pt x="12565" y="1223"/>
                    <a:pt x="6800" y="6698"/>
                  </a:cubicBezTo>
                  <a:cubicBezTo>
                    <a:pt x="1053" y="12173"/>
                    <a:pt x="-1821" y="19497"/>
                    <a:pt x="-1821" y="28670"/>
                  </a:cubicBezTo>
                  <a:cubicBezTo>
                    <a:pt x="-1821" y="39367"/>
                    <a:pt x="1760" y="47434"/>
                    <a:pt x="8921" y="52873"/>
                  </a:cubicBezTo>
                  <a:cubicBezTo>
                    <a:pt x="16100" y="58312"/>
                    <a:pt x="26796" y="61031"/>
                    <a:pt x="41010" y="61031"/>
                  </a:cubicBezTo>
                  <a:lnTo>
                    <a:pt x="62955" y="61031"/>
                  </a:lnTo>
                  <a:lnTo>
                    <a:pt x="62955" y="62581"/>
                  </a:lnTo>
                  <a:cubicBezTo>
                    <a:pt x="62955" y="69779"/>
                    <a:pt x="60589" y="75344"/>
                    <a:pt x="55858" y="79279"/>
                  </a:cubicBezTo>
                  <a:cubicBezTo>
                    <a:pt x="51126" y="83213"/>
                    <a:pt x="44481" y="85180"/>
                    <a:pt x="35924" y="85180"/>
                  </a:cubicBezTo>
                  <a:cubicBezTo>
                    <a:pt x="30486" y="85180"/>
                    <a:pt x="25183" y="84527"/>
                    <a:pt x="20016" y="83222"/>
                  </a:cubicBezTo>
                  <a:cubicBezTo>
                    <a:pt x="14867" y="81916"/>
                    <a:pt x="9918" y="79958"/>
                    <a:pt x="5168" y="77348"/>
                  </a:cubicBezTo>
                  <a:lnTo>
                    <a:pt x="5168" y="91815"/>
                  </a:lnTo>
                  <a:cubicBezTo>
                    <a:pt x="10879" y="94027"/>
                    <a:pt x="16426" y="95677"/>
                    <a:pt x="21811" y="96764"/>
                  </a:cubicBezTo>
                  <a:cubicBezTo>
                    <a:pt x="27195" y="97870"/>
                    <a:pt x="32434" y="98423"/>
                    <a:pt x="37529" y="98423"/>
                  </a:cubicBezTo>
                  <a:cubicBezTo>
                    <a:pt x="51307" y="98423"/>
                    <a:pt x="61595" y="94852"/>
                    <a:pt x="68394" y="87709"/>
                  </a:cubicBezTo>
                  <a:cubicBezTo>
                    <a:pt x="75192" y="80584"/>
                    <a:pt x="78592" y="69770"/>
                    <a:pt x="78592" y="55266"/>
                  </a:cubicBezTo>
                  <a:close/>
                </a:path>
              </a:pathLst>
            </a:custGeom>
            <a:solidFill>
              <a:srgbClr val="FFFFFF"/>
            </a:solidFill>
            <a:ln w="27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68B9C1D8-B5C0-3D29-E061-9090A504C3B8}"/>
                </a:ext>
              </a:extLst>
            </p:cNvPr>
            <p:cNvSpPr/>
            <p:nvPr/>
          </p:nvSpPr>
          <p:spPr>
            <a:xfrm rot="-5400000" flipV="1">
              <a:off x="1467053" y="3299210"/>
              <a:ext cx="79732" cy="97463"/>
            </a:xfrm>
            <a:custGeom>
              <a:avLst/>
              <a:gdLst>
                <a:gd name="csX0" fmla="*/ 77727 w 79732"/>
                <a:gd name="csY0" fmla="*/ 55892 h 97463"/>
                <a:gd name="csX1" fmla="*/ 77727 w 79732"/>
                <a:gd name="csY1" fmla="*/ -1569 h 97463"/>
                <a:gd name="csX2" fmla="*/ 62091 w 79732"/>
                <a:gd name="csY2" fmla="*/ -1569 h 97463"/>
                <a:gd name="csX3" fmla="*/ 62091 w 79732"/>
                <a:gd name="csY3" fmla="*/ 55375 h 97463"/>
                <a:gd name="csX4" fmla="*/ 56815 w 79732"/>
                <a:gd name="csY4" fmla="*/ 75580 h 97463"/>
                <a:gd name="csX5" fmla="*/ 41015 w 79732"/>
                <a:gd name="csY5" fmla="*/ 82297 h 97463"/>
                <a:gd name="csX6" fmla="*/ 21028 w 79732"/>
                <a:gd name="csY6" fmla="*/ 74220 h 97463"/>
                <a:gd name="csX7" fmla="*/ 13713 w 79732"/>
                <a:gd name="csY7" fmla="*/ 52220 h 97463"/>
                <a:gd name="csX8" fmla="*/ 13713 w 79732"/>
                <a:gd name="csY8" fmla="*/ -1569 h 97463"/>
                <a:gd name="csX9" fmla="*/ -2006 w 79732"/>
                <a:gd name="csY9" fmla="*/ -1569 h 97463"/>
                <a:gd name="csX10" fmla="*/ -2006 w 79732"/>
                <a:gd name="csY10" fmla="*/ 93610 h 97463"/>
                <a:gd name="csX11" fmla="*/ 13713 w 79732"/>
                <a:gd name="csY11" fmla="*/ 93610 h 97463"/>
                <a:gd name="csX12" fmla="*/ 13713 w 79732"/>
                <a:gd name="csY12" fmla="*/ 78816 h 97463"/>
                <a:gd name="csX13" fmla="*/ 26929 w 79732"/>
                <a:gd name="csY13" fmla="*/ 91652 h 97463"/>
                <a:gd name="csX14" fmla="*/ 44496 w 79732"/>
                <a:gd name="csY14" fmla="*/ 95894 h 97463"/>
                <a:gd name="csX15" fmla="*/ 69297 w 79732"/>
                <a:gd name="csY15" fmla="*/ 85751 h 97463"/>
                <a:gd name="csX16" fmla="*/ 77727 w 79732"/>
                <a:gd name="csY16" fmla="*/ 55892 h 9746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79732" h="97463">
                  <a:moveTo>
                    <a:pt x="77727" y="55892"/>
                  </a:moveTo>
                  <a:lnTo>
                    <a:pt x="77727" y="-1569"/>
                  </a:lnTo>
                  <a:lnTo>
                    <a:pt x="62091" y="-1569"/>
                  </a:lnTo>
                  <a:lnTo>
                    <a:pt x="62091" y="55375"/>
                  </a:lnTo>
                  <a:cubicBezTo>
                    <a:pt x="62091" y="64385"/>
                    <a:pt x="60332" y="71120"/>
                    <a:pt x="56815" y="75580"/>
                  </a:cubicBezTo>
                  <a:cubicBezTo>
                    <a:pt x="53298" y="80058"/>
                    <a:pt x="48031" y="82297"/>
                    <a:pt x="41015" y="82297"/>
                  </a:cubicBezTo>
                  <a:cubicBezTo>
                    <a:pt x="32567" y="82297"/>
                    <a:pt x="25905" y="79605"/>
                    <a:pt x="21028" y="74220"/>
                  </a:cubicBezTo>
                  <a:cubicBezTo>
                    <a:pt x="16151" y="68854"/>
                    <a:pt x="13713" y="61521"/>
                    <a:pt x="13713" y="52220"/>
                  </a:cubicBezTo>
                  <a:lnTo>
                    <a:pt x="13713" y="-1569"/>
                  </a:lnTo>
                  <a:lnTo>
                    <a:pt x="-2006" y="-1569"/>
                  </a:lnTo>
                  <a:lnTo>
                    <a:pt x="-2006" y="93610"/>
                  </a:lnTo>
                  <a:lnTo>
                    <a:pt x="13713" y="93610"/>
                  </a:lnTo>
                  <a:lnTo>
                    <a:pt x="13713" y="78816"/>
                  </a:lnTo>
                  <a:cubicBezTo>
                    <a:pt x="17465" y="84545"/>
                    <a:pt x="21871" y="88824"/>
                    <a:pt x="26929" y="91652"/>
                  </a:cubicBezTo>
                  <a:cubicBezTo>
                    <a:pt x="32005" y="94480"/>
                    <a:pt x="37861" y="95894"/>
                    <a:pt x="44496" y="95894"/>
                  </a:cubicBezTo>
                  <a:cubicBezTo>
                    <a:pt x="55428" y="95894"/>
                    <a:pt x="63695" y="92513"/>
                    <a:pt x="69297" y="85751"/>
                  </a:cubicBezTo>
                  <a:cubicBezTo>
                    <a:pt x="74917" y="78988"/>
                    <a:pt x="77727" y="69035"/>
                    <a:pt x="77727" y="55892"/>
                  </a:cubicBezTo>
                  <a:close/>
                </a:path>
              </a:pathLst>
            </a:custGeom>
            <a:solidFill>
              <a:srgbClr val="FFFFFF"/>
            </a:solidFill>
            <a:ln w="27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B5E503D9-4550-CB69-535F-6B35E4A161AB}"/>
                </a:ext>
              </a:extLst>
            </p:cNvPr>
            <p:cNvSpPr/>
            <p:nvPr/>
          </p:nvSpPr>
          <p:spPr>
            <a:xfrm rot="-5400000" flipV="1">
              <a:off x="1448235" y="3173812"/>
              <a:ext cx="85062" cy="134719"/>
            </a:xfrm>
            <a:custGeom>
              <a:avLst/>
              <a:gdLst>
                <a:gd name="csX0" fmla="*/ 67549 w 85062"/>
                <a:gd name="csY0" fmla="*/ 81042 h 134719"/>
                <a:gd name="csX1" fmla="*/ 67549 w 85062"/>
                <a:gd name="csY1" fmla="*/ 132547 h 134719"/>
                <a:gd name="csX2" fmla="*/ 83186 w 85062"/>
                <a:gd name="csY2" fmla="*/ 132547 h 134719"/>
                <a:gd name="csX3" fmla="*/ 83186 w 85062"/>
                <a:gd name="csY3" fmla="*/ 303 h 134719"/>
                <a:gd name="csX4" fmla="*/ 67549 w 85062"/>
                <a:gd name="csY4" fmla="*/ 303 h 134719"/>
                <a:gd name="csX5" fmla="*/ 67549 w 85062"/>
                <a:gd name="csY5" fmla="*/ 14580 h 134719"/>
                <a:gd name="csX6" fmla="*/ 55095 w 85062"/>
                <a:gd name="csY6" fmla="*/ 1962 h 134719"/>
                <a:gd name="csX7" fmla="*/ 37038 w 85062"/>
                <a:gd name="csY7" fmla="*/ -2172 h 134719"/>
                <a:gd name="csX8" fmla="*/ 8946 w 85062"/>
                <a:gd name="csY8" fmla="*/ 11588 h 134719"/>
                <a:gd name="csX9" fmla="*/ -1877 w 85062"/>
                <a:gd name="csY9" fmla="*/ 47811 h 134719"/>
                <a:gd name="csX10" fmla="*/ 8946 w 85062"/>
                <a:gd name="csY10" fmla="*/ 84006 h 134719"/>
                <a:gd name="csX11" fmla="*/ 37038 w 85062"/>
                <a:gd name="csY11" fmla="*/ 97766 h 134719"/>
                <a:gd name="csX12" fmla="*/ 55095 w 85062"/>
                <a:gd name="csY12" fmla="*/ 93633 h 134719"/>
                <a:gd name="csX13" fmla="*/ 67549 w 85062"/>
                <a:gd name="csY13" fmla="*/ 81042 h 134719"/>
                <a:gd name="csX14" fmla="*/ 14276 w 85062"/>
                <a:gd name="csY14" fmla="*/ 47811 h 134719"/>
                <a:gd name="csX15" fmla="*/ 21374 w 85062"/>
                <a:gd name="csY15" fmla="*/ 20753 h 134719"/>
                <a:gd name="csX16" fmla="*/ 40872 w 85062"/>
                <a:gd name="csY16" fmla="*/ 10936 h 134719"/>
                <a:gd name="csX17" fmla="*/ 60397 w 85062"/>
                <a:gd name="csY17" fmla="*/ 20753 h 134719"/>
                <a:gd name="csX18" fmla="*/ 67549 w 85062"/>
                <a:gd name="csY18" fmla="*/ 47811 h 134719"/>
                <a:gd name="csX19" fmla="*/ 60397 w 85062"/>
                <a:gd name="csY19" fmla="*/ 74869 h 134719"/>
                <a:gd name="csX20" fmla="*/ 40872 w 85062"/>
                <a:gd name="csY20" fmla="*/ 84686 h 134719"/>
                <a:gd name="csX21" fmla="*/ 21374 w 85062"/>
                <a:gd name="csY21" fmla="*/ 74869 h 134719"/>
                <a:gd name="csX22" fmla="*/ 14276 w 85062"/>
                <a:gd name="csY22" fmla="*/ 47811 h 1347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85062" h="134719">
                  <a:moveTo>
                    <a:pt x="67549" y="81042"/>
                  </a:moveTo>
                  <a:lnTo>
                    <a:pt x="67549" y="132547"/>
                  </a:lnTo>
                  <a:lnTo>
                    <a:pt x="83186" y="132547"/>
                  </a:lnTo>
                  <a:lnTo>
                    <a:pt x="83186" y="303"/>
                  </a:lnTo>
                  <a:lnTo>
                    <a:pt x="67549" y="303"/>
                  </a:lnTo>
                  <a:lnTo>
                    <a:pt x="67549" y="14580"/>
                  </a:lnTo>
                  <a:cubicBezTo>
                    <a:pt x="64268" y="8923"/>
                    <a:pt x="60116" y="4717"/>
                    <a:pt x="55095" y="1962"/>
                  </a:cubicBezTo>
                  <a:cubicBezTo>
                    <a:pt x="50091" y="-794"/>
                    <a:pt x="44072" y="-2172"/>
                    <a:pt x="37038" y="-2172"/>
                  </a:cubicBezTo>
                  <a:cubicBezTo>
                    <a:pt x="25544" y="-2172"/>
                    <a:pt x="16180" y="2415"/>
                    <a:pt x="8946" y="11588"/>
                  </a:cubicBezTo>
                  <a:cubicBezTo>
                    <a:pt x="1731" y="20780"/>
                    <a:pt x="-1877" y="32854"/>
                    <a:pt x="-1877" y="47811"/>
                  </a:cubicBezTo>
                  <a:cubicBezTo>
                    <a:pt x="-1877" y="62767"/>
                    <a:pt x="1731" y="74832"/>
                    <a:pt x="8946" y="84006"/>
                  </a:cubicBezTo>
                  <a:cubicBezTo>
                    <a:pt x="16180" y="93179"/>
                    <a:pt x="25544" y="97766"/>
                    <a:pt x="37038" y="97766"/>
                  </a:cubicBezTo>
                  <a:cubicBezTo>
                    <a:pt x="44072" y="97766"/>
                    <a:pt x="50091" y="96388"/>
                    <a:pt x="55095" y="93633"/>
                  </a:cubicBezTo>
                  <a:cubicBezTo>
                    <a:pt x="60116" y="90895"/>
                    <a:pt x="64268" y="86698"/>
                    <a:pt x="67549" y="81042"/>
                  </a:cubicBezTo>
                  <a:close/>
                  <a:moveTo>
                    <a:pt x="14276" y="47811"/>
                  </a:moveTo>
                  <a:cubicBezTo>
                    <a:pt x="14276" y="36317"/>
                    <a:pt x="16642" y="27297"/>
                    <a:pt x="21374" y="20753"/>
                  </a:cubicBezTo>
                  <a:cubicBezTo>
                    <a:pt x="26106" y="14208"/>
                    <a:pt x="32605" y="10936"/>
                    <a:pt x="40872" y="10936"/>
                  </a:cubicBezTo>
                  <a:cubicBezTo>
                    <a:pt x="49139" y="10936"/>
                    <a:pt x="55648" y="14208"/>
                    <a:pt x="60397" y="20753"/>
                  </a:cubicBezTo>
                  <a:cubicBezTo>
                    <a:pt x="65165" y="27297"/>
                    <a:pt x="67549" y="36317"/>
                    <a:pt x="67549" y="47811"/>
                  </a:cubicBezTo>
                  <a:cubicBezTo>
                    <a:pt x="67549" y="59305"/>
                    <a:pt x="65165" y="68324"/>
                    <a:pt x="60397" y="74869"/>
                  </a:cubicBezTo>
                  <a:cubicBezTo>
                    <a:pt x="55648" y="81413"/>
                    <a:pt x="49139" y="84686"/>
                    <a:pt x="40872" y="84686"/>
                  </a:cubicBezTo>
                  <a:cubicBezTo>
                    <a:pt x="32605" y="84686"/>
                    <a:pt x="26106" y="81413"/>
                    <a:pt x="21374" y="74869"/>
                  </a:cubicBezTo>
                  <a:cubicBezTo>
                    <a:pt x="16642" y="68324"/>
                    <a:pt x="14276" y="59305"/>
                    <a:pt x="14276" y="47811"/>
                  </a:cubicBezTo>
                  <a:close/>
                </a:path>
              </a:pathLst>
            </a:custGeom>
            <a:solidFill>
              <a:srgbClr val="FFFFFF"/>
            </a:solidFill>
            <a:ln w="27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4E9CB499-DB37-F6D8-7FD5-46FE04321690}"/>
                </a:ext>
              </a:extLst>
            </p:cNvPr>
            <p:cNvSpPr/>
            <p:nvPr/>
          </p:nvSpPr>
          <p:spPr>
            <a:xfrm rot="-5400000" flipV="1">
              <a:off x="1444196" y="3064057"/>
              <a:ext cx="127730" cy="95179"/>
            </a:xfrm>
            <a:custGeom>
              <a:avLst/>
              <a:gdLst>
                <a:gd name="csX0" fmla="*/ -2576 w 127730"/>
                <a:gd name="csY0" fmla="*/ 93633 h 95179"/>
                <a:gd name="csX1" fmla="*/ 13061 w 127730"/>
                <a:gd name="csY1" fmla="*/ 93633 h 95179"/>
                <a:gd name="csX2" fmla="*/ 32613 w 127730"/>
                <a:gd name="csY2" fmla="*/ 19366 h 95179"/>
                <a:gd name="csX3" fmla="*/ 52057 w 127730"/>
                <a:gd name="csY3" fmla="*/ 93633 h 95179"/>
                <a:gd name="csX4" fmla="*/ 70494 w 127730"/>
                <a:gd name="csY4" fmla="*/ 93633 h 95179"/>
                <a:gd name="csX5" fmla="*/ 90047 w 127730"/>
                <a:gd name="csY5" fmla="*/ 19366 h 95179"/>
                <a:gd name="csX6" fmla="*/ 109518 w 127730"/>
                <a:gd name="csY6" fmla="*/ 93633 h 95179"/>
                <a:gd name="csX7" fmla="*/ 125154 w 127730"/>
                <a:gd name="csY7" fmla="*/ 93633 h 95179"/>
                <a:gd name="csX8" fmla="*/ 100245 w 127730"/>
                <a:gd name="csY8" fmla="*/ -1546 h 95179"/>
                <a:gd name="csX9" fmla="*/ 81807 w 127730"/>
                <a:gd name="csY9" fmla="*/ -1546 h 95179"/>
                <a:gd name="csX10" fmla="*/ 61330 w 127730"/>
                <a:gd name="csY10" fmla="*/ 76473 h 95179"/>
                <a:gd name="csX11" fmla="*/ 40771 w 127730"/>
                <a:gd name="csY11" fmla="*/ -1546 h 95179"/>
                <a:gd name="csX12" fmla="*/ 22307 w 127730"/>
                <a:gd name="csY12" fmla="*/ -1546 h 95179"/>
                <a:gd name="csX13" fmla="*/ -2576 w 127730"/>
                <a:gd name="csY13" fmla="*/ 93633 h 951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27730" h="95179">
                  <a:moveTo>
                    <a:pt x="-2576" y="93633"/>
                  </a:moveTo>
                  <a:lnTo>
                    <a:pt x="13061" y="93633"/>
                  </a:lnTo>
                  <a:lnTo>
                    <a:pt x="32613" y="19366"/>
                  </a:lnTo>
                  <a:lnTo>
                    <a:pt x="52057" y="93633"/>
                  </a:lnTo>
                  <a:lnTo>
                    <a:pt x="70494" y="93633"/>
                  </a:lnTo>
                  <a:lnTo>
                    <a:pt x="90047" y="19366"/>
                  </a:lnTo>
                  <a:lnTo>
                    <a:pt x="109518" y="93633"/>
                  </a:lnTo>
                  <a:lnTo>
                    <a:pt x="125154" y="93633"/>
                  </a:lnTo>
                  <a:lnTo>
                    <a:pt x="100245" y="-1546"/>
                  </a:lnTo>
                  <a:lnTo>
                    <a:pt x="81807" y="-1546"/>
                  </a:lnTo>
                  <a:lnTo>
                    <a:pt x="61330" y="76473"/>
                  </a:lnTo>
                  <a:lnTo>
                    <a:pt x="40771" y="-1546"/>
                  </a:lnTo>
                  <a:lnTo>
                    <a:pt x="22307" y="-1546"/>
                  </a:lnTo>
                  <a:lnTo>
                    <a:pt x="-2576" y="93633"/>
                  </a:lnTo>
                  <a:close/>
                </a:path>
              </a:pathLst>
            </a:custGeom>
            <a:solidFill>
              <a:srgbClr val="FFFFFF"/>
            </a:solidFill>
            <a:ln w="27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50731DBF-01B1-F207-EAEA-F3BC791027B3}"/>
                </a:ext>
              </a:extLst>
            </p:cNvPr>
            <p:cNvSpPr/>
            <p:nvPr/>
          </p:nvSpPr>
          <p:spPr>
            <a:xfrm rot="-5400000" flipV="1">
              <a:off x="1481711" y="2950145"/>
              <a:ext cx="15636" cy="132244"/>
            </a:xfrm>
            <a:custGeom>
              <a:avLst/>
              <a:gdLst>
                <a:gd name="csX0" fmla="*/ -850 w 15636"/>
                <a:gd name="csY0" fmla="*/ 92944 h 132244"/>
                <a:gd name="csX1" fmla="*/ 14786 w 15636"/>
                <a:gd name="csY1" fmla="*/ 92944 h 132244"/>
                <a:gd name="csX2" fmla="*/ 14786 w 15636"/>
                <a:gd name="csY2" fmla="*/ -2236 h 132244"/>
                <a:gd name="csX3" fmla="*/ -850 w 15636"/>
                <a:gd name="csY3" fmla="*/ -2236 h 132244"/>
                <a:gd name="csX4" fmla="*/ -850 w 15636"/>
                <a:gd name="csY4" fmla="*/ 92944 h 132244"/>
                <a:gd name="csX5" fmla="*/ -850 w 15636"/>
                <a:gd name="csY5" fmla="*/ 130009 h 132244"/>
                <a:gd name="csX6" fmla="*/ 14786 w 15636"/>
                <a:gd name="csY6" fmla="*/ 130009 h 132244"/>
                <a:gd name="csX7" fmla="*/ 14786 w 15636"/>
                <a:gd name="csY7" fmla="*/ 110184 h 132244"/>
                <a:gd name="csX8" fmla="*/ -850 w 15636"/>
                <a:gd name="csY8" fmla="*/ 110184 h 132244"/>
                <a:gd name="csX9" fmla="*/ -850 w 15636"/>
                <a:gd name="csY9" fmla="*/ 130009 h 1322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5636" h="132244">
                  <a:moveTo>
                    <a:pt x="-850" y="92944"/>
                  </a:moveTo>
                  <a:lnTo>
                    <a:pt x="14786" y="92944"/>
                  </a:lnTo>
                  <a:lnTo>
                    <a:pt x="14786" y="-2236"/>
                  </a:lnTo>
                  <a:lnTo>
                    <a:pt x="-850" y="-2236"/>
                  </a:lnTo>
                  <a:lnTo>
                    <a:pt x="-850" y="92944"/>
                  </a:lnTo>
                  <a:close/>
                  <a:moveTo>
                    <a:pt x="-850" y="130009"/>
                  </a:moveTo>
                  <a:lnTo>
                    <a:pt x="14786" y="130009"/>
                  </a:lnTo>
                  <a:lnTo>
                    <a:pt x="14786" y="110184"/>
                  </a:lnTo>
                  <a:lnTo>
                    <a:pt x="-850" y="110184"/>
                  </a:lnTo>
                  <a:lnTo>
                    <a:pt x="-850" y="130009"/>
                  </a:lnTo>
                  <a:close/>
                </a:path>
              </a:pathLst>
            </a:custGeom>
            <a:solidFill>
              <a:srgbClr val="FFFFFF"/>
            </a:solidFill>
            <a:ln w="27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E88F01B4-2AC8-C182-5BBD-F24924DB9E24}"/>
                </a:ext>
              </a:extLst>
            </p:cNvPr>
            <p:cNvSpPr/>
            <p:nvPr/>
          </p:nvSpPr>
          <p:spPr>
            <a:xfrm rot="-5400000" flipV="1">
              <a:off x="1448235" y="2872638"/>
              <a:ext cx="85062" cy="134719"/>
            </a:xfrm>
            <a:custGeom>
              <a:avLst/>
              <a:gdLst>
                <a:gd name="csX0" fmla="*/ 67549 w 85062"/>
                <a:gd name="csY0" fmla="*/ 81018 h 134719"/>
                <a:gd name="csX1" fmla="*/ 67549 w 85062"/>
                <a:gd name="csY1" fmla="*/ 132523 h 134719"/>
                <a:gd name="csX2" fmla="*/ 83186 w 85062"/>
                <a:gd name="csY2" fmla="*/ 132523 h 134719"/>
                <a:gd name="csX3" fmla="*/ 83186 w 85062"/>
                <a:gd name="csY3" fmla="*/ 279 h 134719"/>
                <a:gd name="csX4" fmla="*/ 67549 w 85062"/>
                <a:gd name="csY4" fmla="*/ 279 h 134719"/>
                <a:gd name="csX5" fmla="*/ 67549 w 85062"/>
                <a:gd name="csY5" fmla="*/ 14555 h 134719"/>
                <a:gd name="csX6" fmla="*/ 55095 w 85062"/>
                <a:gd name="csY6" fmla="*/ 1937 h 134719"/>
                <a:gd name="csX7" fmla="*/ 37038 w 85062"/>
                <a:gd name="csY7" fmla="*/ -2196 h 134719"/>
                <a:gd name="csX8" fmla="*/ 8946 w 85062"/>
                <a:gd name="csY8" fmla="*/ 11564 h 134719"/>
                <a:gd name="csX9" fmla="*/ -1877 w 85062"/>
                <a:gd name="csY9" fmla="*/ 47786 h 134719"/>
                <a:gd name="csX10" fmla="*/ 8946 w 85062"/>
                <a:gd name="csY10" fmla="*/ 83982 h 134719"/>
                <a:gd name="csX11" fmla="*/ 37038 w 85062"/>
                <a:gd name="csY11" fmla="*/ 97742 h 134719"/>
                <a:gd name="csX12" fmla="*/ 55095 w 85062"/>
                <a:gd name="csY12" fmla="*/ 93608 h 134719"/>
                <a:gd name="csX13" fmla="*/ 67549 w 85062"/>
                <a:gd name="csY13" fmla="*/ 81018 h 134719"/>
                <a:gd name="csX14" fmla="*/ 14276 w 85062"/>
                <a:gd name="csY14" fmla="*/ 47786 h 134719"/>
                <a:gd name="csX15" fmla="*/ 21374 w 85062"/>
                <a:gd name="csY15" fmla="*/ 20728 h 134719"/>
                <a:gd name="csX16" fmla="*/ 40872 w 85062"/>
                <a:gd name="csY16" fmla="*/ 10911 h 134719"/>
                <a:gd name="csX17" fmla="*/ 60397 w 85062"/>
                <a:gd name="csY17" fmla="*/ 20728 h 134719"/>
                <a:gd name="csX18" fmla="*/ 67549 w 85062"/>
                <a:gd name="csY18" fmla="*/ 47786 h 134719"/>
                <a:gd name="csX19" fmla="*/ 60397 w 85062"/>
                <a:gd name="csY19" fmla="*/ 74844 h 134719"/>
                <a:gd name="csX20" fmla="*/ 40872 w 85062"/>
                <a:gd name="csY20" fmla="*/ 84662 h 134719"/>
                <a:gd name="csX21" fmla="*/ 21374 w 85062"/>
                <a:gd name="csY21" fmla="*/ 74844 h 134719"/>
                <a:gd name="csX22" fmla="*/ 14276 w 85062"/>
                <a:gd name="csY22" fmla="*/ 47786 h 1347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85062" h="134719">
                  <a:moveTo>
                    <a:pt x="67549" y="81018"/>
                  </a:moveTo>
                  <a:lnTo>
                    <a:pt x="67549" y="132523"/>
                  </a:lnTo>
                  <a:lnTo>
                    <a:pt x="83186" y="132523"/>
                  </a:lnTo>
                  <a:lnTo>
                    <a:pt x="83186" y="279"/>
                  </a:lnTo>
                  <a:lnTo>
                    <a:pt x="67549" y="279"/>
                  </a:lnTo>
                  <a:lnTo>
                    <a:pt x="67549" y="14555"/>
                  </a:lnTo>
                  <a:cubicBezTo>
                    <a:pt x="64268" y="8899"/>
                    <a:pt x="60116" y="4693"/>
                    <a:pt x="55095" y="1937"/>
                  </a:cubicBezTo>
                  <a:cubicBezTo>
                    <a:pt x="50091" y="-818"/>
                    <a:pt x="44072" y="-2196"/>
                    <a:pt x="37038" y="-2196"/>
                  </a:cubicBezTo>
                  <a:cubicBezTo>
                    <a:pt x="25544" y="-2196"/>
                    <a:pt x="16180" y="2391"/>
                    <a:pt x="8946" y="11564"/>
                  </a:cubicBezTo>
                  <a:cubicBezTo>
                    <a:pt x="1731" y="20756"/>
                    <a:pt x="-1877" y="32830"/>
                    <a:pt x="-1877" y="47786"/>
                  </a:cubicBezTo>
                  <a:cubicBezTo>
                    <a:pt x="-1877" y="62743"/>
                    <a:pt x="1731" y="74808"/>
                    <a:pt x="8946" y="83982"/>
                  </a:cubicBezTo>
                  <a:cubicBezTo>
                    <a:pt x="16180" y="93155"/>
                    <a:pt x="25544" y="97742"/>
                    <a:pt x="37038" y="97742"/>
                  </a:cubicBezTo>
                  <a:cubicBezTo>
                    <a:pt x="44072" y="97742"/>
                    <a:pt x="50091" y="96364"/>
                    <a:pt x="55095" y="93608"/>
                  </a:cubicBezTo>
                  <a:cubicBezTo>
                    <a:pt x="60116" y="90871"/>
                    <a:pt x="64268" y="86674"/>
                    <a:pt x="67549" y="81018"/>
                  </a:cubicBezTo>
                  <a:close/>
                  <a:moveTo>
                    <a:pt x="14276" y="47786"/>
                  </a:moveTo>
                  <a:cubicBezTo>
                    <a:pt x="14276" y="36292"/>
                    <a:pt x="16642" y="27273"/>
                    <a:pt x="21374" y="20728"/>
                  </a:cubicBezTo>
                  <a:cubicBezTo>
                    <a:pt x="26106" y="14184"/>
                    <a:pt x="32605" y="10911"/>
                    <a:pt x="40872" y="10911"/>
                  </a:cubicBezTo>
                  <a:cubicBezTo>
                    <a:pt x="49139" y="10911"/>
                    <a:pt x="55648" y="14184"/>
                    <a:pt x="60397" y="20728"/>
                  </a:cubicBezTo>
                  <a:cubicBezTo>
                    <a:pt x="65165" y="27273"/>
                    <a:pt x="67549" y="36292"/>
                    <a:pt x="67549" y="47786"/>
                  </a:cubicBezTo>
                  <a:cubicBezTo>
                    <a:pt x="67549" y="59280"/>
                    <a:pt x="65165" y="68300"/>
                    <a:pt x="60397" y="74844"/>
                  </a:cubicBezTo>
                  <a:cubicBezTo>
                    <a:pt x="55648" y="81389"/>
                    <a:pt x="49139" y="84662"/>
                    <a:pt x="40872" y="84662"/>
                  </a:cubicBezTo>
                  <a:cubicBezTo>
                    <a:pt x="32605" y="84662"/>
                    <a:pt x="26106" y="81389"/>
                    <a:pt x="21374" y="74844"/>
                  </a:cubicBezTo>
                  <a:cubicBezTo>
                    <a:pt x="16642" y="68300"/>
                    <a:pt x="14276" y="59280"/>
                    <a:pt x="14276" y="47786"/>
                  </a:cubicBezTo>
                  <a:close/>
                </a:path>
              </a:pathLst>
            </a:custGeom>
            <a:solidFill>
              <a:srgbClr val="FFFFFF"/>
            </a:solidFill>
            <a:ln w="27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2B23AE6E-0D9F-D106-ACB6-D9D4FEC5F736}"/>
                </a:ext>
              </a:extLst>
            </p:cNvPr>
            <p:cNvSpPr/>
            <p:nvPr/>
          </p:nvSpPr>
          <p:spPr>
            <a:xfrm rot="-5400000" flipV="1">
              <a:off x="1464850" y="2786175"/>
              <a:ext cx="59391" cy="122209"/>
            </a:xfrm>
            <a:custGeom>
              <a:avLst/>
              <a:gdLst>
                <a:gd name="csX0" fmla="*/ 25970 w 59391"/>
                <a:gd name="csY0" fmla="*/ 120145 h 122209"/>
                <a:gd name="csX1" fmla="*/ 25970 w 59391"/>
                <a:gd name="csY1" fmla="*/ 93114 h 122209"/>
                <a:gd name="csX2" fmla="*/ 58168 w 59391"/>
                <a:gd name="csY2" fmla="*/ 93114 h 122209"/>
                <a:gd name="csX3" fmla="*/ 58168 w 59391"/>
                <a:gd name="csY3" fmla="*/ 80959 h 122209"/>
                <a:gd name="csX4" fmla="*/ 25970 w 59391"/>
                <a:gd name="csY4" fmla="*/ 80959 h 122209"/>
                <a:gd name="csX5" fmla="*/ 25970 w 59391"/>
                <a:gd name="csY5" fmla="*/ 29290 h 122209"/>
                <a:gd name="csX6" fmla="*/ 29152 w 59391"/>
                <a:gd name="csY6" fmla="*/ 14333 h 122209"/>
                <a:gd name="csX7" fmla="*/ 42124 w 59391"/>
                <a:gd name="csY7" fmla="*/ 11016 h 122209"/>
                <a:gd name="csX8" fmla="*/ 58168 w 59391"/>
                <a:gd name="csY8" fmla="*/ 11016 h 122209"/>
                <a:gd name="csX9" fmla="*/ 58168 w 59391"/>
                <a:gd name="csY9" fmla="*/ -2065 h 122209"/>
                <a:gd name="csX10" fmla="*/ 42124 w 59391"/>
                <a:gd name="csY10" fmla="*/ -2065 h 122209"/>
                <a:gd name="csX11" fmla="*/ 17132 w 59391"/>
                <a:gd name="csY11" fmla="*/ 4680 h 122209"/>
                <a:gd name="csX12" fmla="*/ 10252 w 59391"/>
                <a:gd name="csY12" fmla="*/ 29290 h 122209"/>
                <a:gd name="csX13" fmla="*/ 10252 w 59391"/>
                <a:gd name="csY13" fmla="*/ 80959 h 122209"/>
                <a:gd name="csX14" fmla="*/ -1224 w 59391"/>
                <a:gd name="csY14" fmla="*/ 80959 h 122209"/>
                <a:gd name="csX15" fmla="*/ -1224 w 59391"/>
                <a:gd name="csY15" fmla="*/ 93114 h 122209"/>
                <a:gd name="csX16" fmla="*/ 10252 w 59391"/>
                <a:gd name="csY16" fmla="*/ 93114 h 122209"/>
                <a:gd name="csX17" fmla="*/ 10252 w 59391"/>
                <a:gd name="csY17" fmla="*/ 120145 h 122209"/>
                <a:gd name="csX18" fmla="*/ 25970 w 59391"/>
                <a:gd name="csY18" fmla="*/ 120145 h 12220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59391" h="122209">
                  <a:moveTo>
                    <a:pt x="25970" y="120145"/>
                  </a:moveTo>
                  <a:lnTo>
                    <a:pt x="25970" y="93114"/>
                  </a:lnTo>
                  <a:lnTo>
                    <a:pt x="58168" y="93114"/>
                  </a:lnTo>
                  <a:lnTo>
                    <a:pt x="58168" y="80959"/>
                  </a:lnTo>
                  <a:lnTo>
                    <a:pt x="25970" y="80959"/>
                  </a:lnTo>
                  <a:lnTo>
                    <a:pt x="25970" y="29290"/>
                  </a:lnTo>
                  <a:cubicBezTo>
                    <a:pt x="25970" y="21531"/>
                    <a:pt x="27031" y="16545"/>
                    <a:pt x="29152" y="14333"/>
                  </a:cubicBezTo>
                  <a:cubicBezTo>
                    <a:pt x="31273" y="12122"/>
                    <a:pt x="35597" y="11016"/>
                    <a:pt x="42124" y="11016"/>
                  </a:cubicBezTo>
                  <a:lnTo>
                    <a:pt x="58168" y="11016"/>
                  </a:lnTo>
                  <a:lnTo>
                    <a:pt x="58168" y="-2065"/>
                  </a:lnTo>
                  <a:lnTo>
                    <a:pt x="42124" y="-2065"/>
                  </a:lnTo>
                  <a:cubicBezTo>
                    <a:pt x="30050" y="-2065"/>
                    <a:pt x="21719" y="183"/>
                    <a:pt x="17132" y="4680"/>
                  </a:cubicBezTo>
                  <a:cubicBezTo>
                    <a:pt x="12546" y="9194"/>
                    <a:pt x="10252" y="17397"/>
                    <a:pt x="10252" y="29290"/>
                  </a:cubicBezTo>
                  <a:lnTo>
                    <a:pt x="10252" y="80959"/>
                  </a:lnTo>
                  <a:lnTo>
                    <a:pt x="-1224" y="80959"/>
                  </a:lnTo>
                  <a:lnTo>
                    <a:pt x="-1224" y="93114"/>
                  </a:lnTo>
                  <a:lnTo>
                    <a:pt x="10252" y="93114"/>
                  </a:lnTo>
                  <a:lnTo>
                    <a:pt x="10252" y="120145"/>
                  </a:lnTo>
                  <a:lnTo>
                    <a:pt x="25970" y="120145"/>
                  </a:lnTo>
                  <a:close/>
                </a:path>
              </a:pathLst>
            </a:custGeom>
            <a:solidFill>
              <a:srgbClr val="FFFFFF"/>
            </a:solidFill>
            <a:ln w="27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E610B853-3BFA-2591-9E9E-352839DF02EE}"/>
                </a:ext>
              </a:extLst>
            </p:cNvPr>
            <p:cNvSpPr/>
            <p:nvPr/>
          </p:nvSpPr>
          <p:spPr>
            <a:xfrm rot="-5400000" flipV="1">
              <a:off x="1449662" y="2691625"/>
              <a:ext cx="79732" cy="132244"/>
            </a:xfrm>
            <a:custGeom>
              <a:avLst/>
              <a:gdLst>
                <a:gd name="csX0" fmla="*/ 77726 w 79732"/>
                <a:gd name="csY0" fmla="*/ 55205 h 132244"/>
                <a:gd name="csX1" fmla="*/ 77726 w 79732"/>
                <a:gd name="csY1" fmla="*/ -2256 h 132244"/>
                <a:gd name="csX2" fmla="*/ 62089 w 79732"/>
                <a:gd name="csY2" fmla="*/ -2256 h 132244"/>
                <a:gd name="csX3" fmla="*/ 62089 w 79732"/>
                <a:gd name="csY3" fmla="*/ 54688 h 132244"/>
                <a:gd name="csX4" fmla="*/ 56814 w 79732"/>
                <a:gd name="csY4" fmla="*/ 74893 h 132244"/>
                <a:gd name="csX5" fmla="*/ 41014 w 79732"/>
                <a:gd name="csY5" fmla="*/ 81610 h 132244"/>
                <a:gd name="csX6" fmla="*/ 21026 w 79732"/>
                <a:gd name="csY6" fmla="*/ 73533 h 132244"/>
                <a:gd name="csX7" fmla="*/ 13711 w 79732"/>
                <a:gd name="csY7" fmla="*/ 51533 h 132244"/>
                <a:gd name="csX8" fmla="*/ 13711 w 79732"/>
                <a:gd name="csY8" fmla="*/ -2256 h 132244"/>
                <a:gd name="csX9" fmla="*/ -2007 w 79732"/>
                <a:gd name="csY9" fmla="*/ -2256 h 132244"/>
                <a:gd name="csX10" fmla="*/ -2007 w 79732"/>
                <a:gd name="csY10" fmla="*/ 129988 h 132244"/>
                <a:gd name="csX11" fmla="*/ 13711 w 79732"/>
                <a:gd name="csY11" fmla="*/ 129988 h 132244"/>
                <a:gd name="csX12" fmla="*/ 13711 w 79732"/>
                <a:gd name="csY12" fmla="*/ 78129 h 132244"/>
                <a:gd name="csX13" fmla="*/ 26927 w 79732"/>
                <a:gd name="csY13" fmla="*/ 90965 h 132244"/>
                <a:gd name="csX14" fmla="*/ 44495 w 79732"/>
                <a:gd name="csY14" fmla="*/ 95207 h 132244"/>
                <a:gd name="csX15" fmla="*/ 69296 w 79732"/>
                <a:gd name="csY15" fmla="*/ 85064 h 132244"/>
                <a:gd name="csX16" fmla="*/ 77726 w 79732"/>
                <a:gd name="csY16" fmla="*/ 55205 h 1322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79732" h="132244">
                  <a:moveTo>
                    <a:pt x="77726" y="55205"/>
                  </a:moveTo>
                  <a:lnTo>
                    <a:pt x="77726" y="-2256"/>
                  </a:lnTo>
                  <a:lnTo>
                    <a:pt x="62089" y="-2256"/>
                  </a:lnTo>
                  <a:lnTo>
                    <a:pt x="62089" y="54688"/>
                  </a:lnTo>
                  <a:cubicBezTo>
                    <a:pt x="62089" y="63698"/>
                    <a:pt x="60331" y="70433"/>
                    <a:pt x="56814" y="74893"/>
                  </a:cubicBezTo>
                  <a:cubicBezTo>
                    <a:pt x="53297" y="79371"/>
                    <a:pt x="48030" y="81610"/>
                    <a:pt x="41014" y="81610"/>
                  </a:cubicBezTo>
                  <a:cubicBezTo>
                    <a:pt x="32566" y="81610"/>
                    <a:pt x="25903" y="78918"/>
                    <a:pt x="21026" y="73533"/>
                  </a:cubicBezTo>
                  <a:cubicBezTo>
                    <a:pt x="16150" y="68167"/>
                    <a:pt x="13711" y="60834"/>
                    <a:pt x="13711" y="51533"/>
                  </a:cubicBezTo>
                  <a:lnTo>
                    <a:pt x="13711" y="-2256"/>
                  </a:lnTo>
                  <a:lnTo>
                    <a:pt x="-2007" y="-2256"/>
                  </a:lnTo>
                  <a:lnTo>
                    <a:pt x="-2007" y="129988"/>
                  </a:lnTo>
                  <a:lnTo>
                    <a:pt x="13711" y="129988"/>
                  </a:lnTo>
                  <a:lnTo>
                    <a:pt x="13711" y="78129"/>
                  </a:lnTo>
                  <a:cubicBezTo>
                    <a:pt x="17464" y="83858"/>
                    <a:pt x="21869" y="88137"/>
                    <a:pt x="26927" y="90965"/>
                  </a:cubicBezTo>
                  <a:cubicBezTo>
                    <a:pt x="32004" y="93793"/>
                    <a:pt x="37859" y="95207"/>
                    <a:pt x="44495" y="95207"/>
                  </a:cubicBezTo>
                  <a:cubicBezTo>
                    <a:pt x="55427" y="95207"/>
                    <a:pt x="63694" y="91826"/>
                    <a:pt x="69296" y="85064"/>
                  </a:cubicBezTo>
                  <a:cubicBezTo>
                    <a:pt x="74916" y="78301"/>
                    <a:pt x="77726" y="68348"/>
                    <a:pt x="77726" y="55205"/>
                  </a:cubicBezTo>
                  <a:close/>
                </a:path>
              </a:pathLst>
            </a:custGeom>
            <a:solidFill>
              <a:srgbClr val="FFFFFF"/>
            </a:solidFill>
            <a:ln w="27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78079096-6E7C-EB3E-734C-9EAB899E32D9}"/>
                </a:ext>
              </a:extLst>
            </p:cNvPr>
            <p:cNvSpPr/>
            <p:nvPr/>
          </p:nvSpPr>
          <p:spPr>
            <a:xfrm rot="-5400000" flipV="1">
              <a:off x="1555651" y="2703108"/>
              <a:ext cx="12431" cy="12431"/>
            </a:xfrm>
            <a:custGeom>
              <a:avLst/>
              <a:gdLst/>
              <a:ahLst/>
              <a:cxnLst/>
              <a:rect l="l" t="t" r="r" b="b"/>
              <a:pathLst>
                <a:path w="12431" h="12431"/>
              </a:pathLst>
            </a:custGeom>
            <a:solidFill>
              <a:srgbClr val="FFFFFF"/>
            </a:solidFill>
            <a:ln w="27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1B550772-A479-BE2B-B775-5BC237D076D1}"/>
                </a:ext>
              </a:extLst>
            </p:cNvPr>
            <p:cNvSpPr/>
            <p:nvPr/>
          </p:nvSpPr>
          <p:spPr>
            <a:xfrm rot="-5400000" flipV="1">
              <a:off x="1481602" y="2535827"/>
              <a:ext cx="38996" cy="155005"/>
            </a:xfrm>
            <a:custGeom>
              <a:avLst/>
              <a:gdLst>
                <a:gd name="csX0" fmla="*/ 37770 w 38996"/>
                <a:gd name="csY0" fmla="*/ 153163 h 155005"/>
                <a:gd name="csX1" fmla="*/ 20856 w 38996"/>
                <a:gd name="csY1" fmla="*/ 114494 h 155005"/>
                <a:gd name="csX2" fmla="*/ 15335 w 38996"/>
                <a:gd name="csY2" fmla="*/ 75742 h 155005"/>
                <a:gd name="csX3" fmla="*/ 20910 w 38996"/>
                <a:gd name="csY3" fmla="*/ 36882 h 155005"/>
                <a:gd name="csX4" fmla="*/ 37770 w 38996"/>
                <a:gd name="csY4" fmla="*/ -1842 h 155005"/>
                <a:gd name="csX5" fmla="*/ 24173 w 38996"/>
                <a:gd name="csY5" fmla="*/ -1842 h 155005"/>
                <a:gd name="csX6" fmla="*/ 5110 w 38996"/>
                <a:gd name="csY6" fmla="*/ 37426 h 155005"/>
                <a:gd name="csX7" fmla="*/ -1226 w 38996"/>
                <a:gd name="csY7" fmla="*/ 75742 h 155005"/>
                <a:gd name="csX8" fmla="*/ 5056 w 38996"/>
                <a:gd name="csY8" fmla="*/ 113895 h 155005"/>
                <a:gd name="csX9" fmla="*/ 24173 w 38996"/>
                <a:gd name="csY9" fmla="*/ 153163 h 155005"/>
                <a:gd name="csX10" fmla="*/ 37770 w 38996"/>
                <a:gd name="csY10" fmla="*/ 153163 h 1550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8996" h="155005">
                  <a:moveTo>
                    <a:pt x="37770" y="153163"/>
                  </a:moveTo>
                  <a:cubicBezTo>
                    <a:pt x="30192" y="140147"/>
                    <a:pt x="24554" y="127257"/>
                    <a:pt x="20856" y="114494"/>
                  </a:cubicBezTo>
                  <a:cubicBezTo>
                    <a:pt x="17175" y="101749"/>
                    <a:pt x="15335" y="88831"/>
                    <a:pt x="15335" y="75742"/>
                  </a:cubicBezTo>
                  <a:cubicBezTo>
                    <a:pt x="15335" y="62671"/>
                    <a:pt x="17193" y="49717"/>
                    <a:pt x="20910" y="36882"/>
                  </a:cubicBezTo>
                  <a:cubicBezTo>
                    <a:pt x="24626" y="24046"/>
                    <a:pt x="30247" y="11138"/>
                    <a:pt x="37770" y="-1842"/>
                  </a:cubicBezTo>
                  <a:lnTo>
                    <a:pt x="24173" y="-1842"/>
                  </a:lnTo>
                  <a:cubicBezTo>
                    <a:pt x="15689" y="11483"/>
                    <a:pt x="9334" y="24572"/>
                    <a:pt x="5110" y="37426"/>
                  </a:cubicBezTo>
                  <a:cubicBezTo>
                    <a:pt x="886" y="50279"/>
                    <a:pt x="-1226" y="63052"/>
                    <a:pt x="-1226" y="75742"/>
                  </a:cubicBezTo>
                  <a:cubicBezTo>
                    <a:pt x="-1226" y="88378"/>
                    <a:pt x="868" y="101096"/>
                    <a:pt x="5056" y="113895"/>
                  </a:cubicBezTo>
                  <a:cubicBezTo>
                    <a:pt x="9262" y="126713"/>
                    <a:pt x="15634" y="139802"/>
                    <a:pt x="24173" y="153163"/>
                  </a:cubicBezTo>
                  <a:lnTo>
                    <a:pt x="37770" y="153163"/>
                  </a:lnTo>
                  <a:close/>
                </a:path>
              </a:pathLst>
            </a:custGeom>
            <a:solidFill>
              <a:srgbClr val="FFFFFF"/>
            </a:solidFill>
            <a:ln w="27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28E69B17-6791-1CD3-1FA9-D053DCDB4588}"/>
                </a:ext>
              </a:extLst>
            </p:cNvPr>
            <p:cNvSpPr/>
            <p:nvPr/>
          </p:nvSpPr>
          <p:spPr>
            <a:xfrm rot="-5400000" flipV="1">
              <a:off x="1434162" y="2441318"/>
              <a:ext cx="116091" cy="126887"/>
            </a:xfrm>
            <a:custGeom>
              <a:avLst/>
              <a:gdLst>
                <a:gd name="csX0" fmla="*/ -2722 w 116091"/>
                <a:gd name="csY0" fmla="*/ 124709 h 126887"/>
                <a:gd name="csX1" fmla="*/ 22867 w 116091"/>
                <a:gd name="csY1" fmla="*/ 124709 h 126887"/>
                <a:gd name="csX2" fmla="*/ 55228 w 116091"/>
                <a:gd name="csY2" fmla="*/ 38368 h 126887"/>
                <a:gd name="csX3" fmla="*/ 87779 w 116091"/>
                <a:gd name="csY3" fmla="*/ 124709 h 126887"/>
                <a:gd name="csX4" fmla="*/ 113369 w 116091"/>
                <a:gd name="csY4" fmla="*/ 124709 h 126887"/>
                <a:gd name="csX5" fmla="*/ 113369 w 116091"/>
                <a:gd name="csY5" fmla="*/ -2178 h 126887"/>
                <a:gd name="csX6" fmla="*/ 96617 w 116091"/>
                <a:gd name="csY6" fmla="*/ -2178 h 126887"/>
                <a:gd name="csX7" fmla="*/ 96617 w 116091"/>
                <a:gd name="csY7" fmla="*/ 109236 h 126887"/>
                <a:gd name="csX8" fmla="*/ 63903 w 116091"/>
                <a:gd name="csY8" fmla="*/ 22215 h 126887"/>
                <a:gd name="csX9" fmla="*/ 46662 w 116091"/>
                <a:gd name="csY9" fmla="*/ 22215 h 126887"/>
                <a:gd name="csX10" fmla="*/ 13948 w 116091"/>
                <a:gd name="csY10" fmla="*/ 109236 h 126887"/>
                <a:gd name="csX11" fmla="*/ 13948 w 116091"/>
                <a:gd name="csY11" fmla="*/ -2178 h 126887"/>
                <a:gd name="csX12" fmla="*/ -2722 w 116091"/>
                <a:gd name="csY12" fmla="*/ -2178 h 126887"/>
                <a:gd name="csX13" fmla="*/ -2722 w 116091"/>
                <a:gd name="csY13" fmla="*/ 124709 h 1268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16091" h="126887">
                  <a:moveTo>
                    <a:pt x="-2722" y="124709"/>
                  </a:moveTo>
                  <a:lnTo>
                    <a:pt x="22867" y="124709"/>
                  </a:lnTo>
                  <a:lnTo>
                    <a:pt x="55228" y="38368"/>
                  </a:lnTo>
                  <a:lnTo>
                    <a:pt x="87779" y="124709"/>
                  </a:lnTo>
                  <a:lnTo>
                    <a:pt x="113369" y="124709"/>
                  </a:lnTo>
                  <a:lnTo>
                    <a:pt x="113369" y="-2178"/>
                  </a:lnTo>
                  <a:lnTo>
                    <a:pt x="96617" y="-2178"/>
                  </a:lnTo>
                  <a:lnTo>
                    <a:pt x="96617" y="109236"/>
                  </a:lnTo>
                  <a:lnTo>
                    <a:pt x="63903" y="22215"/>
                  </a:lnTo>
                  <a:lnTo>
                    <a:pt x="46662" y="22215"/>
                  </a:lnTo>
                  <a:lnTo>
                    <a:pt x="13948" y="109236"/>
                  </a:lnTo>
                  <a:lnTo>
                    <a:pt x="13948" y="-2178"/>
                  </a:lnTo>
                  <a:lnTo>
                    <a:pt x="-2722" y="-2178"/>
                  </a:lnTo>
                  <a:lnTo>
                    <a:pt x="-2722" y="124709"/>
                  </a:lnTo>
                  <a:close/>
                </a:path>
              </a:pathLst>
            </a:custGeom>
            <a:solidFill>
              <a:srgbClr val="FFFFFF"/>
            </a:solidFill>
            <a:ln w="27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BD54F78E-01DD-885D-6FAB-7AFC960629B6}"/>
                </a:ext>
              </a:extLst>
            </p:cNvPr>
            <p:cNvSpPr/>
            <p:nvPr/>
          </p:nvSpPr>
          <p:spPr>
            <a:xfrm rot="-5400000" flipV="1">
              <a:off x="1448180" y="2303978"/>
              <a:ext cx="85171" cy="134719"/>
            </a:xfrm>
            <a:custGeom>
              <a:avLst/>
              <a:gdLst>
                <a:gd name="csX0" fmla="*/ 66830 w 85171"/>
                <a:gd name="csY0" fmla="*/ 47741 h 134719"/>
                <a:gd name="csX1" fmla="*/ 59732 w 85171"/>
                <a:gd name="csY1" fmla="*/ 74799 h 134719"/>
                <a:gd name="csX2" fmla="*/ 40234 w 85171"/>
                <a:gd name="csY2" fmla="*/ 84616 h 134719"/>
                <a:gd name="csX3" fmla="*/ 20709 w 85171"/>
                <a:gd name="csY3" fmla="*/ 74799 h 134719"/>
                <a:gd name="csX4" fmla="*/ 13611 w 85171"/>
                <a:gd name="csY4" fmla="*/ 47741 h 134719"/>
                <a:gd name="csX5" fmla="*/ 20709 w 85171"/>
                <a:gd name="csY5" fmla="*/ 20683 h 134719"/>
                <a:gd name="csX6" fmla="*/ 40234 w 85171"/>
                <a:gd name="csY6" fmla="*/ 10866 h 134719"/>
                <a:gd name="csX7" fmla="*/ 59732 w 85171"/>
                <a:gd name="csY7" fmla="*/ 20683 h 134719"/>
                <a:gd name="csX8" fmla="*/ 66830 w 85171"/>
                <a:gd name="csY8" fmla="*/ 47741 h 134719"/>
                <a:gd name="csX9" fmla="*/ 13611 w 85171"/>
                <a:gd name="csY9" fmla="*/ 80972 h 134719"/>
                <a:gd name="csX10" fmla="*/ 26066 w 85171"/>
                <a:gd name="csY10" fmla="*/ 93563 h 134719"/>
                <a:gd name="csX11" fmla="*/ 44041 w 85171"/>
                <a:gd name="csY11" fmla="*/ 97696 h 134719"/>
                <a:gd name="csX12" fmla="*/ 72214 w 85171"/>
                <a:gd name="csY12" fmla="*/ 83936 h 134719"/>
                <a:gd name="csX13" fmla="*/ 83065 w 85171"/>
                <a:gd name="csY13" fmla="*/ 47741 h 134719"/>
                <a:gd name="csX14" fmla="*/ 72214 w 85171"/>
                <a:gd name="csY14" fmla="*/ 11518 h 134719"/>
                <a:gd name="csX15" fmla="*/ 44041 w 85171"/>
                <a:gd name="csY15" fmla="*/ -2242 h 134719"/>
                <a:gd name="csX16" fmla="*/ 26066 w 85171"/>
                <a:gd name="csY16" fmla="*/ 1892 h 134719"/>
                <a:gd name="csX17" fmla="*/ 13611 w 85171"/>
                <a:gd name="csY17" fmla="*/ 14510 h 134719"/>
                <a:gd name="csX18" fmla="*/ 13611 w 85171"/>
                <a:gd name="csY18" fmla="*/ 233 h 134719"/>
                <a:gd name="csX19" fmla="*/ -2107 w 85171"/>
                <a:gd name="csY19" fmla="*/ 233 h 134719"/>
                <a:gd name="csX20" fmla="*/ -2107 w 85171"/>
                <a:gd name="csY20" fmla="*/ 132477 h 134719"/>
                <a:gd name="csX21" fmla="*/ 13611 w 85171"/>
                <a:gd name="csY21" fmla="*/ 132477 h 134719"/>
                <a:gd name="csX22" fmla="*/ 13611 w 85171"/>
                <a:gd name="csY22" fmla="*/ 80972 h 1347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85171" h="134719">
                  <a:moveTo>
                    <a:pt x="66830" y="47741"/>
                  </a:moveTo>
                  <a:cubicBezTo>
                    <a:pt x="66830" y="59235"/>
                    <a:pt x="64464" y="68254"/>
                    <a:pt x="59732" y="74799"/>
                  </a:cubicBezTo>
                  <a:cubicBezTo>
                    <a:pt x="55001" y="81343"/>
                    <a:pt x="48501" y="84616"/>
                    <a:pt x="40234" y="84616"/>
                  </a:cubicBezTo>
                  <a:cubicBezTo>
                    <a:pt x="31949" y="84616"/>
                    <a:pt x="25441" y="81343"/>
                    <a:pt x="20709" y="74799"/>
                  </a:cubicBezTo>
                  <a:cubicBezTo>
                    <a:pt x="15977" y="68254"/>
                    <a:pt x="13611" y="59235"/>
                    <a:pt x="13611" y="47741"/>
                  </a:cubicBezTo>
                  <a:cubicBezTo>
                    <a:pt x="13611" y="36247"/>
                    <a:pt x="15977" y="27227"/>
                    <a:pt x="20709" y="20683"/>
                  </a:cubicBezTo>
                  <a:cubicBezTo>
                    <a:pt x="25441" y="14138"/>
                    <a:pt x="31949" y="10866"/>
                    <a:pt x="40234" y="10866"/>
                  </a:cubicBezTo>
                  <a:cubicBezTo>
                    <a:pt x="48501" y="10866"/>
                    <a:pt x="55001" y="14138"/>
                    <a:pt x="59732" y="20683"/>
                  </a:cubicBezTo>
                  <a:cubicBezTo>
                    <a:pt x="64464" y="27227"/>
                    <a:pt x="66830" y="36247"/>
                    <a:pt x="66830" y="47741"/>
                  </a:cubicBezTo>
                  <a:close/>
                  <a:moveTo>
                    <a:pt x="13611" y="80972"/>
                  </a:moveTo>
                  <a:cubicBezTo>
                    <a:pt x="16911" y="86628"/>
                    <a:pt x="21062" y="90825"/>
                    <a:pt x="26066" y="93563"/>
                  </a:cubicBezTo>
                  <a:cubicBezTo>
                    <a:pt x="31088" y="96318"/>
                    <a:pt x="37080" y="97696"/>
                    <a:pt x="44041" y="97696"/>
                  </a:cubicBezTo>
                  <a:cubicBezTo>
                    <a:pt x="55608" y="97696"/>
                    <a:pt x="64999" y="93109"/>
                    <a:pt x="72214" y="83936"/>
                  </a:cubicBezTo>
                  <a:cubicBezTo>
                    <a:pt x="79448" y="74762"/>
                    <a:pt x="83065" y="62697"/>
                    <a:pt x="83065" y="47741"/>
                  </a:cubicBezTo>
                  <a:cubicBezTo>
                    <a:pt x="83065" y="32784"/>
                    <a:pt x="79448" y="20710"/>
                    <a:pt x="72214" y="11518"/>
                  </a:cubicBezTo>
                  <a:cubicBezTo>
                    <a:pt x="64999" y="2345"/>
                    <a:pt x="55608" y="-2242"/>
                    <a:pt x="44041" y="-2242"/>
                  </a:cubicBezTo>
                  <a:cubicBezTo>
                    <a:pt x="37080" y="-2242"/>
                    <a:pt x="31088" y="-864"/>
                    <a:pt x="26066" y="1892"/>
                  </a:cubicBezTo>
                  <a:cubicBezTo>
                    <a:pt x="21062" y="4647"/>
                    <a:pt x="16911" y="8853"/>
                    <a:pt x="13611" y="14510"/>
                  </a:cubicBezTo>
                  <a:lnTo>
                    <a:pt x="13611" y="233"/>
                  </a:lnTo>
                  <a:lnTo>
                    <a:pt x="-2107" y="233"/>
                  </a:lnTo>
                  <a:lnTo>
                    <a:pt x="-2107" y="132477"/>
                  </a:lnTo>
                  <a:lnTo>
                    <a:pt x="13611" y="132477"/>
                  </a:lnTo>
                  <a:lnTo>
                    <a:pt x="13611" y="80972"/>
                  </a:lnTo>
                  <a:close/>
                </a:path>
              </a:pathLst>
            </a:custGeom>
            <a:solidFill>
              <a:srgbClr val="FFFFFF"/>
            </a:solidFill>
            <a:ln w="27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9AAB7210-D2C1-69D9-9901-E350E030DBA0}"/>
                </a:ext>
              </a:extLst>
            </p:cNvPr>
            <p:cNvSpPr/>
            <p:nvPr/>
          </p:nvSpPr>
          <p:spPr>
            <a:xfrm rot="-5400000" flipV="1">
              <a:off x="1482431" y="2194032"/>
              <a:ext cx="85171" cy="133658"/>
            </a:xfrm>
            <a:custGeom>
              <a:avLst/>
              <a:gdLst>
                <a:gd name="csX0" fmla="*/ 13614 w 85171"/>
                <a:gd name="csY0" fmla="*/ 49481 h 133658"/>
                <a:gd name="csX1" fmla="*/ 13614 w 85171"/>
                <a:gd name="csY1" fmla="*/ -991 h 133658"/>
                <a:gd name="csX2" fmla="*/ -2104 w 85171"/>
                <a:gd name="csY2" fmla="*/ -991 h 133658"/>
                <a:gd name="csX3" fmla="*/ -2104 w 85171"/>
                <a:gd name="csY3" fmla="*/ 130383 h 133658"/>
                <a:gd name="csX4" fmla="*/ 13614 w 85171"/>
                <a:gd name="csY4" fmla="*/ 130383 h 133658"/>
                <a:gd name="csX5" fmla="*/ 13614 w 85171"/>
                <a:gd name="csY5" fmla="*/ 115943 h 133658"/>
                <a:gd name="csX6" fmla="*/ 26069 w 85171"/>
                <a:gd name="csY6" fmla="*/ 128534 h 133658"/>
                <a:gd name="csX7" fmla="*/ 44044 w 85171"/>
                <a:gd name="csY7" fmla="*/ 132667 h 133658"/>
                <a:gd name="csX8" fmla="*/ 72217 w 85171"/>
                <a:gd name="csY8" fmla="*/ 118907 h 133658"/>
                <a:gd name="csX9" fmla="*/ 83068 w 85171"/>
                <a:gd name="csY9" fmla="*/ 82712 h 133658"/>
                <a:gd name="csX10" fmla="*/ 72217 w 85171"/>
                <a:gd name="csY10" fmla="*/ 46489 h 133658"/>
                <a:gd name="csX11" fmla="*/ 44044 w 85171"/>
                <a:gd name="csY11" fmla="*/ 32729 h 133658"/>
                <a:gd name="csX12" fmla="*/ 26069 w 85171"/>
                <a:gd name="csY12" fmla="*/ 36863 h 133658"/>
                <a:gd name="csX13" fmla="*/ 13614 w 85171"/>
                <a:gd name="csY13" fmla="*/ 49481 h 133658"/>
                <a:gd name="csX14" fmla="*/ 66833 w 85171"/>
                <a:gd name="csY14" fmla="*/ 82712 h 133658"/>
                <a:gd name="csX15" fmla="*/ 59735 w 85171"/>
                <a:gd name="csY15" fmla="*/ 109770 h 133658"/>
                <a:gd name="csX16" fmla="*/ 40237 w 85171"/>
                <a:gd name="csY16" fmla="*/ 119587 h 133658"/>
                <a:gd name="csX17" fmla="*/ 20712 w 85171"/>
                <a:gd name="csY17" fmla="*/ 109770 h 133658"/>
                <a:gd name="csX18" fmla="*/ 13614 w 85171"/>
                <a:gd name="csY18" fmla="*/ 82712 h 133658"/>
                <a:gd name="csX19" fmla="*/ 20712 w 85171"/>
                <a:gd name="csY19" fmla="*/ 55654 h 133658"/>
                <a:gd name="csX20" fmla="*/ 40237 w 85171"/>
                <a:gd name="csY20" fmla="*/ 45837 h 133658"/>
                <a:gd name="csX21" fmla="*/ 59735 w 85171"/>
                <a:gd name="csY21" fmla="*/ 55654 h 133658"/>
                <a:gd name="csX22" fmla="*/ 66833 w 85171"/>
                <a:gd name="csY22" fmla="*/ 82712 h 1336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85171" h="133658">
                  <a:moveTo>
                    <a:pt x="13614" y="49481"/>
                  </a:moveTo>
                  <a:lnTo>
                    <a:pt x="13614" y="-991"/>
                  </a:lnTo>
                  <a:lnTo>
                    <a:pt x="-2104" y="-991"/>
                  </a:lnTo>
                  <a:lnTo>
                    <a:pt x="-2104" y="130383"/>
                  </a:lnTo>
                  <a:lnTo>
                    <a:pt x="13614" y="130383"/>
                  </a:lnTo>
                  <a:lnTo>
                    <a:pt x="13614" y="115943"/>
                  </a:lnTo>
                  <a:cubicBezTo>
                    <a:pt x="16914" y="121599"/>
                    <a:pt x="21065" y="125796"/>
                    <a:pt x="26069" y="128534"/>
                  </a:cubicBezTo>
                  <a:cubicBezTo>
                    <a:pt x="31091" y="131289"/>
                    <a:pt x="37082" y="132667"/>
                    <a:pt x="44044" y="132667"/>
                  </a:cubicBezTo>
                  <a:cubicBezTo>
                    <a:pt x="55611" y="132667"/>
                    <a:pt x="65002" y="128081"/>
                    <a:pt x="72217" y="118907"/>
                  </a:cubicBezTo>
                  <a:cubicBezTo>
                    <a:pt x="79451" y="109734"/>
                    <a:pt x="83068" y="97669"/>
                    <a:pt x="83068" y="82712"/>
                  </a:cubicBezTo>
                  <a:cubicBezTo>
                    <a:pt x="83068" y="67755"/>
                    <a:pt x="79451" y="55681"/>
                    <a:pt x="72217" y="46489"/>
                  </a:cubicBezTo>
                  <a:cubicBezTo>
                    <a:pt x="65002" y="37316"/>
                    <a:pt x="55611" y="32729"/>
                    <a:pt x="44044" y="32729"/>
                  </a:cubicBezTo>
                  <a:cubicBezTo>
                    <a:pt x="37082" y="32729"/>
                    <a:pt x="31091" y="34107"/>
                    <a:pt x="26069" y="36863"/>
                  </a:cubicBezTo>
                  <a:cubicBezTo>
                    <a:pt x="21065" y="39618"/>
                    <a:pt x="16914" y="43824"/>
                    <a:pt x="13614" y="49481"/>
                  </a:cubicBezTo>
                  <a:close/>
                  <a:moveTo>
                    <a:pt x="66833" y="82712"/>
                  </a:moveTo>
                  <a:cubicBezTo>
                    <a:pt x="66833" y="94206"/>
                    <a:pt x="64467" y="103225"/>
                    <a:pt x="59735" y="109770"/>
                  </a:cubicBezTo>
                  <a:cubicBezTo>
                    <a:pt x="55003" y="116315"/>
                    <a:pt x="48504" y="119587"/>
                    <a:pt x="40237" y="119587"/>
                  </a:cubicBezTo>
                  <a:cubicBezTo>
                    <a:pt x="31952" y="119587"/>
                    <a:pt x="25443" y="116315"/>
                    <a:pt x="20712" y="109770"/>
                  </a:cubicBezTo>
                  <a:cubicBezTo>
                    <a:pt x="15980" y="103225"/>
                    <a:pt x="13614" y="94206"/>
                    <a:pt x="13614" y="82712"/>
                  </a:cubicBezTo>
                  <a:cubicBezTo>
                    <a:pt x="13614" y="71218"/>
                    <a:pt x="15980" y="62199"/>
                    <a:pt x="20712" y="55654"/>
                  </a:cubicBezTo>
                  <a:cubicBezTo>
                    <a:pt x="25443" y="49109"/>
                    <a:pt x="31952" y="45837"/>
                    <a:pt x="40237" y="45837"/>
                  </a:cubicBezTo>
                  <a:cubicBezTo>
                    <a:pt x="48504" y="45837"/>
                    <a:pt x="55003" y="49109"/>
                    <a:pt x="59735" y="55654"/>
                  </a:cubicBezTo>
                  <a:cubicBezTo>
                    <a:pt x="64467" y="62199"/>
                    <a:pt x="66833" y="71218"/>
                    <a:pt x="66833" y="82712"/>
                  </a:cubicBezTo>
                  <a:close/>
                </a:path>
              </a:pathLst>
            </a:custGeom>
            <a:solidFill>
              <a:srgbClr val="FFFFFF"/>
            </a:solidFill>
            <a:ln w="27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22CDFAFE-A963-DE88-28DB-86884DC55FDE}"/>
                </a:ext>
              </a:extLst>
            </p:cNvPr>
            <p:cNvSpPr/>
            <p:nvPr/>
          </p:nvSpPr>
          <p:spPr>
            <a:xfrm rot="-5400000" flipV="1">
              <a:off x="1471785" y="2112994"/>
              <a:ext cx="72743" cy="99937"/>
            </a:xfrm>
            <a:custGeom>
              <a:avLst/>
              <a:gdLst>
                <a:gd name="csX0" fmla="*/ 65989 w 72743"/>
                <a:gd name="csY0" fmla="*/ 93234 h 99937"/>
                <a:gd name="csX1" fmla="*/ 65989 w 72743"/>
                <a:gd name="csY1" fmla="*/ 78440 h 99937"/>
                <a:gd name="csX2" fmla="*/ 52228 w 72743"/>
                <a:gd name="csY2" fmla="*/ 83525 h 99937"/>
                <a:gd name="csX3" fmla="*/ 37435 w 72743"/>
                <a:gd name="csY3" fmla="*/ 85238 h 99937"/>
                <a:gd name="csX4" fmla="*/ 19976 w 72743"/>
                <a:gd name="csY4" fmla="*/ 81676 h 99937"/>
                <a:gd name="csX5" fmla="*/ 14157 w 72743"/>
                <a:gd name="csY5" fmla="*/ 70962 h 99937"/>
                <a:gd name="csX6" fmla="*/ 18317 w 72743"/>
                <a:gd name="csY6" fmla="*/ 62423 h 99937"/>
                <a:gd name="csX7" fmla="*/ 35069 w 72743"/>
                <a:gd name="csY7" fmla="*/ 56522 h 99937"/>
                <a:gd name="csX8" fmla="*/ 40426 w 72743"/>
                <a:gd name="csY8" fmla="*/ 55325 h 99937"/>
                <a:gd name="csX9" fmla="*/ 64085 w 72743"/>
                <a:gd name="csY9" fmla="*/ 45263 h 99937"/>
                <a:gd name="csX10" fmla="*/ 71101 w 72743"/>
                <a:gd name="csY10" fmla="*/ 27125 h 99937"/>
                <a:gd name="csX11" fmla="*/ 60604 w 72743"/>
                <a:gd name="csY11" fmla="*/ 6104 h 99937"/>
                <a:gd name="csX12" fmla="*/ 31751 w 72743"/>
                <a:gd name="csY12" fmla="*/ -1619 h 99937"/>
                <a:gd name="csX13" fmla="*/ 15816 w 72743"/>
                <a:gd name="csY13" fmla="*/ -123 h 99937"/>
                <a:gd name="csX14" fmla="*/ -1643 w 72743"/>
                <a:gd name="csY14" fmla="*/ 4336 h 99937"/>
                <a:gd name="csX15" fmla="*/ -1643 w 72743"/>
                <a:gd name="csY15" fmla="*/ 20490 h 99937"/>
                <a:gd name="csX16" fmla="*/ 15435 w 72743"/>
                <a:gd name="csY16" fmla="*/ 13718 h 99937"/>
                <a:gd name="csX17" fmla="*/ 32105 w 72743"/>
                <a:gd name="csY17" fmla="*/ 11488 h 99937"/>
                <a:gd name="csX18" fmla="*/ 49074 w 72743"/>
                <a:gd name="csY18" fmla="*/ 15268 h 99937"/>
                <a:gd name="csX19" fmla="*/ 55029 w 72743"/>
                <a:gd name="csY19" fmla="*/ 25928 h 99937"/>
                <a:gd name="csX20" fmla="*/ 50733 w 72743"/>
                <a:gd name="csY20" fmla="*/ 35691 h 99937"/>
                <a:gd name="csX21" fmla="*/ 31914 w 72743"/>
                <a:gd name="csY21" fmla="*/ 42245 h 99937"/>
                <a:gd name="csX22" fmla="*/ 26476 w 72743"/>
                <a:gd name="csY22" fmla="*/ 43523 h 99937"/>
                <a:gd name="csX23" fmla="*/ 5482 w 72743"/>
                <a:gd name="csY23" fmla="*/ 52905 h 99937"/>
                <a:gd name="csX24" fmla="*/ -963 w 72743"/>
                <a:gd name="csY24" fmla="*/ 70282 h 99937"/>
                <a:gd name="csX25" fmla="*/ 8555 w 72743"/>
                <a:gd name="csY25" fmla="*/ 91004 h 99937"/>
                <a:gd name="csX26" fmla="*/ 35586 w 72743"/>
                <a:gd name="csY26" fmla="*/ 98319 h 99937"/>
                <a:gd name="csX27" fmla="*/ 51875 w 72743"/>
                <a:gd name="csY27" fmla="*/ 97041 h 99937"/>
                <a:gd name="csX28" fmla="*/ 65989 w 72743"/>
                <a:gd name="csY28" fmla="*/ 93234 h 999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</a:cxnLst>
              <a:rect l="l" t="t" r="r" b="b"/>
              <a:pathLst>
                <a:path w="72743" h="99937">
                  <a:moveTo>
                    <a:pt x="65989" y="93234"/>
                  </a:moveTo>
                  <a:lnTo>
                    <a:pt x="65989" y="78440"/>
                  </a:lnTo>
                  <a:cubicBezTo>
                    <a:pt x="61583" y="80706"/>
                    <a:pt x="56996" y="82401"/>
                    <a:pt x="52228" y="83525"/>
                  </a:cubicBezTo>
                  <a:cubicBezTo>
                    <a:pt x="47478" y="84667"/>
                    <a:pt x="42547" y="85238"/>
                    <a:pt x="37435" y="85238"/>
                  </a:cubicBezTo>
                  <a:cubicBezTo>
                    <a:pt x="29675" y="85238"/>
                    <a:pt x="23856" y="84051"/>
                    <a:pt x="19976" y="81676"/>
                  </a:cubicBezTo>
                  <a:cubicBezTo>
                    <a:pt x="16097" y="79301"/>
                    <a:pt x="14157" y="75730"/>
                    <a:pt x="14157" y="70962"/>
                  </a:cubicBezTo>
                  <a:cubicBezTo>
                    <a:pt x="14157" y="67336"/>
                    <a:pt x="15544" y="64489"/>
                    <a:pt x="18317" y="62423"/>
                  </a:cubicBezTo>
                  <a:cubicBezTo>
                    <a:pt x="21091" y="60356"/>
                    <a:pt x="26675" y="58389"/>
                    <a:pt x="35069" y="56522"/>
                  </a:cubicBezTo>
                  <a:lnTo>
                    <a:pt x="40426" y="55325"/>
                  </a:lnTo>
                  <a:cubicBezTo>
                    <a:pt x="51521" y="52950"/>
                    <a:pt x="59408" y="49596"/>
                    <a:pt x="64085" y="45263"/>
                  </a:cubicBezTo>
                  <a:cubicBezTo>
                    <a:pt x="68762" y="40930"/>
                    <a:pt x="71101" y="34884"/>
                    <a:pt x="71101" y="27125"/>
                  </a:cubicBezTo>
                  <a:cubicBezTo>
                    <a:pt x="71101" y="18278"/>
                    <a:pt x="67602" y="11271"/>
                    <a:pt x="60604" y="6104"/>
                  </a:cubicBezTo>
                  <a:cubicBezTo>
                    <a:pt x="53606" y="955"/>
                    <a:pt x="43989" y="-1619"/>
                    <a:pt x="31751" y="-1619"/>
                  </a:cubicBezTo>
                  <a:cubicBezTo>
                    <a:pt x="26657" y="-1619"/>
                    <a:pt x="21345" y="-1121"/>
                    <a:pt x="15816" y="-123"/>
                  </a:cubicBezTo>
                  <a:cubicBezTo>
                    <a:pt x="10286" y="874"/>
                    <a:pt x="4467" y="2360"/>
                    <a:pt x="-1643" y="4336"/>
                  </a:cubicBezTo>
                  <a:lnTo>
                    <a:pt x="-1643" y="20490"/>
                  </a:lnTo>
                  <a:cubicBezTo>
                    <a:pt x="4140" y="17480"/>
                    <a:pt x="9833" y="15223"/>
                    <a:pt x="15435" y="13718"/>
                  </a:cubicBezTo>
                  <a:cubicBezTo>
                    <a:pt x="21037" y="12232"/>
                    <a:pt x="26593" y="11488"/>
                    <a:pt x="32105" y="11488"/>
                  </a:cubicBezTo>
                  <a:cubicBezTo>
                    <a:pt x="39465" y="11488"/>
                    <a:pt x="45122" y="12748"/>
                    <a:pt x="49074" y="15268"/>
                  </a:cubicBezTo>
                  <a:cubicBezTo>
                    <a:pt x="53044" y="17788"/>
                    <a:pt x="55029" y="21342"/>
                    <a:pt x="55029" y="25928"/>
                  </a:cubicBezTo>
                  <a:cubicBezTo>
                    <a:pt x="55029" y="30171"/>
                    <a:pt x="53597" y="33425"/>
                    <a:pt x="50733" y="35691"/>
                  </a:cubicBezTo>
                  <a:cubicBezTo>
                    <a:pt x="47886" y="37957"/>
                    <a:pt x="41614" y="40142"/>
                    <a:pt x="31914" y="42245"/>
                  </a:cubicBezTo>
                  <a:lnTo>
                    <a:pt x="26476" y="43523"/>
                  </a:lnTo>
                  <a:cubicBezTo>
                    <a:pt x="16795" y="45553"/>
                    <a:pt x="9797" y="48681"/>
                    <a:pt x="5482" y="52905"/>
                  </a:cubicBezTo>
                  <a:cubicBezTo>
                    <a:pt x="1185" y="57129"/>
                    <a:pt x="-963" y="62921"/>
                    <a:pt x="-963" y="70282"/>
                  </a:cubicBezTo>
                  <a:cubicBezTo>
                    <a:pt x="-963" y="79238"/>
                    <a:pt x="2210" y="86145"/>
                    <a:pt x="8555" y="91004"/>
                  </a:cubicBezTo>
                  <a:cubicBezTo>
                    <a:pt x="14900" y="95880"/>
                    <a:pt x="23910" y="98319"/>
                    <a:pt x="35586" y="98319"/>
                  </a:cubicBezTo>
                  <a:cubicBezTo>
                    <a:pt x="41351" y="98319"/>
                    <a:pt x="46780" y="97893"/>
                    <a:pt x="51875" y="97041"/>
                  </a:cubicBezTo>
                  <a:cubicBezTo>
                    <a:pt x="56987" y="96207"/>
                    <a:pt x="61692" y="94938"/>
                    <a:pt x="65989" y="93234"/>
                  </a:cubicBezTo>
                  <a:close/>
                </a:path>
              </a:pathLst>
            </a:custGeom>
            <a:solidFill>
              <a:srgbClr val="FFFFFF"/>
            </a:solidFill>
            <a:ln w="27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6CF7F686-BD49-54D3-8A74-29BDAA502D68}"/>
                </a:ext>
              </a:extLst>
            </p:cNvPr>
            <p:cNvSpPr/>
            <p:nvPr/>
          </p:nvSpPr>
          <p:spPr>
            <a:xfrm rot="-5400000" flipV="1">
              <a:off x="1481602" y="2007145"/>
              <a:ext cx="38996" cy="155005"/>
            </a:xfrm>
            <a:custGeom>
              <a:avLst/>
              <a:gdLst>
                <a:gd name="csX0" fmla="*/ -1189 w 38996"/>
                <a:gd name="csY0" fmla="*/ 153121 h 155005"/>
                <a:gd name="csX1" fmla="*/ 12408 w 38996"/>
                <a:gd name="csY1" fmla="*/ 153121 h 155005"/>
                <a:gd name="csX2" fmla="*/ 31471 w 38996"/>
                <a:gd name="csY2" fmla="*/ 113853 h 155005"/>
                <a:gd name="csX3" fmla="*/ 37807 w 38996"/>
                <a:gd name="csY3" fmla="*/ 75700 h 155005"/>
                <a:gd name="csX4" fmla="*/ 31471 w 38996"/>
                <a:gd name="csY4" fmla="*/ 37383 h 155005"/>
                <a:gd name="csX5" fmla="*/ 12408 w 38996"/>
                <a:gd name="csY5" fmla="*/ -1885 h 155005"/>
                <a:gd name="csX6" fmla="*/ -1189 w 38996"/>
                <a:gd name="csY6" fmla="*/ -1885 h 155005"/>
                <a:gd name="csX7" fmla="*/ 15671 w 38996"/>
                <a:gd name="csY7" fmla="*/ 36839 h 155005"/>
                <a:gd name="csX8" fmla="*/ 21246 w 38996"/>
                <a:gd name="csY8" fmla="*/ 75700 h 155005"/>
                <a:gd name="csX9" fmla="*/ 15671 w 38996"/>
                <a:gd name="csY9" fmla="*/ 114451 h 155005"/>
                <a:gd name="csX10" fmla="*/ -1189 w 38996"/>
                <a:gd name="csY10" fmla="*/ 153121 h 1550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8996" h="155005">
                  <a:moveTo>
                    <a:pt x="-1189" y="153121"/>
                  </a:moveTo>
                  <a:lnTo>
                    <a:pt x="12408" y="153121"/>
                  </a:lnTo>
                  <a:cubicBezTo>
                    <a:pt x="20893" y="139760"/>
                    <a:pt x="27247" y="126670"/>
                    <a:pt x="31471" y="113853"/>
                  </a:cubicBezTo>
                  <a:cubicBezTo>
                    <a:pt x="35695" y="101053"/>
                    <a:pt x="37807" y="88336"/>
                    <a:pt x="37807" y="75700"/>
                  </a:cubicBezTo>
                  <a:cubicBezTo>
                    <a:pt x="37807" y="63009"/>
                    <a:pt x="35695" y="50237"/>
                    <a:pt x="31471" y="37383"/>
                  </a:cubicBezTo>
                  <a:cubicBezTo>
                    <a:pt x="27247" y="24529"/>
                    <a:pt x="20893" y="11440"/>
                    <a:pt x="12408" y="-1885"/>
                  </a:cubicBezTo>
                  <a:lnTo>
                    <a:pt x="-1189" y="-1885"/>
                  </a:lnTo>
                  <a:cubicBezTo>
                    <a:pt x="6335" y="11096"/>
                    <a:pt x="11955" y="24004"/>
                    <a:pt x="15671" y="36839"/>
                  </a:cubicBezTo>
                  <a:cubicBezTo>
                    <a:pt x="19388" y="49675"/>
                    <a:pt x="21246" y="62628"/>
                    <a:pt x="21246" y="75700"/>
                  </a:cubicBezTo>
                  <a:cubicBezTo>
                    <a:pt x="21246" y="88789"/>
                    <a:pt x="19388" y="101706"/>
                    <a:pt x="15671" y="114451"/>
                  </a:cubicBezTo>
                  <a:cubicBezTo>
                    <a:pt x="11955" y="127214"/>
                    <a:pt x="6335" y="140104"/>
                    <a:pt x="-1189" y="153121"/>
                  </a:cubicBezTo>
                  <a:close/>
                </a:path>
              </a:pathLst>
            </a:custGeom>
            <a:solidFill>
              <a:srgbClr val="FFFFFF"/>
            </a:solidFill>
            <a:ln w="27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0" name="Freeform: Shape 109">
            <a:extLst>
              <a:ext uri="{FF2B5EF4-FFF2-40B4-BE49-F238E27FC236}">
                <a16:creationId xmlns:a16="http://schemas.microsoft.com/office/drawing/2014/main" id="{3CDF0F80-F91D-BECF-7E80-F26457293F28}"/>
              </a:ext>
            </a:extLst>
          </p:cNvPr>
          <p:cNvSpPr/>
          <p:nvPr/>
        </p:nvSpPr>
        <p:spPr>
          <a:xfrm>
            <a:off x="2139032" y="1273592"/>
            <a:ext cx="5044943" cy="3038954"/>
          </a:xfrm>
          <a:custGeom>
            <a:avLst/>
            <a:gdLst>
              <a:gd name="csX0" fmla="*/ 0 w 5044943"/>
              <a:gd name="csY0" fmla="*/ 0 h 3038954"/>
              <a:gd name="csX1" fmla="*/ 50990 w 5044943"/>
              <a:gd name="csY1" fmla="*/ 1422429 h 3038954"/>
              <a:gd name="csX2" fmla="*/ 101949 w 5044943"/>
              <a:gd name="csY2" fmla="*/ 2895293 h 3038954"/>
              <a:gd name="csX3" fmla="*/ 152907 w 5044943"/>
              <a:gd name="csY3" fmla="*/ 2990359 h 3038954"/>
              <a:gd name="csX4" fmla="*/ 203866 w 5044943"/>
              <a:gd name="csY4" fmla="*/ 2942826 h 3038954"/>
              <a:gd name="csX5" fmla="*/ 254825 w 5044943"/>
              <a:gd name="csY5" fmla="*/ 2942807 h 3038954"/>
              <a:gd name="csX6" fmla="*/ 305783 w 5044943"/>
              <a:gd name="csY6" fmla="*/ 2942866 h 3038954"/>
              <a:gd name="csX7" fmla="*/ 356743 w 5044943"/>
              <a:gd name="csY7" fmla="*/ 2942787 h 3038954"/>
              <a:gd name="csX8" fmla="*/ 407701 w 5044943"/>
              <a:gd name="csY8" fmla="*/ 2942926 h 3038954"/>
              <a:gd name="csX9" fmla="*/ 458662 w 5044943"/>
              <a:gd name="csY9" fmla="*/ 2943844 h 3038954"/>
              <a:gd name="csX10" fmla="*/ 509647 w 5044943"/>
              <a:gd name="csY10" fmla="*/ 2941069 h 3038954"/>
              <a:gd name="csX11" fmla="*/ 560561 w 5044943"/>
              <a:gd name="csY11" fmla="*/ 2943445 h 3038954"/>
              <a:gd name="csX12" fmla="*/ 611535 w 5044943"/>
              <a:gd name="csY12" fmla="*/ 2942866 h 3038954"/>
              <a:gd name="csX13" fmla="*/ 662495 w 5044943"/>
              <a:gd name="csY13" fmla="*/ 2942846 h 3038954"/>
              <a:gd name="csX14" fmla="*/ 713454 w 5044943"/>
              <a:gd name="csY14" fmla="*/ 2942807 h 3038954"/>
              <a:gd name="csX15" fmla="*/ 764412 w 5044943"/>
              <a:gd name="csY15" fmla="*/ 2942826 h 3038954"/>
              <a:gd name="csX16" fmla="*/ 815371 w 5044943"/>
              <a:gd name="csY16" fmla="*/ 2990340 h 3038954"/>
              <a:gd name="csX17" fmla="*/ 866330 w 5044943"/>
              <a:gd name="csY17" fmla="*/ 2942826 h 3038954"/>
              <a:gd name="csX18" fmla="*/ 917288 w 5044943"/>
              <a:gd name="csY18" fmla="*/ 2895313 h 3038954"/>
              <a:gd name="csX19" fmla="*/ 968247 w 5044943"/>
              <a:gd name="csY19" fmla="*/ 2942826 h 3038954"/>
              <a:gd name="csX20" fmla="*/ 1019206 w 5044943"/>
              <a:gd name="csY20" fmla="*/ 2942766 h 3038954"/>
              <a:gd name="csX21" fmla="*/ 1070163 w 5044943"/>
              <a:gd name="csY21" fmla="*/ 2942966 h 3038954"/>
              <a:gd name="csX22" fmla="*/ 1121125 w 5044943"/>
              <a:gd name="csY22" fmla="*/ 2942826 h 3038954"/>
              <a:gd name="csX23" fmla="*/ 1172084 w 5044943"/>
              <a:gd name="csY23" fmla="*/ 2942747 h 3038954"/>
              <a:gd name="csX24" fmla="*/ 1223041 w 5044943"/>
              <a:gd name="csY24" fmla="*/ 2942807 h 3038954"/>
              <a:gd name="csX25" fmla="*/ 1273999 w 5044943"/>
              <a:gd name="csY25" fmla="*/ 2942906 h 3038954"/>
              <a:gd name="csX26" fmla="*/ 1324960 w 5044943"/>
              <a:gd name="csY26" fmla="*/ 2942727 h 3038954"/>
              <a:gd name="csX27" fmla="*/ 1375916 w 5044943"/>
              <a:gd name="csY27" fmla="*/ 2942826 h 3038954"/>
              <a:gd name="csX28" fmla="*/ 1426875 w 5044943"/>
              <a:gd name="csY28" fmla="*/ 2942826 h 3038954"/>
              <a:gd name="csX29" fmla="*/ 1477833 w 5044943"/>
              <a:gd name="csY29" fmla="*/ 2942807 h 3038954"/>
              <a:gd name="csX30" fmla="*/ 1528791 w 5044943"/>
              <a:gd name="csY30" fmla="*/ 2990379 h 3038954"/>
              <a:gd name="csX31" fmla="*/ 1579751 w 5044943"/>
              <a:gd name="csY31" fmla="*/ 2942826 h 3038954"/>
              <a:gd name="csX32" fmla="*/ 1630710 w 5044943"/>
              <a:gd name="csY32" fmla="*/ 2942846 h 3038954"/>
              <a:gd name="csX33" fmla="*/ 1681669 w 5044943"/>
              <a:gd name="csY33" fmla="*/ 2942807 h 3038954"/>
              <a:gd name="csX34" fmla="*/ 1732627 w 5044943"/>
              <a:gd name="csY34" fmla="*/ 2990613 h 3038954"/>
              <a:gd name="csX35" fmla="*/ 1783593 w 5044943"/>
              <a:gd name="csY35" fmla="*/ 2942587 h 3038954"/>
              <a:gd name="csX36" fmla="*/ 1834546 w 5044943"/>
              <a:gd name="csY36" fmla="*/ 2943884 h 3038954"/>
              <a:gd name="csX37" fmla="*/ 1885531 w 5044943"/>
              <a:gd name="csY37" fmla="*/ 2941728 h 3038954"/>
              <a:gd name="csX38" fmla="*/ 1936462 w 5044943"/>
              <a:gd name="csY38" fmla="*/ 2942826 h 3038954"/>
              <a:gd name="csX39" fmla="*/ 1987421 w 5044943"/>
              <a:gd name="csY39" fmla="*/ 2942826 h 3038954"/>
              <a:gd name="csX40" fmla="*/ 2038380 w 5044943"/>
              <a:gd name="csY40" fmla="*/ 2943325 h 3038954"/>
              <a:gd name="csX41" fmla="*/ 2089351 w 5044943"/>
              <a:gd name="csY41" fmla="*/ 2942387 h 3038954"/>
              <a:gd name="csX42" fmla="*/ 2140299 w 5044943"/>
              <a:gd name="csY42" fmla="*/ 2942787 h 3038954"/>
              <a:gd name="csX43" fmla="*/ 2191256 w 5044943"/>
              <a:gd name="csY43" fmla="*/ 2942886 h 3038954"/>
              <a:gd name="csX44" fmla="*/ 2242216 w 5044943"/>
              <a:gd name="csY44" fmla="*/ 2942727 h 3038954"/>
              <a:gd name="csX45" fmla="*/ 2293173 w 5044943"/>
              <a:gd name="csY45" fmla="*/ 2942846 h 3038954"/>
              <a:gd name="csX46" fmla="*/ 2344132 w 5044943"/>
              <a:gd name="csY46" fmla="*/ 2942826 h 3038954"/>
              <a:gd name="csX47" fmla="*/ 2395091 w 5044943"/>
              <a:gd name="csY47" fmla="*/ 2943086 h 3038954"/>
              <a:gd name="csX48" fmla="*/ 2446056 w 5044943"/>
              <a:gd name="csY48" fmla="*/ 2942667 h 3038954"/>
              <a:gd name="csX49" fmla="*/ 2497011 w 5044943"/>
              <a:gd name="csY49" fmla="*/ 2991002 h 3038954"/>
              <a:gd name="csX50" fmla="*/ 2547986 w 5044943"/>
              <a:gd name="csY50" fmla="*/ 2942068 h 3038954"/>
              <a:gd name="csX51" fmla="*/ 2598926 w 5044943"/>
              <a:gd name="csY51" fmla="*/ 2942946 h 3038954"/>
              <a:gd name="csX52" fmla="*/ 2649888 w 5044943"/>
              <a:gd name="csY52" fmla="*/ 2942846 h 3038954"/>
              <a:gd name="csX53" fmla="*/ 2700847 w 5044943"/>
              <a:gd name="csY53" fmla="*/ 2942787 h 3038954"/>
              <a:gd name="csX54" fmla="*/ 2751804 w 5044943"/>
              <a:gd name="csY54" fmla="*/ 2990242 h 3038954"/>
              <a:gd name="csX55" fmla="*/ 2802761 w 5044943"/>
              <a:gd name="csY55" fmla="*/ 2942807 h 3038954"/>
              <a:gd name="csX56" fmla="*/ 2853719 w 5044943"/>
              <a:gd name="csY56" fmla="*/ 2942926 h 3038954"/>
              <a:gd name="csX57" fmla="*/ 2904680 w 5044943"/>
              <a:gd name="csY57" fmla="*/ 2942826 h 3038954"/>
              <a:gd name="csX58" fmla="*/ 2955639 w 5044943"/>
              <a:gd name="csY58" fmla="*/ 2990262 h 3038954"/>
              <a:gd name="csX59" fmla="*/ 3006596 w 5044943"/>
              <a:gd name="csY59" fmla="*/ 2895109 h 3038954"/>
              <a:gd name="csX60" fmla="*/ 3057549 w 5044943"/>
              <a:gd name="csY60" fmla="*/ 2990632 h 3038954"/>
              <a:gd name="csX61" fmla="*/ 3108516 w 5044943"/>
              <a:gd name="csY61" fmla="*/ 2942706 h 3038954"/>
              <a:gd name="csX62" fmla="*/ 3159471 w 5044943"/>
              <a:gd name="csY62" fmla="*/ 2942826 h 3038954"/>
              <a:gd name="csX63" fmla="*/ 3210430 w 5044943"/>
              <a:gd name="csY63" fmla="*/ 2990437 h 3038954"/>
              <a:gd name="csX64" fmla="*/ 3261391 w 5044943"/>
              <a:gd name="csY64" fmla="*/ 2942706 h 3038954"/>
              <a:gd name="csX65" fmla="*/ 3312347 w 5044943"/>
              <a:gd name="csY65" fmla="*/ 2942866 h 3038954"/>
              <a:gd name="csX66" fmla="*/ 3363306 w 5044943"/>
              <a:gd name="csY66" fmla="*/ 2942826 h 3038954"/>
              <a:gd name="csX67" fmla="*/ 3414265 w 5044943"/>
              <a:gd name="csY67" fmla="*/ 2942807 h 3038954"/>
              <a:gd name="csX68" fmla="*/ 3465224 w 5044943"/>
              <a:gd name="csY68" fmla="*/ 2942866 h 3038954"/>
              <a:gd name="csX69" fmla="*/ 3516183 w 5044943"/>
              <a:gd name="csY69" fmla="*/ 3038955 h 3038954"/>
              <a:gd name="csX70" fmla="*/ 3567172 w 5044943"/>
              <a:gd name="csY70" fmla="*/ 2943345 h 3038954"/>
              <a:gd name="csX71" fmla="*/ 3618143 w 5044943"/>
              <a:gd name="csY71" fmla="*/ 2941209 h 3038954"/>
              <a:gd name="csX72" fmla="*/ 3669061 w 5044943"/>
              <a:gd name="csY72" fmla="*/ 2942807 h 3038954"/>
              <a:gd name="csX73" fmla="*/ 3720019 w 5044943"/>
              <a:gd name="csY73" fmla="*/ 2942926 h 3038954"/>
              <a:gd name="csX74" fmla="*/ 3770980 w 5044943"/>
              <a:gd name="csY74" fmla="*/ 2942766 h 3038954"/>
              <a:gd name="csX75" fmla="*/ 3821937 w 5044943"/>
              <a:gd name="csY75" fmla="*/ 2942706 h 3038954"/>
              <a:gd name="csX76" fmla="*/ 3872893 w 5044943"/>
              <a:gd name="csY76" fmla="*/ 2991333 h 3038954"/>
              <a:gd name="csX77" fmla="*/ 3923878 w 5044943"/>
              <a:gd name="csY77" fmla="*/ 2941828 h 3038954"/>
              <a:gd name="csX78" fmla="*/ 3974811 w 5044943"/>
              <a:gd name="csY78" fmla="*/ 2942906 h 3038954"/>
              <a:gd name="csX79" fmla="*/ 4025772 w 5044943"/>
              <a:gd name="csY79" fmla="*/ 2942727 h 3038954"/>
              <a:gd name="csX80" fmla="*/ 4076728 w 5044943"/>
              <a:gd name="csY80" fmla="*/ 2942906 h 3038954"/>
              <a:gd name="csX81" fmla="*/ 4127689 w 5044943"/>
              <a:gd name="csY81" fmla="*/ 2942866 h 3038954"/>
              <a:gd name="csX82" fmla="*/ 4178648 w 5044943"/>
              <a:gd name="csY82" fmla="*/ 2942787 h 3038954"/>
              <a:gd name="csX83" fmla="*/ 4229606 w 5044943"/>
              <a:gd name="csY83" fmla="*/ 2990262 h 3038954"/>
              <a:gd name="csX84" fmla="*/ 4280563 w 5044943"/>
              <a:gd name="csY84" fmla="*/ 2943405 h 3038954"/>
              <a:gd name="csX85" fmla="*/ 4331536 w 5044943"/>
              <a:gd name="csY85" fmla="*/ 2942348 h 3038954"/>
              <a:gd name="csX86" fmla="*/ 4382483 w 5044943"/>
              <a:gd name="csY86" fmla="*/ 2942747 h 3038954"/>
              <a:gd name="csX87" fmla="*/ 4433439 w 5044943"/>
              <a:gd name="csY87" fmla="*/ 2942807 h 3038954"/>
              <a:gd name="csX88" fmla="*/ 4484398 w 5044943"/>
              <a:gd name="csY88" fmla="*/ 2942906 h 3038954"/>
              <a:gd name="csX89" fmla="*/ 4535359 w 5044943"/>
              <a:gd name="csY89" fmla="*/ 2942727 h 3038954"/>
              <a:gd name="csX90" fmla="*/ 4586315 w 5044943"/>
              <a:gd name="csY90" fmla="*/ 2942846 h 3038954"/>
              <a:gd name="csX91" fmla="*/ 4637274 w 5044943"/>
              <a:gd name="csY91" fmla="*/ 2942846 h 3038954"/>
              <a:gd name="csX92" fmla="*/ 4688233 w 5044943"/>
              <a:gd name="csY92" fmla="*/ 3037854 h 3038954"/>
              <a:gd name="csX93" fmla="*/ 4739192 w 5044943"/>
              <a:gd name="csY93" fmla="*/ 2847757 h 3038954"/>
              <a:gd name="csX94" fmla="*/ 4790149 w 5044943"/>
              <a:gd name="csY94" fmla="*/ 2942846 h 3038954"/>
              <a:gd name="csX95" fmla="*/ 4841109 w 5044943"/>
              <a:gd name="csY95" fmla="*/ 2942886 h 3038954"/>
              <a:gd name="csX96" fmla="*/ 4892069 w 5044943"/>
              <a:gd name="csY96" fmla="*/ 2942766 h 3038954"/>
              <a:gd name="csX97" fmla="*/ 4943026 w 5044943"/>
              <a:gd name="csY97" fmla="*/ 2943046 h 3038954"/>
              <a:gd name="csX98" fmla="*/ 4993991 w 5044943"/>
              <a:gd name="csY98" fmla="*/ 2990126 h 3038954"/>
              <a:gd name="csX99" fmla="*/ 5044944 w 5044943"/>
              <a:gd name="csY99" fmla="*/ 2942906 h 30389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</a:cxnLst>
            <a:rect l="l" t="t" r="r" b="b"/>
            <a:pathLst>
              <a:path w="5044943" h="3038954">
                <a:moveTo>
                  <a:pt x="0" y="0"/>
                </a:moveTo>
                <a:lnTo>
                  <a:pt x="50990" y="1422429"/>
                </a:lnTo>
                <a:lnTo>
                  <a:pt x="101949" y="2895293"/>
                </a:lnTo>
                <a:lnTo>
                  <a:pt x="152907" y="2990359"/>
                </a:lnTo>
                <a:lnTo>
                  <a:pt x="203866" y="2942826"/>
                </a:lnTo>
                <a:lnTo>
                  <a:pt x="254825" y="2942807"/>
                </a:lnTo>
                <a:lnTo>
                  <a:pt x="305783" y="2942866"/>
                </a:lnTo>
                <a:lnTo>
                  <a:pt x="356743" y="2942787"/>
                </a:lnTo>
                <a:lnTo>
                  <a:pt x="407701" y="2942926"/>
                </a:lnTo>
                <a:lnTo>
                  <a:pt x="458662" y="2943844"/>
                </a:lnTo>
                <a:lnTo>
                  <a:pt x="509647" y="2941069"/>
                </a:lnTo>
                <a:lnTo>
                  <a:pt x="560561" y="2943445"/>
                </a:lnTo>
                <a:lnTo>
                  <a:pt x="611535" y="2942866"/>
                </a:lnTo>
                <a:lnTo>
                  <a:pt x="662495" y="2942846"/>
                </a:lnTo>
                <a:lnTo>
                  <a:pt x="713454" y="2942807"/>
                </a:lnTo>
                <a:lnTo>
                  <a:pt x="764412" y="2942826"/>
                </a:lnTo>
                <a:lnTo>
                  <a:pt x="815371" y="2990340"/>
                </a:lnTo>
                <a:lnTo>
                  <a:pt x="866330" y="2942826"/>
                </a:lnTo>
                <a:lnTo>
                  <a:pt x="917288" y="2895313"/>
                </a:lnTo>
                <a:lnTo>
                  <a:pt x="968247" y="2942826"/>
                </a:lnTo>
                <a:lnTo>
                  <a:pt x="1019206" y="2942766"/>
                </a:lnTo>
                <a:lnTo>
                  <a:pt x="1070163" y="2942966"/>
                </a:lnTo>
                <a:lnTo>
                  <a:pt x="1121125" y="2942826"/>
                </a:lnTo>
                <a:lnTo>
                  <a:pt x="1172084" y="2942747"/>
                </a:lnTo>
                <a:lnTo>
                  <a:pt x="1223041" y="2942807"/>
                </a:lnTo>
                <a:lnTo>
                  <a:pt x="1273999" y="2942906"/>
                </a:lnTo>
                <a:lnTo>
                  <a:pt x="1324960" y="2942727"/>
                </a:lnTo>
                <a:lnTo>
                  <a:pt x="1375916" y="2942826"/>
                </a:lnTo>
                <a:lnTo>
                  <a:pt x="1426875" y="2942826"/>
                </a:lnTo>
                <a:lnTo>
                  <a:pt x="1477833" y="2942807"/>
                </a:lnTo>
                <a:lnTo>
                  <a:pt x="1528791" y="2990379"/>
                </a:lnTo>
                <a:lnTo>
                  <a:pt x="1579751" y="2942826"/>
                </a:lnTo>
                <a:lnTo>
                  <a:pt x="1630710" y="2942846"/>
                </a:lnTo>
                <a:lnTo>
                  <a:pt x="1681669" y="2942807"/>
                </a:lnTo>
                <a:lnTo>
                  <a:pt x="1732627" y="2990613"/>
                </a:lnTo>
                <a:lnTo>
                  <a:pt x="1783593" y="2942587"/>
                </a:lnTo>
                <a:lnTo>
                  <a:pt x="1834546" y="2943884"/>
                </a:lnTo>
                <a:lnTo>
                  <a:pt x="1885531" y="2941728"/>
                </a:lnTo>
                <a:lnTo>
                  <a:pt x="1936462" y="2942826"/>
                </a:lnTo>
                <a:lnTo>
                  <a:pt x="1987421" y="2942826"/>
                </a:lnTo>
                <a:lnTo>
                  <a:pt x="2038380" y="2943325"/>
                </a:lnTo>
                <a:lnTo>
                  <a:pt x="2089351" y="2942387"/>
                </a:lnTo>
                <a:lnTo>
                  <a:pt x="2140299" y="2942787"/>
                </a:lnTo>
                <a:lnTo>
                  <a:pt x="2191256" y="2942886"/>
                </a:lnTo>
                <a:lnTo>
                  <a:pt x="2242216" y="2942727"/>
                </a:lnTo>
                <a:lnTo>
                  <a:pt x="2293173" y="2942846"/>
                </a:lnTo>
                <a:lnTo>
                  <a:pt x="2344132" y="2942826"/>
                </a:lnTo>
                <a:lnTo>
                  <a:pt x="2395091" y="2943086"/>
                </a:lnTo>
                <a:lnTo>
                  <a:pt x="2446056" y="2942667"/>
                </a:lnTo>
                <a:lnTo>
                  <a:pt x="2497011" y="2991002"/>
                </a:lnTo>
                <a:lnTo>
                  <a:pt x="2547986" y="2942068"/>
                </a:lnTo>
                <a:lnTo>
                  <a:pt x="2598926" y="2942946"/>
                </a:lnTo>
                <a:lnTo>
                  <a:pt x="2649888" y="2942846"/>
                </a:lnTo>
                <a:lnTo>
                  <a:pt x="2700847" y="2942787"/>
                </a:lnTo>
                <a:lnTo>
                  <a:pt x="2751804" y="2990242"/>
                </a:lnTo>
                <a:lnTo>
                  <a:pt x="2802761" y="2942807"/>
                </a:lnTo>
                <a:lnTo>
                  <a:pt x="2853719" y="2942926"/>
                </a:lnTo>
                <a:lnTo>
                  <a:pt x="2904680" y="2942826"/>
                </a:lnTo>
                <a:lnTo>
                  <a:pt x="2955639" y="2990262"/>
                </a:lnTo>
                <a:lnTo>
                  <a:pt x="3006596" y="2895109"/>
                </a:lnTo>
                <a:lnTo>
                  <a:pt x="3057549" y="2990632"/>
                </a:lnTo>
                <a:lnTo>
                  <a:pt x="3108516" y="2942706"/>
                </a:lnTo>
                <a:lnTo>
                  <a:pt x="3159471" y="2942826"/>
                </a:lnTo>
                <a:lnTo>
                  <a:pt x="3210430" y="2990437"/>
                </a:lnTo>
                <a:lnTo>
                  <a:pt x="3261391" y="2942706"/>
                </a:lnTo>
                <a:lnTo>
                  <a:pt x="3312347" y="2942866"/>
                </a:lnTo>
                <a:lnTo>
                  <a:pt x="3363306" y="2942826"/>
                </a:lnTo>
                <a:lnTo>
                  <a:pt x="3414265" y="2942807"/>
                </a:lnTo>
                <a:lnTo>
                  <a:pt x="3465224" y="2942866"/>
                </a:lnTo>
                <a:lnTo>
                  <a:pt x="3516183" y="3038955"/>
                </a:lnTo>
                <a:lnTo>
                  <a:pt x="3567172" y="2943345"/>
                </a:lnTo>
                <a:lnTo>
                  <a:pt x="3618143" y="2941209"/>
                </a:lnTo>
                <a:lnTo>
                  <a:pt x="3669061" y="2942807"/>
                </a:lnTo>
                <a:lnTo>
                  <a:pt x="3720019" y="2942926"/>
                </a:lnTo>
                <a:lnTo>
                  <a:pt x="3770980" y="2942766"/>
                </a:lnTo>
                <a:lnTo>
                  <a:pt x="3821937" y="2942706"/>
                </a:lnTo>
                <a:lnTo>
                  <a:pt x="3872893" y="2991333"/>
                </a:lnTo>
                <a:lnTo>
                  <a:pt x="3923878" y="2941828"/>
                </a:lnTo>
                <a:lnTo>
                  <a:pt x="3974811" y="2942906"/>
                </a:lnTo>
                <a:lnTo>
                  <a:pt x="4025772" y="2942727"/>
                </a:lnTo>
                <a:lnTo>
                  <a:pt x="4076728" y="2942906"/>
                </a:lnTo>
                <a:lnTo>
                  <a:pt x="4127689" y="2942866"/>
                </a:lnTo>
                <a:lnTo>
                  <a:pt x="4178648" y="2942787"/>
                </a:lnTo>
                <a:lnTo>
                  <a:pt x="4229606" y="2990262"/>
                </a:lnTo>
                <a:lnTo>
                  <a:pt x="4280563" y="2943405"/>
                </a:lnTo>
                <a:lnTo>
                  <a:pt x="4331536" y="2942348"/>
                </a:lnTo>
                <a:lnTo>
                  <a:pt x="4382483" y="2942747"/>
                </a:lnTo>
                <a:lnTo>
                  <a:pt x="4433439" y="2942807"/>
                </a:lnTo>
                <a:lnTo>
                  <a:pt x="4484398" y="2942906"/>
                </a:lnTo>
                <a:lnTo>
                  <a:pt x="4535359" y="2942727"/>
                </a:lnTo>
                <a:lnTo>
                  <a:pt x="4586315" y="2942846"/>
                </a:lnTo>
                <a:lnTo>
                  <a:pt x="4637274" y="2942846"/>
                </a:lnTo>
                <a:lnTo>
                  <a:pt x="4688233" y="3037854"/>
                </a:lnTo>
                <a:lnTo>
                  <a:pt x="4739192" y="2847757"/>
                </a:lnTo>
                <a:lnTo>
                  <a:pt x="4790149" y="2942846"/>
                </a:lnTo>
                <a:lnTo>
                  <a:pt x="4841109" y="2942886"/>
                </a:lnTo>
                <a:lnTo>
                  <a:pt x="4892069" y="2942766"/>
                </a:lnTo>
                <a:lnTo>
                  <a:pt x="4943026" y="2943046"/>
                </a:lnTo>
                <a:lnTo>
                  <a:pt x="4993991" y="2990126"/>
                </a:lnTo>
                <a:lnTo>
                  <a:pt x="5044944" y="2942906"/>
                </a:lnTo>
              </a:path>
            </a:pathLst>
          </a:custGeom>
          <a:noFill/>
          <a:ln w="18628" cap="sq">
            <a:solidFill>
              <a:srgbClr val="8DD3C7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11" name="Freeform: Shape 110">
            <a:extLst>
              <a:ext uri="{FF2B5EF4-FFF2-40B4-BE49-F238E27FC236}">
                <a16:creationId xmlns:a16="http://schemas.microsoft.com/office/drawing/2014/main" id="{B8E67E8E-52EE-CA8E-D750-A7ABA6F41D3C}"/>
              </a:ext>
            </a:extLst>
          </p:cNvPr>
          <p:cNvSpPr/>
          <p:nvPr/>
        </p:nvSpPr>
        <p:spPr>
          <a:xfrm>
            <a:off x="2139032" y="1273543"/>
            <a:ext cx="5044946" cy="3132749"/>
          </a:xfrm>
          <a:custGeom>
            <a:avLst/>
            <a:gdLst>
              <a:gd name="csX0" fmla="*/ 0 w 5044946"/>
              <a:gd name="csY0" fmla="*/ 0 h 3132749"/>
              <a:gd name="csX1" fmla="*/ 50989 w 5044946"/>
              <a:gd name="csY1" fmla="*/ 1375393 h 3132749"/>
              <a:gd name="csX2" fmla="*/ 101955 w 5044946"/>
              <a:gd name="csY2" fmla="*/ 2990156 h 3132749"/>
              <a:gd name="csX3" fmla="*/ 152907 w 5044946"/>
              <a:gd name="csY3" fmla="*/ 2942996 h 3132749"/>
              <a:gd name="csX4" fmla="*/ 203869 w 5044946"/>
              <a:gd name="csY4" fmla="*/ 2942736 h 3132749"/>
              <a:gd name="csX5" fmla="*/ 254824 w 5044946"/>
              <a:gd name="csY5" fmla="*/ 2942896 h 3132749"/>
              <a:gd name="csX6" fmla="*/ 305783 w 5044946"/>
              <a:gd name="csY6" fmla="*/ 2942975 h 3132749"/>
              <a:gd name="csX7" fmla="*/ 356745 w 5044946"/>
              <a:gd name="csY7" fmla="*/ 2942915 h 3132749"/>
              <a:gd name="csX8" fmla="*/ 407704 w 5044946"/>
              <a:gd name="csY8" fmla="*/ 2942856 h 3132749"/>
              <a:gd name="csX9" fmla="*/ 458663 w 5044946"/>
              <a:gd name="csY9" fmla="*/ 2942796 h 3132749"/>
              <a:gd name="csX10" fmla="*/ 509619 w 5044946"/>
              <a:gd name="csY10" fmla="*/ 2942915 h 3132749"/>
              <a:gd name="csX11" fmla="*/ 560579 w 5044946"/>
              <a:gd name="csY11" fmla="*/ 2990331 h 3132749"/>
              <a:gd name="csX12" fmla="*/ 611536 w 5044946"/>
              <a:gd name="csY12" fmla="*/ 2942936 h 3132749"/>
              <a:gd name="csX13" fmla="*/ 662496 w 5044946"/>
              <a:gd name="csY13" fmla="*/ 2943873 h 3132749"/>
              <a:gd name="csX14" fmla="*/ 713481 w 5044946"/>
              <a:gd name="csY14" fmla="*/ 2942816 h 3132749"/>
              <a:gd name="csX15" fmla="*/ 764438 w 5044946"/>
              <a:gd name="csY15" fmla="*/ 2941937 h 3132749"/>
              <a:gd name="csX16" fmla="*/ 815373 w 5044946"/>
              <a:gd name="csY16" fmla="*/ 2895505 h 3132749"/>
              <a:gd name="csX17" fmla="*/ 866335 w 5044946"/>
              <a:gd name="csY17" fmla="*/ 2942736 h 3132749"/>
              <a:gd name="csX18" fmla="*/ 917290 w 5044946"/>
              <a:gd name="csY18" fmla="*/ 2990448 h 3132749"/>
              <a:gd name="csX19" fmla="*/ 968250 w 5044946"/>
              <a:gd name="csY19" fmla="*/ 2942956 h 3132749"/>
              <a:gd name="csX20" fmla="*/ 1019211 w 5044946"/>
              <a:gd name="csY20" fmla="*/ 2942856 h 3132749"/>
              <a:gd name="csX21" fmla="*/ 1070169 w 5044946"/>
              <a:gd name="csY21" fmla="*/ 2990350 h 3132749"/>
              <a:gd name="csX22" fmla="*/ 1121127 w 5044946"/>
              <a:gd name="csY22" fmla="*/ 2942736 h 3132749"/>
              <a:gd name="csX23" fmla="*/ 1172082 w 5044946"/>
              <a:gd name="csY23" fmla="*/ 2942956 h 3132749"/>
              <a:gd name="csX24" fmla="*/ 1223043 w 5044946"/>
              <a:gd name="csY24" fmla="*/ 2942796 h 3132749"/>
              <a:gd name="csX25" fmla="*/ 1273999 w 5044946"/>
              <a:gd name="csY25" fmla="*/ 2942936 h 3132749"/>
              <a:gd name="csX26" fmla="*/ 1324960 w 5044946"/>
              <a:gd name="csY26" fmla="*/ 2942915 h 3132749"/>
              <a:gd name="csX27" fmla="*/ 1375919 w 5044946"/>
              <a:gd name="csY27" fmla="*/ 2942776 h 3132749"/>
              <a:gd name="csX28" fmla="*/ 1426876 w 5044946"/>
              <a:gd name="csY28" fmla="*/ 2942936 h 3132749"/>
              <a:gd name="csX29" fmla="*/ 1477836 w 5044946"/>
              <a:gd name="csY29" fmla="*/ 2943015 h 3132749"/>
              <a:gd name="csX30" fmla="*/ 1528798 w 5044946"/>
              <a:gd name="csY30" fmla="*/ 2942676 h 3132749"/>
              <a:gd name="csX31" fmla="*/ 1579752 w 5044946"/>
              <a:gd name="csY31" fmla="*/ 2942896 h 3132749"/>
              <a:gd name="csX32" fmla="*/ 1630711 w 5044946"/>
              <a:gd name="csY32" fmla="*/ 2943095 h 3132749"/>
              <a:gd name="csX33" fmla="*/ 1681675 w 5044946"/>
              <a:gd name="csY33" fmla="*/ 2942736 h 3132749"/>
              <a:gd name="csX34" fmla="*/ 1732630 w 5044946"/>
              <a:gd name="csY34" fmla="*/ 2990272 h 3132749"/>
              <a:gd name="csX35" fmla="*/ 1783586 w 5044946"/>
              <a:gd name="csY35" fmla="*/ 2942975 h 3132749"/>
              <a:gd name="csX36" fmla="*/ 1834547 w 5044946"/>
              <a:gd name="csY36" fmla="*/ 2943873 h 3132749"/>
              <a:gd name="csX37" fmla="*/ 1885531 w 5044946"/>
              <a:gd name="csY37" fmla="*/ 2941958 h 3132749"/>
              <a:gd name="csX38" fmla="*/ 1936467 w 5044946"/>
              <a:gd name="csY38" fmla="*/ 2942736 h 3132749"/>
              <a:gd name="csX39" fmla="*/ 1987422 w 5044946"/>
              <a:gd name="csY39" fmla="*/ 2943155 h 3132749"/>
              <a:gd name="csX40" fmla="*/ 2038388 w 5044946"/>
              <a:gd name="csY40" fmla="*/ 2990837 h 3132749"/>
              <a:gd name="csX41" fmla="*/ 2089358 w 5044946"/>
              <a:gd name="csY41" fmla="*/ 2942117 h 3132749"/>
              <a:gd name="csX42" fmla="*/ 2140298 w 5044946"/>
              <a:gd name="csY42" fmla="*/ 2942876 h 3132749"/>
              <a:gd name="csX43" fmla="*/ 2191256 w 5044946"/>
              <a:gd name="csY43" fmla="*/ 2943055 h 3132749"/>
              <a:gd name="csX44" fmla="*/ 2242220 w 5044946"/>
              <a:gd name="csY44" fmla="*/ 2942776 h 3132749"/>
              <a:gd name="csX45" fmla="*/ 2293176 w 5044946"/>
              <a:gd name="csY45" fmla="*/ 2943953 h 3132749"/>
              <a:gd name="csX46" fmla="*/ 2344162 w 5044946"/>
              <a:gd name="csY46" fmla="*/ 2941898 h 3132749"/>
              <a:gd name="csX47" fmla="*/ 2395096 w 5044946"/>
              <a:gd name="csY47" fmla="*/ 2943075 h 3132749"/>
              <a:gd name="csX48" fmla="*/ 2446059 w 5044946"/>
              <a:gd name="csY48" fmla="*/ 2942576 h 3132749"/>
              <a:gd name="csX49" fmla="*/ 2497011 w 5044946"/>
              <a:gd name="csY49" fmla="*/ 2894994 h 3132749"/>
              <a:gd name="csX50" fmla="*/ 2547960 w 5044946"/>
              <a:gd name="csY50" fmla="*/ 2990857 h 3132749"/>
              <a:gd name="csX51" fmla="*/ 2598931 w 5044946"/>
              <a:gd name="csY51" fmla="*/ 2942836 h 3132749"/>
              <a:gd name="csX52" fmla="*/ 2649889 w 5044946"/>
              <a:gd name="csY52" fmla="*/ 2942896 h 3132749"/>
              <a:gd name="csX53" fmla="*/ 2700848 w 5044946"/>
              <a:gd name="csY53" fmla="*/ 2942756 h 3132749"/>
              <a:gd name="csX54" fmla="*/ 2751804 w 5044946"/>
              <a:gd name="csY54" fmla="*/ 2990545 h 3132749"/>
              <a:gd name="csX55" fmla="*/ 2802766 w 5044946"/>
              <a:gd name="csY55" fmla="*/ 2942656 h 3132749"/>
              <a:gd name="csX56" fmla="*/ 2853719 w 5044946"/>
              <a:gd name="csY56" fmla="*/ 2990370 h 3132749"/>
              <a:gd name="csX57" fmla="*/ 2904678 w 5044946"/>
              <a:gd name="csY57" fmla="*/ 2942896 h 3132749"/>
              <a:gd name="csX58" fmla="*/ 2955637 w 5044946"/>
              <a:gd name="csY58" fmla="*/ 2895342 h 3132749"/>
              <a:gd name="csX59" fmla="*/ 3006595 w 5044946"/>
              <a:gd name="csY59" fmla="*/ 2990428 h 3132749"/>
              <a:gd name="csX60" fmla="*/ 3057555 w 5044946"/>
              <a:gd name="csY60" fmla="*/ 2943015 h 3132749"/>
              <a:gd name="csX61" fmla="*/ 3108517 w 5044946"/>
              <a:gd name="csY61" fmla="*/ 2942856 h 3132749"/>
              <a:gd name="csX62" fmla="*/ 3159475 w 5044946"/>
              <a:gd name="csY62" fmla="*/ 2942936 h 3132749"/>
              <a:gd name="csX63" fmla="*/ 3210435 w 5044946"/>
              <a:gd name="csY63" fmla="*/ 2942696 h 3132749"/>
              <a:gd name="csX64" fmla="*/ 3261390 w 5044946"/>
              <a:gd name="csY64" fmla="*/ 2942856 h 3132749"/>
              <a:gd name="csX65" fmla="*/ 3312348 w 5044946"/>
              <a:gd name="csY65" fmla="*/ 2942996 h 3132749"/>
              <a:gd name="csX66" fmla="*/ 3363309 w 5044946"/>
              <a:gd name="csY66" fmla="*/ 2942996 h 3132749"/>
              <a:gd name="csX67" fmla="*/ 3414271 w 5044946"/>
              <a:gd name="csY67" fmla="*/ 2942975 h 3132749"/>
              <a:gd name="csX68" fmla="*/ 3465233 w 5044946"/>
              <a:gd name="csY68" fmla="*/ 2942716 h 3132749"/>
              <a:gd name="csX69" fmla="*/ 3516187 w 5044946"/>
              <a:gd name="csY69" fmla="*/ 3132749 h 3132749"/>
              <a:gd name="csX70" fmla="*/ 3567141 w 5044946"/>
              <a:gd name="csY70" fmla="*/ 2943394 h 3132749"/>
              <a:gd name="csX71" fmla="*/ 3618113 w 5044946"/>
              <a:gd name="csY71" fmla="*/ 2942456 h 3132749"/>
              <a:gd name="csX72" fmla="*/ 3669061 w 5044946"/>
              <a:gd name="csY72" fmla="*/ 2942876 h 3132749"/>
              <a:gd name="csX73" fmla="*/ 3720019 w 5044946"/>
              <a:gd name="csY73" fmla="*/ 2942915 h 3132749"/>
              <a:gd name="csX74" fmla="*/ 3770979 w 5044946"/>
              <a:gd name="csY74" fmla="*/ 2942716 h 3132749"/>
              <a:gd name="csX75" fmla="*/ 3821934 w 5044946"/>
              <a:gd name="csY75" fmla="*/ 2943155 h 3132749"/>
              <a:gd name="csX76" fmla="*/ 3872900 w 5044946"/>
              <a:gd name="csY76" fmla="*/ 2894831 h 3132749"/>
              <a:gd name="csX77" fmla="*/ 3923845 w 5044946"/>
              <a:gd name="csY77" fmla="*/ 2990934 h 3132749"/>
              <a:gd name="csX78" fmla="*/ 3974818 w 5044946"/>
              <a:gd name="csY78" fmla="*/ 2942776 h 3132749"/>
              <a:gd name="csX79" fmla="*/ 4025774 w 5044946"/>
              <a:gd name="csY79" fmla="*/ 2942756 h 3132749"/>
              <a:gd name="csX80" fmla="*/ 4076730 w 5044946"/>
              <a:gd name="csY80" fmla="*/ 2942896 h 3132749"/>
              <a:gd name="csX81" fmla="*/ 4127689 w 5044946"/>
              <a:gd name="csY81" fmla="*/ 2942876 h 3132749"/>
              <a:gd name="csX82" fmla="*/ 4178648 w 5044946"/>
              <a:gd name="csY82" fmla="*/ 2942876 h 3132749"/>
              <a:gd name="csX83" fmla="*/ 4229607 w 5044946"/>
              <a:gd name="csY83" fmla="*/ 2894299 h 3132749"/>
              <a:gd name="csX84" fmla="*/ 4280539 w 5044946"/>
              <a:gd name="csY84" fmla="*/ 2992355 h 3132749"/>
              <a:gd name="csX85" fmla="*/ 4331549 w 5044946"/>
              <a:gd name="csY85" fmla="*/ 2941937 h 3132749"/>
              <a:gd name="csX86" fmla="*/ 4382484 w 5044946"/>
              <a:gd name="csY86" fmla="*/ 2942716 h 3132749"/>
              <a:gd name="csX87" fmla="*/ 4433439 w 5044946"/>
              <a:gd name="csY87" fmla="*/ 2943135 h 3132749"/>
              <a:gd name="csX88" fmla="*/ 4484404 w 5044946"/>
              <a:gd name="csY88" fmla="*/ 2990643 h 3132749"/>
              <a:gd name="csX89" fmla="*/ 4535369 w 5044946"/>
              <a:gd name="csY89" fmla="*/ 2989902 h 3132749"/>
              <a:gd name="csX90" fmla="*/ 4586315 w 5044946"/>
              <a:gd name="csY90" fmla="*/ 2943175 h 3132749"/>
              <a:gd name="csX91" fmla="*/ 4637281 w 5044946"/>
              <a:gd name="csY91" fmla="*/ 2942915 h 3132749"/>
              <a:gd name="csX92" fmla="*/ 4688241 w 5044946"/>
              <a:gd name="csY92" fmla="*/ 2847765 h 3132749"/>
              <a:gd name="csX93" fmla="*/ 4739198 w 5044946"/>
              <a:gd name="csY93" fmla="*/ 3037693 h 3132749"/>
              <a:gd name="csX94" fmla="*/ 4790151 w 5044946"/>
              <a:gd name="csY94" fmla="*/ 2943913 h 3132749"/>
              <a:gd name="csX95" fmla="*/ 4841136 w 5044946"/>
              <a:gd name="csY95" fmla="*/ 2941977 h 3132749"/>
              <a:gd name="csX96" fmla="*/ 4892072 w 5044946"/>
              <a:gd name="csY96" fmla="*/ 2942816 h 3132749"/>
              <a:gd name="csX97" fmla="*/ 4943029 w 5044946"/>
              <a:gd name="csY97" fmla="*/ 2943275 h 3132749"/>
              <a:gd name="csX98" fmla="*/ 4993998 w 5044946"/>
              <a:gd name="csY98" fmla="*/ 2942477 h 3132749"/>
              <a:gd name="csX99" fmla="*/ 5044947 w 5044946"/>
              <a:gd name="csY99" fmla="*/ 2942936 h 31327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</a:cxnLst>
            <a:rect l="l" t="t" r="r" b="b"/>
            <a:pathLst>
              <a:path w="5044946" h="3132749">
                <a:moveTo>
                  <a:pt x="0" y="0"/>
                </a:moveTo>
                <a:lnTo>
                  <a:pt x="50989" y="1375393"/>
                </a:lnTo>
                <a:lnTo>
                  <a:pt x="101955" y="2990156"/>
                </a:lnTo>
                <a:lnTo>
                  <a:pt x="152907" y="2942996"/>
                </a:lnTo>
                <a:lnTo>
                  <a:pt x="203869" y="2942736"/>
                </a:lnTo>
                <a:lnTo>
                  <a:pt x="254824" y="2942896"/>
                </a:lnTo>
                <a:lnTo>
                  <a:pt x="305783" y="2942975"/>
                </a:lnTo>
                <a:lnTo>
                  <a:pt x="356745" y="2942915"/>
                </a:lnTo>
                <a:lnTo>
                  <a:pt x="407704" y="2942856"/>
                </a:lnTo>
                <a:lnTo>
                  <a:pt x="458663" y="2942796"/>
                </a:lnTo>
                <a:lnTo>
                  <a:pt x="509619" y="2942915"/>
                </a:lnTo>
                <a:lnTo>
                  <a:pt x="560579" y="2990331"/>
                </a:lnTo>
                <a:lnTo>
                  <a:pt x="611536" y="2942936"/>
                </a:lnTo>
                <a:lnTo>
                  <a:pt x="662496" y="2943873"/>
                </a:lnTo>
                <a:lnTo>
                  <a:pt x="713481" y="2942816"/>
                </a:lnTo>
                <a:lnTo>
                  <a:pt x="764438" y="2941937"/>
                </a:lnTo>
                <a:lnTo>
                  <a:pt x="815373" y="2895505"/>
                </a:lnTo>
                <a:lnTo>
                  <a:pt x="866335" y="2942736"/>
                </a:lnTo>
                <a:lnTo>
                  <a:pt x="917290" y="2990448"/>
                </a:lnTo>
                <a:lnTo>
                  <a:pt x="968250" y="2942956"/>
                </a:lnTo>
                <a:lnTo>
                  <a:pt x="1019211" y="2942856"/>
                </a:lnTo>
                <a:lnTo>
                  <a:pt x="1070169" y="2990350"/>
                </a:lnTo>
                <a:lnTo>
                  <a:pt x="1121127" y="2942736"/>
                </a:lnTo>
                <a:lnTo>
                  <a:pt x="1172082" y="2942956"/>
                </a:lnTo>
                <a:lnTo>
                  <a:pt x="1223043" y="2942796"/>
                </a:lnTo>
                <a:lnTo>
                  <a:pt x="1273999" y="2942936"/>
                </a:lnTo>
                <a:lnTo>
                  <a:pt x="1324960" y="2942915"/>
                </a:lnTo>
                <a:lnTo>
                  <a:pt x="1375919" y="2942776"/>
                </a:lnTo>
                <a:lnTo>
                  <a:pt x="1426876" y="2942936"/>
                </a:lnTo>
                <a:lnTo>
                  <a:pt x="1477836" y="2943015"/>
                </a:lnTo>
                <a:lnTo>
                  <a:pt x="1528798" y="2942676"/>
                </a:lnTo>
                <a:lnTo>
                  <a:pt x="1579752" y="2942896"/>
                </a:lnTo>
                <a:lnTo>
                  <a:pt x="1630711" y="2943095"/>
                </a:lnTo>
                <a:lnTo>
                  <a:pt x="1681675" y="2942736"/>
                </a:lnTo>
                <a:lnTo>
                  <a:pt x="1732630" y="2990272"/>
                </a:lnTo>
                <a:lnTo>
                  <a:pt x="1783586" y="2942975"/>
                </a:lnTo>
                <a:lnTo>
                  <a:pt x="1834547" y="2943873"/>
                </a:lnTo>
                <a:lnTo>
                  <a:pt x="1885531" y="2941958"/>
                </a:lnTo>
                <a:lnTo>
                  <a:pt x="1936467" y="2942736"/>
                </a:lnTo>
                <a:lnTo>
                  <a:pt x="1987422" y="2943155"/>
                </a:lnTo>
                <a:lnTo>
                  <a:pt x="2038388" y="2990837"/>
                </a:lnTo>
                <a:lnTo>
                  <a:pt x="2089358" y="2942117"/>
                </a:lnTo>
                <a:lnTo>
                  <a:pt x="2140298" y="2942876"/>
                </a:lnTo>
                <a:lnTo>
                  <a:pt x="2191256" y="2943055"/>
                </a:lnTo>
                <a:lnTo>
                  <a:pt x="2242220" y="2942776"/>
                </a:lnTo>
                <a:lnTo>
                  <a:pt x="2293176" y="2943953"/>
                </a:lnTo>
                <a:lnTo>
                  <a:pt x="2344162" y="2941898"/>
                </a:lnTo>
                <a:lnTo>
                  <a:pt x="2395096" y="2943075"/>
                </a:lnTo>
                <a:lnTo>
                  <a:pt x="2446059" y="2942576"/>
                </a:lnTo>
                <a:lnTo>
                  <a:pt x="2497011" y="2894994"/>
                </a:lnTo>
                <a:lnTo>
                  <a:pt x="2547960" y="2990857"/>
                </a:lnTo>
                <a:lnTo>
                  <a:pt x="2598931" y="2942836"/>
                </a:lnTo>
                <a:lnTo>
                  <a:pt x="2649889" y="2942896"/>
                </a:lnTo>
                <a:lnTo>
                  <a:pt x="2700848" y="2942756"/>
                </a:lnTo>
                <a:lnTo>
                  <a:pt x="2751804" y="2990545"/>
                </a:lnTo>
                <a:lnTo>
                  <a:pt x="2802766" y="2942656"/>
                </a:lnTo>
                <a:lnTo>
                  <a:pt x="2853719" y="2990370"/>
                </a:lnTo>
                <a:lnTo>
                  <a:pt x="2904678" y="2942896"/>
                </a:lnTo>
                <a:lnTo>
                  <a:pt x="2955637" y="2895342"/>
                </a:lnTo>
                <a:lnTo>
                  <a:pt x="3006595" y="2990428"/>
                </a:lnTo>
                <a:lnTo>
                  <a:pt x="3057555" y="2943015"/>
                </a:lnTo>
                <a:lnTo>
                  <a:pt x="3108517" y="2942856"/>
                </a:lnTo>
                <a:lnTo>
                  <a:pt x="3159475" y="2942936"/>
                </a:lnTo>
                <a:lnTo>
                  <a:pt x="3210435" y="2942696"/>
                </a:lnTo>
                <a:lnTo>
                  <a:pt x="3261390" y="2942856"/>
                </a:lnTo>
                <a:lnTo>
                  <a:pt x="3312348" y="2942996"/>
                </a:lnTo>
                <a:lnTo>
                  <a:pt x="3363309" y="2942996"/>
                </a:lnTo>
                <a:lnTo>
                  <a:pt x="3414271" y="2942975"/>
                </a:lnTo>
                <a:lnTo>
                  <a:pt x="3465233" y="2942716"/>
                </a:lnTo>
                <a:lnTo>
                  <a:pt x="3516187" y="3132749"/>
                </a:lnTo>
                <a:lnTo>
                  <a:pt x="3567141" y="2943394"/>
                </a:lnTo>
                <a:lnTo>
                  <a:pt x="3618113" y="2942456"/>
                </a:lnTo>
                <a:lnTo>
                  <a:pt x="3669061" y="2942876"/>
                </a:lnTo>
                <a:lnTo>
                  <a:pt x="3720019" y="2942915"/>
                </a:lnTo>
                <a:lnTo>
                  <a:pt x="3770979" y="2942716"/>
                </a:lnTo>
                <a:lnTo>
                  <a:pt x="3821934" y="2943155"/>
                </a:lnTo>
                <a:lnTo>
                  <a:pt x="3872900" y="2894831"/>
                </a:lnTo>
                <a:lnTo>
                  <a:pt x="3923845" y="2990934"/>
                </a:lnTo>
                <a:lnTo>
                  <a:pt x="3974818" y="2942776"/>
                </a:lnTo>
                <a:lnTo>
                  <a:pt x="4025774" y="2942756"/>
                </a:lnTo>
                <a:lnTo>
                  <a:pt x="4076730" y="2942896"/>
                </a:lnTo>
                <a:lnTo>
                  <a:pt x="4127689" y="2942876"/>
                </a:lnTo>
                <a:lnTo>
                  <a:pt x="4178648" y="2942876"/>
                </a:lnTo>
                <a:lnTo>
                  <a:pt x="4229607" y="2894299"/>
                </a:lnTo>
                <a:lnTo>
                  <a:pt x="4280539" y="2992355"/>
                </a:lnTo>
                <a:lnTo>
                  <a:pt x="4331549" y="2941937"/>
                </a:lnTo>
                <a:lnTo>
                  <a:pt x="4382484" y="2942716"/>
                </a:lnTo>
                <a:lnTo>
                  <a:pt x="4433439" y="2943135"/>
                </a:lnTo>
                <a:lnTo>
                  <a:pt x="4484404" y="2990643"/>
                </a:lnTo>
                <a:lnTo>
                  <a:pt x="4535369" y="2989902"/>
                </a:lnTo>
                <a:lnTo>
                  <a:pt x="4586315" y="2943175"/>
                </a:lnTo>
                <a:lnTo>
                  <a:pt x="4637281" y="2942915"/>
                </a:lnTo>
                <a:lnTo>
                  <a:pt x="4688241" y="2847765"/>
                </a:lnTo>
                <a:lnTo>
                  <a:pt x="4739198" y="3037693"/>
                </a:lnTo>
                <a:lnTo>
                  <a:pt x="4790151" y="2943913"/>
                </a:lnTo>
                <a:lnTo>
                  <a:pt x="4841136" y="2941977"/>
                </a:lnTo>
                <a:lnTo>
                  <a:pt x="4892072" y="2942816"/>
                </a:lnTo>
                <a:lnTo>
                  <a:pt x="4943029" y="2943275"/>
                </a:lnTo>
                <a:lnTo>
                  <a:pt x="4993998" y="2942477"/>
                </a:lnTo>
                <a:lnTo>
                  <a:pt x="5044947" y="2942936"/>
                </a:lnTo>
              </a:path>
            </a:pathLst>
          </a:custGeom>
          <a:noFill/>
          <a:ln w="18628" cap="sq">
            <a:solidFill>
              <a:srgbClr val="FEFFB3"/>
            </a:solidFill>
            <a:prstDash val="solid"/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112" name="Freeform: Shape 111">
            <a:extLst>
              <a:ext uri="{FF2B5EF4-FFF2-40B4-BE49-F238E27FC236}">
                <a16:creationId xmlns:a16="http://schemas.microsoft.com/office/drawing/2014/main" id="{61188D23-4FC5-D09B-DB51-44E78811B5EC}"/>
              </a:ext>
            </a:extLst>
          </p:cNvPr>
          <p:cNvSpPr/>
          <p:nvPr/>
        </p:nvSpPr>
        <p:spPr>
          <a:xfrm>
            <a:off x="1886785" y="1116905"/>
            <a:ext cx="12431" cy="3446024"/>
          </a:xfrm>
          <a:custGeom>
            <a:avLst/>
            <a:gdLst>
              <a:gd name="csX0" fmla="*/ 0 w 12431"/>
              <a:gd name="csY0" fmla="*/ 3446024 h 3446024"/>
              <a:gd name="csX1" fmla="*/ 0 w 12431"/>
              <a:gd name="csY1" fmla="*/ 0 h 344602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431" h="3446024">
                <a:moveTo>
                  <a:pt x="0" y="3446024"/>
                </a:moveTo>
                <a:lnTo>
                  <a:pt x="0" y="0"/>
                </a:lnTo>
              </a:path>
            </a:pathLst>
          </a:custGeom>
          <a:noFill/>
          <a:ln w="9935" cap="sq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13" name="Freeform: Shape 112">
            <a:extLst>
              <a:ext uri="{FF2B5EF4-FFF2-40B4-BE49-F238E27FC236}">
                <a16:creationId xmlns:a16="http://schemas.microsoft.com/office/drawing/2014/main" id="{5D8EA159-5DCA-952F-AFE0-5DCEBF215396}"/>
              </a:ext>
            </a:extLst>
          </p:cNvPr>
          <p:cNvSpPr/>
          <p:nvPr/>
        </p:nvSpPr>
        <p:spPr>
          <a:xfrm>
            <a:off x="7436226" y="1116905"/>
            <a:ext cx="12431" cy="3446024"/>
          </a:xfrm>
          <a:custGeom>
            <a:avLst/>
            <a:gdLst>
              <a:gd name="csX0" fmla="*/ 0 w 12431"/>
              <a:gd name="csY0" fmla="*/ 3446024 h 3446024"/>
              <a:gd name="csX1" fmla="*/ 0 w 12431"/>
              <a:gd name="csY1" fmla="*/ 0 h 344602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431" h="3446024">
                <a:moveTo>
                  <a:pt x="0" y="3446024"/>
                </a:moveTo>
                <a:lnTo>
                  <a:pt x="0" y="0"/>
                </a:lnTo>
              </a:path>
            </a:pathLst>
          </a:custGeom>
          <a:noFill/>
          <a:ln w="9935" cap="sq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14" name="Freeform: Shape 113">
            <a:extLst>
              <a:ext uri="{FF2B5EF4-FFF2-40B4-BE49-F238E27FC236}">
                <a16:creationId xmlns:a16="http://schemas.microsoft.com/office/drawing/2014/main" id="{7D99E464-E514-9631-08B1-2DDE693257A3}"/>
              </a:ext>
            </a:extLst>
          </p:cNvPr>
          <p:cNvSpPr/>
          <p:nvPr/>
        </p:nvSpPr>
        <p:spPr>
          <a:xfrm>
            <a:off x="1886785" y="4562929"/>
            <a:ext cx="5549441" cy="12431"/>
          </a:xfrm>
          <a:custGeom>
            <a:avLst/>
            <a:gdLst>
              <a:gd name="csX0" fmla="*/ 0 w 5549441"/>
              <a:gd name="csY0" fmla="*/ 0 h 12431"/>
              <a:gd name="csX1" fmla="*/ 5549442 w 5549441"/>
              <a:gd name="csY1" fmla="*/ 0 h 1243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549441" h="12431">
                <a:moveTo>
                  <a:pt x="0" y="0"/>
                </a:moveTo>
                <a:lnTo>
                  <a:pt x="5549442" y="0"/>
                </a:lnTo>
              </a:path>
            </a:pathLst>
          </a:custGeom>
          <a:noFill/>
          <a:ln w="9935" cap="sq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15" name="Freeform: Shape 114">
            <a:extLst>
              <a:ext uri="{FF2B5EF4-FFF2-40B4-BE49-F238E27FC236}">
                <a16:creationId xmlns:a16="http://schemas.microsoft.com/office/drawing/2014/main" id="{A3795CB4-38B4-54CF-2340-A97A92E06B31}"/>
              </a:ext>
            </a:extLst>
          </p:cNvPr>
          <p:cNvSpPr/>
          <p:nvPr/>
        </p:nvSpPr>
        <p:spPr>
          <a:xfrm>
            <a:off x="1886785" y="1116905"/>
            <a:ext cx="5549441" cy="12431"/>
          </a:xfrm>
          <a:custGeom>
            <a:avLst/>
            <a:gdLst>
              <a:gd name="csX0" fmla="*/ 0 w 5549441"/>
              <a:gd name="csY0" fmla="*/ 0 h 12431"/>
              <a:gd name="csX1" fmla="*/ 5549442 w 5549441"/>
              <a:gd name="csY1" fmla="*/ 0 h 1243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549441" h="12431">
                <a:moveTo>
                  <a:pt x="0" y="0"/>
                </a:moveTo>
                <a:lnTo>
                  <a:pt x="5549442" y="0"/>
                </a:lnTo>
              </a:path>
            </a:pathLst>
          </a:custGeom>
          <a:noFill/>
          <a:ln w="9935" cap="sq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116" name="Graphic 7">
            <a:extLst>
              <a:ext uri="{FF2B5EF4-FFF2-40B4-BE49-F238E27FC236}">
                <a16:creationId xmlns:a16="http://schemas.microsoft.com/office/drawing/2014/main" id="{C21BF184-9B78-8164-6D13-22F90A48AA26}"/>
              </a:ext>
            </a:extLst>
          </p:cNvPr>
          <p:cNvGrpSpPr/>
          <p:nvPr/>
        </p:nvGrpSpPr>
        <p:grpSpPr>
          <a:xfrm>
            <a:off x="2973480" y="928964"/>
            <a:ext cx="3367285" cy="148525"/>
            <a:chOff x="2973480" y="928964"/>
            <a:chExt cx="3367285" cy="148525"/>
          </a:xfrm>
          <a:solidFill>
            <a:srgbClr val="FFFFFF"/>
          </a:solidFill>
        </p:grpSpPr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715A4CC1-877A-78F6-DFBC-531D37E025A1}"/>
                </a:ext>
              </a:extLst>
            </p:cNvPr>
            <p:cNvSpPr/>
            <p:nvPr/>
          </p:nvSpPr>
          <p:spPr>
            <a:xfrm flipV="1">
              <a:off x="2973480" y="937565"/>
              <a:ext cx="50907" cy="104751"/>
            </a:xfrm>
            <a:custGeom>
              <a:avLst/>
              <a:gdLst>
                <a:gd name="csX0" fmla="*/ 22207 w 50907"/>
                <a:gd name="csY0" fmla="*/ 102537 h 104751"/>
                <a:gd name="csX1" fmla="*/ 22207 w 50907"/>
                <a:gd name="csY1" fmla="*/ 79368 h 104751"/>
                <a:gd name="csX2" fmla="*/ 49805 w 50907"/>
                <a:gd name="csY2" fmla="*/ 79368 h 104751"/>
                <a:gd name="csX3" fmla="*/ 49805 w 50907"/>
                <a:gd name="csY3" fmla="*/ 68949 h 104751"/>
                <a:gd name="csX4" fmla="*/ 22207 w 50907"/>
                <a:gd name="csY4" fmla="*/ 68949 h 104751"/>
                <a:gd name="csX5" fmla="*/ 22207 w 50907"/>
                <a:gd name="csY5" fmla="*/ 24661 h 104751"/>
                <a:gd name="csX6" fmla="*/ 24934 w 50907"/>
                <a:gd name="csY6" fmla="*/ 11841 h 104751"/>
                <a:gd name="csX7" fmla="*/ 36052 w 50907"/>
                <a:gd name="csY7" fmla="*/ 8998 h 104751"/>
                <a:gd name="csX8" fmla="*/ 49805 w 50907"/>
                <a:gd name="csY8" fmla="*/ 8998 h 104751"/>
                <a:gd name="csX9" fmla="*/ 49805 w 50907"/>
                <a:gd name="csY9" fmla="*/ -2214 h 104751"/>
                <a:gd name="csX10" fmla="*/ 36052 w 50907"/>
                <a:gd name="csY10" fmla="*/ -2214 h 104751"/>
                <a:gd name="csX11" fmla="*/ 14631 w 50907"/>
                <a:gd name="csY11" fmla="*/ 3567 h 104751"/>
                <a:gd name="csX12" fmla="*/ 8734 w 50907"/>
                <a:gd name="csY12" fmla="*/ 24661 h 104751"/>
                <a:gd name="csX13" fmla="*/ 8734 w 50907"/>
                <a:gd name="csY13" fmla="*/ 68949 h 104751"/>
                <a:gd name="csX14" fmla="*/ -1103 w 50907"/>
                <a:gd name="csY14" fmla="*/ 68949 h 104751"/>
                <a:gd name="csX15" fmla="*/ -1103 w 50907"/>
                <a:gd name="csY15" fmla="*/ 79368 h 104751"/>
                <a:gd name="csX16" fmla="*/ 8734 w 50907"/>
                <a:gd name="csY16" fmla="*/ 79368 h 104751"/>
                <a:gd name="csX17" fmla="*/ 8734 w 50907"/>
                <a:gd name="csY17" fmla="*/ 102537 h 104751"/>
                <a:gd name="csX18" fmla="*/ 22207 w 50907"/>
                <a:gd name="csY18" fmla="*/ 102537 h 1047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50907" h="104751">
                  <a:moveTo>
                    <a:pt x="22207" y="102537"/>
                  </a:moveTo>
                  <a:lnTo>
                    <a:pt x="22207" y="79368"/>
                  </a:lnTo>
                  <a:lnTo>
                    <a:pt x="49805" y="79368"/>
                  </a:lnTo>
                  <a:lnTo>
                    <a:pt x="49805" y="68949"/>
                  </a:lnTo>
                  <a:lnTo>
                    <a:pt x="22207" y="68949"/>
                  </a:lnTo>
                  <a:lnTo>
                    <a:pt x="22207" y="24661"/>
                  </a:lnTo>
                  <a:cubicBezTo>
                    <a:pt x="22207" y="18011"/>
                    <a:pt x="23116" y="13737"/>
                    <a:pt x="24934" y="11841"/>
                  </a:cubicBezTo>
                  <a:cubicBezTo>
                    <a:pt x="26752" y="9946"/>
                    <a:pt x="30458" y="8998"/>
                    <a:pt x="36052" y="8998"/>
                  </a:cubicBezTo>
                  <a:lnTo>
                    <a:pt x="49805" y="8998"/>
                  </a:lnTo>
                  <a:lnTo>
                    <a:pt x="49805" y="-2214"/>
                  </a:lnTo>
                  <a:lnTo>
                    <a:pt x="36052" y="-2214"/>
                  </a:lnTo>
                  <a:cubicBezTo>
                    <a:pt x="25703" y="-2214"/>
                    <a:pt x="18563" y="-287"/>
                    <a:pt x="14631" y="3567"/>
                  </a:cubicBezTo>
                  <a:cubicBezTo>
                    <a:pt x="10700" y="7436"/>
                    <a:pt x="8734" y="14468"/>
                    <a:pt x="8734" y="24661"/>
                  </a:cubicBezTo>
                  <a:lnTo>
                    <a:pt x="8734" y="68949"/>
                  </a:lnTo>
                  <a:lnTo>
                    <a:pt x="-1103" y="68949"/>
                  </a:lnTo>
                  <a:lnTo>
                    <a:pt x="-1103" y="79368"/>
                  </a:lnTo>
                  <a:lnTo>
                    <a:pt x="8734" y="79368"/>
                  </a:lnTo>
                  <a:lnTo>
                    <a:pt x="8734" y="102537"/>
                  </a:lnTo>
                  <a:lnTo>
                    <a:pt x="22207" y="102537"/>
                  </a:lnTo>
                  <a:close/>
                </a:path>
              </a:pathLst>
            </a:custGeom>
            <a:solidFill>
              <a:srgbClr val="FFFFFF"/>
            </a:solidFill>
            <a:ln w="2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8B791699-7048-FA00-97C2-3C406882C618}"/>
                </a:ext>
              </a:extLst>
            </p:cNvPr>
            <p:cNvSpPr/>
            <p:nvPr/>
          </p:nvSpPr>
          <p:spPr>
            <a:xfrm flipV="1">
              <a:off x="3036191" y="958776"/>
              <a:ext cx="75614" cy="85661"/>
            </a:xfrm>
            <a:custGeom>
              <a:avLst/>
              <a:gdLst>
                <a:gd name="csX0" fmla="*/ 73807 w 75614"/>
                <a:gd name="csY0" fmla="*/ 44556 h 85661"/>
                <a:gd name="csX1" fmla="*/ 73807 w 75614"/>
                <a:gd name="csY1" fmla="*/ 38006 h 85661"/>
                <a:gd name="csX2" fmla="*/ 12178 w 75614"/>
                <a:gd name="csY2" fmla="*/ 38006 h 85661"/>
                <a:gd name="csX3" fmla="*/ 20523 w 75614"/>
                <a:gd name="csY3" fmla="*/ 16911 h 85661"/>
                <a:gd name="csX4" fmla="*/ 41314 w 75614"/>
                <a:gd name="csY4" fmla="*/ 9662 h 85661"/>
                <a:gd name="csX5" fmla="*/ 56279 w 75614"/>
                <a:gd name="csY5" fmla="*/ 11550 h 85661"/>
                <a:gd name="csX6" fmla="*/ 70684 w 75614"/>
                <a:gd name="csY6" fmla="*/ 17238 h 85661"/>
                <a:gd name="csX7" fmla="*/ 70684 w 75614"/>
                <a:gd name="csY7" fmla="*/ 4558 h 85661"/>
                <a:gd name="csX8" fmla="*/ 55883 w 75614"/>
                <a:gd name="csY8" fmla="*/ -104 h 85661"/>
                <a:gd name="csX9" fmla="*/ 40522 w 75614"/>
                <a:gd name="csY9" fmla="*/ -1713 h 85661"/>
                <a:gd name="csX10" fmla="*/ 9591 w 75614"/>
                <a:gd name="csY10" fmla="*/ 9639 h 85661"/>
                <a:gd name="csX11" fmla="*/ -1807 w 75614"/>
                <a:gd name="csY11" fmla="*/ 40407 h 85661"/>
                <a:gd name="csX12" fmla="*/ 9008 w 75614"/>
                <a:gd name="csY12" fmla="*/ 72177 h 85661"/>
                <a:gd name="csX13" fmla="*/ 38191 w 75614"/>
                <a:gd name="csY13" fmla="*/ 83949 h 85661"/>
                <a:gd name="csX14" fmla="*/ 64227 w 75614"/>
                <a:gd name="csY14" fmla="*/ 73343 h 85661"/>
                <a:gd name="csX15" fmla="*/ 73807 w 75614"/>
                <a:gd name="csY15" fmla="*/ 44556 h 85661"/>
                <a:gd name="csX16" fmla="*/ 60405 w 75614"/>
                <a:gd name="csY16" fmla="*/ 48495 h 85661"/>
                <a:gd name="csX17" fmla="*/ 54251 w 75614"/>
                <a:gd name="csY17" fmla="*/ 66024 h 85661"/>
                <a:gd name="csX18" fmla="*/ 38331 w 75614"/>
                <a:gd name="csY18" fmla="*/ 72597 h 85661"/>
                <a:gd name="csX19" fmla="*/ 20383 w 75614"/>
                <a:gd name="csY19" fmla="*/ 66257 h 85661"/>
                <a:gd name="csX20" fmla="*/ 12621 w 75614"/>
                <a:gd name="csY20" fmla="*/ 48402 h 85661"/>
                <a:gd name="csX21" fmla="*/ 60405 w 75614"/>
                <a:gd name="csY21" fmla="*/ 48495 h 85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75614" h="85661">
                  <a:moveTo>
                    <a:pt x="73807" y="44556"/>
                  </a:moveTo>
                  <a:lnTo>
                    <a:pt x="73807" y="38006"/>
                  </a:lnTo>
                  <a:lnTo>
                    <a:pt x="12178" y="38006"/>
                  </a:lnTo>
                  <a:cubicBezTo>
                    <a:pt x="12768" y="28776"/>
                    <a:pt x="15550" y="21744"/>
                    <a:pt x="20523" y="16911"/>
                  </a:cubicBezTo>
                  <a:cubicBezTo>
                    <a:pt x="25495" y="12079"/>
                    <a:pt x="32426" y="9662"/>
                    <a:pt x="41314" y="9662"/>
                  </a:cubicBezTo>
                  <a:cubicBezTo>
                    <a:pt x="46458" y="9662"/>
                    <a:pt x="51446" y="10292"/>
                    <a:pt x="56279" y="11550"/>
                  </a:cubicBezTo>
                  <a:cubicBezTo>
                    <a:pt x="61112" y="12809"/>
                    <a:pt x="65913" y="14705"/>
                    <a:pt x="70684" y="17238"/>
                  </a:cubicBezTo>
                  <a:lnTo>
                    <a:pt x="70684" y="4558"/>
                  </a:lnTo>
                  <a:cubicBezTo>
                    <a:pt x="65867" y="2522"/>
                    <a:pt x="60933" y="968"/>
                    <a:pt x="55883" y="-104"/>
                  </a:cubicBezTo>
                  <a:cubicBezTo>
                    <a:pt x="50832" y="-1176"/>
                    <a:pt x="45712" y="-1713"/>
                    <a:pt x="40522" y="-1713"/>
                  </a:cubicBezTo>
                  <a:cubicBezTo>
                    <a:pt x="27500" y="-1713"/>
                    <a:pt x="17189" y="2071"/>
                    <a:pt x="9591" y="9639"/>
                  </a:cubicBezTo>
                  <a:cubicBezTo>
                    <a:pt x="1992" y="17222"/>
                    <a:pt x="-1807" y="27478"/>
                    <a:pt x="-1807" y="40407"/>
                  </a:cubicBezTo>
                  <a:cubicBezTo>
                    <a:pt x="-1807" y="53755"/>
                    <a:pt x="1798" y="64346"/>
                    <a:pt x="9008" y="72177"/>
                  </a:cubicBezTo>
                  <a:cubicBezTo>
                    <a:pt x="16218" y="80025"/>
                    <a:pt x="25946" y="83949"/>
                    <a:pt x="38191" y="83949"/>
                  </a:cubicBezTo>
                  <a:cubicBezTo>
                    <a:pt x="49162" y="83949"/>
                    <a:pt x="57841" y="80413"/>
                    <a:pt x="64227" y="73343"/>
                  </a:cubicBezTo>
                  <a:cubicBezTo>
                    <a:pt x="70614" y="66288"/>
                    <a:pt x="73807" y="56692"/>
                    <a:pt x="73807" y="44556"/>
                  </a:cubicBezTo>
                  <a:close/>
                  <a:moveTo>
                    <a:pt x="60405" y="48495"/>
                  </a:moveTo>
                  <a:cubicBezTo>
                    <a:pt x="60311" y="55814"/>
                    <a:pt x="58260" y="61657"/>
                    <a:pt x="54251" y="66024"/>
                  </a:cubicBezTo>
                  <a:cubicBezTo>
                    <a:pt x="50242" y="70406"/>
                    <a:pt x="44935" y="72597"/>
                    <a:pt x="38331" y="72597"/>
                  </a:cubicBezTo>
                  <a:cubicBezTo>
                    <a:pt x="30856" y="72597"/>
                    <a:pt x="24874" y="70484"/>
                    <a:pt x="20383" y="66257"/>
                  </a:cubicBezTo>
                  <a:cubicBezTo>
                    <a:pt x="15892" y="62030"/>
                    <a:pt x="13305" y="56079"/>
                    <a:pt x="12621" y="48402"/>
                  </a:cubicBezTo>
                  <a:lnTo>
                    <a:pt x="60405" y="48495"/>
                  </a:lnTo>
                  <a:close/>
                </a:path>
              </a:pathLst>
            </a:custGeom>
            <a:solidFill>
              <a:srgbClr val="FFFFFF"/>
            </a:solidFill>
            <a:ln w="2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9434EC1A-2EF9-7CF2-50C9-6317BB3996E0}"/>
                </a:ext>
              </a:extLst>
            </p:cNvPr>
            <p:cNvSpPr/>
            <p:nvPr/>
          </p:nvSpPr>
          <p:spPr>
            <a:xfrm flipV="1">
              <a:off x="3127830" y="958776"/>
              <a:ext cx="62351" cy="85661"/>
            </a:xfrm>
            <a:custGeom>
              <a:avLst/>
              <a:gdLst>
                <a:gd name="csX0" fmla="*/ 56460 w 62351"/>
                <a:gd name="csY0" fmla="*/ 79590 h 85661"/>
                <a:gd name="csX1" fmla="*/ 56460 w 62351"/>
                <a:gd name="csY1" fmla="*/ 66910 h 85661"/>
                <a:gd name="csX2" fmla="*/ 44665 w 62351"/>
                <a:gd name="csY2" fmla="*/ 71268 h 85661"/>
                <a:gd name="csX3" fmla="*/ 31985 w 62351"/>
                <a:gd name="csY3" fmla="*/ 72737 h 85661"/>
                <a:gd name="csX4" fmla="*/ 17021 w 62351"/>
                <a:gd name="csY4" fmla="*/ 69683 h 85661"/>
                <a:gd name="csX5" fmla="*/ 12032 w 62351"/>
                <a:gd name="csY5" fmla="*/ 60500 h 85661"/>
                <a:gd name="csX6" fmla="*/ 15599 w 62351"/>
                <a:gd name="csY6" fmla="*/ 53180 h 85661"/>
                <a:gd name="csX7" fmla="*/ 29957 w 62351"/>
                <a:gd name="csY7" fmla="*/ 48122 h 85661"/>
                <a:gd name="csX8" fmla="*/ 34549 w 62351"/>
                <a:gd name="csY8" fmla="*/ 47097 h 85661"/>
                <a:gd name="csX9" fmla="*/ 54828 w 62351"/>
                <a:gd name="csY9" fmla="*/ 38472 h 85661"/>
                <a:gd name="csX10" fmla="*/ 60842 w 62351"/>
                <a:gd name="csY10" fmla="*/ 22925 h 85661"/>
                <a:gd name="csX11" fmla="*/ 51844 w 62351"/>
                <a:gd name="csY11" fmla="*/ 4907 h 85661"/>
                <a:gd name="csX12" fmla="*/ 27113 w 62351"/>
                <a:gd name="csY12" fmla="*/ -1713 h 85661"/>
                <a:gd name="csX13" fmla="*/ 13454 w 62351"/>
                <a:gd name="csY13" fmla="*/ -431 h 85661"/>
                <a:gd name="csX14" fmla="*/ -1510 w 62351"/>
                <a:gd name="csY14" fmla="*/ 3392 h 85661"/>
                <a:gd name="csX15" fmla="*/ -1510 w 62351"/>
                <a:gd name="csY15" fmla="*/ 17238 h 85661"/>
                <a:gd name="csX16" fmla="*/ 13128 w 62351"/>
                <a:gd name="csY16" fmla="*/ 11434 h 85661"/>
                <a:gd name="csX17" fmla="*/ 27416 w 62351"/>
                <a:gd name="csY17" fmla="*/ 9522 h 85661"/>
                <a:gd name="csX18" fmla="*/ 41961 w 62351"/>
                <a:gd name="csY18" fmla="*/ 12762 h 85661"/>
                <a:gd name="csX19" fmla="*/ 47066 w 62351"/>
                <a:gd name="csY19" fmla="*/ 21900 h 85661"/>
                <a:gd name="csX20" fmla="*/ 43383 w 62351"/>
                <a:gd name="csY20" fmla="*/ 30268 h 85661"/>
                <a:gd name="csX21" fmla="*/ 27253 w 62351"/>
                <a:gd name="csY21" fmla="*/ 35885 h 85661"/>
                <a:gd name="csX22" fmla="*/ 22591 w 62351"/>
                <a:gd name="csY22" fmla="*/ 36981 h 85661"/>
                <a:gd name="csX23" fmla="*/ 4597 w 62351"/>
                <a:gd name="csY23" fmla="*/ 45022 h 85661"/>
                <a:gd name="csX24" fmla="*/ -927 w 62351"/>
                <a:gd name="csY24" fmla="*/ 59917 h 85661"/>
                <a:gd name="csX25" fmla="*/ 7231 w 62351"/>
                <a:gd name="csY25" fmla="*/ 77678 h 85661"/>
                <a:gd name="csX26" fmla="*/ 30400 w 62351"/>
                <a:gd name="csY26" fmla="*/ 83949 h 85661"/>
                <a:gd name="csX27" fmla="*/ 44362 w 62351"/>
                <a:gd name="csY27" fmla="*/ 82853 h 85661"/>
                <a:gd name="csX28" fmla="*/ 56460 w 62351"/>
                <a:gd name="csY28" fmla="*/ 79590 h 85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</a:cxnLst>
              <a:rect l="l" t="t" r="r" b="b"/>
              <a:pathLst>
                <a:path w="62351" h="85661">
                  <a:moveTo>
                    <a:pt x="56460" y="79590"/>
                  </a:moveTo>
                  <a:lnTo>
                    <a:pt x="56460" y="66910"/>
                  </a:lnTo>
                  <a:cubicBezTo>
                    <a:pt x="52684" y="68852"/>
                    <a:pt x="48752" y="70305"/>
                    <a:pt x="44665" y="71268"/>
                  </a:cubicBezTo>
                  <a:cubicBezTo>
                    <a:pt x="40594" y="72247"/>
                    <a:pt x="36367" y="72737"/>
                    <a:pt x="31985" y="72737"/>
                  </a:cubicBezTo>
                  <a:cubicBezTo>
                    <a:pt x="25334" y="72737"/>
                    <a:pt x="20346" y="71719"/>
                    <a:pt x="17021" y="69683"/>
                  </a:cubicBezTo>
                  <a:cubicBezTo>
                    <a:pt x="13695" y="67648"/>
                    <a:pt x="12032" y="64586"/>
                    <a:pt x="12032" y="60500"/>
                  </a:cubicBezTo>
                  <a:cubicBezTo>
                    <a:pt x="12032" y="57392"/>
                    <a:pt x="13221" y="54952"/>
                    <a:pt x="15599" y="53180"/>
                  </a:cubicBezTo>
                  <a:cubicBezTo>
                    <a:pt x="17976" y="51409"/>
                    <a:pt x="22762" y="49723"/>
                    <a:pt x="29957" y="48122"/>
                  </a:cubicBezTo>
                  <a:lnTo>
                    <a:pt x="34549" y="47097"/>
                  </a:lnTo>
                  <a:cubicBezTo>
                    <a:pt x="44059" y="45061"/>
                    <a:pt x="50819" y="42186"/>
                    <a:pt x="54828" y="38472"/>
                  </a:cubicBezTo>
                  <a:cubicBezTo>
                    <a:pt x="58837" y="34758"/>
                    <a:pt x="60842" y="29576"/>
                    <a:pt x="60842" y="22925"/>
                  </a:cubicBezTo>
                  <a:cubicBezTo>
                    <a:pt x="60842" y="15342"/>
                    <a:pt x="57843" y="9336"/>
                    <a:pt x="51844" y="4907"/>
                  </a:cubicBezTo>
                  <a:cubicBezTo>
                    <a:pt x="45846" y="494"/>
                    <a:pt x="37603" y="-1713"/>
                    <a:pt x="27113" y="-1713"/>
                  </a:cubicBezTo>
                  <a:cubicBezTo>
                    <a:pt x="22747" y="-1713"/>
                    <a:pt x="18194" y="-1285"/>
                    <a:pt x="13454" y="-431"/>
                  </a:cubicBezTo>
                  <a:cubicBezTo>
                    <a:pt x="8715" y="424"/>
                    <a:pt x="3727" y="1698"/>
                    <a:pt x="-1510" y="3392"/>
                  </a:cubicBezTo>
                  <a:lnTo>
                    <a:pt x="-1510" y="17238"/>
                  </a:lnTo>
                  <a:cubicBezTo>
                    <a:pt x="3447" y="14658"/>
                    <a:pt x="8326" y="12724"/>
                    <a:pt x="13128" y="11434"/>
                  </a:cubicBezTo>
                  <a:cubicBezTo>
                    <a:pt x="17930" y="10160"/>
                    <a:pt x="22693" y="9522"/>
                    <a:pt x="27416" y="9522"/>
                  </a:cubicBezTo>
                  <a:cubicBezTo>
                    <a:pt x="33725" y="9522"/>
                    <a:pt x="38574" y="10602"/>
                    <a:pt x="41961" y="12762"/>
                  </a:cubicBezTo>
                  <a:cubicBezTo>
                    <a:pt x="45365" y="14922"/>
                    <a:pt x="47066" y="17968"/>
                    <a:pt x="47066" y="21900"/>
                  </a:cubicBezTo>
                  <a:cubicBezTo>
                    <a:pt x="47066" y="25536"/>
                    <a:pt x="45838" y="28325"/>
                    <a:pt x="43383" y="30268"/>
                  </a:cubicBezTo>
                  <a:cubicBezTo>
                    <a:pt x="40944" y="32210"/>
                    <a:pt x="35567" y="34083"/>
                    <a:pt x="27253" y="35885"/>
                  </a:cubicBezTo>
                  <a:lnTo>
                    <a:pt x="22591" y="36981"/>
                  </a:lnTo>
                  <a:cubicBezTo>
                    <a:pt x="14293" y="38721"/>
                    <a:pt x="8295" y="41402"/>
                    <a:pt x="4597" y="45022"/>
                  </a:cubicBezTo>
                  <a:cubicBezTo>
                    <a:pt x="914" y="48643"/>
                    <a:pt x="-927" y="53608"/>
                    <a:pt x="-927" y="59917"/>
                  </a:cubicBezTo>
                  <a:cubicBezTo>
                    <a:pt x="-927" y="67593"/>
                    <a:pt x="1792" y="73514"/>
                    <a:pt x="7231" y="77678"/>
                  </a:cubicBezTo>
                  <a:cubicBezTo>
                    <a:pt x="12670" y="81858"/>
                    <a:pt x="20393" y="83949"/>
                    <a:pt x="30400" y="83949"/>
                  </a:cubicBezTo>
                  <a:cubicBezTo>
                    <a:pt x="35342" y="83949"/>
                    <a:pt x="39996" y="83583"/>
                    <a:pt x="44362" y="82853"/>
                  </a:cubicBezTo>
                  <a:cubicBezTo>
                    <a:pt x="48744" y="82138"/>
                    <a:pt x="52777" y="81050"/>
                    <a:pt x="56460" y="79590"/>
                  </a:cubicBezTo>
                  <a:close/>
                </a:path>
              </a:pathLst>
            </a:custGeom>
            <a:solidFill>
              <a:srgbClr val="FFFFFF"/>
            </a:solidFill>
            <a:ln w="2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DEE986DA-C59D-8969-FBED-98C9458DBA40}"/>
                </a:ext>
              </a:extLst>
            </p:cNvPr>
            <p:cNvSpPr/>
            <p:nvPr/>
          </p:nvSpPr>
          <p:spPr>
            <a:xfrm flipV="1">
              <a:off x="3201473" y="937565"/>
              <a:ext cx="50907" cy="104751"/>
            </a:xfrm>
            <a:custGeom>
              <a:avLst/>
              <a:gdLst>
                <a:gd name="csX0" fmla="*/ 22225 w 50907"/>
                <a:gd name="csY0" fmla="*/ 102537 h 104751"/>
                <a:gd name="csX1" fmla="*/ 22225 w 50907"/>
                <a:gd name="csY1" fmla="*/ 79368 h 104751"/>
                <a:gd name="csX2" fmla="*/ 49823 w 50907"/>
                <a:gd name="csY2" fmla="*/ 79368 h 104751"/>
                <a:gd name="csX3" fmla="*/ 49823 w 50907"/>
                <a:gd name="csY3" fmla="*/ 68949 h 104751"/>
                <a:gd name="csX4" fmla="*/ 22225 w 50907"/>
                <a:gd name="csY4" fmla="*/ 68949 h 104751"/>
                <a:gd name="csX5" fmla="*/ 22225 w 50907"/>
                <a:gd name="csY5" fmla="*/ 24661 h 104751"/>
                <a:gd name="csX6" fmla="*/ 24952 w 50907"/>
                <a:gd name="csY6" fmla="*/ 11841 h 104751"/>
                <a:gd name="csX7" fmla="*/ 36071 w 50907"/>
                <a:gd name="csY7" fmla="*/ 8998 h 104751"/>
                <a:gd name="csX8" fmla="*/ 49823 w 50907"/>
                <a:gd name="csY8" fmla="*/ 8998 h 104751"/>
                <a:gd name="csX9" fmla="*/ 49823 w 50907"/>
                <a:gd name="csY9" fmla="*/ -2214 h 104751"/>
                <a:gd name="csX10" fmla="*/ 36071 w 50907"/>
                <a:gd name="csY10" fmla="*/ -2214 h 104751"/>
                <a:gd name="csX11" fmla="*/ 14649 w 50907"/>
                <a:gd name="csY11" fmla="*/ 3567 h 104751"/>
                <a:gd name="csX12" fmla="*/ 8752 w 50907"/>
                <a:gd name="csY12" fmla="*/ 24661 h 104751"/>
                <a:gd name="csX13" fmla="*/ 8752 w 50907"/>
                <a:gd name="csY13" fmla="*/ 68949 h 104751"/>
                <a:gd name="csX14" fmla="*/ -1084 w 50907"/>
                <a:gd name="csY14" fmla="*/ 68949 h 104751"/>
                <a:gd name="csX15" fmla="*/ -1084 w 50907"/>
                <a:gd name="csY15" fmla="*/ 79368 h 104751"/>
                <a:gd name="csX16" fmla="*/ 8752 w 50907"/>
                <a:gd name="csY16" fmla="*/ 79368 h 104751"/>
                <a:gd name="csX17" fmla="*/ 8752 w 50907"/>
                <a:gd name="csY17" fmla="*/ 102537 h 104751"/>
                <a:gd name="csX18" fmla="*/ 22225 w 50907"/>
                <a:gd name="csY18" fmla="*/ 102537 h 1047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50907" h="104751">
                  <a:moveTo>
                    <a:pt x="22225" y="102537"/>
                  </a:moveTo>
                  <a:lnTo>
                    <a:pt x="22225" y="79368"/>
                  </a:lnTo>
                  <a:lnTo>
                    <a:pt x="49823" y="79368"/>
                  </a:lnTo>
                  <a:lnTo>
                    <a:pt x="49823" y="68949"/>
                  </a:lnTo>
                  <a:lnTo>
                    <a:pt x="22225" y="68949"/>
                  </a:lnTo>
                  <a:lnTo>
                    <a:pt x="22225" y="24661"/>
                  </a:lnTo>
                  <a:cubicBezTo>
                    <a:pt x="22225" y="18011"/>
                    <a:pt x="23134" y="13737"/>
                    <a:pt x="24952" y="11841"/>
                  </a:cubicBezTo>
                  <a:cubicBezTo>
                    <a:pt x="26770" y="9946"/>
                    <a:pt x="30476" y="8998"/>
                    <a:pt x="36071" y="8998"/>
                  </a:cubicBezTo>
                  <a:lnTo>
                    <a:pt x="49823" y="8998"/>
                  </a:lnTo>
                  <a:lnTo>
                    <a:pt x="49823" y="-2214"/>
                  </a:lnTo>
                  <a:lnTo>
                    <a:pt x="36071" y="-2214"/>
                  </a:lnTo>
                  <a:cubicBezTo>
                    <a:pt x="25721" y="-2214"/>
                    <a:pt x="18581" y="-287"/>
                    <a:pt x="14649" y="3567"/>
                  </a:cubicBezTo>
                  <a:cubicBezTo>
                    <a:pt x="10718" y="7436"/>
                    <a:pt x="8752" y="14468"/>
                    <a:pt x="8752" y="24661"/>
                  </a:cubicBezTo>
                  <a:lnTo>
                    <a:pt x="8752" y="68949"/>
                  </a:lnTo>
                  <a:lnTo>
                    <a:pt x="-1084" y="68949"/>
                  </a:lnTo>
                  <a:lnTo>
                    <a:pt x="-1084" y="79368"/>
                  </a:lnTo>
                  <a:lnTo>
                    <a:pt x="8752" y="79368"/>
                  </a:lnTo>
                  <a:lnTo>
                    <a:pt x="8752" y="102537"/>
                  </a:lnTo>
                  <a:lnTo>
                    <a:pt x="22225" y="102537"/>
                  </a:lnTo>
                  <a:close/>
                </a:path>
              </a:pathLst>
            </a:custGeom>
            <a:solidFill>
              <a:srgbClr val="FFFFFF"/>
            </a:solidFill>
            <a:ln w="2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8904A8A9-7BE6-1F4B-789F-BE8EA51F60C9}"/>
                </a:ext>
              </a:extLst>
            </p:cNvPr>
            <p:cNvSpPr/>
            <p:nvPr/>
          </p:nvSpPr>
          <p:spPr>
            <a:xfrm flipV="1">
              <a:off x="3254487" y="1067094"/>
              <a:ext cx="77526" cy="10395"/>
            </a:xfrm>
            <a:custGeom>
              <a:avLst/>
              <a:gdLst>
                <a:gd name="csX0" fmla="*/ 76111 w 77526"/>
                <a:gd name="csY0" fmla="*/ 11721 h 10395"/>
                <a:gd name="csX1" fmla="*/ 76111 w 77526"/>
                <a:gd name="csY1" fmla="*/ 1326 h 10395"/>
                <a:gd name="csX2" fmla="*/ -1415 w 77526"/>
                <a:gd name="csY2" fmla="*/ 1326 h 10395"/>
                <a:gd name="csX3" fmla="*/ -1415 w 77526"/>
                <a:gd name="csY3" fmla="*/ 11721 h 10395"/>
                <a:gd name="csX4" fmla="*/ 76111 w 77526"/>
                <a:gd name="csY4" fmla="*/ 11721 h 103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7526" h="10395">
                  <a:moveTo>
                    <a:pt x="76111" y="11721"/>
                  </a:moveTo>
                  <a:lnTo>
                    <a:pt x="76111" y="1326"/>
                  </a:lnTo>
                  <a:lnTo>
                    <a:pt x="-1415" y="1326"/>
                  </a:lnTo>
                  <a:lnTo>
                    <a:pt x="-1415" y="11721"/>
                  </a:lnTo>
                  <a:lnTo>
                    <a:pt x="76111" y="11721"/>
                  </a:lnTo>
                  <a:close/>
                </a:path>
              </a:pathLst>
            </a:custGeom>
            <a:solidFill>
              <a:srgbClr val="FFFFFF"/>
            </a:solidFill>
            <a:ln w="2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DC1ED7D1-AB92-D4B9-B624-3C6574406AD9}"/>
                </a:ext>
              </a:extLst>
            </p:cNvPr>
            <p:cNvSpPr/>
            <p:nvPr/>
          </p:nvSpPr>
          <p:spPr>
            <a:xfrm flipV="1">
              <a:off x="3344087" y="928964"/>
              <a:ext cx="73004" cy="115473"/>
            </a:xfrm>
            <a:custGeom>
              <a:avLst/>
              <a:gdLst>
                <a:gd name="csX0" fmla="*/ 57134 w 73004"/>
                <a:gd name="csY0" fmla="*/ 40489 h 115473"/>
                <a:gd name="csX1" fmla="*/ 51050 w 73004"/>
                <a:gd name="csY1" fmla="*/ 63682 h 115473"/>
                <a:gd name="csX2" fmla="*/ 34338 w 73004"/>
                <a:gd name="csY2" fmla="*/ 72096 h 115473"/>
                <a:gd name="csX3" fmla="*/ 17602 w 73004"/>
                <a:gd name="csY3" fmla="*/ 63682 h 115473"/>
                <a:gd name="csX4" fmla="*/ 11518 w 73004"/>
                <a:gd name="csY4" fmla="*/ 40489 h 115473"/>
                <a:gd name="csX5" fmla="*/ 17602 w 73004"/>
                <a:gd name="csY5" fmla="*/ 17296 h 115473"/>
                <a:gd name="csX6" fmla="*/ 34338 w 73004"/>
                <a:gd name="csY6" fmla="*/ 8882 h 115473"/>
                <a:gd name="csX7" fmla="*/ 51050 w 73004"/>
                <a:gd name="csY7" fmla="*/ 17296 h 115473"/>
                <a:gd name="csX8" fmla="*/ 57134 w 73004"/>
                <a:gd name="csY8" fmla="*/ 40489 h 115473"/>
                <a:gd name="csX9" fmla="*/ 11518 w 73004"/>
                <a:gd name="csY9" fmla="*/ 68973 h 115473"/>
                <a:gd name="csX10" fmla="*/ 22193 w 73004"/>
                <a:gd name="csY10" fmla="*/ 79765 h 115473"/>
                <a:gd name="csX11" fmla="*/ 37601 w 73004"/>
                <a:gd name="csY11" fmla="*/ 83308 h 115473"/>
                <a:gd name="csX12" fmla="*/ 61749 w 73004"/>
                <a:gd name="csY12" fmla="*/ 71513 h 115473"/>
                <a:gd name="csX13" fmla="*/ 71049 w 73004"/>
                <a:gd name="csY13" fmla="*/ 40489 h 115473"/>
                <a:gd name="csX14" fmla="*/ 61749 w 73004"/>
                <a:gd name="csY14" fmla="*/ 9441 h 115473"/>
                <a:gd name="csX15" fmla="*/ 37601 w 73004"/>
                <a:gd name="csY15" fmla="*/ -2353 h 115473"/>
                <a:gd name="csX16" fmla="*/ 22193 w 73004"/>
                <a:gd name="csY16" fmla="*/ 1190 h 115473"/>
                <a:gd name="csX17" fmla="*/ 11518 w 73004"/>
                <a:gd name="csY17" fmla="*/ 12005 h 115473"/>
                <a:gd name="csX18" fmla="*/ 11518 w 73004"/>
                <a:gd name="csY18" fmla="*/ -232 h 115473"/>
                <a:gd name="csX19" fmla="*/ -1955 w 73004"/>
                <a:gd name="csY19" fmla="*/ -232 h 115473"/>
                <a:gd name="csX20" fmla="*/ -1955 w 73004"/>
                <a:gd name="csY20" fmla="*/ 113120 h 115473"/>
                <a:gd name="csX21" fmla="*/ 11518 w 73004"/>
                <a:gd name="csY21" fmla="*/ 113120 h 115473"/>
                <a:gd name="csX22" fmla="*/ 11518 w 73004"/>
                <a:gd name="csY22" fmla="*/ 68973 h 11547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73004" h="115473">
                  <a:moveTo>
                    <a:pt x="57134" y="40489"/>
                  </a:moveTo>
                  <a:cubicBezTo>
                    <a:pt x="57134" y="50341"/>
                    <a:pt x="55106" y="58072"/>
                    <a:pt x="51050" y="63682"/>
                  </a:cubicBezTo>
                  <a:cubicBezTo>
                    <a:pt x="46994" y="69291"/>
                    <a:pt x="41423" y="72096"/>
                    <a:pt x="34338" y="72096"/>
                  </a:cubicBezTo>
                  <a:cubicBezTo>
                    <a:pt x="27236" y="72096"/>
                    <a:pt x="21657" y="69291"/>
                    <a:pt x="17602" y="63682"/>
                  </a:cubicBezTo>
                  <a:cubicBezTo>
                    <a:pt x="13546" y="58072"/>
                    <a:pt x="11518" y="50341"/>
                    <a:pt x="11518" y="40489"/>
                  </a:cubicBezTo>
                  <a:cubicBezTo>
                    <a:pt x="11518" y="30637"/>
                    <a:pt x="13546" y="22906"/>
                    <a:pt x="17602" y="17296"/>
                  </a:cubicBezTo>
                  <a:cubicBezTo>
                    <a:pt x="21657" y="11687"/>
                    <a:pt x="27236" y="8882"/>
                    <a:pt x="34338" y="8882"/>
                  </a:cubicBezTo>
                  <a:cubicBezTo>
                    <a:pt x="41423" y="8882"/>
                    <a:pt x="46994" y="11687"/>
                    <a:pt x="51050" y="17296"/>
                  </a:cubicBezTo>
                  <a:cubicBezTo>
                    <a:pt x="55106" y="22906"/>
                    <a:pt x="57134" y="30637"/>
                    <a:pt x="57134" y="40489"/>
                  </a:cubicBezTo>
                  <a:close/>
                  <a:moveTo>
                    <a:pt x="11518" y="68973"/>
                  </a:moveTo>
                  <a:cubicBezTo>
                    <a:pt x="14346" y="73821"/>
                    <a:pt x="17905" y="77418"/>
                    <a:pt x="22193" y="79765"/>
                  </a:cubicBezTo>
                  <a:cubicBezTo>
                    <a:pt x="26498" y="82127"/>
                    <a:pt x="31634" y="83308"/>
                    <a:pt x="37601" y="83308"/>
                  </a:cubicBezTo>
                  <a:cubicBezTo>
                    <a:pt x="47515" y="83308"/>
                    <a:pt x="55564" y="79376"/>
                    <a:pt x="61749" y="71513"/>
                  </a:cubicBezTo>
                  <a:cubicBezTo>
                    <a:pt x="67949" y="63650"/>
                    <a:pt x="71049" y="53309"/>
                    <a:pt x="71049" y="40489"/>
                  </a:cubicBezTo>
                  <a:cubicBezTo>
                    <a:pt x="71049" y="27669"/>
                    <a:pt x="67949" y="17320"/>
                    <a:pt x="61749" y="9441"/>
                  </a:cubicBezTo>
                  <a:cubicBezTo>
                    <a:pt x="55564" y="1578"/>
                    <a:pt x="47515" y="-2353"/>
                    <a:pt x="37601" y="-2353"/>
                  </a:cubicBezTo>
                  <a:cubicBezTo>
                    <a:pt x="31634" y="-2353"/>
                    <a:pt x="26498" y="-1172"/>
                    <a:pt x="22193" y="1190"/>
                  </a:cubicBezTo>
                  <a:cubicBezTo>
                    <a:pt x="17905" y="3552"/>
                    <a:pt x="14346" y="7157"/>
                    <a:pt x="11518" y="12005"/>
                  </a:cubicBezTo>
                  <a:lnTo>
                    <a:pt x="11518" y="-232"/>
                  </a:lnTo>
                  <a:lnTo>
                    <a:pt x="-1955" y="-232"/>
                  </a:lnTo>
                  <a:lnTo>
                    <a:pt x="-1955" y="113120"/>
                  </a:lnTo>
                  <a:lnTo>
                    <a:pt x="11518" y="113120"/>
                  </a:lnTo>
                  <a:lnTo>
                    <a:pt x="11518" y="68973"/>
                  </a:lnTo>
                  <a:close/>
                </a:path>
              </a:pathLst>
            </a:custGeom>
            <a:solidFill>
              <a:srgbClr val="FFFFFF"/>
            </a:solidFill>
            <a:ln w="2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721A5293-B2DA-C9DA-D758-D72F21ED5AE8}"/>
                </a:ext>
              </a:extLst>
            </p:cNvPr>
            <p:cNvSpPr/>
            <p:nvPr/>
          </p:nvSpPr>
          <p:spPr>
            <a:xfrm flipV="1">
              <a:off x="3433466" y="958776"/>
              <a:ext cx="75614" cy="85661"/>
            </a:xfrm>
            <a:custGeom>
              <a:avLst/>
              <a:gdLst>
                <a:gd name="csX0" fmla="*/ 73839 w 75614"/>
                <a:gd name="csY0" fmla="*/ 44556 h 85661"/>
                <a:gd name="csX1" fmla="*/ 73839 w 75614"/>
                <a:gd name="csY1" fmla="*/ 38006 h 85661"/>
                <a:gd name="csX2" fmla="*/ 12210 w 75614"/>
                <a:gd name="csY2" fmla="*/ 38006 h 85661"/>
                <a:gd name="csX3" fmla="*/ 20555 w 75614"/>
                <a:gd name="csY3" fmla="*/ 16911 h 85661"/>
                <a:gd name="csX4" fmla="*/ 41346 w 75614"/>
                <a:gd name="csY4" fmla="*/ 9662 h 85661"/>
                <a:gd name="csX5" fmla="*/ 56311 w 75614"/>
                <a:gd name="csY5" fmla="*/ 11550 h 85661"/>
                <a:gd name="csX6" fmla="*/ 70716 w 75614"/>
                <a:gd name="csY6" fmla="*/ 17238 h 85661"/>
                <a:gd name="csX7" fmla="*/ 70716 w 75614"/>
                <a:gd name="csY7" fmla="*/ 4558 h 85661"/>
                <a:gd name="csX8" fmla="*/ 55915 w 75614"/>
                <a:gd name="csY8" fmla="*/ -104 h 85661"/>
                <a:gd name="csX9" fmla="*/ 40554 w 75614"/>
                <a:gd name="csY9" fmla="*/ -1713 h 85661"/>
                <a:gd name="csX10" fmla="*/ 9623 w 75614"/>
                <a:gd name="csY10" fmla="*/ 9639 h 85661"/>
                <a:gd name="csX11" fmla="*/ -1776 w 75614"/>
                <a:gd name="csY11" fmla="*/ 40407 h 85661"/>
                <a:gd name="csX12" fmla="*/ 9040 w 75614"/>
                <a:gd name="csY12" fmla="*/ 72177 h 85661"/>
                <a:gd name="csX13" fmla="*/ 38223 w 75614"/>
                <a:gd name="csY13" fmla="*/ 83949 h 85661"/>
                <a:gd name="csX14" fmla="*/ 64259 w 75614"/>
                <a:gd name="csY14" fmla="*/ 73343 h 85661"/>
                <a:gd name="csX15" fmla="*/ 73839 w 75614"/>
                <a:gd name="csY15" fmla="*/ 44556 h 85661"/>
                <a:gd name="csX16" fmla="*/ 60437 w 75614"/>
                <a:gd name="csY16" fmla="*/ 48495 h 85661"/>
                <a:gd name="csX17" fmla="*/ 54283 w 75614"/>
                <a:gd name="csY17" fmla="*/ 66024 h 85661"/>
                <a:gd name="csX18" fmla="*/ 38363 w 75614"/>
                <a:gd name="csY18" fmla="*/ 72597 h 85661"/>
                <a:gd name="csX19" fmla="*/ 20415 w 75614"/>
                <a:gd name="csY19" fmla="*/ 66257 h 85661"/>
                <a:gd name="csX20" fmla="*/ 12653 w 75614"/>
                <a:gd name="csY20" fmla="*/ 48402 h 85661"/>
                <a:gd name="csX21" fmla="*/ 60437 w 75614"/>
                <a:gd name="csY21" fmla="*/ 48495 h 85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75614" h="85661">
                  <a:moveTo>
                    <a:pt x="73839" y="44556"/>
                  </a:moveTo>
                  <a:lnTo>
                    <a:pt x="73839" y="38006"/>
                  </a:lnTo>
                  <a:lnTo>
                    <a:pt x="12210" y="38006"/>
                  </a:lnTo>
                  <a:cubicBezTo>
                    <a:pt x="12800" y="28776"/>
                    <a:pt x="15582" y="21744"/>
                    <a:pt x="20555" y="16911"/>
                  </a:cubicBezTo>
                  <a:cubicBezTo>
                    <a:pt x="25527" y="12079"/>
                    <a:pt x="32458" y="9662"/>
                    <a:pt x="41346" y="9662"/>
                  </a:cubicBezTo>
                  <a:cubicBezTo>
                    <a:pt x="46490" y="9662"/>
                    <a:pt x="51478" y="10292"/>
                    <a:pt x="56311" y="11550"/>
                  </a:cubicBezTo>
                  <a:cubicBezTo>
                    <a:pt x="61144" y="12809"/>
                    <a:pt x="65945" y="14705"/>
                    <a:pt x="70716" y="17238"/>
                  </a:cubicBezTo>
                  <a:lnTo>
                    <a:pt x="70716" y="4558"/>
                  </a:lnTo>
                  <a:cubicBezTo>
                    <a:pt x="65899" y="2522"/>
                    <a:pt x="60965" y="968"/>
                    <a:pt x="55915" y="-104"/>
                  </a:cubicBezTo>
                  <a:cubicBezTo>
                    <a:pt x="50864" y="-1176"/>
                    <a:pt x="45744" y="-1713"/>
                    <a:pt x="40554" y="-1713"/>
                  </a:cubicBezTo>
                  <a:cubicBezTo>
                    <a:pt x="27532" y="-1713"/>
                    <a:pt x="17221" y="2071"/>
                    <a:pt x="9623" y="9639"/>
                  </a:cubicBezTo>
                  <a:cubicBezTo>
                    <a:pt x="2024" y="17222"/>
                    <a:pt x="-1776" y="27478"/>
                    <a:pt x="-1776" y="40407"/>
                  </a:cubicBezTo>
                  <a:cubicBezTo>
                    <a:pt x="-1776" y="53755"/>
                    <a:pt x="1830" y="64346"/>
                    <a:pt x="9040" y="72177"/>
                  </a:cubicBezTo>
                  <a:cubicBezTo>
                    <a:pt x="16250" y="80025"/>
                    <a:pt x="25978" y="83949"/>
                    <a:pt x="38223" y="83949"/>
                  </a:cubicBezTo>
                  <a:cubicBezTo>
                    <a:pt x="49194" y="83949"/>
                    <a:pt x="57873" y="80413"/>
                    <a:pt x="64259" y="73343"/>
                  </a:cubicBezTo>
                  <a:cubicBezTo>
                    <a:pt x="70646" y="66288"/>
                    <a:pt x="73839" y="56692"/>
                    <a:pt x="73839" y="44556"/>
                  </a:cubicBezTo>
                  <a:close/>
                  <a:moveTo>
                    <a:pt x="60437" y="48495"/>
                  </a:moveTo>
                  <a:cubicBezTo>
                    <a:pt x="60343" y="55814"/>
                    <a:pt x="58292" y="61657"/>
                    <a:pt x="54283" y="66024"/>
                  </a:cubicBezTo>
                  <a:cubicBezTo>
                    <a:pt x="50274" y="70406"/>
                    <a:pt x="44967" y="72597"/>
                    <a:pt x="38363" y="72597"/>
                  </a:cubicBezTo>
                  <a:cubicBezTo>
                    <a:pt x="30888" y="72597"/>
                    <a:pt x="24906" y="70484"/>
                    <a:pt x="20415" y="66257"/>
                  </a:cubicBezTo>
                  <a:cubicBezTo>
                    <a:pt x="15924" y="62030"/>
                    <a:pt x="13337" y="56079"/>
                    <a:pt x="12653" y="48402"/>
                  </a:cubicBezTo>
                  <a:lnTo>
                    <a:pt x="60437" y="48495"/>
                  </a:lnTo>
                  <a:close/>
                </a:path>
              </a:pathLst>
            </a:custGeom>
            <a:solidFill>
              <a:srgbClr val="FFFFFF"/>
            </a:solidFill>
            <a:ln w="2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5C2901C2-0921-64B1-9A47-374FF8919E5F}"/>
                </a:ext>
              </a:extLst>
            </p:cNvPr>
            <p:cNvSpPr/>
            <p:nvPr/>
          </p:nvSpPr>
          <p:spPr>
            <a:xfrm flipV="1">
              <a:off x="3525106" y="958776"/>
              <a:ext cx="62351" cy="85661"/>
            </a:xfrm>
            <a:custGeom>
              <a:avLst/>
              <a:gdLst>
                <a:gd name="csX0" fmla="*/ 56492 w 62351"/>
                <a:gd name="csY0" fmla="*/ 79590 h 85661"/>
                <a:gd name="csX1" fmla="*/ 56492 w 62351"/>
                <a:gd name="csY1" fmla="*/ 66910 h 85661"/>
                <a:gd name="csX2" fmla="*/ 44697 w 62351"/>
                <a:gd name="csY2" fmla="*/ 71268 h 85661"/>
                <a:gd name="csX3" fmla="*/ 32017 w 62351"/>
                <a:gd name="csY3" fmla="*/ 72737 h 85661"/>
                <a:gd name="csX4" fmla="*/ 17053 w 62351"/>
                <a:gd name="csY4" fmla="*/ 69683 h 85661"/>
                <a:gd name="csX5" fmla="*/ 12064 w 62351"/>
                <a:gd name="csY5" fmla="*/ 60500 h 85661"/>
                <a:gd name="csX6" fmla="*/ 15631 w 62351"/>
                <a:gd name="csY6" fmla="*/ 53180 h 85661"/>
                <a:gd name="csX7" fmla="*/ 29989 w 62351"/>
                <a:gd name="csY7" fmla="*/ 48122 h 85661"/>
                <a:gd name="csX8" fmla="*/ 34581 w 62351"/>
                <a:gd name="csY8" fmla="*/ 47097 h 85661"/>
                <a:gd name="csX9" fmla="*/ 54860 w 62351"/>
                <a:gd name="csY9" fmla="*/ 38472 h 85661"/>
                <a:gd name="csX10" fmla="*/ 60874 w 62351"/>
                <a:gd name="csY10" fmla="*/ 22925 h 85661"/>
                <a:gd name="csX11" fmla="*/ 51876 w 62351"/>
                <a:gd name="csY11" fmla="*/ 4907 h 85661"/>
                <a:gd name="csX12" fmla="*/ 27145 w 62351"/>
                <a:gd name="csY12" fmla="*/ -1713 h 85661"/>
                <a:gd name="csX13" fmla="*/ 13486 w 62351"/>
                <a:gd name="csY13" fmla="*/ -431 h 85661"/>
                <a:gd name="csX14" fmla="*/ -1478 w 62351"/>
                <a:gd name="csY14" fmla="*/ 3392 h 85661"/>
                <a:gd name="csX15" fmla="*/ -1478 w 62351"/>
                <a:gd name="csY15" fmla="*/ 17238 h 85661"/>
                <a:gd name="csX16" fmla="*/ 13160 w 62351"/>
                <a:gd name="csY16" fmla="*/ 11434 h 85661"/>
                <a:gd name="csX17" fmla="*/ 27448 w 62351"/>
                <a:gd name="csY17" fmla="*/ 9522 h 85661"/>
                <a:gd name="csX18" fmla="*/ 41993 w 62351"/>
                <a:gd name="csY18" fmla="*/ 12762 h 85661"/>
                <a:gd name="csX19" fmla="*/ 47098 w 62351"/>
                <a:gd name="csY19" fmla="*/ 21900 h 85661"/>
                <a:gd name="csX20" fmla="*/ 43415 w 62351"/>
                <a:gd name="csY20" fmla="*/ 30268 h 85661"/>
                <a:gd name="csX21" fmla="*/ 27285 w 62351"/>
                <a:gd name="csY21" fmla="*/ 35885 h 85661"/>
                <a:gd name="csX22" fmla="*/ 22623 w 62351"/>
                <a:gd name="csY22" fmla="*/ 36981 h 85661"/>
                <a:gd name="csX23" fmla="*/ 4629 w 62351"/>
                <a:gd name="csY23" fmla="*/ 45022 h 85661"/>
                <a:gd name="csX24" fmla="*/ -895 w 62351"/>
                <a:gd name="csY24" fmla="*/ 59917 h 85661"/>
                <a:gd name="csX25" fmla="*/ 7263 w 62351"/>
                <a:gd name="csY25" fmla="*/ 77678 h 85661"/>
                <a:gd name="csX26" fmla="*/ 30432 w 62351"/>
                <a:gd name="csY26" fmla="*/ 83949 h 85661"/>
                <a:gd name="csX27" fmla="*/ 44394 w 62351"/>
                <a:gd name="csY27" fmla="*/ 82853 h 85661"/>
                <a:gd name="csX28" fmla="*/ 56492 w 62351"/>
                <a:gd name="csY28" fmla="*/ 79590 h 85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</a:cxnLst>
              <a:rect l="l" t="t" r="r" b="b"/>
              <a:pathLst>
                <a:path w="62351" h="85661">
                  <a:moveTo>
                    <a:pt x="56492" y="79590"/>
                  </a:moveTo>
                  <a:lnTo>
                    <a:pt x="56492" y="66910"/>
                  </a:lnTo>
                  <a:cubicBezTo>
                    <a:pt x="52716" y="68852"/>
                    <a:pt x="48784" y="70305"/>
                    <a:pt x="44697" y="71268"/>
                  </a:cubicBezTo>
                  <a:cubicBezTo>
                    <a:pt x="40626" y="72247"/>
                    <a:pt x="36399" y="72737"/>
                    <a:pt x="32017" y="72737"/>
                  </a:cubicBezTo>
                  <a:cubicBezTo>
                    <a:pt x="25366" y="72737"/>
                    <a:pt x="20378" y="71719"/>
                    <a:pt x="17053" y="69683"/>
                  </a:cubicBezTo>
                  <a:cubicBezTo>
                    <a:pt x="13727" y="67648"/>
                    <a:pt x="12064" y="64586"/>
                    <a:pt x="12064" y="60500"/>
                  </a:cubicBezTo>
                  <a:cubicBezTo>
                    <a:pt x="12064" y="57392"/>
                    <a:pt x="13253" y="54952"/>
                    <a:pt x="15631" y="53180"/>
                  </a:cubicBezTo>
                  <a:cubicBezTo>
                    <a:pt x="18008" y="51409"/>
                    <a:pt x="22794" y="49723"/>
                    <a:pt x="29989" y="48122"/>
                  </a:cubicBezTo>
                  <a:lnTo>
                    <a:pt x="34581" y="47097"/>
                  </a:lnTo>
                  <a:cubicBezTo>
                    <a:pt x="44091" y="45061"/>
                    <a:pt x="50851" y="42186"/>
                    <a:pt x="54860" y="38472"/>
                  </a:cubicBezTo>
                  <a:cubicBezTo>
                    <a:pt x="58869" y="34758"/>
                    <a:pt x="60874" y="29576"/>
                    <a:pt x="60874" y="22925"/>
                  </a:cubicBezTo>
                  <a:cubicBezTo>
                    <a:pt x="60874" y="15342"/>
                    <a:pt x="57875" y="9336"/>
                    <a:pt x="51876" y="4907"/>
                  </a:cubicBezTo>
                  <a:cubicBezTo>
                    <a:pt x="45878" y="494"/>
                    <a:pt x="37635" y="-1713"/>
                    <a:pt x="27145" y="-1713"/>
                  </a:cubicBezTo>
                  <a:cubicBezTo>
                    <a:pt x="22779" y="-1713"/>
                    <a:pt x="18226" y="-1285"/>
                    <a:pt x="13486" y="-431"/>
                  </a:cubicBezTo>
                  <a:cubicBezTo>
                    <a:pt x="8747" y="424"/>
                    <a:pt x="3759" y="1698"/>
                    <a:pt x="-1478" y="3392"/>
                  </a:cubicBezTo>
                  <a:lnTo>
                    <a:pt x="-1478" y="17238"/>
                  </a:lnTo>
                  <a:cubicBezTo>
                    <a:pt x="3479" y="14658"/>
                    <a:pt x="8358" y="12724"/>
                    <a:pt x="13160" y="11434"/>
                  </a:cubicBezTo>
                  <a:cubicBezTo>
                    <a:pt x="17962" y="10160"/>
                    <a:pt x="22724" y="9522"/>
                    <a:pt x="27448" y="9522"/>
                  </a:cubicBezTo>
                  <a:cubicBezTo>
                    <a:pt x="33757" y="9522"/>
                    <a:pt x="38606" y="10602"/>
                    <a:pt x="41993" y="12762"/>
                  </a:cubicBezTo>
                  <a:cubicBezTo>
                    <a:pt x="45396" y="14922"/>
                    <a:pt x="47098" y="17968"/>
                    <a:pt x="47098" y="21900"/>
                  </a:cubicBezTo>
                  <a:cubicBezTo>
                    <a:pt x="47098" y="25536"/>
                    <a:pt x="45870" y="28325"/>
                    <a:pt x="43415" y="30268"/>
                  </a:cubicBezTo>
                  <a:cubicBezTo>
                    <a:pt x="40976" y="32210"/>
                    <a:pt x="35599" y="34083"/>
                    <a:pt x="27285" y="35885"/>
                  </a:cubicBezTo>
                  <a:lnTo>
                    <a:pt x="22623" y="36981"/>
                  </a:lnTo>
                  <a:cubicBezTo>
                    <a:pt x="14325" y="38721"/>
                    <a:pt x="8327" y="41402"/>
                    <a:pt x="4629" y="45022"/>
                  </a:cubicBezTo>
                  <a:cubicBezTo>
                    <a:pt x="946" y="48643"/>
                    <a:pt x="-895" y="53608"/>
                    <a:pt x="-895" y="59917"/>
                  </a:cubicBezTo>
                  <a:cubicBezTo>
                    <a:pt x="-895" y="67593"/>
                    <a:pt x="1824" y="73514"/>
                    <a:pt x="7263" y="77678"/>
                  </a:cubicBezTo>
                  <a:cubicBezTo>
                    <a:pt x="12702" y="81858"/>
                    <a:pt x="20425" y="83949"/>
                    <a:pt x="30432" y="83949"/>
                  </a:cubicBezTo>
                  <a:cubicBezTo>
                    <a:pt x="35374" y="83949"/>
                    <a:pt x="40028" y="83583"/>
                    <a:pt x="44394" y="82853"/>
                  </a:cubicBezTo>
                  <a:cubicBezTo>
                    <a:pt x="48776" y="82138"/>
                    <a:pt x="52809" y="81050"/>
                    <a:pt x="56492" y="79590"/>
                  </a:cubicBezTo>
                  <a:close/>
                </a:path>
              </a:pathLst>
            </a:custGeom>
            <a:solidFill>
              <a:srgbClr val="FFFFFF"/>
            </a:solidFill>
            <a:ln w="2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239EBBE4-E01D-F114-DA9B-705E1DE20DF0}"/>
                </a:ext>
              </a:extLst>
            </p:cNvPr>
            <p:cNvSpPr/>
            <p:nvPr/>
          </p:nvSpPr>
          <p:spPr>
            <a:xfrm flipV="1">
              <a:off x="3598748" y="937565"/>
              <a:ext cx="50907" cy="104751"/>
            </a:xfrm>
            <a:custGeom>
              <a:avLst/>
              <a:gdLst>
                <a:gd name="csX0" fmla="*/ 22257 w 50907"/>
                <a:gd name="csY0" fmla="*/ 102537 h 104751"/>
                <a:gd name="csX1" fmla="*/ 22257 w 50907"/>
                <a:gd name="csY1" fmla="*/ 79368 h 104751"/>
                <a:gd name="csX2" fmla="*/ 49855 w 50907"/>
                <a:gd name="csY2" fmla="*/ 79368 h 104751"/>
                <a:gd name="csX3" fmla="*/ 49855 w 50907"/>
                <a:gd name="csY3" fmla="*/ 68949 h 104751"/>
                <a:gd name="csX4" fmla="*/ 22257 w 50907"/>
                <a:gd name="csY4" fmla="*/ 68949 h 104751"/>
                <a:gd name="csX5" fmla="*/ 22257 w 50907"/>
                <a:gd name="csY5" fmla="*/ 24661 h 104751"/>
                <a:gd name="csX6" fmla="*/ 24984 w 50907"/>
                <a:gd name="csY6" fmla="*/ 11841 h 104751"/>
                <a:gd name="csX7" fmla="*/ 36103 w 50907"/>
                <a:gd name="csY7" fmla="*/ 8998 h 104751"/>
                <a:gd name="csX8" fmla="*/ 49855 w 50907"/>
                <a:gd name="csY8" fmla="*/ 8998 h 104751"/>
                <a:gd name="csX9" fmla="*/ 49855 w 50907"/>
                <a:gd name="csY9" fmla="*/ -2214 h 104751"/>
                <a:gd name="csX10" fmla="*/ 36103 w 50907"/>
                <a:gd name="csY10" fmla="*/ -2214 h 104751"/>
                <a:gd name="csX11" fmla="*/ 14681 w 50907"/>
                <a:gd name="csY11" fmla="*/ 3567 h 104751"/>
                <a:gd name="csX12" fmla="*/ 8784 w 50907"/>
                <a:gd name="csY12" fmla="*/ 24661 h 104751"/>
                <a:gd name="csX13" fmla="*/ 8784 w 50907"/>
                <a:gd name="csY13" fmla="*/ 68949 h 104751"/>
                <a:gd name="csX14" fmla="*/ -1052 w 50907"/>
                <a:gd name="csY14" fmla="*/ 68949 h 104751"/>
                <a:gd name="csX15" fmla="*/ -1052 w 50907"/>
                <a:gd name="csY15" fmla="*/ 79368 h 104751"/>
                <a:gd name="csX16" fmla="*/ 8784 w 50907"/>
                <a:gd name="csY16" fmla="*/ 79368 h 104751"/>
                <a:gd name="csX17" fmla="*/ 8784 w 50907"/>
                <a:gd name="csY17" fmla="*/ 102537 h 104751"/>
                <a:gd name="csX18" fmla="*/ 22257 w 50907"/>
                <a:gd name="csY18" fmla="*/ 102537 h 1047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50907" h="104751">
                  <a:moveTo>
                    <a:pt x="22257" y="102537"/>
                  </a:moveTo>
                  <a:lnTo>
                    <a:pt x="22257" y="79368"/>
                  </a:lnTo>
                  <a:lnTo>
                    <a:pt x="49855" y="79368"/>
                  </a:lnTo>
                  <a:lnTo>
                    <a:pt x="49855" y="68949"/>
                  </a:lnTo>
                  <a:lnTo>
                    <a:pt x="22257" y="68949"/>
                  </a:lnTo>
                  <a:lnTo>
                    <a:pt x="22257" y="24661"/>
                  </a:lnTo>
                  <a:cubicBezTo>
                    <a:pt x="22257" y="18011"/>
                    <a:pt x="23166" y="13737"/>
                    <a:pt x="24984" y="11841"/>
                  </a:cubicBezTo>
                  <a:cubicBezTo>
                    <a:pt x="26802" y="9946"/>
                    <a:pt x="30508" y="8998"/>
                    <a:pt x="36103" y="8998"/>
                  </a:cubicBezTo>
                  <a:lnTo>
                    <a:pt x="49855" y="8998"/>
                  </a:lnTo>
                  <a:lnTo>
                    <a:pt x="49855" y="-2214"/>
                  </a:lnTo>
                  <a:lnTo>
                    <a:pt x="36103" y="-2214"/>
                  </a:lnTo>
                  <a:cubicBezTo>
                    <a:pt x="25753" y="-2214"/>
                    <a:pt x="18613" y="-287"/>
                    <a:pt x="14681" y="3567"/>
                  </a:cubicBezTo>
                  <a:cubicBezTo>
                    <a:pt x="10750" y="7436"/>
                    <a:pt x="8784" y="14468"/>
                    <a:pt x="8784" y="24661"/>
                  </a:cubicBezTo>
                  <a:lnTo>
                    <a:pt x="8784" y="68949"/>
                  </a:lnTo>
                  <a:lnTo>
                    <a:pt x="-1052" y="68949"/>
                  </a:lnTo>
                  <a:lnTo>
                    <a:pt x="-1052" y="79368"/>
                  </a:lnTo>
                  <a:lnTo>
                    <a:pt x="8784" y="79368"/>
                  </a:lnTo>
                  <a:lnTo>
                    <a:pt x="8784" y="102537"/>
                  </a:lnTo>
                  <a:lnTo>
                    <a:pt x="22257" y="102537"/>
                  </a:lnTo>
                  <a:close/>
                </a:path>
              </a:pathLst>
            </a:custGeom>
            <a:solidFill>
              <a:srgbClr val="FFFFFF"/>
            </a:solidFill>
            <a:ln w="2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DDE35F5F-798F-FE19-A412-315A72FD3530}"/>
                </a:ext>
              </a:extLst>
            </p:cNvPr>
            <p:cNvSpPr/>
            <p:nvPr/>
          </p:nvSpPr>
          <p:spPr>
            <a:xfrm flipV="1">
              <a:off x="3651762" y="1067094"/>
              <a:ext cx="77526" cy="10395"/>
            </a:xfrm>
            <a:custGeom>
              <a:avLst/>
              <a:gdLst>
                <a:gd name="csX0" fmla="*/ 76143 w 77526"/>
                <a:gd name="csY0" fmla="*/ 11721 h 10395"/>
                <a:gd name="csX1" fmla="*/ 76143 w 77526"/>
                <a:gd name="csY1" fmla="*/ 1326 h 10395"/>
                <a:gd name="csX2" fmla="*/ -1383 w 77526"/>
                <a:gd name="csY2" fmla="*/ 1326 h 10395"/>
                <a:gd name="csX3" fmla="*/ -1383 w 77526"/>
                <a:gd name="csY3" fmla="*/ 11721 h 10395"/>
                <a:gd name="csX4" fmla="*/ 76143 w 77526"/>
                <a:gd name="csY4" fmla="*/ 11721 h 103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7526" h="10395">
                  <a:moveTo>
                    <a:pt x="76143" y="11721"/>
                  </a:moveTo>
                  <a:lnTo>
                    <a:pt x="76143" y="1326"/>
                  </a:lnTo>
                  <a:lnTo>
                    <a:pt x="-1383" y="1326"/>
                  </a:lnTo>
                  <a:lnTo>
                    <a:pt x="-1383" y="11721"/>
                  </a:lnTo>
                  <a:lnTo>
                    <a:pt x="76143" y="11721"/>
                  </a:lnTo>
                  <a:close/>
                </a:path>
              </a:pathLst>
            </a:custGeom>
            <a:solidFill>
              <a:srgbClr val="FFFFFF"/>
            </a:solidFill>
            <a:ln w="2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A8028482-AB12-3477-0454-5D32585F60F3}"/>
                </a:ext>
              </a:extLst>
            </p:cNvPr>
            <p:cNvSpPr/>
            <p:nvPr/>
          </p:nvSpPr>
          <p:spPr>
            <a:xfrm flipV="1">
              <a:off x="3736048" y="958776"/>
              <a:ext cx="75614" cy="85661"/>
            </a:xfrm>
            <a:custGeom>
              <a:avLst/>
              <a:gdLst>
                <a:gd name="csX0" fmla="*/ 73864 w 75614"/>
                <a:gd name="csY0" fmla="*/ 44556 h 85661"/>
                <a:gd name="csX1" fmla="*/ 73864 w 75614"/>
                <a:gd name="csY1" fmla="*/ 38006 h 85661"/>
                <a:gd name="csX2" fmla="*/ 12234 w 75614"/>
                <a:gd name="csY2" fmla="*/ 38006 h 85661"/>
                <a:gd name="csX3" fmla="*/ 20579 w 75614"/>
                <a:gd name="csY3" fmla="*/ 16911 h 85661"/>
                <a:gd name="csX4" fmla="*/ 41371 w 75614"/>
                <a:gd name="csY4" fmla="*/ 9662 h 85661"/>
                <a:gd name="csX5" fmla="*/ 56335 w 75614"/>
                <a:gd name="csY5" fmla="*/ 11550 h 85661"/>
                <a:gd name="csX6" fmla="*/ 70740 w 75614"/>
                <a:gd name="csY6" fmla="*/ 17238 h 85661"/>
                <a:gd name="csX7" fmla="*/ 70740 w 75614"/>
                <a:gd name="csY7" fmla="*/ 4558 h 85661"/>
                <a:gd name="csX8" fmla="*/ 55939 w 75614"/>
                <a:gd name="csY8" fmla="*/ -104 h 85661"/>
                <a:gd name="csX9" fmla="*/ 40578 w 75614"/>
                <a:gd name="csY9" fmla="*/ -1713 h 85661"/>
                <a:gd name="csX10" fmla="*/ 9647 w 75614"/>
                <a:gd name="csY10" fmla="*/ 9639 h 85661"/>
                <a:gd name="csX11" fmla="*/ -1751 w 75614"/>
                <a:gd name="csY11" fmla="*/ 40407 h 85661"/>
                <a:gd name="csX12" fmla="*/ 9064 w 75614"/>
                <a:gd name="csY12" fmla="*/ 72177 h 85661"/>
                <a:gd name="csX13" fmla="*/ 38247 w 75614"/>
                <a:gd name="csY13" fmla="*/ 83949 h 85661"/>
                <a:gd name="csX14" fmla="*/ 64284 w 75614"/>
                <a:gd name="csY14" fmla="*/ 73343 h 85661"/>
                <a:gd name="csX15" fmla="*/ 73864 w 75614"/>
                <a:gd name="csY15" fmla="*/ 44556 h 85661"/>
                <a:gd name="csX16" fmla="*/ 60461 w 75614"/>
                <a:gd name="csY16" fmla="*/ 48495 h 85661"/>
                <a:gd name="csX17" fmla="*/ 54307 w 75614"/>
                <a:gd name="csY17" fmla="*/ 66024 h 85661"/>
                <a:gd name="csX18" fmla="*/ 38387 w 75614"/>
                <a:gd name="csY18" fmla="*/ 72597 h 85661"/>
                <a:gd name="csX19" fmla="*/ 20439 w 75614"/>
                <a:gd name="csY19" fmla="*/ 66257 h 85661"/>
                <a:gd name="csX20" fmla="*/ 12677 w 75614"/>
                <a:gd name="csY20" fmla="*/ 48402 h 85661"/>
                <a:gd name="csX21" fmla="*/ 60461 w 75614"/>
                <a:gd name="csY21" fmla="*/ 48495 h 85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75614" h="85661">
                  <a:moveTo>
                    <a:pt x="73864" y="44556"/>
                  </a:moveTo>
                  <a:lnTo>
                    <a:pt x="73864" y="38006"/>
                  </a:lnTo>
                  <a:lnTo>
                    <a:pt x="12234" y="38006"/>
                  </a:lnTo>
                  <a:cubicBezTo>
                    <a:pt x="12825" y="28776"/>
                    <a:pt x="15606" y="21744"/>
                    <a:pt x="20579" y="16911"/>
                  </a:cubicBezTo>
                  <a:cubicBezTo>
                    <a:pt x="25552" y="12079"/>
                    <a:pt x="32482" y="9662"/>
                    <a:pt x="41371" y="9662"/>
                  </a:cubicBezTo>
                  <a:cubicBezTo>
                    <a:pt x="46514" y="9662"/>
                    <a:pt x="51502" y="10292"/>
                    <a:pt x="56335" y="11550"/>
                  </a:cubicBezTo>
                  <a:cubicBezTo>
                    <a:pt x="61168" y="12809"/>
                    <a:pt x="65970" y="14705"/>
                    <a:pt x="70740" y="17238"/>
                  </a:cubicBezTo>
                  <a:lnTo>
                    <a:pt x="70740" y="4558"/>
                  </a:lnTo>
                  <a:cubicBezTo>
                    <a:pt x="65923" y="2522"/>
                    <a:pt x="60989" y="968"/>
                    <a:pt x="55939" y="-104"/>
                  </a:cubicBezTo>
                  <a:cubicBezTo>
                    <a:pt x="50889" y="-1176"/>
                    <a:pt x="45768" y="-1713"/>
                    <a:pt x="40578" y="-1713"/>
                  </a:cubicBezTo>
                  <a:cubicBezTo>
                    <a:pt x="27556" y="-1713"/>
                    <a:pt x="17246" y="2071"/>
                    <a:pt x="9647" y="9639"/>
                  </a:cubicBezTo>
                  <a:cubicBezTo>
                    <a:pt x="2048" y="17222"/>
                    <a:pt x="-1751" y="27478"/>
                    <a:pt x="-1751" y="40407"/>
                  </a:cubicBezTo>
                  <a:cubicBezTo>
                    <a:pt x="-1751" y="53755"/>
                    <a:pt x="1854" y="64346"/>
                    <a:pt x="9064" y="72177"/>
                  </a:cubicBezTo>
                  <a:cubicBezTo>
                    <a:pt x="16275" y="80025"/>
                    <a:pt x="26002" y="83949"/>
                    <a:pt x="38247" y="83949"/>
                  </a:cubicBezTo>
                  <a:cubicBezTo>
                    <a:pt x="49218" y="83949"/>
                    <a:pt x="57897" y="80413"/>
                    <a:pt x="64284" y="73343"/>
                  </a:cubicBezTo>
                  <a:cubicBezTo>
                    <a:pt x="70670" y="66288"/>
                    <a:pt x="73864" y="56692"/>
                    <a:pt x="73864" y="44556"/>
                  </a:cubicBezTo>
                  <a:close/>
                  <a:moveTo>
                    <a:pt x="60461" y="48495"/>
                  </a:moveTo>
                  <a:cubicBezTo>
                    <a:pt x="60368" y="55814"/>
                    <a:pt x="58316" y="61657"/>
                    <a:pt x="54307" y="66024"/>
                  </a:cubicBezTo>
                  <a:cubicBezTo>
                    <a:pt x="50298" y="70406"/>
                    <a:pt x="44991" y="72597"/>
                    <a:pt x="38387" y="72597"/>
                  </a:cubicBezTo>
                  <a:cubicBezTo>
                    <a:pt x="30913" y="72597"/>
                    <a:pt x="24930" y="70484"/>
                    <a:pt x="20439" y="66257"/>
                  </a:cubicBezTo>
                  <a:cubicBezTo>
                    <a:pt x="15948" y="62030"/>
                    <a:pt x="13361" y="56079"/>
                    <a:pt x="12677" y="48402"/>
                  </a:cubicBezTo>
                  <a:lnTo>
                    <a:pt x="60461" y="48495"/>
                  </a:lnTo>
                  <a:close/>
                </a:path>
              </a:pathLst>
            </a:custGeom>
            <a:solidFill>
              <a:srgbClr val="FFFFFF"/>
            </a:solidFill>
            <a:ln w="2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DEBE8CAE-5EDC-48AB-6429-1FA247BE37E9}"/>
                </a:ext>
              </a:extLst>
            </p:cNvPr>
            <p:cNvSpPr/>
            <p:nvPr/>
          </p:nvSpPr>
          <p:spPr>
            <a:xfrm flipV="1">
              <a:off x="3823026" y="928964"/>
              <a:ext cx="51932" cy="113352"/>
            </a:xfrm>
            <a:custGeom>
              <a:avLst/>
              <a:gdLst>
                <a:gd name="csX0" fmla="*/ 50902 w 51932"/>
                <a:gd name="csY0" fmla="*/ 110954 h 113352"/>
                <a:gd name="csX1" fmla="*/ 50902 w 51932"/>
                <a:gd name="csY1" fmla="*/ 99788 h 113352"/>
                <a:gd name="csX2" fmla="*/ 38082 w 51932"/>
                <a:gd name="csY2" fmla="*/ 99788 h 113352"/>
                <a:gd name="csX3" fmla="*/ 28059 w 51932"/>
                <a:gd name="csY3" fmla="*/ 96875 h 113352"/>
                <a:gd name="csX4" fmla="*/ 25262 w 51932"/>
                <a:gd name="csY4" fmla="*/ 86386 h 113352"/>
                <a:gd name="csX5" fmla="*/ 25262 w 51932"/>
                <a:gd name="csY5" fmla="*/ 79183 h 113352"/>
                <a:gd name="csX6" fmla="*/ 47335 w 51932"/>
                <a:gd name="csY6" fmla="*/ 79183 h 113352"/>
                <a:gd name="csX7" fmla="*/ 47335 w 51932"/>
                <a:gd name="csY7" fmla="*/ 68764 h 113352"/>
                <a:gd name="csX8" fmla="*/ 25262 w 51932"/>
                <a:gd name="csY8" fmla="*/ 68764 h 113352"/>
                <a:gd name="csX9" fmla="*/ 25262 w 51932"/>
                <a:gd name="csY9" fmla="*/ -2399 h 113352"/>
                <a:gd name="csX10" fmla="*/ 11789 w 51932"/>
                <a:gd name="csY10" fmla="*/ -2399 h 113352"/>
                <a:gd name="csX11" fmla="*/ 11789 w 51932"/>
                <a:gd name="csY11" fmla="*/ 68764 h 113352"/>
                <a:gd name="csX12" fmla="*/ -1031 w 51932"/>
                <a:gd name="csY12" fmla="*/ 68764 h 113352"/>
                <a:gd name="csX13" fmla="*/ -1031 w 51932"/>
                <a:gd name="csY13" fmla="*/ 79183 h 113352"/>
                <a:gd name="csX14" fmla="*/ 11789 w 51932"/>
                <a:gd name="csY14" fmla="*/ 79183 h 113352"/>
                <a:gd name="csX15" fmla="*/ 11789 w 51932"/>
                <a:gd name="csY15" fmla="*/ 84871 h 113352"/>
                <a:gd name="csX16" fmla="*/ 18129 w 51932"/>
                <a:gd name="csY16" fmla="*/ 104707 h 113352"/>
                <a:gd name="csX17" fmla="*/ 38221 w 51932"/>
                <a:gd name="csY17" fmla="*/ 110954 h 113352"/>
                <a:gd name="csX18" fmla="*/ 50902 w 51932"/>
                <a:gd name="csY18" fmla="*/ 110954 h 1133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51932" h="113352">
                  <a:moveTo>
                    <a:pt x="50902" y="110954"/>
                  </a:moveTo>
                  <a:lnTo>
                    <a:pt x="50902" y="99788"/>
                  </a:lnTo>
                  <a:lnTo>
                    <a:pt x="38082" y="99788"/>
                  </a:lnTo>
                  <a:cubicBezTo>
                    <a:pt x="33280" y="99788"/>
                    <a:pt x="29939" y="98817"/>
                    <a:pt x="28059" y="96875"/>
                  </a:cubicBezTo>
                  <a:cubicBezTo>
                    <a:pt x="26194" y="94932"/>
                    <a:pt x="25262" y="91436"/>
                    <a:pt x="25262" y="86386"/>
                  </a:cubicBezTo>
                  <a:lnTo>
                    <a:pt x="25262" y="79183"/>
                  </a:lnTo>
                  <a:lnTo>
                    <a:pt x="47335" y="79183"/>
                  </a:lnTo>
                  <a:lnTo>
                    <a:pt x="47335" y="68764"/>
                  </a:lnTo>
                  <a:lnTo>
                    <a:pt x="25262" y="68764"/>
                  </a:lnTo>
                  <a:lnTo>
                    <a:pt x="25262" y="-2399"/>
                  </a:lnTo>
                  <a:lnTo>
                    <a:pt x="11789" y="-2399"/>
                  </a:lnTo>
                  <a:lnTo>
                    <a:pt x="11789" y="68764"/>
                  </a:lnTo>
                  <a:lnTo>
                    <a:pt x="-1031" y="68764"/>
                  </a:lnTo>
                  <a:lnTo>
                    <a:pt x="-1031" y="79183"/>
                  </a:lnTo>
                  <a:lnTo>
                    <a:pt x="11789" y="79183"/>
                  </a:lnTo>
                  <a:lnTo>
                    <a:pt x="11789" y="84871"/>
                  </a:lnTo>
                  <a:cubicBezTo>
                    <a:pt x="11789" y="93946"/>
                    <a:pt x="13902" y="100558"/>
                    <a:pt x="18129" y="104707"/>
                  </a:cubicBezTo>
                  <a:cubicBezTo>
                    <a:pt x="22356" y="108871"/>
                    <a:pt x="29053" y="110954"/>
                    <a:pt x="38221" y="110954"/>
                  </a:cubicBezTo>
                  <a:lnTo>
                    <a:pt x="50902" y="110954"/>
                  </a:lnTo>
                  <a:close/>
                </a:path>
              </a:pathLst>
            </a:custGeom>
            <a:solidFill>
              <a:srgbClr val="FFFFFF"/>
            </a:solidFill>
            <a:ln w="2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97E12247-86DA-C039-A99C-622A9011E3A9}"/>
                </a:ext>
              </a:extLst>
            </p:cNvPr>
            <p:cNvSpPr/>
            <p:nvPr/>
          </p:nvSpPr>
          <p:spPr>
            <a:xfrm flipV="1">
              <a:off x="3875544" y="928964"/>
              <a:ext cx="51932" cy="113352"/>
            </a:xfrm>
            <a:custGeom>
              <a:avLst/>
              <a:gdLst>
                <a:gd name="csX0" fmla="*/ 50906 w 51932"/>
                <a:gd name="csY0" fmla="*/ 110954 h 113352"/>
                <a:gd name="csX1" fmla="*/ 50906 w 51932"/>
                <a:gd name="csY1" fmla="*/ 99788 h 113352"/>
                <a:gd name="csX2" fmla="*/ 38086 w 51932"/>
                <a:gd name="csY2" fmla="*/ 99788 h 113352"/>
                <a:gd name="csX3" fmla="*/ 28063 w 51932"/>
                <a:gd name="csY3" fmla="*/ 96875 h 113352"/>
                <a:gd name="csX4" fmla="*/ 25266 w 51932"/>
                <a:gd name="csY4" fmla="*/ 86386 h 113352"/>
                <a:gd name="csX5" fmla="*/ 25266 w 51932"/>
                <a:gd name="csY5" fmla="*/ 79183 h 113352"/>
                <a:gd name="csX6" fmla="*/ 47340 w 51932"/>
                <a:gd name="csY6" fmla="*/ 79183 h 113352"/>
                <a:gd name="csX7" fmla="*/ 47340 w 51932"/>
                <a:gd name="csY7" fmla="*/ 68764 h 113352"/>
                <a:gd name="csX8" fmla="*/ 25266 w 51932"/>
                <a:gd name="csY8" fmla="*/ 68764 h 113352"/>
                <a:gd name="csX9" fmla="*/ 25266 w 51932"/>
                <a:gd name="csY9" fmla="*/ -2399 h 113352"/>
                <a:gd name="csX10" fmla="*/ 11793 w 51932"/>
                <a:gd name="csY10" fmla="*/ -2399 h 113352"/>
                <a:gd name="csX11" fmla="*/ 11793 w 51932"/>
                <a:gd name="csY11" fmla="*/ 68764 h 113352"/>
                <a:gd name="csX12" fmla="*/ -1027 w 51932"/>
                <a:gd name="csY12" fmla="*/ 68764 h 113352"/>
                <a:gd name="csX13" fmla="*/ -1027 w 51932"/>
                <a:gd name="csY13" fmla="*/ 79183 h 113352"/>
                <a:gd name="csX14" fmla="*/ 11793 w 51932"/>
                <a:gd name="csY14" fmla="*/ 79183 h 113352"/>
                <a:gd name="csX15" fmla="*/ 11793 w 51932"/>
                <a:gd name="csY15" fmla="*/ 84871 h 113352"/>
                <a:gd name="csX16" fmla="*/ 18133 w 51932"/>
                <a:gd name="csY16" fmla="*/ 104707 h 113352"/>
                <a:gd name="csX17" fmla="*/ 38226 w 51932"/>
                <a:gd name="csY17" fmla="*/ 110954 h 113352"/>
                <a:gd name="csX18" fmla="*/ 50906 w 51932"/>
                <a:gd name="csY18" fmla="*/ 110954 h 1133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51932" h="113352">
                  <a:moveTo>
                    <a:pt x="50906" y="110954"/>
                  </a:moveTo>
                  <a:lnTo>
                    <a:pt x="50906" y="99788"/>
                  </a:lnTo>
                  <a:lnTo>
                    <a:pt x="38086" y="99788"/>
                  </a:lnTo>
                  <a:cubicBezTo>
                    <a:pt x="33284" y="99788"/>
                    <a:pt x="29943" y="98817"/>
                    <a:pt x="28063" y="96875"/>
                  </a:cubicBezTo>
                  <a:cubicBezTo>
                    <a:pt x="26198" y="94932"/>
                    <a:pt x="25266" y="91436"/>
                    <a:pt x="25266" y="86386"/>
                  </a:cubicBezTo>
                  <a:lnTo>
                    <a:pt x="25266" y="79183"/>
                  </a:lnTo>
                  <a:lnTo>
                    <a:pt x="47340" y="79183"/>
                  </a:lnTo>
                  <a:lnTo>
                    <a:pt x="47340" y="68764"/>
                  </a:lnTo>
                  <a:lnTo>
                    <a:pt x="25266" y="68764"/>
                  </a:lnTo>
                  <a:lnTo>
                    <a:pt x="25266" y="-2399"/>
                  </a:lnTo>
                  <a:lnTo>
                    <a:pt x="11793" y="-2399"/>
                  </a:lnTo>
                  <a:lnTo>
                    <a:pt x="11793" y="68764"/>
                  </a:lnTo>
                  <a:lnTo>
                    <a:pt x="-1027" y="68764"/>
                  </a:lnTo>
                  <a:lnTo>
                    <a:pt x="-1027" y="79183"/>
                  </a:lnTo>
                  <a:lnTo>
                    <a:pt x="11793" y="79183"/>
                  </a:lnTo>
                  <a:lnTo>
                    <a:pt x="11793" y="84871"/>
                  </a:lnTo>
                  <a:cubicBezTo>
                    <a:pt x="11793" y="93946"/>
                    <a:pt x="13906" y="100558"/>
                    <a:pt x="18133" y="104707"/>
                  </a:cubicBezTo>
                  <a:cubicBezTo>
                    <a:pt x="22360" y="108871"/>
                    <a:pt x="29057" y="110954"/>
                    <a:pt x="38226" y="110954"/>
                  </a:cubicBezTo>
                  <a:lnTo>
                    <a:pt x="50906" y="110954"/>
                  </a:lnTo>
                  <a:close/>
                </a:path>
              </a:pathLst>
            </a:custGeom>
            <a:solidFill>
              <a:srgbClr val="FFFFFF"/>
            </a:solidFill>
            <a:ln w="2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AD3E8A6C-65A7-B256-04B3-B45DA705AB62}"/>
                </a:ext>
              </a:extLst>
            </p:cNvPr>
            <p:cNvSpPr/>
            <p:nvPr/>
          </p:nvSpPr>
          <p:spPr>
            <a:xfrm flipV="1">
              <a:off x="3932864" y="958776"/>
              <a:ext cx="74892" cy="85661"/>
            </a:xfrm>
            <a:custGeom>
              <a:avLst/>
              <a:gdLst>
                <a:gd name="csX0" fmla="*/ 35715 w 74892"/>
                <a:gd name="csY0" fmla="*/ 72597 h 85661"/>
                <a:gd name="csX1" fmla="*/ 18676 w 74892"/>
                <a:gd name="csY1" fmla="*/ 64182 h 85661"/>
                <a:gd name="csX2" fmla="*/ 12405 w 74892"/>
                <a:gd name="csY2" fmla="*/ 41130 h 85661"/>
                <a:gd name="csX3" fmla="*/ 18629 w 74892"/>
                <a:gd name="csY3" fmla="*/ 18077 h 85661"/>
                <a:gd name="csX4" fmla="*/ 35715 w 74892"/>
                <a:gd name="csY4" fmla="*/ 9662 h 85661"/>
                <a:gd name="csX5" fmla="*/ 52684 w 74892"/>
                <a:gd name="csY5" fmla="*/ 18100 h 85661"/>
                <a:gd name="csX6" fmla="*/ 58954 w 74892"/>
                <a:gd name="csY6" fmla="*/ 41130 h 85661"/>
                <a:gd name="csX7" fmla="*/ 52684 w 74892"/>
                <a:gd name="csY7" fmla="*/ 64112 h 85661"/>
                <a:gd name="csX8" fmla="*/ 35715 w 74892"/>
                <a:gd name="csY8" fmla="*/ 72597 h 85661"/>
                <a:gd name="csX9" fmla="*/ 35715 w 74892"/>
                <a:gd name="csY9" fmla="*/ 83949 h 85661"/>
                <a:gd name="csX10" fmla="*/ 63173 w 74892"/>
                <a:gd name="csY10" fmla="*/ 72574 h 85661"/>
                <a:gd name="csX11" fmla="*/ 73172 w 74892"/>
                <a:gd name="csY11" fmla="*/ 41130 h 85661"/>
                <a:gd name="csX12" fmla="*/ 63173 w 74892"/>
                <a:gd name="csY12" fmla="*/ 9686 h 85661"/>
                <a:gd name="csX13" fmla="*/ 35715 w 74892"/>
                <a:gd name="csY13" fmla="*/ -1713 h 85661"/>
                <a:gd name="csX14" fmla="*/ 8210 w 74892"/>
                <a:gd name="csY14" fmla="*/ 9686 h 85661"/>
                <a:gd name="csX15" fmla="*/ -1720 w 74892"/>
                <a:gd name="csY15" fmla="*/ 41130 h 85661"/>
                <a:gd name="csX16" fmla="*/ 8210 w 74892"/>
                <a:gd name="csY16" fmla="*/ 72574 h 85661"/>
                <a:gd name="csX17" fmla="*/ 35715 w 74892"/>
                <a:gd name="csY17" fmla="*/ 83949 h 85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74892" h="85661">
                  <a:moveTo>
                    <a:pt x="35715" y="72597"/>
                  </a:moveTo>
                  <a:cubicBezTo>
                    <a:pt x="28535" y="72597"/>
                    <a:pt x="22856" y="69792"/>
                    <a:pt x="18676" y="64182"/>
                  </a:cubicBezTo>
                  <a:cubicBezTo>
                    <a:pt x="14495" y="58573"/>
                    <a:pt x="12405" y="50888"/>
                    <a:pt x="12405" y="41130"/>
                  </a:cubicBezTo>
                  <a:cubicBezTo>
                    <a:pt x="12405" y="31371"/>
                    <a:pt x="14480" y="23687"/>
                    <a:pt x="18629" y="18077"/>
                  </a:cubicBezTo>
                  <a:cubicBezTo>
                    <a:pt x="22794" y="12467"/>
                    <a:pt x="28489" y="9662"/>
                    <a:pt x="35715" y="9662"/>
                  </a:cubicBezTo>
                  <a:cubicBezTo>
                    <a:pt x="42863" y="9662"/>
                    <a:pt x="48519" y="12475"/>
                    <a:pt x="52684" y="18100"/>
                  </a:cubicBezTo>
                  <a:cubicBezTo>
                    <a:pt x="56864" y="23741"/>
                    <a:pt x="58954" y="31417"/>
                    <a:pt x="58954" y="41130"/>
                  </a:cubicBezTo>
                  <a:cubicBezTo>
                    <a:pt x="58954" y="50795"/>
                    <a:pt x="56864" y="58456"/>
                    <a:pt x="52684" y="64112"/>
                  </a:cubicBezTo>
                  <a:cubicBezTo>
                    <a:pt x="48519" y="69769"/>
                    <a:pt x="42863" y="72597"/>
                    <a:pt x="35715" y="72597"/>
                  </a:cubicBezTo>
                  <a:close/>
                  <a:moveTo>
                    <a:pt x="35715" y="83949"/>
                  </a:moveTo>
                  <a:cubicBezTo>
                    <a:pt x="47369" y="83949"/>
                    <a:pt x="56522" y="80157"/>
                    <a:pt x="63173" y="72574"/>
                  </a:cubicBezTo>
                  <a:cubicBezTo>
                    <a:pt x="69839" y="65006"/>
                    <a:pt x="73172" y="54525"/>
                    <a:pt x="73172" y="41130"/>
                  </a:cubicBezTo>
                  <a:cubicBezTo>
                    <a:pt x="73172" y="27781"/>
                    <a:pt x="69839" y="17300"/>
                    <a:pt x="63173" y="9686"/>
                  </a:cubicBezTo>
                  <a:cubicBezTo>
                    <a:pt x="56522" y="2087"/>
                    <a:pt x="47369" y="-1713"/>
                    <a:pt x="35715" y="-1713"/>
                  </a:cubicBezTo>
                  <a:cubicBezTo>
                    <a:pt x="24013" y="-1713"/>
                    <a:pt x="14845" y="2087"/>
                    <a:pt x="8210" y="9686"/>
                  </a:cubicBezTo>
                  <a:cubicBezTo>
                    <a:pt x="1590" y="17300"/>
                    <a:pt x="-1720" y="27781"/>
                    <a:pt x="-1720" y="41130"/>
                  </a:cubicBezTo>
                  <a:cubicBezTo>
                    <a:pt x="-1720" y="54525"/>
                    <a:pt x="1590" y="65006"/>
                    <a:pt x="8210" y="72574"/>
                  </a:cubicBezTo>
                  <a:cubicBezTo>
                    <a:pt x="14845" y="80157"/>
                    <a:pt x="24013" y="83949"/>
                    <a:pt x="35715" y="83949"/>
                  </a:cubicBezTo>
                  <a:close/>
                </a:path>
              </a:pathLst>
            </a:custGeom>
            <a:solidFill>
              <a:srgbClr val="FFFFFF"/>
            </a:solidFill>
            <a:ln w="2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A45BD270-5D10-B206-0A8F-014B4D8F77CD}"/>
                </a:ext>
              </a:extLst>
            </p:cNvPr>
            <p:cNvSpPr/>
            <p:nvPr/>
          </p:nvSpPr>
          <p:spPr>
            <a:xfrm flipV="1">
              <a:off x="4029449" y="958776"/>
              <a:ext cx="47783" cy="83539"/>
            </a:xfrm>
            <a:custGeom>
              <a:avLst/>
              <a:gdLst>
                <a:gd name="csX0" fmla="*/ 46424 w 47783"/>
                <a:gd name="csY0" fmla="*/ 67307 h 83539"/>
                <a:gd name="csX1" fmla="*/ 41506 w 47783"/>
                <a:gd name="csY1" fmla="*/ 69218 h 83539"/>
                <a:gd name="csX2" fmla="*/ 35655 w 47783"/>
                <a:gd name="csY2" fmla="*/ 69848 h 83539"/>
                <a:gd name="csX3" fmla="*/ 18197 w 47783"/>
                <a:gd name="csY3" fmla="*/ 62459 h 83539"/>
                <a:gd name="csX4" fmla="*/ 12113 w 47783"/>
                <a:gd name="csY4" fmla="*/ 41224 h 83539"/>
                <a:gd name="csX5" fmla="*/ 12113 w 47783"/>
                <a:gd name="csY5" fmla="*/ -1758 h 83539"/>
                <a:gd name="csX6" fmla="*/ -1360 w 47783"/>
                <a:gd name="csY6" fmla="*/ -1758 h 83539"/>
                <a:gd name="csX7" fmla="*/ -1360 w 47783"/>
                <a:gd name="csY7" fmla="*/ 79824 h 83539"/>
                <a:gd name="csX8" fmla="*/ 12113 w 47783"/>
                <a:gd name="csY8" fmla="*/ 79824 h 83539"/>
                <a:gd name="csX9" fmla="*/ 12113 w 47783"/>
                <a:gd name="csY9" fmla="*/ 67144 h 83539"/>
                <a:gd name="csX10" fmla="*/ 23115 w 47783"/>
                <a:gd name="csY10" fmla="*/ 78169 h 83539"/>
                <a:gd name="csX11" fmla="*/ 39594 w 47783"/>
                <a:gd name="csY11" fmla="*/ 81782 h 83539"/>
                <a:gd name="csX12" fmla="*/ 42648 w 47783"/>
                <a:gd name="csY12" fmla="*/ 81595 h 83539"/>
                <a:gd name="csX13" fmla="*/ 46354 w 47783"/>
                <a:gd name="csY13" fmla="*/ 81059 h 83539"/>
                <a:gd name="csX14" fmla="*/ 46424 w 47783"/>
                <a:gd name="csY14" fmla="*/ 67307 h 835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47783" h="83539">
                  <a:moveTo>
                    <a:pt x="46424" y="67307"/>
                  </a:moveTo>
                  <a:cubicBezTo>
                    <a:pt x="44917" y="68177"/>
                    <a:pt x="43277" y="68814"/>
                    <a:pt x="41506" y="69218"/>
                  </a:cubicBezTo>
                  <a:cubicBezTo>
                    <a:pt x="39734" y="69638"/>
                    <a:pt x="37784" y="69848"/>
                    <a:pt x="35655" y="69848"/>
                  </a:cubicBezTo>
                  <a:cubicBezTo>
                    <a:pt x="28072" y="69848"/>
                    <a:pt x="22252" y="67385"/>
                    <a:pt x="18197" y="62459"/>
                  </a:cubicBezTo>
                  <a:cubicBezTo>
                    <a:pt x="14141" y="57533"/>
                    <a:pt x="12113" y="50454"/>
                    <a:pt x="12113" y="41224"/>
                  </a:cubicBezTo>
                  <a:lnTo>
                    <a:pt x="12113" y="-1758"/>
                  </a:lnTo>
                  <a:lnTo>
                    <a:pt x="-1360" y="-1758"/>
                  </a:lnTo>
                  <a:lnTo>
                    <a:pt x="-1360" y="79824"/>
                  </a:lnTo>
                  <a:lnTo>
                    <a:pt x="12113" y="79824"/>
                  </a:lnTo>
                  <a:lnTo>
                    <a:pt x="12113" y="67144"/>
                  </a:lnTo>
                  <a:cubicBezTo>
                    <a:pt x="14941" y="72101"/>
                    <a:pt x="18608" y="75776"/>
                    <a:pt x="23115" y="78169"/>
                  </a:cubicBezTo>
                  <a:cubicBezTo>
                    <a:pt x="27637" y="80578"/>
                    <a:pt x="33130" y="81782"/>
                    <a:pt x="39594" y="81782"/>
                  </a:cubicBezTo>
                  <a:cubicBezTo>
                    <a:pt x="40511" y="81782"/>
                    <a:pt x="41529" y="81720"/>
                    <a:pt x="42648" y="81595"/>
                  </a:cubicBezTo>
                  <a:cubicBezTo>
                    <a:pt x="43767" y="81487"/>
                    <a:pt x="45002" y="81308"/>
                    <a:pt x="46354" y="81059"/>
                  </a:cubicBezTo>
                  <a:lnTo>
                    <a:pt x="46424" y="67307"/>
                  </a:lnTo>
                  <a:close/>
                </a:path>
              </a:pathLst>
            </a:custGeom>
            <a:solidFill>
              <a:srgbClr val="FFFFFF"/>
            </a:solidFill>
            <a:ln w="2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60CFB7B5-6976-23B2-5576-49CCE42DC8FD}"/>
                </a:ext>
              </a:extLst>
            </p:cNvPr>
            <p:cNvSpPr/>
            <p:nvPr/>
          </p:nvSpPr>
          <p:spPr>
            <a:xfrm flipV="1">
              <a:off x="4081247" y="937565"/>
              <a:ext cx="50907" cy="104751"/>
            </a:xfrm>
            <a:custGeom>
              <a:avLst/>
              <a:gdLst>
                <a:gd name="csX0" fmla="*/ 22296 w 50907"/>
                <a:gd name="csY0" fmla="*/ 102537 h 104751"/>
                <a:gd name="csX1" fmla="*/ 22296 w 50907"/>
                <a:gd name="csY1" fmla="*/ 79368 h 104751"/>
                <a:gd name="csX2" fmla="*/ 49894 w 50907"/>
                <a:gd name="csY2" fmla="*/ 79368 h 104751"/>
                <a:gd name="csX3" fmla="*/ 49894 w 50907"/>
                <a:gd name="csY3" fmla="*/ 68949 h 104751"/>
                <a:gd name="csX4" fmla="*/ 22296 w 50907"/>
                <a:gd name="csY4" fmla="*/ 68949 h 104751"/>
                <a:gd name="csX5" fmla="*/ 22296 w 50907"/>
                <a:gd name="csY5" fmla="*/ 24661 h 104751"/>
                <a:gd name="csX6" fmla="*/ 25023 w 50907"/>
                <a:gd name="csY6" fmla="*/ 11841 h 104751"/>
                <a:gd name="csX7" fmla="*/ 36141 w 50907"/>
                <a:gd name="csY7" fmla="*/ 8998 h 104751"/>
                <a:gd name="csX8" fmla="*/ 49894 w 50907"/>
                <a:gd name="csY8" fmla="*/ 8998 h 104751"/>
                <a:gd name="csX9" fmla="*/ 49894 w 50907"/>
                <a:gd name="csY9" fmla="*/ -2214 h 104751"/>
                <a:gd name="csX10" fmla="*/ 36141 w 50907"/>
                <a:gd name="csY10" fmla="*/ -2214 h 104751"/>
                <a:gd name="csX11" fmla="*/ 14720 w 50907"/>
                <a:gd name="csY11" fmla="*/ 3567 h 104751"/>
                <a:gd name="csX12" fmla="*/ 8823 w 50907"/>
                <a:gd name="csY12" fmla="*/ 24661 h 104751"/>
                <a:gd name="csX13" fmla="*/ 8823 w 50907"/>
                <a:gd name="csY13" fmla="*/ 68949 h 104751"/>
                <a:gd name="csX14" fmla="*/ -1013 w 50907"/>
                <a:gd name="csY14" fmla="*/ 68949 h 104751"/>
                <a:gd name="csX15" fmla="*/ -1013 w 50907"/>
                <a:gd name="csY15" fmla="*/ 79368 h 104751"/>
                <a:gd name="csX16" fmla="*/ 8823 w 50907"/>
                <a:gd name="csY16" fmla="*/ 79368 h 104751"/>
                <a:gd name="csX17" fmla="*/ 8823 w 50907"/>
                <a:gd name="csY17" fmla="*/ 102537 h 104751"/>
                <a:gd name="csX18" fmla="*/ 22296 w 50907"/>
                <a:gd name="csY18" fmla="*/ 102537 h 1047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50907" h="104751">
                  <a:moveTo>
                    <a:pt x="22296" y="102537"/>
                  </a:moveTo>
                  <a:lnTo>
                    <a:pt x="22296" y="79368"/>
                  </a:lnTo>
                  <a:lnTo>
                    <a:pt x="49894" y="79368"/>
                  </a:lnTo>
                  <a:lnTo>
                    <a:pt x="49894" y="68949"/>
                  </a:lnTo>
                  <a:lnTo>
                    <a:pt x="22296" y="68949"/>
                  </a:lnTo>
                  <a:lnTo>
                    <a:pt x="22296" y="24661"/>
                  </a:lnTo>
                  <a:cubicBezTo>
                    <a:pt x="22296" y="18011"/>
                    <a:pt x="23205" y="13737"/>
                    <a:pt x="25023" y="11841"/>
                  </a:cubicBezTo>
                  <a:cubicBezTo>
                    <a:pt x="26841" y="9946"/>
                    <a:pt x="30547" y="8998"/>
                    <a:pt x="36141" y="8998"/>
                  </a:cubicBezTo>
                  <a:lnTo>
                    <a:pt x="49894" y="8998"/>
                  </a:lnTo>
                  <a:lnTo>
                    <a:pt x="49894" y="-2214"/>
                  </a:lnTo>
                  <a:lnTo>
                    <a:pt x="36141" y="-2214"/>
                  </a:lnTo>
                  <a:cubicBezTo>
                    <a:pt x="25792" y="-2214"/>
                    <a:pt x="18652" y="-287"/>
                    <a:pt x="14720" y="3567"/>
                  </a:cubicBezTo>
                  <a:cubicBezTo>
                    <a:pt x="10789" y="7436"/>
                    <a:pt x="8823" y="14468"/>
                    <a:pt x="8823" y="24661"/>
                  </a:cubicBezTo>
                  <a:lnTo>
                    <a:pt x="8823" y="68949"/>
                  </a:lnTo>
                  <a:lnTo>
                    <a:pt x="-1013" y="68949"/>
                  </a:lnTo>
                  <a:lnTo>
                    <a:pt x="-1013" y="79368"/>
                  </a:lnTo>
                  <a:lnTo>
                    <a:pt x="8823" y="79368"/>
                  </a:lnTo>
                  <a:lnTo>
                    <a:pt x="8823" y="102537"/>
                  </a:lnTo>
                  <a:lnTo>
                    <a:pt x="22296" y="102537"/>
                  </a:lnTo>
                  <a:close/>
                </a:path>
              </a:pathLst>
            </a:custGeom>
            <a:solidFill>
              <a:srgbClr val="FFFFFF"/>
            </a:solidFill>
            <a:ln w="2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E6EBDCF0-E373-172E-B53B-FDF74D4BFEA9}"/>
                </a:ext>
              </a:extLst>
            </p:cNvPr>
            <p:cNvSpPr/>
            <p:nvPr/>
          </p:nvSpPr>
          <p:spPr>
            <a:xfrm flipV="1">
              <a:off x="4134261" y="1067094"/>
              <a:ext cx="77526" cy="10395"/>
            </a:xfrm>
            <a:custGeom>
              <a:avLst/>
              <a:gdLst>
                <a:gd name="csX0" fmla="*/ 76182 w 77526"/>
                <a:gd name="csY0" fmla="*/ 11721 h 10395"/>
                <a:gd name="csX1" fmla="*/ 76182 w 77526"/>
                <a:gd name="csY1" fmla="*/ 1326 h 10395"/>
                <a:gd name="csX2" fmla="*/ -1344 w 77526"/>
                <a:gd name="csY2" fmla="*/ 1326 h 10395"/>
                <a:gd name="csX3" fmla="*/ -1344 w 77526"/>
                <a:gd name="csY3" fmla="*/ 11721 h 10395"/>
                <a:gd name="csX4" fmla="*/ 76182 w 77526"/>
                <a:gd name="csY4" fmla="*/ 11721 h 103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7526" h="10395">
                  <a:moveTo>
                    <a:pt x="76182" y="11721"/>
                  </a:moveTo>
                  <a:lnTo>
                    <a:pt x="76182" y="1326"/>
                  </a:lnTo>
                  <a:lnTo>
                    <a:pt x="-1344" y="1326"/>
                  </a:lnTo>
                  <a:lnTo>
                    <a:pt x="-1344" y="11721"/>
                  </a:lnTo>
                  <a:lnTo>
                    <a:pt x="76182" y="11721"/>
                  </a:lnTo>
                  <a:close/>
                </a:path>
              </a:pathLst>
            </a:custGeom>
            <a:solidFill>
              <a:srgbClr val="FFFFFF"/>
            </a:solidFill>
            <a:ln w="2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FA3376CB-623F-8D62-5E9B-DEF1A4843C0A}"/>
                </a:ext>
              </a:extLst>
            </p:cNvPr>
            <p:cNvSpPr/>
            <p:nvPr/>
          </p:nvSpPr>
          <p:spPr>
            <a:xfrm flipV="1">
              <a:off x="4219269" y="958776"/>
              <a:ext cx="68925" cy="85661"/>
            </a:xfrm>
            <a:custGeom>
              <a:avLst/>
              <a:gdLst>
                <a:gd name="csX0" fmla="*/ 40589 w 68925"/>
                <a:gd name="csY0" fmla="*/ 41409 h 85661"/>
                <a:gd name="csX1" fmla="*/ 18073 w 68925"/>
                <a:gd name="csY1" fmla="*/ 37703 h 85661"/>
                <a:gd name="csX2" fmla="*/ 11803 w 68925"/>
                <a:gd name="csY2" fmla="*/ 25023 h 85661"/>
                <a:gd name="csX3" fmla="*/ 16511 w 68925"/>
                <a:gd name="csY3" fmla="*/ 13695 h 85661"/>
                <a:gd name="csX4" fmla="*/ 29285 w 68925"/>
                <a:gd name="csY4" fmla="*/ 9522 h 85661"/>
                <a:gd name="csX5" fmla="*/ 47186 w 68925"/>
                <a:gd name="csY5" fmla="*/ 17424 h 85661"/>
                <a:gd name="csX6" fmla="*/ 53922 w 68925"/>
                <a:gd name="csY6" fmla="*/ 38426 h 85661"/>
                <a:gd name="csX7" fmla="*/ 53922 w 68925"/>
                <a:gd name="csY7" fmla="*/ 41409 h 85661"/>
                <a:gd name="csX8" fmla="*/ 40589 w 68925"/>
                <a:gd name="csY8" fmla="*/ 41409 h 85661"/>
                <a:gd name="csX9" fmla="*/ 67325 w 68925"/>
                <a:gd name="csY9" fmla="*/ 46957 h 85661"/>
                <a:gd name="csX10" fmla="*/ 67325 w 68925"/>
                <a:gd name="csY10" fmla="*/ 409 h 85661"/>
                <a:gd name="csX11" fmla="*/ 53922 w 68925"/>
                <a:gd name="csY11" fmla="*/ 409 h 85661"/>
                <a:gd name="csX12" fmla="*/ 53922 w 68925"/>
                <a:gd name="csY12" fmla="*/ 12786 h 85661"/>
                <a:gd name="csX13" fmla="*/ 42477 w 68925"/>
                <a:gd name="csY13" fmla="*/ 1830 h 85661"/>
                <a:gd name="csX14" fmla="*/ 25718 w 68925"/>
                <a:gd name="csY14" fmla="*/ -1713 h 85661"/>
                <a:gd name="csX15" fmla="*/ 5789 w 68925"/>
                <a:gd name="csY15" fmla="*/ 5327 h 85661"/>
                <a:gd name="csX16" fmla="*/ -1600 w 68925"/>
                <a:gd name="csY16" fmla="*/ 24161 h 85661"/>
                <a:gd name="csX17" fmla="*/ 7607 w 68925"/>
                <a:gd name="csY17" fmla="*/ 44906 h 85661"/>
                <a:gd name="csX18" fmla="*/ 35112 w 68925"/>
                <a:gd name="csY18" fmla="*/ 51898 h 85661"/>
                <a:gd name="csX19" fmla="*/ 53922 w 68925"/>
                <a:gd name="csY19" fmla="*/ 51898 h 85661"/>
                <a:gd name="csX20" fmla="*/ 53922 w 68925"/>
                <a:gd name="csY20" fmla="*/ 53227 h 85661"/>
                <a:gd name="csX21" fmla="*/ 47839 w 68925"/>
                <a:gd name="csY21" fmla="*/ 67539 h 85661"/>
                <a:gd name="csX22" fmla="*/ 30753 w 68925"/>
                <a:gd name="csY22" fmla="*/ 72597 h 85661"/>
                <a:gd name="csX23" fmla="*/ 17117 w 68925"/>
                <a:gd name="csY23" fmla="*/ 70919 h 85661"/>
                <a:gd name="csX24" fmla="*/ 4390 w 68925"/>
                <a:gd name="csY24" fmla="*/ 65884 h 85661"/>
                <a:gd name="csX25" fmla="*/ 4390 w 68925"/>
                <a:gd name="csY25" fmla="*/ 78284 h 85661"/>
                <a:gd name="csX26" fmla="*/ 18656 w 68925"/>
                <a:gd name="csY26" fmla="*/ 82527 h 85661"/>
                <a:gd name="csX27" fmla="*/ 32128 w 68925"/>
                <a:gd name="csY27" fmla="*/ 83949 h 85661"/>
                <a:gd name="csX28" fmla="*/ 58584 w 68925"/>
                <a:gd name="csY28" fmla="*/ 74765 h 85661"/>
                <a:gd name="csX29" fmla="*/ 67325 w 68925"/>
                <a:gd name="csY29" fmla="*/ 46957 h 85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68925" h="85661">
                  <a:moveTo>
                    <a:pt x="40589" y="41409"/>
                  </a:moveTo>
                  <a:cubicBezTo>
                    <a:pt x="29758" y="41409"/>
                    <a:pt x="22253" y="40174"/>
                    <a:pt x="18073" y="37703"/>
                  </a:cubicBezTo>
                  <a:cubicBezTo>
                    <a:pt x="13893" y="35232"/>
                    <a:pt x="11803" y="31006"/>
                    <a:pt x="11803" y="25023"/>
                  </a:cubicBezTo>
                  <a:cubicBezTo>
                    <a:pt x="11803" y="20268"/>
                    <a:pt x="13372" y="16492"/>
                    <a:pt x="16511" y="13695"/>
                  </a:cubicBezTo>
                  <a:cubicBezTo>
                    <a:pt x="19650" y="10913"/>
                    <a:pt x="23908" y="9522"/>
                    <a:pt x="29285" y="9522"/>
                  </a:cubicBezTo>
                  <a:cubicBezTo>
                    <a:pt x="36728" y="9522"/>
                    <a:pt x="42695" y="12156"/>
                    <a:pt x="47186" y="17424"/>
                  </a:cubicBezTo>
                  <a:cubicBezTo>
                    <a:pt x="51677" y="22692"/>
                    <a:pt x="53922" y="29693"/>
                    <a:pt x="53922" y="38426"/>
                  </a:cubicBezTo>
                  <a:lnTo>
                    <a:pt x="53922" y="41409"/>
                  </a:lnTo>
                  <a:lnTo>
                    <a:pt x="40589" y="41409"/>
                  </a:lnTo>
                  <a:close/>
                  <a:moveTo>
                    <a:pt x="67325" y="46957"/>
                  </a:moveTo>
                  <a:lnTo>
                    <a:pt x="67325" y="409"/>
                  </a:lnTo>
                  <a:lnTo>
                    <a:pt x="53922" y="409"/>
                  </a:lnTo>
                  <a:lnTo>
                    <a:pt x="53922" y="12786"/>
                  </a:lnTo>
                  <a:cubicBezTo>
                    <a:pt x="50861" y="7844"/>
                    <a:pt x="47046" y="4192"/>
                    <a:pt x="42477" y="1830"/>
                  </a:cubicBezTo>
                  <a:cubicBezTo>
                    <a:pt x="37909" y="-532"/>
                    <a:pt x="32322" y="-1713"/>
                    <a:pt x="25718" y="-1713"/>
                  </a:cubicBezTo>
                  <a:cubicBezTo>
                    <a:pt x="17374" y="-1713"/>
                    <a:pt x="10730" y="634"/>
                    <a:pt x="5789" y="5327"/>
                  </a:cubicBezTo>
                  <a:cubicBezTo>
                    <a:pt x="863" y="10020"/>
                    <a:pt x="-1600" y="16298"/>
                    <a:pt x="-1600" y="24161"/>
                  </a:cubicBezTo>
                  <a:cubicBezTo>
                    <a:pt x="-1600" y="33329"/>
                    <a:pt x="1469" y="40244"/>
                    <a:pt x="7607" y="44906"/>
                  </a:cubicBezTo>
                  <a:cubicBezTo>
                    <a:pt x="13761" y="49568"/>
                    <a:pt x="22929" y="51898"/>
                    <a:pt x="35112" y="51898"/>
                  </a:cubicBezTo>
                  <a:lnTo>
                    <a:pt x="53922" y="51898"/>
                  </a:lnTo>
                  <a:lnTo>
                    <a:pt x="53922" y="53227"/>
                  </a:lnTo>
                  <a:cubicBezTo>
                    <a:pt x="53922" y="59396"/>
                    <a:pt x="51894" y="64167"/>
                    <a:pt x="47839" y="67539"/>
                  </a:cubicBezTo>
                  <a:cubicBezTo>
                    <a:pt x="43783" y="70911"/>
                    <a:pt x="38088" y="72597"/>
                    <a:pt x="30753" y="72597"/>
                  </a:cubicBezTo>
                  <a:cubicBezTo>
                    <a:pt x="26091" y="72597"/>
                    <a:pt x="21546" y="72038"/>
                    <a:pt x="17117" y="70919"/>
                  </a:cubicBezTo>
                  <a:cubicBezTo>
                    <a:pt x="12704" y="69800"/>
                    <a:pt x="8462" y="68122"/>
                    <a:pt x="4390" y="65884"/>
                  </a:cubicBezTo>
                  <a:lnTo>
                    <a:pt x="4390" y="78284"/>
                  </a:lnTo>
                  <a:cubicBezTo>
                    <a:pt x="9285" y="80180"/>
                    <a:pt x="14040" y="81594"/>
                    <a:pt x="18656" y="82527"/>
                  </a:cubicBezTo>
                  <a:cubicBezTo>
                    <a:pt x="23271" y="83475"/>
                    <a:pt x="27762" y="83949"/>
                    <a:pt x="32128" y="83949"/>
                  </a:cubicBezTo>
                  <a:cubicBezTo>
                    <a:pt x="43938" y="83949"/>
                    <a:pt x="52757" y="80887"/>
                    <a:pt x="58584" y="74765"/>
                  </a:cubicBezTo>
                  <a:cubicBezTo>
                    <a:pt x="64411" y="68658"/>
                    <a:pt x="67325" y="59388"/>
                    <a:pt x="67325" y="46957"/>
                  </a:cubicBezTo>
                  <a:close/>
                </a:path>
              </a:pathLst>
            </a:custGeom>
            <a:solidFill>
              <a:srgbClr val="FFFFFF"/>
            </a:solidFill>
            <a:ln w="2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3712043C-B42B-A7A5-0BEA-CD58CD02724A}"/>
                </a:ext>
              </a:extLst>
            </p:cNvPr>
            <p:cNvSpPr/>
            <p:nvPr/>
          </p:nvSpPr>
          <p:spPr>
            <a:xfrm flipV="1">
              <a:off x="4315790" y="928964"/>
              <a:ext cx="13402" cy="113352"/>
            </a:xfrm>
            <a:custGeom>
              <a:avLst/>
              <a:gdLst>
                <a:gd name="csX0" fmla="*/ -623 w 13402"/>
                <a:gd name="csY0" fmla="*/ 110954 h 113352"/>
                <a:gd name="csX1" fmla="*/ 12780 w 13402"/>
                <a:gd name="csY1" fmla="*/ 110954 h 113352"/>
                <a:gd name="csX2" fmla="*/ 12780 w 13402"/>
                <a:gd name="csY2" fmla="*/ -2399 h 113352"/>
                <a:gd name="csX3" fmla="*/ -623 w 13402"/>
                <a:gd name="csY3" fmla="*/ -2399 h 113352"/>
                <a:gd name="csX4" fmla="*/ -623 w 13402"/>
                <a:gd name="csY4" fmla="*/ 110954 h 1133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3402" h="113352">
                  <a:moveTo>
                    <a:pt x="-623" y="110954"/>
                  </a:moveTo>
                  <a:lnTo>
                    <a:pt x="12780" y="110954"/>
                  </a:lnTo>
                  <a:lnTo>
                    <a:pt x="12780" y="-2399"/>
                  </a:lnTo>
                  <a:lnTo>
                    <a:pt x="-623" y="-2399"/>
                  </a:lnTo>
                  <a:lnTo>
                    <a:pt x="-623" y="110954"/>
                  </a:lnTo>
                  <a:close/>
                </a:path>
              </a:pathLst>
            </a:custGeom>
            <a:solidFill>
              <a:srgbClr val="FFFFFF"/>
            </a:solidFill>
            <a:ln w="2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CF5C0CA1-92F8-7CE5-388B-23F8439AFD96}"/>
                </a:ext>
              </a:extLst>
            </p:cNvPr>
            <p:cNvSpPr/>
            <p:nvPr/>
          </p:nvSpPr>
          <p:spPr>
            <a:xfrm flipV="1">
              <a:off x="4357236" y="928964"/>
              <a:ext cx="13402" cy="113352"/>
            </a:xfrm>
            <a:custGeom>
              <a:avLst/>
              <a:gdLst>
                <a:gd name="csX0" fmla="*/ -619 w 13402"/>
                <a:gd name="csY0" fmla="*/ 110954 h 113352"/>
                <a:gd name="csX1" fmla="*/ 12784 w 13402"/>
                <a:gd name="csY1" fmla="*/ 110954 h 113352"/>
                <a:gd name="csX2" fmla="*/ 12784 w 13402"/>
                <a:gd name="csY2" fmla="*/ -2399 h 113352"/>
                <a:gd name="csX3" fmla="*/ -619 w 13402"/>
                <a:gd name="csY3" fmla="*/ -2399 h 113352"/>
                <a:gd name="csX4" fmla="*/ -619 w 13402"/>
                <a:gd name="csY4" fmla="*/ 110954 h 1133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3402" h="113352">
                  <a:moveTo>
                    <a:pt x="-619" y="110954"/>
                  </a:moveTo>
                  <a:lnTo>
                    <a:pt x="12784" y="110954"/>
                  </a:lnTo>
                  <a:lnTo>
                    <a:pt x="12784" y="-2399"/>
                  </a:lnTo>
                  <a:lnTo>
                    <a:pt x="-619" y="-2399"/>
                  </a:lnTo>
                  <a:lnTo>
                    <a:pt x="-619" y="110954"/>
                  </a:lnTo>
                  <a:close/>
                </a:path>
              </a:pathLst>
            </a:custGeom>
            <a:solidFill>
              <a:srgbClr val="FFFFFF"/>
            </a:solidFill>
            <a:ln w="2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68478E1F-58D1-6430-7728-51BD220CEDD8}"/>
                </a:ext>
              </a:extLst>
            </p:cNvPr>
            <p:cNvSpPr/>
            <p:nvPr/>
          </p:nvSpPr>
          <p:spPr>
            <a:xfrm flipV="1">
              <a:off x="4383159" y="1067094"/>
              <a:ext cx="77526" cy="10395"/>
            </a:xfrm>
            <a:custGeom>
              <a:avLst/>
              <a:gdLst>
                <a:gd name="csX0" fmla="*/ 76202 w 77526"/>
                <a:gd name="csY0" fmla="*/ 11721 h 10395"/>
                <a:gd name="csX1" fmla="*/ 76202 w 77526"/>
                <a:gd name="csY1" fmla="*/ 1326 h 10395"/>
                <a:gd name="csX2" fmla="*/ -1324 w 77526"/>
                <a:gd name="csY2" fmla="*/ 1326 h 10395"/>
                <a:gd name="csX3" fmla="*/ -1324 w 77526"/>
                <a:gd name="csY3" fmla="*/ 11721 h 10395"/>
                <a:gd name="csX4" fmla="*/ 76202 w 77526"/>
                <a:gd name="csY4" fmla="*/ 11721 h 103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7526" h="10395">
                  <a:moveTo>
                    <a:pt x="76202" y="11721"/>
                  </a:moveTo>
                  <a:lnTo>
                    <a:pt x="76202" y="1326"/>
                  </a:lnTo>
                  <a:lnTo>
                    <a:pt x="-1324" y="1326"/>
                  </a:lnTo>
                  <a:lnTo>
                    <a:pt x="-1324" y="11721"/>
                  </a:lnTo>
                  <a:lnTo>
                    <a:pt x="76202" y="11721"/>
                  </a:lnTo>
                  <a:close/>
                </a:path>
              </a:pathLst>
            </a:custGeom>
            <a:solidFill>
              <a:srgbClr val="FFFFFF"/>
            </a:solidFill>
            <a:ln w="2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0E97B3FB-E984-84DB-B7B9-67D389956C4F}"/>
                </a:ext>
              </a:extLst>
            </p:cNvPr>
            <p:cNvSpPr/>
            <p:nvPr/>
          </p:nvSpPr>
          <p:spPr>
            <a:xfrm flipV="1">
              <a:off x="4472759" y="958776"/>
              <a:ext cx="68342" cy="83539"/>
            </a:xfrm>
            <a:custGeom>
              <a:avLst/>
              <a:gdLst>
                <a:gd name="csX0" fmla="*/ 66578 w 68342"/>
                <a:gd name="csY0" fmla="*/ 47494 h 83539"/>
                <a:gd name="csX1" fmla="*/ 66578 w 68342"/>
                <a:gd name="csY1" fmla="*/ -1758 h 83539"/>
                <a:gd name="csX2" fmla="*/ 53175 w 68342"/>
                <a:gd name="csY2" fmla="*/ -1758 h 83539"/>
                <a:gd name="csX3" fmla="*/ 53175 w 68342"/>
                <a:gd name="csY3" fmla="*/ 47051 h 83539"/>
                <a:gd name="csX4" fmla="*/ 48653 w 68342"/>
                <a:gd name="csY4" fmla="*/ 64370 h 83539"/>
                <a:gd name="csX5" fmla="*/ 35111 w 68342"/>
                <a:gd name="csY5" fmla="*/ 70127 h 83539"/>
                <a:gd name="csX6" fmla="*/ 17979 w 68342"/>
                <a:gd name="csY6" fmla="*/ 63204 h 83539"/>
                <a:gd name="csX7" fmla="*/ 11708 w 68342"/>
                <a:gd name="csY7" fmla="*/ 44347 h 83539"/>
                <a:gd name="csX8" fmla="*/ 11708 w 68342"/>
                <a:gd name="csY8" fmla="*/ -1758 h 83539"/>
                <a:gd name="csX9" fmla="*/ -1764 w 68342"/>
                <a:gd name="csY9" fmla="*/ -1758 h 83539"/>
                <a:gd name="csX10" fmla="*/ -1764 w 68342"/>
                <a:gd name="csY10" fmla="*/ 79824 h 83539"/>
                <a:gd name="csX11" fmla="*/ 11708 w 68342"/>
                <a:gd name="csY11" fmla="*/ 79824 h 83539"/>
                <a:gd name="csX12" fmla="*/ 11708 w 68342"/>
                <a:gd name="csY12" fmla="*/ 67144 h 83539"/>
                <a:gd name="csX13" fmla="*/ 23037 w 68342"/>
                <a:gd name="csY13" fmla="*/ 78146 h 83539"/>
                <a:gd name="csX14" fmla="*/ 38094 w 68342"/>
                <a:gd name="csY14" fmla="*/ 81782 h 83539"/>
                <a:gd name="csX15" fmla="*/ 59352 w 68342"/>
                <a:gd name="csY15" fmla="*/ 73088 h 83539"/>
                <a:gd name="csX16" fmla="*/ 66578 w 68342"/>
                <a:gd name="csY16" fmla="*/ 47494 h 835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68342" h="83539">
                  <a:moveTo>
                    <a:pt x="66578" y="47494"/>
                  </a:moveTo>
                  <a:lnTo>
                    <a:pt x="66578" y="-1758"/>
                  </a:lnTo>
                  <a:lnTo>
                    <a:pt x="53175" y="-1758"/>
                  </a:lnTo>
                  <a:lnTo>
                    <a:pt x="53175" y="47051"/>
                  </a:lnTo>
                  <a:cubicBezTo>
                    <a:pt x="53175" y="54774"/>
                    <a:pt x="51668" y="60547"/>
                    <a:pt x="48653" y="64370"/>
                  </a:cubicBezTo>
                  <a:cubicBezTo>
                    <a:pt x="45639" y="68208"/>
                    <a:pt x="41125" y="70127"/>
                    <a:pt x="35111" y="70127"/>
                  </a:cubicBezTo>
                  <a:cubicBezTo>
                    <a:pt x="27869" y="70127"/>
                    <a:pt x="22159" y="67820"/>
                    <a:pt x="17979" y="63204"/>
                  </a:cubicBezTo>
                  <a:cubicBezTo>
                    <a:pt x="13799" y="58605"/>
                    <a:pt x="11708" y="52319"/>
                    <a:pt x="11708" y="44347"/>
                  </a:cubicBezTo>
                  <a:lnTo>
                    <a:pt x="11708" y="-1758"/>
                  </a:lnTo>
                  <a:lnTo>
                    <a:pt x="-1764" y="-1758"/>
                  </a:lnTo>
                  <a:lnTo>
                    <a:pt x="-1764" y="79824"/>
                  </a:lnTo>
                  <a:lnTo>
                    <a:pt x="11708" y="79824"/>
                  </a:lnTo>
                  <a:lnTo>
                    <a:pt x="11708" y="67144"/>
                  </a:lnTo>
                  <a:cubicBezTo>
                    <a:pt x="14925" y="72054"/>
                    <a:pt x="18701" y="75721"/>
                    <a:pt x="23037" y="78146"/>
                  </a:cubicBezTo>
                  <a:cubicBezTo>
                    <a:pt x="27388" y="80570"/>
                    <a:pt x="32407" y="81782"/>
                    <a:pt x="38094" y="81782"/>
                  </a:cubicBezTo>
                  <a:cubicBezTo>
                    <a:pt x="47465" y="81782"/>
                    <a:pt x="54551" y="78884"/>
                    <a:pt x="59352" y="73088"/>
                  </a:cubicBezTo>
                  <a:cubicBezTo>
                    <a:pt x="64170" y="67291"/>
                    <a:pt x="66578" y="58760"/>
                    <a:pt x="66578" y="47494"/>
                  </a:cubicBezTo>
                  <a:close/>
                </a:path>
              </a:pathLst>
            </a:custGeom>
            <a:solidFill>
              <a:srgbClr val="FFFFFF"/>
            </a:solidFill>
            <a:ln w="2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6F1C25DC-8C01-D98E-EBAA-1548F5EE592A}"/>
                </a:ext>
              </a:extLst>
            </p:cNvPr>
            <p:cNvSpPr/>
            <p:nvPr/>
          </p:nvSpPr>
          <p:spPr>
            <a:xfrm flipV="1">
              <a:off x="4561993" y="958776"/>
              <a:ext cx="74892" cy="85661"/>
            </a:xfrm>
            <a:custGeom>
              <a:avLst/>
              <a:gdLst>
                <a:gd name="csX0" fmla="*/ 35765 w 74892"/>
                <a:gd name="csY0" fmla="*/ 72597 h 85661"/>
                <a:gd name="csX1" fmla="*/ 18726 w 74892"/>
                <a:gd name="csY1" fmla="*/ 64182 h 85661"/>
                <a:gd name="csX2" fmla="*/ 12456 w 74892"/>
                <a:gd name="csY2" fmla="*/ 41130 h 85661"/>
                <a:gd name="csX3" fmla="*/ 18680 w 74892"/>
                <a:gd name="csY3" fmla="*/ 18077 h 85661"/>
                <a:gd name="csX4" fmla="*/ 35765 w 74892"/>
                <a:gd name="csY4" fmla="*/ 9662 h 85661"/>
                <a:gd name="csX5" fmla="*/ 52734 w 74892"/>
                <a:gd name="csY5" fmla="*/ 18100 h 85661"/>
                <a:gd name="csX6" fmla="*/ 59004 w 74892"/>
                <a:gd name="csY6" fmla="*/ 41130 h 85661"/>
                <a:gd name="csX7" fmla="*/ 52734 w 74892"/>
                <a:gd name="csY7" fmla="*/ 64112 h 85661"/>
                <a:gd name="csX8" fmla="*/ 35765 w 74892"/>
                <a:gd name="csY8" fmla="*/ 72597 h 85661"/>
                <a:gd name="csX9" fmla="*/ 35765 w 74892"/>
                <a:gd name="csY9" fmla="*/ 83949 h 85661"/>
                <a:gd name="csX10" fmla="*/ 63223 w 74892"/>
                <a:gd name="csY10" fmla="*/ 72574 h 85661"/>
                <a:gd name="csX11" fmla="*/ 73223 w 74892"/>
                <a:gd name="csY11" fmla="*/ 41130 h 85661"/>
                <a:gd name="csX12" fmla="*/ 63223 w 74892"/>
                <a:gd name="csY12" fmla="*/ 9686 h 85661"/>
                <a:gd name="csX13" fmla="*/ 35765 w 74892"/>
                <a:gd name="csY13" fmla="*/ -1713 h 85661"/>
                <a:gd name="csX14" fmla="*/ 8260 w 74892"/>
                <a:gd name="csY14" fmla="*/ 9686 h 85661"/>
                <a:gd name="csX15" fmla="*/ -1669 w 74892"/>
                <a:gd name="csY15" fmla="*/ 41130 h 85661"/>
                <a:gd name="csX16" fmla="*/ 8260 w 74892"/>
                <a:gd name="csY16" fmla="*/ 72574 h 85661"/>
                <a:gd name="csX17" fmla="*/ 35765 w 74892"/>
                <a:gd name="csY17" fmla="*/ 83949 h 85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74892" h="85661">
                  <a:moveTo>
                    <a:pt x="35765" y="72597"/>
                  </a:moveTo>
                  <a:cubicBezTo>
                    <a:pt x="28586" y="72597"/>
                    <a:pt x="22906" y="69792"/>
                    <a:pt x="18726" y="64182"/>
                  </a:cubicBezTo>
                  <a:cubicBezTo>
                    <a:pt x="14546" y="58573"/>
                    <a:pt x="12456" y="50888"/>
                    <a:pt x="12456" y="41130"/>
                  </a:cubicBezTo>
                  <a:cubicBezTo>
                    <a:pt x="12456" y="31371"/>
                    <a:pt x="14531" y="23687"/>
                    <a:pt x="18680" y="18077"/>
                  </a:cubicBezTo>
                  <a:cubicBezTo>
                    <a:pt x="22844" y="12467"/>
                    <a:pt x="28539" y="9662"/>
                    <a:pt x="35765" y="9662"/>
                  </a:cubicBezTo>
                  <a:cubicBezTo>
                    <a:pt x="42913" y="9662"/>
                    <a:pt x="48570" y="12475"/>
                    <a:pt x="52734" y="18100"/>
                  </a:cubicBezTo>
                  <a:cubicBezTo>
                    <a:pt x="56914" y="23741"/>
                    <a:pt x="59004" y="31417"/>
                    <a:pt x="59004" y="41130"/>
                  </a:cubicBezTo>
                  <a:cubicBezTo>
                    <a:pt x="59004" y="50795"/>
                    <a:pt x="56914" y="58456"/>
                    <a:pt x="52734" y="64112"/>
                  </a:cubicBezTo>
                  <a:cubicBezTo>
                    <a:pt x="48570" y="69769"/>
                    <a:pt x="42913" y="72597"/>
                    <a:pt x="35765" y="72597"/>
                  </a:cubicBezTo>
                  <a:close/>
                  <a:moveTo>
                    <a:pt x="35765" y="83949"/>
                  </a:moveTo>
                  <a:cubicBezTo>
                    <a:pt x="47420" y="83949"/>
                    <a:pt x="56572" y="80157"/>
                    <a:pt x="63223" y="72574"/>
                  </a:cubicBezTo>
                  <a:cubicBezTo>
                    <a:pt x="69890" y="65006"/>
                    <a:pt x="73223" y="54525"/>
                    <a:pt x="73223" y="41130"/>
                  </a:cubicBezTo>
                  <a:cubicBezTo>
                    <a:pt x="73223" y="27781"/>
                    <a:pt x="69890" y="17300"/>
                    <a:pt x="63223" y="9686"/>
                  </a:cubicBezTo>
                  <a:cubicBezTo>
                    <a:pt x="56572" y="2087"/>
                    <a:pt x="47420" y="-1713"/>
                    <a:pt x="35765" y="-1713"/>
                  </a:cubicBezTo>
                  <a:cubicBezTo>
                    <a:pt x="24064" y="-1713"/>
                    <a:pt x="14896" y="2087"/>
                    <a:pt x="8260" y="9686"/>
                  </a:cubicBezTo>
                  <a:cubicBezTo>
                    <a:pt x="1641" y="17300"/>
                    <a:pt x="-1669" y="27781"/>
                    <a:pt x="-1669" y="41130"/>
                  </a:cubicBezTo>
                  <a:cubicBezTo>
                    <a:pt x="-1669" y="54525"/>
                    <a:pt x="1641" y="65006"/>
                    <a:pt x="8260" y="72574"/>
                  </a:cubicBezTo>
                  <a:cubicBezTo>
                    <a:pt x="14896" y="80157"/>
                    <a:pt x="24064" y="83949"/>
                    <a:pt x="35765" y="83949"/>
                  </a:cubicBezTo>
                  <a:close/>
                </a:path>
              </a:pathLst>
            </a:custGeom>
            <a:solidFill>
              <a:srgbClr val="FFFFFF"/>
            </a:solidFill>
            <a:ln w="2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AFF51E86-BC99-85A7-F29B-21F12E5675C2}"/>
                </a:ext>
              </a:extLst>
            </p:cNvPr>
            <p:cNvSpPr/>
            <p:nvPr/>
          </p:nvSpPr>
          <p:spPr>
            <a:xfrm flipV="1">
              <a:off x="4643566" y="1067094"/>
              <a:ext cx="77526" cy="10395"/>
            </a:xfrm>
            <a:custGeom>
              <a:avLst/>
              <a:gdLst>
                <a:gd name="csX0" fmla="*/ 76223 w 77526"/>
                <a:gd name="csY0" fmla="*/ 11721 h 10395"/>
                <a:gd name="csX1" fmla="*/ 76223 w 77526"/>
                <a:gd name="csY1" fmla="*/ 1326 h 10395"/>
                <a:gd name="csX2" fmla="*/ -1303 w 77526"/>
                <a:gd name="csY2" fmla="*/ 1326 h 10395"/>
                <a:gd name="csX3" fmla="*/ -1303 w 77526"/>
                <a:gd name="csY3" fmla="*/ 11721 h 10395"/>
                <a:gd name="csX4" fmla="*/ 76223 w 77526"/>
                <a:gd name="csY4" fmla="*/ 11721 h 103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7526" h="10395">
                  <a:moveTo>
                    <a:pt x="76223" y="11721"/>
                  </a:moveTo>
                  <a:lnTo>
                    <a:pt x="76223" y="1326"/>
                  </a:lnTo>
                  <a:lnTo>
                    <a:pt x="-1303" y="1326"/>
                  </a:lnTo>
                  <a:lnTo>
                    <a:pt x="-1303" y="11721"/>
                  </a:lnTo>
                  <a:lnTo>
                    <a:pt x="76223" y="11721"/>
                  </a:lnTo>
                  <a:close/>
                </a:path>
              </a:pathLst>
            </a:custGeom>
            <a:solidFill>
              <a:srgbClr val="FFFFFF"/>
            </a:solidFill>
            <a:ln w="2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5A906A76-71C3-32B6-45B0-CEC30C89CF0E}"/>
                </a:ext>
              </a:extLst>
            </p:cNvPr>
            <p:cNvSpPr/>
            <p:nvPr/>
          </p:nvSpPr>
          <p:spPr>
            <a:xfrm flipV="1">
              <a:off x="4727852" y="958776"/>
              <a:ext cx="64543" cy="85661"/>
            </a:xfrm>
            <a:custGeom>
              <a:avLst/>
              <a:gdLst>
                <a:gd name="csX0" fmla="*/ 63109 w 64543"/>
                <a:gd name="csY0" fmla="*/ 78867 h 85661"/>
                <a:gd name="csX1" fmla="*/ 63109 w 64543"/>
                <a:gd name="csY1" fmla="*/ 66327 h 85661"/>
                <a:gd name="csX2" fmla="*/ 51710 w 64543"/>
                <a:gd name="csY2" fmla="*/ 71035 h 85661"/>
                <a:gd name="csX3" fmla="*/ 40172 w 64543"/>
                <a:gd name="csY3" fmla="*/ 72597 h 85661"/>
                <a:gd name="csX4" fmla="*/ 19894 w 64543"/>
                <a:gd name="csY4" fmla="*/ 64322 h 85661"/>
                <a:gd name="csX5" fmla="*/ 12691 w 64543"/>
                <a:gd name="csY5" fmla="*/ 41130 h 85661"/>
                <a:gd name="csX6" fmla="*/ 19894 w 64543"/>
                <a:gd name="csY6" fmla="*/ 17914 h 85661"/>
                <a:gd name="csX7" fmla="*/ 40172 w 64543"/>
                <a:gd name="csY7" fmla="*/ 9662 h 85661"/>
                <a:gd name="csX8" fmla="*/ 51710 w 64543"/>
                <a:gd name="csY8" fmla="*/ 11224 h 85661"/>
                <a:gd name="csX9" fmla="*/ 63109 w 64543"/>
                <a:gd name="csY9" fmla="*/ 15932 h 85661"/>
                <a:gd name="csX10" fmla="*/ 63109 w 64543"/>
                <a:gd name="csY10" fmla="*/ 3532 h 85661"/>
                <a:gd name="csX11" fmla="*/ 51477 w 64543"/>
                <a:gd name="csY11" fmla="*/ -384 h 85661"/>
                <a:gd name="csX12" fmla="*/ 38704 w 64543"/>
                <a:gd name="csY12" fmla="*/ -1713 h 85661"/>
                <a:gd name="csX13" fmla="*/ 9404 w 64543"/>
                <a:gd name="csY13" fmla="*/ 9872 h 85661"/>
                <a:gd name="csX14" fmla="*/ -1434 w 64543"/>
                <a:gd name="csY14" fmla="*/ 41130 h 85661"/>
                <a:gd name="csX15" fmla="*/ 9521 w 64543"/>
                <a:gd name="csY15" fmla="*/ 72504 h 85661"/>
                <a:gd name="csX16" fmla="*/ 39590 w 64543"/>
                <a:gd name="csY16" fmla="*/ 83949 h 85661"/>
                <a:gd name="csX17" fmla="*/ 51664 w 64543"/>
                <a:gd name="csY17" fmla="*/ 82667 h 85661"/>
                <a:gd name="csX18" fmla="*/ 63109 w 64543"/>
                <a:gd name="csY18" fmla="*/ 78867 h 85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64543" h="85661">
                  <a:moveTo>
                    <a:pt x="63109" y="78867"/>
                  </a:moveTo>
                  <a:lnTo>
                    <a:pt x="63109" y="66327"/>
                  </a:lnTo>
                  <a:cubicBezTo>
                    <a:pt x="59317" y="68425"/>
                    <a:pt x="55518" y="69994"/>
                    <a:pt x="51710" y="71035"/>
                  </a:cubicBezTo>
                  <a:cubicBezTo>
                    <a:pt x="47903" y="72076"/>
                    <a:pt x="44057" y="72597"/>
                    <a:pt x="40172" y="72597"/>
                  </a:cubicBezTo>
                  <a:cubicBezTo>
                    <a:pt x="31470" y="72597"/>
                    <a:pt x="24711" y="69839"/>
                    <a:pt x="19894" y="64322"/>
                  </a:cubicBezTo>
                  <a:cubicBezTo>
                    <a:pt x="15092" y="58821"/>
                    <a:pt x="12691" y="51090"/>
                    <a:pt x="12691" y="41130"/>
                  </a:cubicBezTo>
                  <a:cubicBezTo>
                    <a:pt x="12691" y="31169"/>
                    <a:pt x="15092" y="23430"/>
                    <a:pt x="19894" y="17914"/>
                  </a:cubicBezTo>
                  <a:cubicBezTo>
                    <a:pt x="24711" y="12413"/>
                    <a:pt x="31470" y="9662"/>
                    <a:pt x="40172" y="9662"/>
                  </a:cubicBezTo>
                  <a:cubicBezTo>
                    <a:pt x="44057" y="9662"/>
                    <a:pt x="47903" y="10183"/>
                    <a:pt x="51710" y="11224"/>
                  </a:cubicBezTo>
                  <a:cubicBezTo>
                    <a:pt x="55518" y="12265"/>
                    <a:pt x="59317" y="13835"/>
                    <a:pt x="63109" y="15932"/>
                  </a:cubicBezTo>
                  <a:lnTo>
                    <a:pt x="63109" y="3532"/>
                  </a:lnTo>
                  <a:cubicBezTo>
                    <a:pt x="59364" y="1792"/>
                    <a:pt x="55487" y="486"/>
                    <a:pt x="51477" y="-384"/>
                  </a:cubicBezTo>
                  <a:cubicBezTo>
                    <a:pt x="47484" y="-1270"/>
                    <a:pt x="43226" y="-1713"/>
                    <a:pt x="38704" y="-1713"/>
                  </a:cubicBezTo>
                  <a:cubicBezTo>
                    <a:pt x="26412" y="-1713"/>
                    <a:pt x="16646" y="2149"/>
                    <a:pt x="9404" y="9872"/>
                  </a:cubicBezTo>
                  <a:cubicBezTo>
                    <a:pt x="2179" y="17595"/>
                    <a:pt x="-1434" y="28014"/>
                    <a:pt x="-1434" y="41130"/>
                  </a:cubicBezTo>
                  <a:cubicBezTo>
                    <a:pt x="-1434" y="54431"/>
                    <a:pt x="2217" y="64889"/>
                    <a:pt x="9521" y="72504"/>
                  </a:cubicBezTo>
                  <a:cubicBezTo>
                    <a:pt x="16840" y="80134"/>
                    <a:pt x="26863" y="83949"/>
                    <a:pt x="39590" y="83949"/>
                  </a:cubicBezTo>
                  <a:cubicBezTo>
                    <a:pt x="43708" y="83949"/>
                    <a:pt x="47732" y="83521"/>
                    <a:pt x="51664" y="82667"/>
                  </a:cubicBezTo>
                  <a:cubicBezTo>
                    <a:pt x="55595" y="81827"/>
                    <a:pt x="59410" y="80561"/>
                    <a:pt x="63109" y="78867"/>
                  </a:cubicBezTo>
                  <a:close/>
                </a:path>
              </a:pathLst>
            </a:custGeom>
            <a:solidFill>
              <a:srgbClr val="FFFFFF"/>
            </a:solidFill>
            <a:ln w="2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C640B64B-F3AE-AB20-2227-30D9F77EB3B5}"/>
                </a:ext>
              </a:extLst>
            </p:cNvPr>
            <p:cNvSpPr/>
            <p:nvPr/>
          </p:nvSpPr>
          <p:spPr>
            <a:xfrm flipV="1">
              <a:off x="4809871" y="958776"/>
              <a:ext cx="74892" cy="85661"/>
            </a:xfrm>
            <a:custGeom>
              <a:avLst/>
              <a:gdLst>
                <a:gd name="csX0" fmla="*/ 35785 w 74892"/>
                <a:gd name="csY0" fmla="*/ 72597 h 85661"/>
                <a:gd name="csX1" fmla="*/ 18746 w 74892"/>
                <a:gd name="csY1" fmla="*/ 64182 h 85661"/>
                <a:gd name="csX2" fmla="*/ 12476 w 74892"/>
                <a:gd name="csY2" fmla="*/ 41130 h 85661"/>
                <a:gd name="csX3" fmla="*/ 18700 w 74892"/>
                <a:gd name="csY3" fmla="*/ 18077 h 85661"/>
                <a:gd name="csX4" fmla="*/ 35785 w 74892"/>
                <a:gd name="csY4" fmla="*/ 9662 h 85661"/>
                <a:gd name="csX5" fmla="*/ 52754 w 74892"/>
                <a:gd name="csY5" fmla="*/ 18100 h 85661"/>
                <a:gd name="csX6" fmla="*/ 59024 w 74892"/>
                <a:gd name="csY6" fmla="*/ 41130 h 85661"/>
                <a:gd name="csX7" fmla="*/ 52754 w 74892"/>
                <a:gd name="csY7" fmla="*/ 64112 h 85661"/>
                <a:gd name="csX8" fmla="*/ 35785 w 74892"/>
                <a:gd name="csY8" fmla="*/ 72597 h 85661"/>
                <a:gd name="csX9" fmla="*/ 35785 w 74892"/>
                <a:gd name="csY9" fmla="*/ 83949 h 85661"/>
                <a:gd name="csX10" fmla="*/ 63243 w 74892"/>
                <a:gd name="csY10" fmla="*/ 72574 h 85661"/>
                <a:gd name="csX11" fmla="*/ 73243 w 74892"/>
                <a:gd name="csY11" fmla="*/ 41130 h 85661"/>
                <a:gd name="csX12" fmla="*/ 63243 w 74892"/>
                <a:gd name="csY12" fmla="*/ 9686 h 85661"/>
                <a:gd name="csX13" fmla="*/ 35785 w 74892"/>
                <a:gd name="csY13" fmla="*/ -1713 h 85661"/>
                <a:gd name="csX14" fmla="*/ 8280 w 74892"/>
                <a:gd name="csY14" fmla="*/ 9686 h 85661"/>
                <a:gd name="csX15" fmla="*/ -1649 w 74892"/>
                <a:gd name="csY15" fmla="*/ 41130 h 85661"/>
                <a:gd name="csX16" fmla="*/ 8280 w 74892"/>
                <a:gd name="csY16" fmla="*/ 72574 h 85661"/>
                <a:gd name="csX17" fmla="*/ 35785 w 74892"/>
                <a:gd name="csY17" fmla="*/ 83949 h 85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74892" h="85661">
                  <a:moveTo>
                    <a:pt x="35785" y="72597"/>
                  </a:moveTo>
                  <a:cubicBezTo>
                    <a:pt x="28606" y="72597"/>
                    <a:pt x="22926" y="69792"/>
                    <a:pt x="18746" y="64182"/>
                  </a:cubicBezTo>
                  <a:cubicBezTo>
                    <a:pt x="14566" y="58573"/>
                    <a:pt x="12476" y="50888"/>
                    <a:pt x="12476" y="41130"/>
                  </a:cubicBezTo>
                  <a:cubicBezTo>
                    <a:pt x="12476" y="31371"/>
                    <a:pt x="14551" y="23687"/>
                    <a:pt x="18700" y="18077"/>
                  </a:cubicBezTo>
                  <a:cubicBezTo>
                    <a:pt x="22864" y="12467"/>
                    <a:pt x="28559" y="9662"/>
                    <a:pt x="35785" y="9662"/>
                  </a:cubicBezTo>
                  <a:cubicBezTo>
                    <a:pt x="42933" y="9662"/>
                    <a:pt x="48590" y="12475"/>
                    <a:pt x="52754" y="18100"/>
                  </a:cubicBezTo>
                  <a:cubicBezTo>
                    <a:pt x="56934" y="23741"/>
                    <a:pt x="59024" y="31417"/>
                    <a:pt x="59024" y="41130"/>
                  </a:cubicBezTo>
                  <a:cubicBezTo>
                    <a:pt x="59024" y="50795"/>
                    <a:pt x="56934" y="58456"/>
                    <a:pt x="52754" y="64112"/>
                  </a:cubicBezTo>
                  <a:cubicBezTo>
                    <a:pt x="48590" y="69769"/>
                    <a:pt x="42933" y="72597"/>
                    <a:pt x="35785" y="72597"/>
                  </a:cubicBezTo>
                  <a:close/>
                  <a:moveTo>
                    <a:pt x="35785" y="83949"/>
                  </a:moveTo>
                  <a:cubicBezTo>
                    <a:pt x="47440" y="83949"/>
                    <a:pt x="56592" y="80157"/>
                    <a:pt x="63243" y="72574"/>
                  </a:cubicBezTo>
                  <a:cubicBezTo>
                    <a:pt x="69910" y="65006"/>
                    <a:pt x="73243" y="54525"/>
                    <a:pt x="73243" y="41130"/>
                  </a:cubicBezTo>
                  <a:cubicBezTo>
                    <a:pt x="73243" y="27781"/>
                    <a:pt x="69910" y="17300"/>
                    <a:pt x="63243" y="9686"/>
                  </a:cubicBezTo>
                  <a:cubicBezTo>
                    <a:pt x="56592" y="2087"/>
                    <a:pt x="47440" y="-1713"/>
                    <a:pt x="35785" y="-1713"/>
                  </a:cubicBezTo>
                  <a:cubicBezTo>
                    <a:pt x="24084" y="-1713"/>
                    <a:pt x="14916" y="2087"/>
                    <a:pt x="8280" y="9686"/>
                  </a:cubicBezTo>
                  <a:cubicBezTo>
                    <a:pt x="1661" y="17300"/>
                    <a:pt x="-1649" y="27781"/>
                    <a:pt x="-1649" y="41130"/>
                  </a:cubicBezTo>
                  <a:cubicBezTo>
                    <a:pt x="-1649" y="54525"/>
                    <a:pt x="1661" y="65006"/>
                    <a:pt x="8280" y="72574"/>
                  </a:cubicBezTo>
                  <a:cubicBezTo>
                    <a:pt x="14916" y="80157"/>
                    <a:pt x="24084" y="83949"/>
                    <a:pt x="35785" y="83949"/>
                  </a:cubicBezTo>
                  <a:close/>
                </a:path>
              </a:pathLst>
            </a:custGeom>
            <a:solidFill>
              <a:srgbClr val="FFFFFF"/>
            </a:solidFill>
            <a:ln w="2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343AE183-DF74-290B-2092-8288028D96A3}"/>
                </a:ext>
              </a:extLst>
            </p:cNvPr>
            <p:cNvSpPr/>
            <p:nvPr/>
          </p:nvSpPr>
          <p:spPr>
            <a:xfrm flipV="1">
              <a:off x="4906455" y="958776"/>
              <a:ext cx="68342" cy="83539"/>
            </a:xfrm>
            <a:custGeom>
              <a:avLst/>
              <a:gdLst>
                <a:gd name="csX0" fmla="*/ 66613 w 68342"/>
                <a:gd name="csY0" fmla="*/ 47494 h 83539"/>
                <a:gd name="csX1" fmla="*/ 66613 w 68342"/>
                <a:gd name="csY1" fmla="*/ -1758 h 83539"/>
                <a:gd name="csX2" fmla="*/ 53210 w 68342"/>
                <a:gd name="csY2" fmla="*/ -1758 h 83539"/>
                <a:gd name="csX3" fmla="*/ 53210 w 68342"/>
                <a:gd name="csY3" fmla="*/ 47051 h 83539"/>
                <a:gd name="csX4" fmla="*/ 48688 w 68342"/>
                <a:gd name="csY4" fmla="*/ 64370 h 83539"/>
                <a:gd name="csX5" fmla="*/ 35146 w 68342"/>
                <a:gd name="csY5" fmla="*/ 70127 h 83539"/>
                <a:gd name="csX6" fmla="*/ 18013 w 68342"/>
                <a:gd name="csY6" fmla="*/ 63204 h 83539"/>
                <a:gd name="csX7" fmla="*/ 11743 w 68342"/>
                <a:gd name="csY7" fmla="*/ 44347 h 83539"/>
                <a:gd name="csX8" fmla="*/ 11743 w 68342"/>
                <a:gd name="csY8" fmla="*/ -1758 h 83539"/>
                <a:gd name="csX9" fmla="*/ -1729 w 68342"/>
                <a:gd name="csY9" fmla="*/ -1758 h 83539"/>
                <a:gd name="csX10" fmla="*/ -1729 w 68342"/>
                <a:gd name="csY10" fmla="*/ 79824 h 83539"/>
                <a:gd name="csX11" fmla="*/ 11743 w 68342"/>
                <a:gd name="csY11" fmla="*/ 79824 h 83539"/>
                <a:gd name="csX12" fmla="*/ 11743 w 68342"/>
                <a:gd name="csY12" fmla="*/ 67144 h 83539"/>
                <a:gd name="csX13" fmla="*/ 23072 w 68342"/>
                <a:gd name="csY13" fmla="*/ 78146 h 83539"/>
                <a:gd name="csX14" fmla="*/ 38129 w 68342"/>
                <a:gd name="csY14" fmla="*/ 81782 h 83539"/>
                <a:gd name="csX15" fmla="*/ 59387 w 68342"/>
                <a:gd name="csY15" fmla="*/ 73088 h 83539"/>
                <a:gd name="csX16" fmla="*/ 66613 w 68342"/>
                <a:gd name="csY16" fmla="*/ 47494 h 835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68342" h="83539">
                  <a:moveTo>
                    <a:pt x="66613" y="47494"/>
                  </a:moveTo>
                  <a:lnTo>
                    <a:pt x="66613" y="-1758"/>
                  </a:lnTo>
                  <a:lnTo>
                    <a:pt x="53210" y="-1758"/>
                  </a:lnTo>
                  <a:lnTo>
                    <a:pt x="53210" y="47051"/>
                  </a:lnTo>
                  <a:cubicBezTo>
                    <a:pt x="53210" y="54774"/>
                    <a:pt x="51703" y="60547"/>
                    <a:pt x="48688" y="64370"/>
                  </a:cubicBezTo>
                  <a:cubicBezTo>
                    <a:pt x="45674" y="68208"/>
                    <a:pt x="41159" y="70127"/>
                    <a:pt x="35146" y="70127"/>
                  </a:cubicBezTo>
                  <a:cubicBezTo>
                    <a:pt x="27904" y="70127"/>
                    <a:pt x="22194" y="67820"/>
                    <a:pt x="18013" y="63204"/>
                  </a:cubicBezTo>
                  <a:cubicBezTo>
                    <a:pt x="13833" y="58605"/>
                    <a:pt x="11743" y="52319"/>
                    <a:pt x="11743" y="44347"/>
                  </a:cubicBezTo>
                  <a:lnTo>
                    <a:pt x="11743" y="-1758"/>
                  </a:lnTo>
                  <a:lnTo>
                    <a:pt x="-1729" y="-1758"/>
                  </a:lnTo>
                  <a:lnTo>
                    <a:pt x="-1729" y="79824"/>
                  </a:lnTo>
                  <a:lnTo>
                    <a:pt x="11743" y="79824"/>
                  </a:lnTo>
                  <a:lnTo>
                    <a:pt x="11743" y="67144"/>
                  </a:lnTo>
                  <a:cubicBezTo>
                    <a:pt x="14960" y="72054"/>
                    <a:pt x="18736" y="75721"/>
                    <a:pt x="23072" y="78146"/>
                  </a:cubicBezTo>
                  <a:cubicBezTo>
                    <a:pt x="27423" y="80570"/>
                    <a:pt x="32442" y="81782"/>
                    <a:pt x="38129" y="81782"/>
                  </a:cubicBezTo>
                  <a:cubicBezTo>
                    <a:pt x="47500" y="81782"/>
                    <a:pt x="54586" y="78884"/>
                    <a:pt x="59387" y="73088"/>
                  </a:cubicBezTo>
                  <a:cubicBezTo>
                    <a:pt x="64204" y="67291"/>
                    <a:pt x="66613" y="58760"/>
                    <a:pt x="66613" y="47494"/>
                  </a:cubicBezTo>
                  <a:close/>
                </a:path>
              </a:pathLst>
            </a:custGeom>
            <a:solidFill>
              <a:srgbClr val="FFFFFF"/>
            </a:solidFill>
            <a:ln w="2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984A0576-D20F-832E-36DC-474C5ED4EBAB}"/>
                </a:ext>
              </a:extLst>
            </p:cNvPr>
            <p:cNvSpPr/>
            <p:nvPr/>
          </p:nvSpPr>
          <p:spPr>
            <a:xfrm flipV="1">
              <a:off x="4991469" y="937565"/>
              <a:ext cx="50907" cy="104751"/>
            </a:xfrm>
            <a:custGeom>
              <a:avLst/>
              <a:gdLst>
                <a:gd name="csX0" fmla="*/ 22369 w 50907"/>
                <a:gd name="csY0" fmla="*/ 102537 h 104751"/>
                <a:gd name="csX1" fmla="*/ 22369 w 50907"/>
                <a:gd name="csY1" fmla="*/ 79368 h 104751"/>
                <a:gd name="csX2" fmla="*/ 49967 w 50907"/>
                <a:gd name="csY2" fmla="*/ 79368 h 104751"/>
                <a:gd name="csX3" fmla="*/ 49967 w 50907"/>
                <a:gd name="csY3" fmla="*/ 68949 h 104751"/>
                <a:gd name="csX4" fmla="*/ 22369 w 50907"/>
                <a:gd name="csY4" fmla="*/ 68949 h 104751"/>
                <a:gd name="csX5" fmla="*/ 22369 w 50907"/>
                <a:gd name="csY5" fmla="*/ 24661 h 104751"/>
                <a:gd name="csX6" fmla="*/ 25096 w 50907"/>
                <a:gd name="csY6" fmla="*/ 11841 h 104751"/>
                <a:gd name="csX7" fmla="*/ 36215 w 50907"/>
                <a:gd name="csY7" fmla="*/ 8998 h 104751"/>
                <a:gd name="csX8" fmla="*/ 49967 w 50907"/>
                <a:gd name="csY8" fmla="*/ 8998 h 104751"/>
                <a:gd name="csX9" fmla="*/ 49967 w 50907"/>
                <a:gd name="csY9" fmla="*/ -2214 h 104751"/>
                <a:gd name="csX10" fmla="*/ 36215 w 50907"/>
                <a:gd name="csY10" fmla="*/ -2214 h 104751"/>
                <a:gd name="csX11" fmla="*/ 14793 w 50907"/>
                <a:gd name="csY11" fmla="*/ 3567 h 104751"/>
                <a:gd name="csX12" fmla="*/ 8896 w 50907"/>
                <a:gd name="csY12" fmla="*/ 24661 h 104751"/>
                <a:gd name="csX13" fmla="*/ 8896 w 50907"/>
                <a:gd name="csY13" fmla="*/ 68949 h 104751"/>
                <a:gd name="csX14" fmla="*/ -940 w 50907"/>
                <a:gd name="csY14" fmla="*/ 68949 h 104751"/>
                <a:gd name="csX15" fmla="*/ -940 w 50907"/>
                <a:gd name="csY15" fmla="*/ 79368 h 104751"/>
                <a:gd name="csX16" fmla="*/ 8896 w 50907"/>
                <a:gd name="csY16" fmla="*/ 79368 h 104751"/>
                <a:gd name="csX17" fmla="*/ 8896 w 50907"/>
                <a:gd name="csY17" fmla="*/ 102537 h 104751"/>
                <a:gd name="csX18" fmla="*/ 22369 w 50907"/>
                <a:gd name="csY18" fmla="*/ 102537 h 1047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50907" h="104751">
                  <a:moveTo>
                    <a:pt x="22369" y="102537"/>
                  </a:moveTo>
                  <a:lnTo>
                    <a:pt x="22369" y="79368"/>
                  </a:lnTo>
                  <a:lnTo>
                    <a:pt x="49967" y="79368"/>
                  </a:lnTo>
                  <a:lnTo>
                    <a:pt x="49967" y="68949"/>
                  </a:lnTo>
                  <a:lnTo>
                    <a:pt x="22369" y="68949"/>
                  </a:lnTo>
                  <a:lnTo>
                    <a:pt x="22369" y="24661"/>
                  </a:lnTo>
                  <a:cubicBezTo>
                    <a:pt x="22369" y="18011"/>
                    <a:pt x="23278" y="13737"/>
                    <a:pt x="25096" y="11841"/>
                  </a:cubicBezTo>
                  <a:cubicBezTo>
                    <a:pt x="26914" y="9946"/>
                    <a:pt x="30620" y="8998"/>
                    <a:pt x="36215" y="8998"/>
                  </a:cubicBezTo>
                  <a:lnTo>
                    <a:pt x="49967" y="8998"/>
                  </a:lnTo>
                  <a:lnTo>
                    <a:pt x="49967" y="-2214"/>
                  </a:lnTo>
                  <a:lnTo>
                    <a:pt x="36215" y="-2214"/>
                  </a:lnTo>
                  <a:cubicBezTo>
                    <a:pt x="25865" y="-2214"/>
                    <a:pt x="18725" y="-287"/>
                    <a:pt x="14793" y="3567"/>
                  </a:cubicBezTo>
                  <a:cubicBezTo>
                    <a:pt x="10862" y="7436"/>
                    <a:pt x="8896" y="14468"/>
                    <a:pt x="8896" y="24661"/>
                  </a:cubicBezTo>
                  <a:lnTo>
                    <a:pt x="8896" y="68949"/>
                  </a:lnTo>
                  <a:lnTo>
                    <a:pt x="-940" y="68949"/>
                  </a:lnTo>
                  <a:lnTo>
                    <a:pt x="-940" y="79368"/>
                  </a:lnTo>
                  <a:lnTo>
                    <a:pt x="8896" y="79368"/>
                  </a:lnTo>
                  <a:lnTo>
                    <a:pt x="8896" y="102537"/>
                  </a:lnTo>
                  <a:lnTo>
                    <a:pt x="22369" y="102537"/>
                  </a:lnTo>
                  <a:close/>
                </a:path>
              </a:pathLst>
            </a:custGeom>
            <a:solidFill>
              <a:srgbClr val="FFFFFF"/>
            </a:solidFill>
            <a:ln w="2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10FED93D-ABC6-0368-BD13-0E2E29CD24A4}"/>
                </a:ext>
              </a:extLst>
            </p:cNvPr>
            <p:cNvSpPr/>
            <p:nvPr/>
          </p:nvSpPr>
          <p:spPr>
            <a:xfrm flipV="1">
              <a:off x="5059494" y="958776"/>
              <a:ext cx="47783" cy="83539"/>
            </a:xfrm>
            <a:custGeom>
              <a:avLst/>
              <a:gdLst>
                <a:gd name="csX0" fmla="*/ 46507 w 47783"/>
                <a:gd name="csY0" fmla="*/ 67307 h 83539"/>
                <a:gd name="csX1" fmla="*/ 41589 w 47783"/>
                <a:gd name="csY1" fmla="*/ 69218 h 83539"/>
                <a:gd name="csX2" fmla="*/ 35738 w 47783"/>
                <a:gd name="csY2" fmla="*/ 69848 h 83539"/>
                <a:gd name="csX3" fmla="*/ 18280 w 47783"/>
                <a:gd name="csY3" fmla="*/ 62459 h 83539"/>
                <a:gd name="csX4" fmla="*/ 12196 w 47783"/>
                <a:gd name="csY4" fmla="*/ 41224 h 83539"/>
                <a:gd name="csX5" fmla="*/ 12196 w 47783"/>
                <a:gd name="csY5" fmla="*/ -1758 h 83539"/>
                <a:gd name="csX6" fmla="*/ -1277 w 47783"/>
                <a:gd name="csY6" fmla="*/ -1758 h 83539"/>
                <a:gd name="csX7" fmla="*/ -1277 w 47783"/>
                <a:gd name="csY7" fmla="*/ 79824 h 83539"/>
                <a:gd name="csX8" fmla="*/ 12196 w 47783"/>
                <a:gd name="csY8" fmla="*/ 79824 h 83539"/>
                <a:gd name="csX9" fmla="*/ 12196 w 47783"/>
                <a:gd name="csY9" fmla="*/ 67144 h 83539"/>
                <a:gd name="csX10" fmla="*/ 23198 w 47783"/>
                <a:gd name="csY10" fmla="*/ 78169 h 83539"/>
                <a:gd name="csX11" fmla="*/ 39677 w 47783"/>
                <a:gd name="csY11" fmla="*/ 81782 h 83539"/>
                <a:gd name="csX12" fmla="*/ 42731 w 47783"/>
                <a:gd name="csY12" fmla="*/ 81595 h 83539"/>
                <a:gd name="csX13" fmla="*/ 46437 w 47783"/>
                <a:gd name="csY13" fmla="*/ 81059 h 83539"/>
                <a:gd name="csX14" fmla="*/ 46507 w 47783"/>
                <a:gd name="csY14" fmla="*/ 67307 h 835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47783" h="83539">
                  <a:moveTo>
                    <a:pt x="46507" y="67307"/>
                  </a:moveTo>
                  <a:cubicBezTo>
                    <a:pt x="45000" y="68177"/>
                    <a:pt x="43360" y="68814"/>
                    <a:pt x="41589" y="69218"/>
                  </a:cubicBezTo>
                  <a:cubicBezTo>
                    <a:pt x="39817" y="69638"/>
                    <a:pt x="37867" y="69848"/>
                    <a:pt x="35738" y="69848"/>
                  </a:cubicBezTo>
                  <a:cubicBezTo>
                    <a:pt x="28155" y="69848"/>
                    <a:pt x="22335" y="67385"/>
                    <a:pt x="18280" y="62459"/>
                  </a:cubicBezTo>
                  <a:cubicBezTo>
                    <a:pt x="14224" y="57533"/>
                    <a:pt x="12196" y="50454"/>
                    <a:pt x="12196" y="41224"/>
                  </a:cubicBezTo>
                  <a:lnTo>
                    <a:pt x="12196" y="-1758"/>
                  </a:lnTo>
                  <a:lnTo>
                    <a:pt x="-1277" y="-1758"/>
                  </a:lnTo>
                  <a:lnTo>
                    <a:pt x="-1277" y="79824"/>
                  </a:lnTo>
                  <a:lnTo>
                    <a:pt x="12196" y="79824"/>
                  </a:lnTo>
                  <a:lnTo>
                    <a:pt x="12196" y="67144"/>
                  </a:lnTo>
                  <a:cubicBezTo>
                    <a:pt x="15024" y="72101"/>
                    <a:pt x="18691" y="75776"/>
                    <a:pt x="23198" y="78169"/>
                  </a:cubicBezTo>
                  <a:cubicBezTo>
                    <a:pt x="27720" y="80578"/>
                    <a:pt x="33213" y="81782"/>
                    <a:pt x="39677" y="81782"/>
                  </a:cubicBezTo>
                  <a:cubicBezTo>
                    <a:pt x="40594" y="81782"/>
                    <a:pt x="41612" y="81720"/>
                    <a:pt x="42731" y="81595"/>
                  </a:cubicBezTo>
                  <a:cubicBezTo>
                    <a:pt x="43850" y="81487"/>
                    <a:pt x="45085" y="81308"/>
                    <a:pt x="46437" y="81059"/>
                  </a:cubicBezTo>
                  <a:lnTo>
                    <a:pt x="46507" y="67307"/>
                  </a:lnTo>
                  <a:close/>
                </a:path>
              </a:pathLst>
            </a:custGeom>
            <a:solidFill>
              <a:srgbClr val="FFFFFF"/>
            </a:solidFill>
            <a:ln w="2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F9DDF1C2-382D-AB7B-BF8D-1F8501DE1FF4}"/>
                </a:ext>
              </a:extLst>
            </p:cNvPr>
            <p:cNvSpPr/>
            <p:nvPr/>
          </p:nvSpPr>
          <p:spPr>
            <a:xfrm flipV="1">
              <a:off x="5112155" y="958776"/>
              <a:ext cx="74892" cy="85661"/>
            </a:xfrm>
            <a:custGeom>
              <a:avLst/>
              <a:gdLst>
                <a:gd name="csX0" fmla="*/ 35809 w 74892"/>
                <a:gd name="csY0" fmla="*/ 72597 h 85661"/>
                <a:gd name="csX1" fmla="*/ 18770 w 74892"/>
                <a:gd name="csY1" fmla="*/ 64182 h 85661"/>
                <a:gd name="csX2" fmla="*/ 12500 w 74892"/>
                <a:gd name="csY2" fmla="*/ 41130 h 85661"/>
                <a:gd name="csX3" fmla="*/ 18724 w 74892"/>
                <a:gd name="csY3" fmla="*/ 18077 h 85661"/>
                <a:gd name="csX4" fmla="*/ 35809 w 74892"/>
                <a:gd name="csY4" fmla="*/ 9662 h 85661"/>
                <a:gd name="csX5" fmla="*/ 52779 w 74892"/>
                <a:gd name="csY5" fmla="*/ 18100 h 85661"/>
                <a:gd name="csX6" fmla="*/ 59049 w 74892"/>
                <a:gd name="csY6" fmla="*/ 41130 h 85661"/>
                <a:gd name="csX7" fmla="*/ 52779 w 74892"/>
                <a:gd name="csY7" fmla="*/ 64112 h 85661"/>
                <a:gd name="csX8" fmla="*/ 35809 w 74892"/>
                <a:gd name="csY8" fmla="*/ 72597 h 85661"/>
                <a:gd name="csX9" fmla="*/ 35809 w 74892"/>
                <a:gd name="csY9" fmla="*/ 83949 h 85661"/>
                <a:gd name="csX10" fmla="*/ 63268 w 74892"/>
                <a:gd name="csY10" fmla="*/ 72574 h 85661"/>
                <a:gd name="csX11" fmla="*/ 73267 w 74892"/>
                <a:gd name="csY11" fmla="*/ 41130 h 85661"/>
                <a:gd name="csX12" fmla="*/ 63268 w 74892"/>
                <a:gd name="csY12" fmla="*/ 9686 h 85661"/>
                <a:gd name="csX13" fmla="*/ 35809 w 74892"/>
                <a:gd name="csY13" fmla="*/ -1713 h 85661"/>
                <a:gd name="csX14" fmla="*/ 8305 w 74892"/>
                <a:gd name="csY14" fmla="*/ 9686 h 85661"/>
                <a:gd name="csX15" fmla="*/ -1625 w 74892"/>
                <a:gd name="csY15" fmla="*/ 41130 h 85661"/>
                <a:gd name="csX16" fmla="*/ 8305 w 74892"/>
                <a:gd name="csY16" fmla="*/ 72574 h 85661"/>
                <a:gd name="csX17" fmla="*/ 35809 w 74892"/>
                <a:gd name="csY17" fmla="*/ 83949 h 85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74892" h="85661">
                  <a:moveTo>
                    <a:pt x="35809" y="72597"/>
                  </a:moveTo>
                  <a:cubicBezTo>
                    <a:pt x="28630" y="72597"/>
                    <a:pt x="22951" y="69792"/>
                    <a:pt x="18770" y="64182"/>
                  </a:cubicBezTo>
                  <a:cubicBezTo>
                    <a:pt x="14590" y="58573"/>
                    <a:pt x="12500" y="50888"/>
                    <a:pt x="12500" y="41130"/>
                  </a:cubicBezTo>
                  <a:cubicBezTo>
                    <a:pt x="12500" y="31371"/>
                    <a:pt x="14575" y="23687"/>
                    <a:pt x="18724" y="18077"/>
                  </a:cubicBezTo>
                  <a:cubicBezTo>
                    <a:pt x="22888" y="12467"/>
                    <a:pt x="28584" y="9662"/>
                    <a:pt x="35809" y="9662"/>
                  </a:cubicBezTo>
                  <a:cubicBezTo>
                    <a:pt x="42958" y="9662"/>
                    <a:pt x="48614" y="12475"/>
                    <a:pt x="52779" y="18100"/>
                  </a:cubicBezTo>
                  <a:cubicBezTo>
                    <a:pt x="56959" y="23741"/>
                    <a:pt x="59049" y="31417"/>
                    <a:pt x="59049" y="41130"/>
                  </a:cubicBezTo>
                  <a:cubicBezTo>
                    <a:pt x="59049" y="50795"/>
                    <a:pt x="56959" y="58456"/>
                    <a:pt x="52779" y="64112"/>
                  </a:cubicBezTo>
                  <a:cubicBezTo>
                    <a:pt x="48614" y="69769"/>
                    <a:pt x="42958" y="72597"/>
                    <a:pt x="35809" y="72597"/>
                  </a:cubicBezTo>
                  <a:close/>
                  <a:moveTo>
                    <a:pt x="35809" y="83949"/>
                  </a:moveTo>
                  <a:cubicBezTo>
                    <a:pt x="47464" y="83949"/>
                    <a:pt x="56617" y="80157"/>
                    <a:pt x="63268" y="72574"/>
                  </a:cubicBezTo>
                  <a:cubicBezTo>
                    <a:pt x="69934" y="65006"/>
                    <a:pt x="73267" y="54525"/>
                    <a:pt x="73267" y="41130"/>
                  </a:cubicBezTo>
                  <a:cubicBezTo>
                    <a:pt x="73267" y="27781"/>
                    <a:pt x="69934" y="17300"/>
                    <a:pt x="63268" y="9686"/>
                  </a:cubicBezTo>
                  <a:cubicBezTo>
                    <a:pt x="56617" y="2087"/>
                    <a:pt x="47464" y="-1713"/>
                    <a:pt x="35809" y="-1713"/>
                  </a:cubicBezTo>
                  <a:cubicBezTo>
                    <a:pt x="24108" y="-1713"/>
                    <a:pt x="14940" y="2087"/>
                    <a:pt x="8305" y="9686"/>
                  </a:cubicBezTo>
                  <a:cubicBezTo>
                    <a:pt x="1685" y="17300"/>
                    <a:pt x="-1625" y="27781"/>
                    <a:pt x="-1625" y="41130"/>
                  </a:cubicBezTo>
                  <a:cubicBezTo>
                    <a:pt x="-1625" y="54525"/>
                    <a:pt x="1685" y="65006"/>
                    <a:pt x="8305" y="72574"/>
                  </a:cubicBezTo>
                  <a:cubicBezTo>
                    <a:pt x="14940" y="80157"/>
                    <a:pt x="24108" y="83949"/>
                    <a:pt x="35809" y="83949"/>
                  </a:cubicBezTo>
                  <a:close/>
                </a:path>
              </a:pathLst>
            </a:custGeom>
            <a:solidFill>
              <a:srgbClr val="FFFFFF"/>
            </a:solidFill>
            <a:ln w="2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C88419C9-54B4-0EB3-5A5E-A307A83D57A8}"/>
                </a:ext>
              </a:extLst>
            </p:cNvPr>
            <p:cNvSpPr/>
            <p:nvPr/>
          </p:nvSpPr>
          <p:spPr>
            <a:xfrm flipV="1">
              <a:off x="5209253" y="928964"/>
              <a:ext cx="13402" cy="113352"/>
            </a:xfrm>
            <a:custGeom>
              <a:avLst/>
              <a:gdLst>
                <a:gd name="csX0" fmla="*/ -551 w 13402"/>
                <a:gd name="csY0" fmla="*/ 110954 h 113352"/>
                <a:gd name="csX1" fmla="*/ 12852 w 13402"/>
                <a:gd name="csY1" fmla="*/ 110954 h 113352"/>
                <a:gd name="csX2" fmla="*/ 12852 w 13402"/>
                <a:gd name="csY2" fmla="*/ -2399 h 113352"/>
                <a:gd name="csX3" fmla="*/ -551 w 13402"/>
                <a:gd name="csY3" fmla="*/ -2399 h 113352"/>
                <a:gd name="csX4" fmla="*/ -551 w 13402"/>
                <a:gd name="csY4" fmla="*/ 110954 h 1133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3402" h="113352">
                  <a:moveTo>
                    <a:pt x="-551" y="110954"/>
                  </a:moveTo>
                  <a:lnTo>
                    <a:pt x="12852" y="110954"/>
                  </a:lnTo>
                  <a:lnTo>
                    <a:pt x="12852" y="-2399"/>
                  </a:lnTo>
                  <a:lnTo>
                    <a:pt x="-551" y="-2399"/>
                  </a:lnTo>
                  <a:lnTo>
                    <a:pt x="-551" y="110954"/>
                  </a:lnTo>
                  <a:close/>
                </a:path>
              </a:pathLst>
            </a:custGeom>
            <a:solidFill>
              <a:srgbClr val="FFFFFF"/>
            </a:solidFill>
            <a:ln w="2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99215680-4F54-063B-1FB5-E5B3EDB2FDD6}"/>
                </a:ext>
              </a:extLst>
            </p:cNvPr>
            <p:cNvSpPr/>
            <p:nvPr/>
          </p:nvSpPr>
          <p:spPr>
            <a:xfrm flipV="1">
              <a:off x="5249464" y="928964"/>
              <a:ext cx="30884" cy="133025"/>
            </a:xfrm>
            <a:custGeom>
              <a:avLst/>
              <a:gdLst>
                <a:gd name="csX0" fmla="*/ -869 w 30884"/>
                <a:gd name="csY0" fmla="*/ 131049 h 133025"/>
                <a:gd name="csX1" fmla="*/ 30016 w 30884"/>
                <a:gd name="csY1" fmla="*/ 131049 h 133025"/>
                <a:gd name="csX2" fmla="*/ 30016 w 30884"/>
                <a:gd name="csY2" fmla="*/ 120630 h 133025"/>
                <a:gd name="csX3" fmla="*/ 12534 w 30884"/>
                <a:gd name="csY3" fmla="*/ 120630 h 133025"/>
                <a:gd name="csX4" fmla="*/ 12534 w 30884"/>
                <a:gd name="csY4" fmla="*/ 8443 h 133025"/>
                <a:gd name="csX5" fmla="*/ 30016 w 30884"/>
                <a:gd name="csY5" fmla="*/ 8443 h 133025"/>
                <a:gd name="csX6" fmla="*/ 30016 w 30884"/>
                <a:gd name="csY6" fmla="*/ -1976 h 133025"/>
                <a:gd name="csX7" fmla="*/ -869 w 30884"/>
                <a:gd name="csY7" fmla="*/ -1976 h 133025"/>
                <a:gd name="csX8" fmla="*/ -869 w 30884"/>
                <a:gd name="csY8" fmla="*/ 131049 h 1330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0884" h="133025">
                  <a:moveTo>
                    <a:pt x="-869" y="131049"/>
                  </a:moveTo>
                  <a:lnTo>
                    <a:pt x="30016" y="131049"/>
                  </a:lnTo>
                  <a:lnTo>
                    <a:pt x="30016" y="120630"/>
                  </a:lnTo>
                  <a:lnTo>
                    <a:pt x="12534" y="120630"/>
                  </a:lnTo>
                  <a:lnTo>
                    <a:pt x="12534" y="8443"/>
                  </a:lnTo>
                  <a:lnTo>
                    <a:pt x="30016" y="8443"/>
                  </a:lnTo>
                  <a:lnTo>
                    <a:pt x="30016" y="-1976"/>
                  </a:lnTo>
                  <a:lnTo>
                    <a:pt x="-869" y="-1976"/>
                  </a:lnTo>
                  <a:lnTo>
                    <a:pt x="-869" y="131049"/>
                  </a:lnTo>
                  <a:close/>
                </a:path>
              </a:pathLst>
            </a:custGeom>
            <a:solidFill>
              <a:srgbClr val="FFFFFF"/>
            </a:solidFill>
            <a:ln w="2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EA320B3D-E792-CAEF-5822-F4E50A2868DE}"/>
                </a:ext>
              </a:extLst>
            </p:cNvPr>
            <p:cNvSpPr/>
            <p:nvPr/>
          </p:nvSpPr>
          <p:spPr>
            <a:xfrm flipV="1">
              <a:off x="5307804" y="933555"/>
              <a:ext cx="83260" cy="110881"/>
            </a:xfrm>
            <a:custGeom>
              <a:avLst/>
              <a:gdLst>
                <a:gd name="csX0" fmla="*/ -1991 w 83260"/>
                <a:gd name="csY0" fmla="*/ 108627 h 110881"/>
                <a:gd name="csX1" fmla="*/ 12810 w 83260"/>
                <a:gd name="csY1" fmla="*/ 108627 h 110881"/>
                <a:gd name="csX2" fmla="*/ 12810 w 83260"/>
                <a:gd name="csY2" fmla="*/ 42546 h 110881"/>
                <a:gd name="csX3" fmla="*/ 19127 w 83260"/>
                <a:gd name="csY3" fmla="*/ 17372 h 110881"/>
                <a:gd name="csX4" fmla="*/ 39685 w 83260"/>
                <a:gd name="csY4" fmla="*/ 9703 h 110881"/>
                <a:gd name="csX5" fmla="*/ 60151 w 83260"/>
                <a:gd name="csY5" fmla="*/ 17372 h 110881"/>
                <a:gd name="csX6" fmla="*/ 66491 w 83260"/>
                <a:gd name="csY6" fmla="*/ 42546 h 110881"/>
                <a:gd name="csX7" fmla="*/ 66491 w 83260"/>
                <a:gd name="csY7" fmla="*/ 108627 h 110881"/>
                <a:gd name="csX8" fmla="*/ 81269 w 83260"/>
                <a:gd name="csY8" fmla="*/ 108627 h 110881"/>
                <a:gd name="csX9" fmla="*/ 81269 w 83260"/>
                <a:gd name="csY9" fmla="*/ 40727 h 110881"/>
                <a:gd name="csX10" fmla="*/ 70733 w 83260"/>
                <a:gd name="csY10" fmla="*/ 8607 h 110881"/>
                <a:gd name="csX11" fmla="*/ 39685 w 83260"/>
                <a:gd name="csY11" fmla="*/ -2255 h 110881"/>
                <a:gd name="csX12" fmla="*/ 8521 w 83260"/>
                <a:gd name="csY12" fmla="*/ 8607 h 110881"/>
                <a:gd name="csX13" fmla="*/ -1991 w 83260"/>
                <a:gd name="csY13" fmla="*/ 40727 h 110881"/>
                <a:gd name="csX14" fmla="*/ -1991 w 83260"/>
                <a:gd name="csY14" fmla="*/ 108627 h 1108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83260" h="110881">
                  <a:moveTo>
                    <a:pt x="-1991" y="108627"/>
                  </a:moveTo>
                  <a:lnTo>
                    <a:pt x="12810" y="108627"/>
                  </a:lnTo>
                  <a:lnTo>
                    <a:pt x="12810" y="42546"/>
                  </a:lnTo>
                  <a:cubicBezTo>
                    <a:pt x="12810" y="30891"/>
                    <a:pt x="14915" y="22500"/>
                    <a:pt x="19127" y="17372"/>
                  </a:cubicBezTo>
                  <a:cubicBezTo>
                    <a:pt x="23353" y="12259"/>
                    <a:pt x="30206" y="9703"/>
                    <a:pt x="39685" y="9703"/>
                  </a:cubicBezTo>
                  <a:cubicBezTo>
                    <a:pt x="49102" y="9703"/>
                    <a:pt x="55924" y="12259"/>
                    <a:pt x="60151" y="17372"/>
                  </a:cubicBezTo>
                  <a:cubicBezTo>
                    <a:pt x="64377" y="22500"/>
                    <a:pt x="66491" y="30891"/>
                    <a:pt x="66491" y="42546"/>
                  </a:cubicBezTo>
                  <a:lnTo>
                    <a:pt x="66491" y="108627"/>
                  </a:lnTo>
                  <a:lnTo>
                    <a:pt x="81269" y="108627"/>
                  </a:lnTo>
                  <a:lnTo>
                    <a:pt x="81269" y="40727"/>
                  </a:lnTo>
                  <a:cubicBezTo>
                    <a:pt x="81269" y="26556"/>
                    <a:pt x="77757" y="15849"/>
                    <a:pt x="70733" y="8607"/>
                  </a:cubicBezTo>
                  <a:cubicBezTo>
                    <a:pt x="63725" y="1366"/>
                    <a:pt x="53376" y="-2255"/>
                    <a:pt x="39685" y="-2255"/>
                  </a:cubicBezTo>
                  <a:cubicBezTo>
                    <a:pt x="25933" y="-2255"/>
                    <a:pt x="15545" y="1366"/>
                    <a:pt x="8521" y="8607"/>
                  </a:cubicBezTo>
                  <a:cubicBezTo>
                    <a:pt x="1513" y="15849"/>
                    <a:pt x="-1991" y="26556"/>
                    <a:pt x="-1991" y="40727"/>
                  </a:cubicBezTo>
                  <a:lnTo>
                    <a:pt x="-1991" y="108627"/>
                  </a:lnTo>
                  <a:close/>
                </a:path>
              </a:pathLst>
            </a:custGeom>
            <a:solidFill>
              <a:srgbClr val="FFFFFF"/>
            </a:solidFill>
            <a:ln w="2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DE4E9EC4-D8C0-0053-14A6-351204530CD2}"/>
                </a:ext>
              </a:extLst>
            </p:cNvPr>
            <p:cNvSpPr/>
            <p:nvPr/>
          </p:nvSpPr>
          <p:spPr>
            <a:xfrm flipV="1">
              <a:off x="5418671" y="933555"/>
              <a:ext cx="91418" cy="108760"/>
            </a:xfrm>
            <a:custGeom>
              <a:avLst/>
              <a:gdLst>
                <a:gd name="csX0" fmla="*/ 12479 w 91418"/>
                <a:gd name="csY0" fmla="*/ 94363 h 108760"/>
                <a:gd name="csX1" fmla="*/ 12479 w 91418"/>
                <a:gd name="csY1" fmla="*/ 9797 h 108760"/>
                <a:gd name="csX2" fmla="*/ 30264 w 91418"/>
                <a:gd name="csY2" fmla="*/ 9797 h 108760"/>
                <a:gd name="csX3" fmla="*/ 63223 w 91418"/>
                <a:gd name="csY3" fmla="*/ 19983 h 108760"/>
                <a:gd name="csX4" fmla="*/ 73665 w 91418"/>
                <a:gd name="csY4" fmla="*/ 52197 h 108760"/>
                <a:gd name="csX5" fmla="*/ 63223 w 91418"/>
                <a:gd name="csY5" fmla="*/ 84200 h 108760"/>
                <a:gd name="csX6" fmla="*/ 30264 w 91418"/>
                <a:gd name="csY6" fmla="*/ 94363 h 108760"/>
                <a:gd name="csX7" fmla="*/ 12479 w 91418"/>
                <a:gd name="csY7" fmla="*/ 94363 h 108760"/>
                <a:gd name="csX8" fmla="*/ -2229 w 91418"/>
                <a:gd name="csY8" fmla="*/ 106460 h 108760"/>
                <a:gd name="csX9" fmla="*/ 28003 w 91418"/>
                <a:gd name="csY9" fmla="*/ 106460 h 108760"/>
                <a:gd name="csX10" fmla="*/ 74388 w 91418"/>
                <a:gd name="csY10" fmla="*/ 93314 h 108760"/>
                <a:gd name="csX11" fmla="*/ 89189 w 91418"/>
                <a:gd name="csY11" fmla="*/ 52197 h 108760"/>
                <a:gd name="csX12" fmla="*/ 74318 w 91418"/>
                <a:gd name="csY12" fmla="*/ 10869 h 108760"/>
                <a:gd name="csX13" fmla="*/ 28003 w 91418"/>
                <a:gd name="csY13" fmla="*/ -2300 h 108760"/>
                <a:gd name="csX14" fmla="*/ -2229 w 91418"/>
                <a:gd name="csY14" fmla="*/ -2300 h 108760"/>
                <a:gd name="csX15" fmla="*/ -2229 w 91418"/>
                <a:gd name="csY15" fmla="*/ 106460 h 1087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91418" h="108760">
                  <a:moveTo>
                    <a:pt x="12479" y="94363"/>
                  </a:moveTo>
                  <a:lnTo>
                    <a:pt x="12479" y="9797"/>
                  </a:lnTo>
                  <a:lnTo>
                    <a:pt x="30264" y="9797"/>
                  </a:lnTo>
                  <a:cubicBezTo>
                    <a:pt x="45275" y="9797"/>
                    <a:pt x="56261" y="13193"/>
                    <a:pt x="63223" y="19983"/>
                  </a:cubicBezTo>
                  <a:cubicBezTo>
                    <a:pt x="70185" y="26790"/>
                    <a:pt x="73665" y="37527"/>
                    <a:pt x="73665" y="52197"/>
                  </a:cubicBezTo>
                  <a:cubicBezTo>
                    <a:pt x="73665" y="66757"/>
                    <a:pt x="70185" y="77425"/>
                    <a:pt x="63223" y="84200"/>
                  </a:cubicBezTo>
                  <a:cubicBezTo>
                    <a:pt x="56261" y="90975"/>
                    <a:pt x="45275" y="94363"/>
                    <a:pt x="30264" y="94363"/>
                  </a:cubicBezTo>
                  <a:lnTo>
                    <a:pt x="12479" y="94363"/>
                  </a:lnTo>
                  <a:close/>
                  <a:moveTo>
                    <a:pt x="-2229" y="106460"/>
                  </a:moveTo>
                  <a:lnTo>
                    <a:pt x="28003" y="106460"/>
                  </a:lnTo>
                  <a:cubicBezTo>
                    <a:pt x="49074" y="106460"/>
                    <a:pt x="64536" y="102078"/>
                    <a:pt x="74388" y="93314"/>
                  </a:cubicBezTo>
                  <a:cubicBezTo>
                    <a:pt x="84255" y="84550"/>
                    <a:pt x="89189" y="70844"/>
                    <a:pt x="89189" y="52197"/>
                  </a:cubicBezTo>
                  <a:cubicBezTo>
                    <a:pt x="89189" y="33441"/>
                    <a:pt x="84232" y="19665"/>
                    <a:pt x="74318" y="10869"/>
                  </a:cubicBezTo>
                  <a:cubicBezTo>
                    <a:pt x="64419" y="2090"/>
                    <a:pt x="48981" y="-2300"/>
                    <a:pt x="28003" y="-2300"/>
                  </a:cubicBezTo>
                  <a:lnTo>
                    <a:pt x="-2229" y="-2300"/>
                  </a:lnTo>
                  <a:lnTo>
                    <a:pt x="-2229" y="106460"/>
                  </a:lnTo>
                  <a:close/>
                </a:path>
              </a:pathLst>
            </a:custGeom>
            <a:solidFill>
              <a:srgbClr val="FFFFFF"/>
            </a:solidFill>
            <a:ln w="2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B4947CA-0414-2004-08A3-9ABB3D1A1B2A}"/>
                </a:ext>
              </a:extLst>
            </p:cNvPr>
            <p:cNvSpPr/>
            <p:nvPr/>
          </p:nvSpPr>
          <p:spPr>
            <a:xfrm flipV="1">
              <a:off x="5533541" y="933555"/>
              <a:ext cx="70230" cy="108760"/>
            </a:xfrm>
            <a:custGeom>
              <a:avLst/>
              <a:gdLst>
                <a:gd name="csX0" fmla="*/ 12942 w 70230"/>
                <a:gd name="csY0" fmla="*/ 94363 h 108760"/>
                <a:gd name="csX1" fmla="*/ 12942 w 70230"/>
                <a:gd name="csY1" fmla="*/ 53502 h 108760"/>
                <a:gd name="csX2" fmla="*/ 31449 w 70230"/>
                <a:gd name="csY2" fmla="*/ 53502 h 108760"/>
                <a:gd name="csX3" fmla="*/ 47323 w 70230"/>
                <a:gd name="csY3" fmla="*/ 58816 h 108760"/>
                <a:gd name="csX4" fmla="*/ 52940 w 70230"/>
                <a:gd name="csY4" fmla="*/ 73967 h 108760"/>
                <a:gd name="csX5" fmla="*/ 47323 w 70230"/>
                <a:gd name="csY5" fmla="*/ 89048 h 108760"/>
                <a:gd name="csX6" fmla="*/ 31449 w 70230"/>
                <a:gd name="csY6" fmla="*/ 94363 h 108760"/>
                <a:gd name="csX7" fmla="*/ 12942 w 70230"/>
                <a:gd name="csY7" fmla="*/ 94363 h 108760"/>
                <a:gd name="csX8" fmla="*/ -1766 w 70230"/>
                <a:gd name="csY8" fmla="*/ 106460 h 108760"/>
                <a:gd name="csX9" fmla="*/ 31449 w 70230"/>
                <a:gd name="csY9" fmla="*/ 106460 h 108760"/>
                <a:gd name="csX10" fmla="*/ 59094 w 70230"/>
                <a:gd name="csY10" fmla="*/ 98186 h 108760"/>
                <a:gd name="csX11" fmla="*/ 68464 w 70230"/>
                <a:gd name="csY11" fmla="*/ 73967 h 108760"/>
                <a:gd name="csX12" fmla="*/ 59094 w 70230"/>
                <a:gd name="csY12" fmla="*/ 49633 h 108760"/>
                <a:gd name="csX13" fmla="*/ 31449 w 70230"/>
                <a:gd name="csY13" fmla="*/ 41404 h 108760"/>
                <a:gd name="csX14" fmla="*/ 12942 w 70230"/>
                <a:gd name="csY14" fmla="*/ 41404 h 108760"/>
                <a:gd name="csX15" fmla="*/ 12942 w 70230"/>
                <a:gd name="csY15" fmla="*/ -2300 h 108760"/>
                <a:gd name="csX16" fmla="*/ -1766 w 70230"/>
                <a:gd name="csY16" fmla="*/ -2300 h 108760"/>
                <a:gd name="csX17" fmla="*/ -1766 w 70230"/>
                <a:gd name="csY17" fmla="*/ 106460 h 1087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70230" h="108760">
                  <a:moveTo>
                    <a:pt x="12942" y="94363"/>
                  </a:moveTo>
                  <a:lnTo>
                    <a:pt x="12942" y="53502"/>
                  </a:lnTo>
                  <a:lnTo>
                    <a:pt x="31449" y="53502"/>
                  </a:lnTo>
                  <a:cubicBezTo>
                    <a:pt x="38302" y="53502"/>
                    <a:pt x="43593" y="55273"/>
                    <a:pt x="47323" y="58816"/>
                  </a:cubicBezTo>
                  <a:cubicBezTo>
                    <a:pt x="51068" y="62359"/>
                    <a:pt x="52940" y="67410"/>
                    <a:pt x="52940" y="73967"/>
                  </a:cubicBezTo>
                  <a:cubicBezTo>
                    <a:pt x="52940" y="80478"/>
                    <a:pt x="51068" y="85505"/>
                    <a:pt x="47323" y="89048"/>
                  </a:cubicBezTo>
                  <a:cubicBezTo>
                    <a:pt x="43593" y="92591"/>
                    <a:pt x="38302" y="94363"/>
                    <a:pt x="31449" y="94363"/>
                  </a:cubicBezTo>
                  <a:lnTo>
                    <a:pt x="12942" y="94363"/>
                  </a:lnTo>
                  <a:close/>
                  <a:moveTo>
                    <a:pt x="-1766" y="106460"/>
                  </a:moveTo>
                  <a:lnTo>
                    <a:pt x="31449" y="106460"/>
                  </a:lnTo>
                  <a:cubicBezTo>
                    <a:pt x="43648" y="106460"/>
                    <a:pt x="52863" y="103702"/>
                    <a:pt x="59094" y="98186"/>
                  </a:cubicBezTo>
                  <a:cubicBezTo>
                    <a:pt x="65341" y="92669"/>
                    <a:pt x="68464" y="84596"/>
                    <a:pt x="68464" y="73967"/>
                  </a:cubicBezTo>
                  <a:cubicBezTo>
                    <a:pt x="68464" y="63230"/>
                    <a:pt x="65341" y="55118"/>
                    <a:pt x="59094" y="49633"/>
                  </a:cubicBezTo>
                  <a:cubicBezTo>
                    <a:pt x="52863" y="44147"/>
                    <a:pt x="43648" y="41404"/>
                    <a:pt x="31449" y="41404"/>
                  </a:cubicBezTo>
                  <a:lnTo>
                    <a:pt x="12942" y="41404"/>
                  </a:lnTo>
                  <a:lnTo>
                    <a:pt x="12942" y="-2300"/>
                  </a:lnTo>
                  <a:lnTo>
                    <a:pt x="-1766" y="-2300"/>
                  </a:lnTo>
                  <a:lnTo>
                    <a:pt x="-1766" y="106460"/>
                  </a:lnTo>
                  <a:close/>
                </a:path>
              </a:pathLst>
            </a:custGeom>
            <a:solidFill>
              <a:srgbClr val="FFFFFF"/>
            </a:solidFill>
            <a:ln w="2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CC626F70-DEFB-4F8E-21B8-33539144FECE}"/>
                </a:ext>
              </a:extLst>
            </p:cNvPr>
            <p:cNvSpPr/>
            <p:nvPr/>
          </p:nvSpPr>
          <p:spPr>
            <a:xfrm flipV="1">
              <a:off x="5612801" y="995488"/>
              <a:ext cx="39252" cy="11934"/>
            </a:xfrm>
            <a:custGeom>
              <a:avLst/>
              <a:gdLst>
                <a:gd name="csX0" fmla="*/ -782 w 39252"/>
                <a:gd name="csY0" fmla="*/ 10215 h 11934"/>
                <a:gd name="csX1" fmla="*/ 38471 w 39252"/>
                <a:gd name="csY1" fmla="*/ 10215 h 11934"/>
                <a:gd name="csX2" fmla="*/ 38471 w 39252"/>
                <a:gd name="csY2" fmla="*/ -1719 h 11934"/>
                <a:gd name="csX3" fmla="*/ -782 w 39252"/>
                <a:gd name="csY3" fmla="*/ -1719 h 11934"/>
                <a:gd name="csX4" fmla="*/ -782 w 39252"/>
                <a:gd name="csY4" fmla="*/ 10215 h 119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9252" h="11934">
                  <a:moveTo>
                    <a:pt x="-782" y="10215"/>
                  </a:moveTo>
                  <a:lnTo>
                    <a:pt x="38471" y="10215"/>
                  </a:lnTo>
                  <a:lnTo>
                    <a:pt x="38471" y="-1719"/>
                  </a:lnTo>
                  <a:lnTo>
                    <a:pt x="-782" y="-1719"/>
                  </a:lnTo>
                  <a:lnTo>
                    <a:pt x="-782" y="10215"/>
                  </a:lnTo>
                  <a:close/>
                </a:path>
              </a:pathLst>
            </a:custGeom>
            <a:solidFill>
              <a:srgbClr val="FFFFFF"/>
            </a:solidFill>
            <a:ln w="2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8F24E2C5-D903-4088-B9A7-3885E7B846EE}"/>
                </a:ext>
              </a:extLst>
            </p:cNvPr>
            <p:cNvSpPr/>
            <p:nvPr/>
          </p:nvSpPr>
          <p:spPr>
            <a:xfrm flipV="1">
              <a:off x="5669754" y="931598"/>
              <a:ext cx="75102" cy="112839"/>
            </a:xfrm>
            <a:custGeom>
              <a:avLst/>
              <a:gdLst>
                <a:gd name="csX0" fmla="*/ 37154 w 75102"/>
                <a:gd name="csY0" fmla="*/ 60055 h 112839"/>
                <a:gd name="csX1" fmla="*/ 21444 w 75102"/>
                <a:gd name="csY1" fmla="*/ 53272 h 112839"/>
                <a:gd name="csX2" fmla="*/ 15663 w 75102"/>
                <a:gd name="csY2" fmla="*/ 34718 h 112839"/>
                <a:gd name="csX3" fmla="*/ 21444 w 75102"/>
                <a:gd name="csY3" fmla="*/ 16164 h 112839"/>
                <a:gd name="csX4" fmla="*/ 37154 w 75102"/>
                <a:gd name="csY4" fmla="*/ 9358 h 112839"/>
                <a:gd name="csX5" fmla="*/ 52841 w 75102"/>
                <a:gd name="csY5" fmla="*/ 16164 h 112839"/>
                <a:gd name="csX6" fmla="*/ 58622 w 75102"/>
                <a:gd name="csY6" fmla="*/ 34718 h 112839"/>
                <a:gd name="csX7" fmla="*/ 52841 w 75102"/>
                <a:gd name="csY7" fmla="*/ 53272 h 112839"/>
                <a:gd name="csX8" fmla="*/ 37154 w 75102"/>
                <a:gd name="csY8" fmla="*/ 60055 h 112839"/>
                <a:gd name="csX9" fmla="*/ 66361 w 75102"/>
                <a:gd name="csY9" fmla="*/ 106184 h 112839"/>
                <a:gd name="csX10" fmla="*/ 66361 w 75102"/>
                <a:gd name="csY10" fmla="*/ 92781 h 112839"/>
                <a:gd name="csX11" fmla="*/ 55172 w 75102"/>
                <a:gd name="csY11" fmla="*/ 96767 h 112839"/>
                <a:gd name="csX12" fmla="*/ 43984 w 75102"/>
                <a:gd name="csY12" fmla="*/ 98166 h 112839"/>
                <a:gd name="csX13" fmla="*/ 21724 w 75102"/>
                <a:gd name="csY13" fmla="*/ 88329 h 112839"/>
                <a:gd name="csX14" fmla="*/ 12959 w 75102"/>
                <a:gd name="csY14" fmla="*/ 58610 h 112839"/>
                <a:gd name="csX15" fmla="*/ 23728 w 75102"/>
                <a:gd name="csY15" fmla="*/ 68330 h 112839"/>
                <a:gd name="csX16" fmla="*/ 38017 w 75102"/>
                <a:gd name="csY16" fmla="*/ 71710 h 112839"/>
                <a:gd name="csX17" fmla="*/ 63913 w 75102"/>
                <a:gd name="csY17" fmla="*/ 61757 h 112839"/>
                <a:gd name="csX18" fmla="*/ 73423 w 75102"/>
                <a:gd name="csY18" fmla="*/ 34718 h 112839"/>
                <a:gd name="csX19" fmla="*/ 63517 w 75102"/>
                <a:gd name="csY19" fmla="*/ 7820 h 112839"/>
                <a:gd name="csX20" fmla="*/ 37154 w 75102"/>
                <a:gd name="csY20" fmla="*/ -2297 h 112839"/>
                <a:gd name="csX21" fmla="*/ 8298 w 75102"/>
                <a:gd name="csY21" fmla="*/ 12155 h 112839"/>
                <a:gd name="csX22" fmla="*/ -1679 w 75102"/>
                <a:gd name="csY22" fmla="*/ 54088 h 112839"/>
                <a:gd name="csX23" fmla="*/ 10559 w 75102"/>
                <a:gd name="csY23" fmla="*/ 95205 h 112839"/>
                <a:gd name="csX24" fmla="*/ 43401 w 75102"/>
                <a:gd name="csY24" fmla="*/ 110543 h 112839"/>
                <a:gd name="csX25" fmla="*/ 54590 w 75102"/>
                <a:gd name="csY25" fmla="*/ 109447 h 112839"/>
                <a:gd name="csX26" fmla="*/ 66361 w 75102"/>
                <a:gd name="csY26" fmla="*/ 106184 h 1128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75102" h="112839">
                  <a:moveTo>
                    <a:pt x="37154" y="60055"/>
                  </a:moveTo>
                  <a:cubicBezTo>
                    <a:pt x="30550" y="60055"/>
                    <a:pt x="25313" y="57794"/>
                    <a:pt x="21444" y="53272"/>
                  </a:cubicBezTo>
                  <a:cubicBezTo>
                    <a:pt x="17590" y="48766"/>
                    <a:pt x="15663" y="42581"/>
                    <a:pt x="15663" y="34718"/>
                  </a:cubicBezTo>
                  <a:cubicBezTo>
                    <a:pt x="15663" y="26902"/>
                    <a:pt x="17590" y="20717"/>
                    <a:pt x="21444" y="16164"/>
                  </a:cubicBezTo>
                  <a:cubicBezTo>
                    <a:pt x="25313" y="11627"/>
                    <a:pt x="30550" y="9358"/>
                    <a:pt x="37154" y="9358"/>
                  </a:cubicBezTo>
                  <a:cubicBezTo>
                    <a:pt x="43759" y="9358"/>
                    <a:pt x="48988" y="11627"/>
                    <a:pt x="52841" y="16164"/>
                  </a:cubicBezTo>
                  <a:cubicBezTo>
                    <a:pt x="56695" y="20717"/>
                    <a:pt x="58622" y="26902"/>
                    <a:pt x="58622" y="34718"/>
                  </a:cubicBezTo>
                  <a:cubicBezTo>
                    <a:pt x="58622" y="42581"/>
                    <a:pt x="56695" y="48766"/>
                    <a:pt x="52841" y="53272"/>
                  </a:cubicBezTo>
                  <a:cubicBezTo>
                    <a:pt x="48988" y="57794"/>
                    <a:pt x="43759" y="60055"/>
                    <a:pt x="37154" y="60055"/>
                  </a:cubicBezTo>
                  <a:close/>
                  <a:moveTo>
                    <a:pt x="66361" y="106184"/>
                  </a:moveTo>
                  <a:lnTo>
                    <a:pt x="66361" y="92781"/>
                  </a:lnTo>
                  <a:cubicBezTo>
                    <a:pt x="62662" y="94522"/>
                    <a:pt x="58933" y="95850"/>
                    <a:pt x="55172" y="96767"/>
                  </a:cubicBezTo>
                  <a:cubicBezTo>
                    <a:pt x="51412" y="97700"/>
                    <a:pt x="47682" y="98166"/>
                    <a:pt x="43984" y="98166"/>
                  </a:cubicBezTo>
                  <a:cubicBezTo>
                    <a:pt x="34272" y="98166"/>
                    <a:pt x="26852" y="94887"/>
                    <a:pt x="21724" y="88329"/>
                  </a:cubicBezTo>
                  <a:cubicBezTo>
                    <a:pt x="16611" y="81772"/>
                    <a:pt x="13690" y="71865"/>
                    <a:pt x="12959" y="58610"/>
                  </a:cubicBezTo>
                  <a:cubicBezTo>
                    <a:pt x="15819" y="62837"/>
                    <a:pt x="19408" y="66077"/>
                    <a:pt x="23728" y="68330"/>
                  </a:cubicBezTo>
                  <a:cubicBezTo>
                    <a:pt x="28064" y="70583"/>
                    <a:pt x="32827" y="71710"/>
                    <a:pt x="38017" y="71710"/>
                  </a:cubicBezTo>
                  <a:cubicBezTo>
                    <a:pt x="48941" y="71710"/>
                    <a:pt x="57573" y="68392"/>
                    <a:pt x="63913" y="61757"/>
                  </a:cubicBezTo>
                  <a:cubicBezTo>
                    <a:pt x="70253" y="55137"/>
                    <a:pt x="73423" y="46124"/>
                    <a:pt x="73423" y="34718"/>
                  </a:cubicBezTo>
                  <a:cubicBezTo>
                    <a:pt x="73423" y="23545"/>
                    <a:pt x="70121" y="14579"/>
                    <a:pt x="63517" y="7820"/>
                  </a:cubicBezTo>
                  <a:cubicBezTo>
                    <a:pt x="56913" y="1075"/>
                    <a:pt x="48125" y="-2297"/>
                    <a:pt x="37154" y="-2297"/>
                  </a:cubicBezTo>
                  <a:cubicBezTo>
                    <a:pt x="24567" y="-2297"/>
                    <a:pt x="14949" y="2521"/>
                    <a:pt x="8298" y="12155"/>
                  </a:cubicBezTo>
                  <a:cubicBezTo>
                    <a:pt x="1647" y="21805"/>
                    <a:pt x="-1679" y="35783"/>
                    <a:pt x="-1679" y="54088"/>
                  </a:cubicBezTo>
                  <a:cubicBezTo>
                    <a:pt x="-1679" y="71275"/>
                    <a:pt x="2400" y="84981"/>
                    <a:pt x="10559" y="95205"/>
                  </a:cubicBezTo>
                  <a:cubicBezTo>
                    <a:pt x="18717" y="105430"/>
                    <a:pt x="29664" y="110543"/>
                    <a:pt x="43401" y="110543"/>
                  </a:cubicBezTo>
                  <a:cubicBezTo>
                    <a:pt x="47100" y="110543"/>
                    <a:pt x="50829" y="110178"/>
                    <a:pt x="54590" y="109447"/>
                  </a:cubicBezTo>
                  <a:cubicBezTo>
                    <a:pt x="58350" y="108717"/>
                    <a:pt x="62274" y="107629"/>
                    <a:pt x="66361" y="106184"/>
                  </a:cubicBezTo>
                  <a:close/>
                </a:path>
              </a:pathLst>
            </a:custGeom>
            <a:solidFill>
              <a:srgbClr val="FFFFFF"/>
            </a:solidFill>
            <a:ln w="2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D09D0E78-5292-5C53-0C30-53BD2CFEC278}"/>
                </a:ext>
              </a:extLst>
            </p:cNvPr>
            <p:cNvSpPr/>
            <p:nvPr/>
          </p:nvSpPr>
          <p:spPr>
            <a:xfrm flipV="1">
              <a:off x="5761542" y="995488"/>
              <a:ext cx="39252" cy="11934"/>
            </a:xfrm>
            <a:custGeom>
              <a:avLst/>
              <a:gdLst>
                <a:gd name="csX0" fmla="*/ -770 w 39252"/>
                <a:gd name="csY0" fmla="*/ 10215 h 11934"/>
                <a:gd name="csX1" fmla="*/ 38483 w 39252"/>
                <a:gd name="csY1" fmla="*/ 10215 h 11934"/>
                <a:gd name="csX2" fmla="*/ 38483 w 39252"/>
                <a:gd name="csY2" fmla="*/ -1719 h 11934"/>
                <a:gd name="csX3" fmla="*/ -770 w 39252"/>
                <a:gd name="csY3" fmla="*/ -1719 h 11934"/>
                <a:gd name="csX4" fmla="*/ -770 w 39252"/>
                <a:gd name="csY4" fmla="*/ 10215 h 119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9252" h="11934">
                  <a:moveTo>
                    <a:pt x="-770" y="10215"/>
                  </a:moveTo>
                  <a:lnTo>
                    <a:pt x="38483" y="10215"/>
                  </a:lnTo>
                  <a:lnTo>
                    <a:pt x="38483" y="-1719"/>
                  </a:lnTo>
                  <a:lnTo>
                    <a:pt x="-770" y="-1719"/>
                  </a:lnTo>
                  <a:lnTo>
                    <a:pt x="-770" y="10215"/>
                  </a:lnTo>
                  <a:close/>
                </a:path>
              </a:pathLst>
            </a:custGeom>
            <a:solidFill>
              <a:srgbClr val="FFFFFF"/>
            </a:solidFill>
            <a:ln w="2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F8C3DC45-4690-227E-F753-8AA275338E95}"/>
                </a:ext>
              </a:extLst>
            </p:cNvPr>
            <p:cNvSpPr/>
            <p:nvPr/>
          </p:nvSpPr>
          <p:spPr>
            <a:xfrm flipV="1">
              <a:off x="5818495" y="931598"/>
              <a:ext cx="75102" cy="112839"/>
            </a:xfrm>
            <a:custGeom>
              <a:avLst/>
              <a:gdLst>
                <a:gd name="csX0" fmla="*/ 37166 w 75102"/>
                <a:gd name="csY0" fmla="*/ 60055 h 112839"/>
                <a:gd name="csX1" fmla="*/ 21456 w 75102"/>
                <a:gd name="csY1" fmla="*/ 53272 h 112839"/>
                <a:gd name="csX2" fmla="*/ 15675 w 75102"/>
                <a:gd name="csY2" fmla="*/ 34718 h 112839"/>
                <a:gd name="csX3" fmla="*/ 21456 w 75102"/>
                <a:gd name="csY3" fmla="*/ 16164 h 112839"/>
                <a:gd name="csX4" fmla="*/ 37166 w 75102"/>
                <a:gd name="csY4" fmla="*/ 9358 h 112839"/>
                <a:gd name="csX5" fmla="*/ 52853 w 75102"/>
                <a:gd name="csY5" fmla="*/ 16164 h 112839"/>
                <a:gd name="csX6" fmla="*/ 58634 w 75102"/>
                <a:gd name="csY6" fmla="*/ 34718 h 112839"/>
                <a:gd name="csX7" fmla="*/ 52853 w 75102"/>
                <a:gd name="csY7" fmla="*/ 53272 h 112839"/>
                <a:gd name="csX8" fmla="*/ 37166 w 75102"/>
                <a:gd name="csY8" fmla="*/ 60055 h 112839"/>
                <a:gd name="csX9" fmla="*/ 66373 w 75102"/>
                <a:gd name="csY9" fmla="*/ 106184 h 112839"/>
                <a:gd name="csX10" fmla="*/ 66373 w 75102"/>
                <a:gd name="csY10" fmla="*/ 92781 h 112839"/>
                <a:gd name="csX11" fmla="*/ 55184 w 75102"/>
                <a:gd name="csY11" fmla="*/ 96767 h 112839"/>
                <a:gd name="csX12" fmla="*/ 43996 w 75102"/>
                <a:gd name="csY12" fmla="*/ 98166 h 112839"/>
                <a:gd name="csX13" fmla="*/ 21736 w 75102"/>
                <a:gd name="csY13" fmla="*/ 88329 h 112839"/>
                <a:gd name="csX14" fmla="*/ 12971 w 75102"/>
                <a:gd name="csY14" fmla="*/ 58610 h 112839"/>
                <a:gd name="csX15" fmla="*/ 23740 w 75102"/>
                <a:gd name="csY15" fmla="*/ 68330 h 112839"/>
                <a:gd name="csX16" fmla="*/ 38029 w 75102"/>
                <a:gd name="csY16" fmla="*/ 71710 h 112839"/>
                <a:gd name="csX17" fmla="*/ 63925 w 75102"/>
                <a:gd name="csY17" fmla="*/ 61757 h 112839"/>
                <a:gd name="csX18" fmla="*/ 73435 w 75102"/>
                <a:gd name="csY18" fmla="*/ 34718 h 112839"/>
                <a:gd name="csX19" fmla="*/ 63529 w 75102"/>
                <a:gd name="csY19" fmla="*/ 7820 h 112839"/>
                <a:gd name="csX20" fmla="*/ 37166 w 75102"/>
                <a:gd name="csY20" fmla="*/ -2297 h 112839"/>
                <a:gd name="csX21" fmla="*/ 8310 w 75102"/>
                <a:gd name="csY21" fmla="*/ 12155 h 112839"/>
                <a:gd name="csX22" fmla="*/ -1667 w 75102"/>
                <a:gd name="csY22" fmla="*/ 54088 h 112839"/>
                <a:gd name="csX23" fmla="*/ 10571 w 75102"/>
                <a:gd name="csY23" fmla="*/ 95205 h 112839"/>
                <a:gd name="csX24" fmla="*/ 43413 w 75102"/>
                <a:gd name="csY24" fmla="*/ 110543 h 112839"/>
                <a:gd name="csX25" fmla="*/ 54602 w 75102"/>
                <a:gd name="csY25" fmla="*/ 109447 h 112839"/>
                <a:gd name="csX26" fmla="*/ 66373 w 75102"/>
                <a:gd name="csY26" fmla="*/ 106184 h 1128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75102" h="112839">
                  <a:moveTo>
                    <a:pt x="37166" y="60055"/>
                  </a:moveTo>
                  <a:cubicBezTo>
                    <a:pt x="30562" y="60055"/>
                    <a:pt x="25325" y="57794"/>
                    <a:pt x="21456" y="53272"/>
                  </a:cubicBezTo>
                  <a:cubicBezTo>
                    <a:pt x="17602" y="48766"/>
                    <a:pt x="15675" y="42581"/>
                    <a:pt x="15675" y="34718"/>
                  </a:cubicBezTo>
                  <a:cubicBezTo>
                    <a:pt x="15675" y="26902"/>
                    <a:pt x="17602" y="20717"/>
                    <a:pt x="21456" y="16164"/>
                  </a:cubicBezTo>
                  <a:cubicBezTo>
                    <a:pt x="25325" y="11627"/>
                    <a:pt x="30562" y="9358"/>
                    <a:pt x="37166" y="9358"/>
                  </a:cubicBezTo>
                  <a:cubicBezTo>
                    <a:pt x="43771" y="9358"/>
                    <a:pt x="49000" y="11627"/>
                    <a:pt x="52853" y="16164"/>
                  </a:cubicBezTo>
                  <a:cubicBezTo>
                    <a:pt x="56707" y="20717"/>
                    <a:pt x="58634" y="26902"/>
                    <a:pt x="58634" y="34718"/>
                  </a:cubicBezTo>
                  <a:cubicBezTo>
                    <a:pt x="58634" y="42581"/>
                    <a:pt x="56707" y="48766"/>
                    <a:pt x="52853" y="53272"/>
                  </a:cubicBezTo>
                  <a:cubicBezTo>
                    <a:pt x="49000" y="57794"/>
                    <a:pt x="43771" y="60055"/>
                    <a:pt x="37166" y="60055"/>
                  </a:cubicBezTo>
                  <a:close/>
                  <a:moveTo>
                    <a:pt x="66373" y="106184"/>
                  </a:moveTo>
                  <a:lnTo>
                    <a:pt x="66373" y="92781"/>
                  </a:lnTo>
                  <a:cubicBezTo>
                    <a:pt x="62674" y="94522"/>
                    <a:pt x="58945" y="95850"/>
                    <a:pt x="55184" y="96767"/>
                  </a:cubicBezTo>
                  <a:cubicBezTo>
                    <a:pt x="51424" y="97700"/>
                    <a:pt x="47694" y="98166"/>
                    <a:pt x="43996" y="98166"/>
                  </a:cubicBezTo>
                  <a:cubicBezTo>
                    <a:pt x="34284" y="98166"/>
                    <a:pt x="26864" y="94887"/>
                    <a:pt x="21736" y="88329"/>
                  </a:cubicBezTo>
                  <a:cubicBezTo>
                    <a:pt x="16623" y="81772"/>
                    <a:pt x="13702" y="71865"/>
                    <a:pt x="12971" y="58610"/>
                  </a:cubicBezTo>
                  <a:cubicBezTo>
                    <a:pt x="15831" y="62837"/>
                    <a:pt x="19420" y="66077"/>
                    <a:pt x="23740" y="68330"/>
                  </a:cubicBezTo>
                  <a:cubicBezTo>
                    <a:pt x="28076" y="70583"/>
                    <a:pt x="32839" y="71710"/>
                    <a:pt x="38029" y="71710"/>
                  </a:cubicBezTo>
                  <a:cubicBezTo>
                    <a:pt x="48953" y="71710"/>
                    <a:pt x="57585" y="68392"/>
                    <a:pt x="63925" y="61757"/>
                  </a:cubicBezTo>
                  <a:cubicBezTo>
                    <a:pt x="70265" y="55137"/>
                    <a:pt x="73435" y="46124"/>
                    <a:pt x="73435" y="34718"/>
                  </a:cubicBezTo>
                  <a:cubicBezTo>
                    <a:pt x="73435" y="23545"/>
                    <a:pt x="70133" y="14579"/>
                    <a:pt x="63529" y="7820"/>
                  </a:cubicBezTo>
                  <a:cubicBezTo>
                    <a:pt x="56925" y="1075"/>
                    <a:pt x="48137" y="-2297"/>
                    <a:pt x="37166" y="-2297"/>
                  </a:cubicBezTo>
                  <a:cubicBezTo>
                    <a:pt x="24579" y="-2297"/>
                    <a:pt x="14960" y="2521"/>
                    <a:pt x="8310" y="12155"/>
                  </a:cubicBezTo>
                  <a:cubicBezTo>
                    <a:pt x="1659" y="21805"/>
                    <a:pt x="-1667" y="35783"/>
                    <a:pt x="-1667" y="54088"/>
                  </a:cubicBezTo>
                  <a:cubicBezTo>
                    <a:pt x="-1667" y="71275"/>
                    <a:pt x="2412" y="84981"/>
                    <a:pt x="10571" y="95205"/>
                  </a:cubicBezTo>
                  <a:cubicBezTo>
                    <a:pt x="18729" y="105430"/>
                    <a:pt x="29676" y="110543"/>
                    <a:pt x="43413" y="110543"/>
                  </a:cubicBezTo>
                  <a:cubicBezTo>
                    <a:pt x="47112" y="110543"/>
                    <a:pt x="50841" y="110178"/>
                    <a:pt x="54602" y="109447"/>
                  </a:cubicBezTo>
                  <a:cubicBezTo>
                    <a:pt x="58362" y="108717"/>
                    <a:pt x="62286" y="107629"/>
                    <a:pt x="66373" y="106184"/>
                  </a:cubicBezTo>
                  <a:close/>
                </a:path>
              </a:pathLst>
            </a:custGeom>
            <a:solidFill>
              <a:srgbClr val="FFFFFF"/>
            </a:solidFill>
            <a:ln w="2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6A0E255A-A465-801D-ED5D-AAEDECDFDFD5}"/>
                </a:ext>
              </a:extLst>
            </p:cNvPr>
            <p:cNvSpPr/>
            <p:nvPr/>
          </p:nvSpPr>
          <p:spPr>
            <a:xfrm flipV="1">
              <a:off x="5910284" y="995488"/>
              <a:ext cx="39252" cy="11934"/>
            </a:xfrm>
            <a:custGeom>
              <a:avLst/>
              <a:gdLst>
                <a:gd name="csX0" fmla="*/ -758 w 39252"/>
                <a:gd name="csY0" fmla="*/ 10215 h 11934"/>
                <a:gd name="csX1" fmla="*/ 38495 w 39252"/>
                <a:gd name="csY1" fmla="*/ 10215 h 11934"/>
                <a:gd name="csX2" fmla="*/ 38495 w 39252"/>
                <a:gd name="csY2" fmla="*/ -1719 h 11934"/>
                <a:gd name="csX3" fmla="*/ -758 w 39252"/>
                <a:gd name="csY3" fmla="*/ -1719 h 11934"/>
                <a:gd name="csX4" fmla="*/ -758 w 39252"/>
                <a:gd name="csY4" fmla="*/ 10215 h 119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9252" h="11934">
                  <a:moveTo>
                    <a:pt x="-758" y="10215"/>
                  </a:moveTo>
                  <a:lnTo>
                    <a:pt x="38495" y="10215"/>
                  </a:lnTo>
                  <a:lnTo>
                    <a:pt x="38495" y="-1719"/>
                  </a:lnTo>
                  <a:lnTo>
                    <a:pt x="-758" y="-1719"/>
                  </a:lnTo>
                  <a:lnTo>
                    <a:pt x="-758" y="10215"/>
                  </a:lnTo>
                  <a:close/>
                </a:path>
              </a:pathLst>
            </a:custGeom>
            <a:solidFill>
              <a:srgbClr val="FFFFFF"/>
            </a:solidFill>
            <a:ln w="2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E2A10555-B7EB-C8E3-F1CA-672CD0BFE760}"/>
                </a:ext>
              </a:extLst>
            </p:cNvPr>
            <p:cNvSpPr/>
            <p:nvPr/>
          </p:nvSpPr>
          <p:spPr>
            <a:xfrm flipV="1">
              <a:off x="5973204" y="933555"/>
              <a:ext cx="64752" cy="108760"/>
            </a:xfrm>
            <a:custGeom>
              <a:avLst/>
              <a:gdLst>
                <a:gd name="csX0" fmla="*/ 432 w 64752"/>
                <a:gd name="csY0" fmla="*/ 10077 h 108760"/>
                <a:gd name="csX1" fmla="*/ 24464 w 64752"/>
                <a:gd name="csY1" fmla="*/ 10077 h 108760"/>
                <a:gd name="csX2" fmla="*/ 24464 w 64752"/>
                <a:gd name="csY2" fmla="*/ 93058 h 108760"/>
                <a:gd name="csX3" fmla="*/ -1689 w 64752"/>
                <a:gd name="csY3" fmla="*/ 87813 h 108760"/>
                <a:gd name="csX4" fmla="*/ -1689 w 64752"/>
                <a:gd name="csY4" fmla="*/ 101216 h 108760"/>
                <a:gd name="csX5" fmla="*/ 24324 w 64752"/>
                <a:gd name="csY5" fmla="*/ 106460 h 108760"/>
                <a:gd name="csX6" fmla="*/ 39032 w 64752"/>
                <a:gd name="csY6" fmla="*/ 106460 h 108760"/>
                <a:gd name="csX7" fmla="*/ 39032 w 64752"/>
                <a:gd name="csY7" fmla="*/ 10077 h 108760"/>
                <a:gd name="csX8" fmla="*/ 63064 w 64752"/>
                <a:gd name="csY8" fmla="*/ 10077 h 108760"/>
                <a:gd name="csX9" fmla="*/ 63064 w 64752"/>
                <a:gd name="csY9" fmla="*/ -2300 h 108760"/>
                <a:gd name="csX10" fmla="*/ 432 w 64752"/>
                <a:gd name="csY10" fmla="*/ -2300 h 108760"/>
                <a:gd name="csX11" fmla="*/ 432 w 64752"/>
                <a:gd name="csY11" fmla="*/ 10077 h 1087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64752" h="108760">
                  <a:moveTo>
                    <a:pt x="432" y="10077"/>
                  </a:moveTo>
                  <a:lnTo>
                    <a:pt x="24464" y="10077"/>
                  </a:lnTo>
                  <a:lnTo>
                    <a:pt x="24464" y="93058"/>
                  </a:lnTo>
                  <a:lnTo>
                    <a:pt x="-1689" y="87813"/>
                  </a:lnTo>
                  <a:lnTo>
                    <a:pt x="-1689" y="101216"/>
                  </a:lnTo>
                  <a:lnTo>
                    <a:pt x="24324" y="106460"/>
                  </a:lnTo>
                  <a:lnTo>
                    <a:pt x="39032" y="106460"/>
                  </a:lnTo>
                  <a:lnTo>
                    <a:pt x="39032" y="10077"/>
                  </a:lnTo>
                  <a:lnTo>
                    <a:pt x="63064" y="10077"/>
                  </a:lnTo>
                  <a:lnTo>
                    <a:pt x="63064" y="-2300"/>
                  </a:lnTo>
                  <a:lnTo>
                    <a:pt x="432" y="-2300"/>
                  </a:lnTo>
                  <a:lnTo>
                    <a:pt x="432" y="10077"/>
                  </a:lnTo>
                  <a:close/>
                </a:path>
              </a:pathLst>
            </a:custGeom>
            <a:solidFill>
              <a:srgbClr val="FFFFFF"/>
            </a:solidFill>
            <a:ln w="2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2333579F-F158-4630-596E-3B8BDD14A4F4}"/>
                </a:ext>
              </a:extLst>
            </p:cNvPr>
            <p:cNvSpPr/>
            <p:nvPr/>
          </p:nvSpPr>
          <p:spPr>
            <a:xfrm flipV="1">
              <a:off x="6061566" y="931598"/>
              <a:ext cx="75171" cy="112839"/>
            </a:xfrm>
            <a:custGeom>
              <a:avLst/>
              <a:gdLst>
                <a:gd name="csX0" fmla="*/ 35951 w 75171"/>
                <a:gd name="csY0" fmla="*/ 98888 h 112839"/>
                <a:gd name="csX1" fmla="*/ 18865 w 75171"/>
                <a:gd name="csY1" fmla="*/ 87700 h 112839"/>
                <a:gd name="csX2" fmla="*/ 13154 w 75171"/>
                <a:gd name="csY2" fmla="*/ 54088 h 112839"/>
                <a:gd name="csX3" fmla="*/ 18865 w 75171"/>
                <a:gd name="csY3" fmla="*/ 20546 h 112839"/>
                <a:gd name="csX4" fmla="*/ 35951 w 75171"/>
                <a:gd name="csY4" fmla="*/ 9358 h 112839"/>
                <a:gd name="csX5" fmla="*/ 53106 w 75171"/>
                <a:gd name="csY5" fmla="*/ 20546 h 112839"/>
                <a:gd name="csX6" fmla="*/ 58840 w 75171"/>
                <a:gd name="csY6" fmla="*/ 54088 h 112839"/>
                <a:gd name="csX7" fmla="*/ 53106 w 75171"/>
                <a:gd name="csY7" fmla="*/ 87700 h 112839"/>
                <a:gd name="csX8" fmla="*/ 35951 w 75171"/>
                <a:gd name="csY8" fmla="*/ 98888 h 112839"/>
                <a:gd name="csX9" fmla="*/ 35951 w 75171"/>
                <a:gd name="csY9" fmla="*/ 110543 h 112839"/>
                <a:gd name="csX10" fmla="*/ 63898 w 75171"/>
                <a:gd name="csY10" fmla="*/ 96068 h 112839"/>
                <a:gd name="csX11" fmla="*/ 73548 w 75171"/>
                <a:gd name="csY11" fmla="*/ 54088 h 112839"/>
                <a:gd name="csX12" fmla="*/ 63898 w 75171"/>
                <a:gd name="csY12" fmla="*/ 12155 h 112839"/>
                <a:gd name="csX13" fmla="*/ 35951 w 75171"/>
                <a:gd name="csY13" fmla="*/ -2297 h 112839"/>
                <a:gd name="csX14" fmla="*/ 8026 w 75171"/>
                <a:gd name="csY14" fmla="*/ 12155 h 112839"/>
                <a:gd name="csX15" fmla="*/ -1624 w 75171"/>
                <a:gd name="csY15" fmla="*/ 54088 h 112839"/>
                <a:gd name="csX16" fmla="*/ 8026 w 75171"/>
                <a:gd name="csY16" fmla="*/ 96068 h 112839"/>
                <a:gd name="csX17" fmla="*/ 35951 w 75171"/>
                <a:gd name="csY17" fmla="*/ 110543 h 1128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75171" h="112839">
                  <a:moveTo>
                    <a:pt x="35951" y="98888"/>
                  </a:moveTo>
                  <a:cubicBezTo>
                    <a:pt x="28383" y="98888"/>
                    <a:pt x="22688" y="95159"/>
                    <a:pt x="18865" y="87700"/>
                  </a:cubicBezTo>
                  <a:cubicBezTo>
                    <a:pt x="15058" y="80257"/>
                    <a:pt x="13154" y="69053"/>
                    <a:pt x="13154" y="54088"/>
                  </a:cubicBezTo>
                  <a:cubicBezTo>
                    <a:pt x="13154" y="39186"/>
                    <a:pt x="15058" y="28005"/>
                    <a:pt x="18865" y="20546"/>
                  </a:cubicBezTo>
                  <a:cubicBezTo>
                    <a:pt x="22688" y="13087"/>
                    <a:pt x="28383" y="9358"/>
                    <a:pt x="35951" y="9358"/>
                  </a:cubicBezTo>
                  <a:cubicBezTo>
                    <a:pt x="43581" y="9358"/>
                    <a:pt x="49299" y="13087"/>
                    <a:pt x="53106" y="20546"/>
                  </a:cubicBezTo>
                  <a:cubicBezTo>
                    <a:pt x="56929" y="28005"/>
                    <a:pt x="58840" y="39186"/>
                    <a:pt x="58840" y="54088"/>
                  </a:cubicBezTo>
                  <a:cubicBezTo>
                    <a:pt x="58840" y="69053"/>
                    <a:pt x="56929" y="80257"/>
                    <a:pt x="53106" y="87700"/>
                  </a:cubicBezTo>
                  <a:cubicBezTo>
                    <a:pt x="49299" y="95159"/>
                    <a:pt x="43581" y="98888"/>
                    <a:pt x="35951" y="98888"/>
                  </a:cubicBezTo>
                  <a:close/>
                  <a:moveTo>
                    <a:pt x="35951" y="110543"/>
                  </a:moveTo>
                  <a:cubicBezTo>
                    <a:pt x="48149" y="110543"/>
                    <a:pt x="57465" y="105718"/>
                    <a:pt x="63898" y="96068"/>
                  </a:cubicBezTo>
                  <a:cubicBezTo>
                    <a:pt x="70332" y="86433"/>
                    <a:pt x="73548" y="72440"/>
                    <a:pt x="73548" y="54088"/>
                  </a:cubicBezTo>
                  <a:cubicBezTo>
                    <a:pt x="73548" y="35783"/>
                    <a:pt x="70332" y="21805"/>
                    <a:pt x="63898" y="12155"/>
                  </a:cubicBezTo>
                  <a:cubicBezTo>
                    <a:pt x="57465" y="2521"/>
                    <a:pt x="48149" y="-2297"/>
                    <a:pt x="35951" y="-2297"/>
                  </a:cubicBezTo>
                  <a:cubicBezTo>
                    <a:pt x="23768" y="-2297"/>
                    <a:pt x="14460" y="2521"/>
                    <a:pt x="8026" y="12155"/>
                  </a:cubicBezTo>
                  <a:cubicBezTo>
                    <a:pt x="1593" y="21805"/>
                    <a:pt x="-1624" y="35783"/>
                    <a:pt x="-1624" y="54088"/>
                  </a:cubicBezTo>
                  <a:cubicBezTo>
                    <a:pt x="-1624" y="72440"/>
                    <a:pt x="1593" y="86433"/>
                    <a:pt x="8026" y="96068"/>
                  </a:cubicBezTo>
                  <a:cubicBezTo>
                    <a:pt x="14460" y="105718"/>
                    <a:pt x="23768" y="110543"/>
                    <a:pt x="35951" y="110543"/>
                  </a:cubicBezTo>
                  <a:close/>
                </a:path>
              </a:pathLst>
            </a:custGeom>
            <a:solidFill>
              <a:srgbClr val="FFFFFF"/>
            </a:solidFill>
            <a:ln w="2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88BDCC24-78AC-2362-7C21-4975661A678F}"/>
                </a:ext>
              </a:extLst>
            </p:cNvPr>
            <p:cNvSpPr/>
            <p:nvPr/>
          </p:nvSpPr>
          <p:spPr>
            <a:xfrm flipV="1">
              <a:off x="6153937" y="995488"/>
              <a:ext cx="39252" cy="11934"/>
            </a:xfrm>
            <a:custGeom>
              <a:avLst/>
              <a:gdLst>
                <a:gd name="csX0" fmla="*/ -738 w 39252"/>
                <a:gd name="csY0" fmla="*/ 10215 h 11934"/>
                <a:gd name="csX1" fmla="*/ 38514 w 39252"/>
                <a:gd name="csY1" fmla="*/ 10215 h 11934"/>
                <a:gd name="csX2" fmla="*/ 38514 w 39252"/>
                <a:gd name="csY2" fmla="*/ -1719 h 11934"/>
                <a:gd name="csX3" fmla="*/ -738 w 39252"/>
                <a:gd name="csY3" fmla="*/ -1719 h 11934"/>
                <a:gd name="csX4" fmla="*/ -738 w 39252"/>
                <a:gd name="csY4" fmla="*/ 10215 h 119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9252" h="11934">
                  <a:moveTo>
                    <a:pt x="-738" y="10215"/>
                  </a:moveTo>
                  <a:lnTo>
                    <a:pt x="38514" y="10215"/>
                  </a:lnTo>
                  <a:lnTo>
                    <a:pt x="38514" y="-1719"/>
                  </a:lnTo>
                  <a:lnTo>
                    <a:pt x="-738" y="-1719"/>
                  </a:lnTo>
                  <a:lnTo>
                    <a:pt x="-738" y="10215"/>
                  </a:lnTo>
                  <a:close/>
                </a:path>
              </a:pathLst>
            </a:custGeom>
            <a:solidFill>
              <a:srgbClr val="FFFFFF"/>
            </a:solidFill>
            <a:ln w="2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406B73A3-0D47-6064-BFAD-C986CF7AD810}"/>
                </a:ext>
              </a:extLst>
            </p:cNvPr>
            <p:cNvSpPr/>
            <p:nvPr/>
          </p:nvSpPr>
          <p:spPr>
            <a:xfrm flipV="1">
              <a:off x="6211403" y="931598"/>
              <a:ext cx="69041" cy="110718"/>
            </a:xfrm>
            <a:custGeom>
              <a:avLst/>
              <a:gdLst>
                <a:gd name="csX0" fmla="*/ 16164 w 69041"/>
                <a:gd name="csY0" fmla="*/ 10035 h 110718"/>
                <a:gd name="csX1" fmla="*/ 67514 w 69041"/>
                <a:gd name="csY1" fmla="*/ 10035 h 110718"/>
                <a:gd name="csX2" fmla="*/ 67514 w 69041"/>
                <a:gd name="csY2" fmla="*/ -2342 h 110718"/>
                <a:gd name="csX3" fmla="*/ -1527 w 69041"/>
                <a:gd name="csY3" fmla="*/ -2342 h 110718"/>
                <a:gd name="csX4" fmla="*/ -1527 w 69041"/>
                <a:gd name="csY4" fmla="*/ 10035 h 110718"/>
                <a:gd name="csX5" fmla="*/ 21292 w 69041"/>
                <a:gd name="csY5" fmla="*/ 33297 h 110718"/>
                <a:gd name="csX6" fmla="*/ 39473 w 69041"/>
                <a:gd name="csY6" fmla="*/ 52155 h 110718"/>
                <a:gd name="csX7" fmla="*/ 49333 w 69041"/>
                <a:gd name="csY7" fmla="*/ 65581 h 110718"/>
                <a:gd name="csX8" fmla="*/ 52154 w 69041"/>
                <a:gd name="csY8" fmla="*/ 76396 h 110718"/>
                <a:gd name="csX9" fmla="*/ 46070 w 69041"/>
                <a:gd name="csY9" fmla="*/ 90521 h 110718"/>
                <a:gd name="csX10" fmla="*/ 30220 w 69041"/>
                <a:gd name="csY10" fmla="*/ 95999 h 110718"/>
                <a:gd name="csX11" fmla="*/ 15605 w 69041"/>
                <a:gd name="csY11" fmla="*/ 93598 h 110718"/>
                <a:gd name="csX12" fmla="*/ -805 w 69041"/>
                <a:gd name="csY12" fmla="*/ 86302 h 110718"/>
                <a:gd name="csX13" fmla="*/ -805 w 69041"/>
                <a:gd name="csY13" fmla="*/ 101174 h 110718"/>
                <a:gd name="csX14" fmla="*/ 15791 w 69041"/>
                <a:gd name="csY14" fmla="*/ 106558 h 110718"/>
                <a:gd name="csX15" fmla="*/ 29940 w 69041"/>
                <a:gd name="csY15" fmla="*/ 108376 h 110718"/>
                <a:gd name="csX16" fmla="*/ 56885 w 69041"/>
                <a:gd name="csY16" fmla="*/ 99915 h 110718"/>
                <a:gd name="csX17" fmla="*/ 66932 w 69041"/>
                <a:gd name="csY17" fmla="*/ 77352 h 110718"/>
                <a:gd name="csX18" fmla="*/ 64414 w 69041"/>
                <a:gd name="csY18" fmla="*/ 64625 h 110718"/>
                <a:gd name="csX19" fmla="*/ 55277 w 69041"/>
                <a:gd name="csY19" fmla="*/ 50476 h 110718"/>
                <a:gd name="csX20" fmla="*/ 43692 w 69041"/>
                <a:gd name="csY20" fmla="*/ 38262 h 110718"/>
                <a:gd name="csX21" fmla="*/ 16164 w 69041"/>
                <a:gd name="csY21" fmla="*/ 10035 h 1107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69041" h="110718">
                  <a:moveTo>
                    <a:pt x="16164" y="10035"/>
                  </a:moveTo>
                  <a:lnTo>
                    <a:pt x="67514" y="10035"/>
                  </a:lnTo>
                  <a:lnTo>
                    <a:pt x="67514" y="-2342"/>
                  </a:lnTo>
                  <a:lnTo>
                    <a:pt x="-1527" y="-2342"/>
                  </a:lnTo>
                  <a:lnTo>
                    <a:pt x="-1527" y="10035"/>
                  </a:lnTo>
                  <a:cubicBezTo>
                    <a:pt x="4051" y="15816"/>
                    <a:pt x="11658" y="23570"/>
                    <a:pt x="21292" y="33297"/>
                  </a:cubicBezTo>
                  <a:cubicBezTo>
                    <a:pt x="30942" y="43041"/>
                    <a:pt x="37003" y="49326"/>
                    <a:pt x="39473" y="52155"/>
                  </a:cubicBezTo>
                  <a:cubicBezTo>
                    <a:pt x="44182" y="57438"/>
                    <a:pt x="47468" y="61913"/>
                    <a:pt x="49333" y="65581"/>
                  </a:cubicBezTo>
                  <a:cubicBezTo>
                    <a:pt x="51213" y="69248"/>
                    <a:pt x="52154" y="72853"/>
                    <a:pt x="52154" y="76396"/>
                  </a:cubicBezTo>
                  <a:cubicBezTo>
                    <a:pt x="52154" y="82177"/>
                    <a:pt x="50126" y="86885"/>
                    <a:pt x="46070" y="90521"/>
                  </a:cubicBezTo>
                  <a:cubicBezTo>
                    <a:pt x="42014" y="94173"/>
                    <a:pt x="36731" y="95999"/>
                    <a:pt x="30220" y="95999"/>
                  </a:cubicBezTo>
                  <a:cubicBezTo>
                    <a:pt x="25604" y="95999"/>
                    <a:pt x="20733" y="95199"/>
                    <a:pt x="15605" y="93598"/>
                  </a:cubicBezTo>
                  <a:cubicBezTo>
                    <a:pt x="10492" y="91998"/>
                    <a:pt x="5023" y="89566"/>
                    <a:pt x="-805" y="86302"/>
                  </a:cubicBezTo>
                  <a:lnTo>
                    <a:pt x="-805" y="101174"/>
                  </a:lnTo>
                  <a:cubicBezTo>
                    <a:pt x="5116" y="103551"/>
                    <a:pt x="10648" y="105346"/>
                    <a:pt x="15791" y="106558"/>
                  </a:cubicBezTo>
                  <a:cubicBezTo>
                    <a:pt x="20950" y="107770"/>
                    <a:pt x="25667" y="108376"/>
                    <a:pt x="29940" y="108376"/>
                  </a:cubicBezTo>
                  <a:cubicBezTo>
                    <a:pt x="41206" y="108376"/>
                    <a:pt x="50188" y="105556"/>
                    <a:pt x="56885" y="99915"/>
                  </a:cubicBezTo>
                  <a:cubicBezTo>
                    <a:pt x="63583" y="94290"/>
                    <a:pt x="66932" y="86769"/>
                    <a:pt x="66932" y="77352"/>
                  </a:cubicBezTo>
                  <a:cubicBezTo>
                    <a:pt x="66932" y="72876"/>
                    <a:pt x="66092" y="68634"/>
                    <a:pt x="64414" y="64625"/>
                  </a:cubicBezTo>
                  <a:cubicBezTo>
                    <a:pt x="62752" y="60631"/>
                    <a:pt x="59706" y="55915"/>
                    <a:pt x="55277" y="50476"/>
                  </a:cubicBezTo>
                  <a:cubicBezTo>
                    <a:pt x="54065" y="49062"/>
                    <a:pt x="50203" y="44991"/>
                    <a:pt x="43692" y="38262"/>
                  </a:cubicBezTo>
                  <a:cubicBezTo>
                    <a:pt x="37197" y="31534"/>
                    <a:pt x="28021" y="22125"/>
                    <a:pt x="16164" y="10035"/>
                  </a:cubicBezTo>
                  <a:close/>
                </a:path>
              </a:pathLst>
            </a:custGeom>
            <a:solidFill>
              <a:srgbClr val="FFFFFF"/>
            </a:solidFill>
            <a:ln w="2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CBEBBFB7-6EAA-275F-123C-697378356DE8}"/>
                </a:ext>
              </a:extLst>
            </p:cNvPr>
            <p:cNvSpPr/>
            <p:nvPr/>
          </p:nvSpPr>
          <p:spPr>
            <a:xfrm flipV="1">
              <a:off x="6309881" y="928964"/>
              <a:ext cx="30884" cy="133025"/>
            </a:xfrm>
            <a:custGeom>
              <a:avLst/>
              <a:gdLst>
                <a:gd name="csX0" fmla="*/ 30029 w 30884"/>
                <a:gd name="csY0" fmla="*/ 131049 h 133025"/>
                <a:gd name="csX1" fmla="*/ 30029 w 30884"/>
                <a:gd name="csY1" fmla="*/ -1976 h 133025"/>
                <a:gd name="csX2" fmla="*/ -855 w 30884"/>
                <a:gd name="csY2" fmla="*/ -1976 h 133025"/>
                <a:gd name="csX3" fmla="*/ -855 w 30884"/>
                <a:gd name="csY3" fmla="*/ 8443 h 133025"/>
                <a:gd name="csX4" fmla="*/ 16556 w 30884"/>
                <a:gd name="csY4" fmla="*/ 8443 h 133025"/>
                <a:gd name="csX5" fmla="*/ 16556 w 30884"/>
                <a:gd name="csY5" fmla="*/ 120630 h 133025"/>
                <a:gd name="csX6" fmla="*/ -855 w 30884"/>
                <a:gd name="csY6" fmla="*/ 120630 h 133025"/>
                <a:gd name="csX7" fmla="*/ -855 w 30884"/>
                <a:gd name="csY7" fmla="*/ 131049 h 133025"/>
                <a:gd name="csX8" fmla="*/ 30029 w 30884"/>
                <a:gd name="csY8" fmla="*/ 131049 h 1330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0884" h="133025">
                  <a:moveTo>
                    <a:pt x="30029" y="131049"/>
                  </a:moveTo>
                  <a:lnTo>
                    <a:pt x="30029" y="-1976"/>
                  </a:lnTo>
                  <a:lnTo>
                    <a:pt x="-855" y="-1976"/>
                  </a:lnTo>
                  <a:lnTo>
                    <a:pt x="-855" y="8443"/>
                  </a:lnTo>
                  <a:lnTo>
                    <a:pt x="16556" y="8443"/>
                  </a:lnTo>
                  <a:lnTo>
                    <a:pt x="16556" y="120630"/>
                  </a:lnTo>
                  <a:lnTo>
                    <a:pt x="-855" y="120630"/>
                  </a:lnTo>
                  <a:lnTo>
                    <a:pt x="-855" y="131049"/>
                  </a:lnTo>
                  <a:lnTo>
                    <a:pt x="30029" y="131049"/>
                  </a:lnTo>
                  <a:close/>
                </a:path>
              </a:pathLst>
            </a:custGeom>
            <a:solidFill>
              <a:srgbClr val="FFFFFF"/>
            </a:solidFill>
            <a:ln w="23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2" name="Graphic 7">
            <a:extLst>
              <a:ext uri="{FF2B5EF4-FFF2-40B4-BE49-F238E27FC236}">
                <a16:creationId xmlns:a16="http://schemas.microsoft.com/office/drawing/2014/main" id="{23413069-B6C8-75AA-4967-59BCF88DB5E9}"/>
              </a:ext>
            </a:extLst>
          </p:cNvPr>
          <p:cNvGrpSpPr/>
          <p:nvPr/>
        </p:nvGrpSpPr>
        <p:grpSpPr>
          <a:xfrm>
            <a:off x="6496343" y="1179063"/>
            <a:ext cx="877725" cy="402238"/>
            <a:chOff x="6496343" y="1179063"/>
            <a:chExt cx="877725" cy="402238"/>
          </a:xfrm>
        </p:grpSpPr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A943EA9B-DDE9-B07C-B652-22999F167CAA}"/>
                </a:ext>
              </a:extLst>
            </p:cNvPr>
            <p:cNvSpPr/>
            <p:nvPr/>
          </p:nvSpPr>
          <p:spPr>
            <a:xfrm>
              <a:off x="6496343" y="1179063"/>
              <a:ext cx="877725" cy="402238"/>
            </a:xfrm>
            <a:custGeom>
              <a:avLst/>
              <a:gdLst>
                <a:gd name="csX0" fmla="*/ 24863 w 877725"/>
                <a:gd name="csY0" fmla="*/ 402238 h 402238"/>
                <a:gd name="csX1" fmla="*/ 852862 w 877725"/>
                <a:gd name="csY1" fmla="*/ 402238 h 402238"/>
                <a:gd name="csX2" fmla="*/ 877725 w 877725"/>
                <a:gd name="csY2" fmla="*/ 377375 h 402238"/>
                <a:gd name="csX3" fmla="*/ 877725 w 877725"/>
                <a:gd name="csY3" fmla="*/ 24863 h 402238"/>
                <a:gd name="csX4" fmla="*/ 852862 w 877725"/>
                <a:gd name="csY4" fmla="*/ 0 h 402238"/>
                <a:gd name="csX5" fmla="*/ 24863 w 877725"/>
                <a:gd name="csY5" fmla="*/ 0 h 402238"/>
                <a:gd name="csX6" fmla="*/ 0 w 877725"/>
                <a:gd name="csY6" fmla="*/ 24863 h 402238"/>
                <a:gd name="csX7" fmla="*/ 0 w 877725"/>
                <a:gd name="csY7" fmla="*/ 377375 h 402238"/>
                <a:gd name="csX8" fmla="*/ 24863 w 877725"/>
                <a:gd name="csY8" fmla="*/ 402238 h 4022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877725" h="402238">
                  <a:moveTo>
                    <a:pt x="24863" y="402238"/>
                  </a:moveTo>
                  <a:lnTo>
                    <a:pt x="852862" y="402238"/>
                  </a:lnTo>
                  <a:cubicBezTo>
                    <a:pt x="869438" y="402238"/>
                    <a:pt x="877725" y="393950"/>
                    <a:pt x="877725" y="377375"/>
                  </a:cubicBezTo>
                  <a:lnTo>
                    <a:pt x="877725" y="24863"/>
                  </a:lnTo>
                  <a:cubicBezTo>
                    <a:pt x="877725" y="8288"/>
                    <a:pt x="869438" y="0"/>
                    <a:pt x="852862" y="0"/>
                  </a:cubicBezTo>
                  <a:lnTo>
                    <a:pt x="24863" y="0"/>
                  </a:lnTo>
                  <a:cubicBezTo>
                    <a:pt x="8288" y="0"/>
                    <a:pt x="0" y="8288"/>
                    <a:pt x="0" y="24863"/>
                  </a:cubicBezTo>
                  <a:lnTo>
                    <a:pt x="0" y="377375"/>
                  </a:lnTo>
                  <a:cubicBezTo>
                    <a:pt x="0" y="393951"/>
                    <a:pt x="8288" y="402238"/>
                    <a:pt x="24863" y="402238"/>
                  </a:cubicBezTo>
                  <a:close/>
                </a:path>
              </a:pathLst>
            </a:custGeom>
            <a:solidFill>
              <a:srgbClr val="000000">
                <a:alpha val="80000"/>
              </a:srgbClr>
            </a:solidFill>
            <a:ln w="12419" cap="flat">
              <a:solidFill>
                <a:srgbClr val="CCCCCC">
                  <a:alpha val="8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D54E0C8D-2E09-9EF8-D6CD-6188C0A32FD8}"/>
                </a:ext>
              </a:extLst>
            </p:cNvPr>
            <p:cNvSpPr/>
            <p:nvPr/>
          </p:nvSpPr>
          <p:spPr>
            <a:xfrm>
              <a:off x="6546069" y="1279739"/>
              <a:ext cx="248630" cy="12431"/>
            </a:xfrm>
            <a:custGeom>
              <a:avLst/>
              <a:gdLst>
                <a:gd name="csX0" fmla="*/ 0 w 248630"/>
                <a:gd name="csY0" fmla="*/ 0 h 12431"/>
                <a:gd name="csX1" fmla="*/ 124315 w 248630"/>
                <a:gd name="csY1" fmla="*/ 0 h 12431"/>
                <a:gd name="csX2" fmla="*/ 248631 w 248630"/>
                <a:gd name="csY2" fmla="*/ 0 h 124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48630" h="12431">
                  <a:moveTo>
                    <a:pt x="0" y="0"/>
                  </a:moveTo>
                  <a:lnTo>
                    <a:pt x="124315" y="0"/>
                  </a:lnTo>
                  <a:lnTo>
                    <a:pt x="248631" y="0"/>
                  </a:lnTo>
                </a:path>
              </a:pathLst>
            </a:custGeom>
            <a:noFill/>
            <a:ln w="18628" cap="sq">
              <a:solidFill>
                <a:srgbClr val="8DD3C7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65" name="Graphic 7">
              <a:extLst>
                <a:ext uri="{FF2B5EF4-FFF2-40B4-BE49-F238E27FC236}">
                  <a16:creationId xmlns:a16="http://schemas.microsoft.com/office/drawing/2014/main" id="{B0027CC0-CD9A-69BE-FCA5-07CCEEC22058}"/>
                </a:ext>
              </a:extLst>
            </p:cNvPr>
            <p:cNvGrpSpPr/>
            <p:nvPr/>
          </p:nvGrpSpPr>
          <p:grpSpPr>
            <a:xfrm>
              <a:off x="6906350" y="1232616"/>
              <a:ext cx="411369" cy="92401"/>
              <a:chOff x="6906350" y="1232616"/>
              <a:chExt cx="411369" cy="92401"/>
            </a:xfrm>
            <a:solidFill>
              <a:srgbClr val="FFFFFF"/>
            </a:solidFill>
          </p:grpSpPr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A0957078-478D-D68B-3168-FA86614B5A1E}"/>
                  </a:ext>
                </a:extLst>
              </p:cNvPr>
              <p:cNvSpPr/>
              <p:nvPr/>
            </p:nvSpPr>
            <p:spPr>
              <a:xfrm flipV="1">
                <a:off x="6906350" y="1232616"/>
                <a:ext cx="64294" cy="90633"/>
              </a:xfrm>
              <a:custGeom>
                <a:avLst/>
                <a:gdLst>
                  <a:gd name="csX0" fmla="*/ 10452 w 64294"/>
                  <a:gd name="csY0" fmla="*/ 41000 h 90633"/>
                  <a:gd name="csX1" fmla="*/ 10452 w 64294"/>
                  <a:gd name="csY1" fmla="*/ 7804 h 90633"/>
                  <a:gd name="csX2" fmla="*/ 30129 w 64294"/>
                  <a:gd name="csY2" fmla="*/ 7804 h 90633"/>
                  <a:gd name="csX3" fmla="*/ 44775 w 64294"/>
                  <a:gd name="csY3" fmla="*/ 11903 h 90633"/>
                  <a:gd name="csX4" fmla="*/ 49553 w 64294"/>
                  <a:gd name="csY4" fmla="*/ 24432 h 90633"/>
                  <a:gd name="csX5" fmla="*/ 44775 w 64294"/>
                  <a:gd name="csY5" fmla="*/ 36960 h 90633"/>
                  <a:gd name="csX6" fmla="*/ 30129 w 64294"/>
                  <a:gd name="csY6" fmla="*/ 41000 h 90633"/>
                  <a:gd name="csX7" fmla="*/ 10452 w 64294"/>
                  <a:gd name="csY7" fmla="*/ 41000 h 90633"/>
                  <a:gd name="csX8" fmla="*/ 10452 w 64294"/>
                  <a:gd name="csY8" fmla="*/ 78276 h 90633"/>
                  <a:gd name="csX9" fmla="*/ 10452 w 64294"/>
                  <a:gd name="csY9" fmla="*/ 50965 h 90633"/>
                  <a:gd name="csX10" fmla="*/ 28614 w 64294"/>
                  <a:gd name="csY10" fmla="*/ 50965 h 90633"/>
                  <a:gd name="csX11" fmla="*/ 41978 w 64294"/>
                  <a:gd name="csY11" fmla="*/ 54326 h 90633"/>
                  <a:gd name="csX12" fmla="*/ 46387 w 64294"/>
                  <a:gd name="csY12" fmla="*/ 64620 h 90633"/>
                  <a:gd name="csX13" fmla="*/ 41978 w 64294"/>
                  <a:gd name="csY13" fmla="*/ 74876 h 90633"/>
                  <a:gd name="csX14" fmla="*/ 28614 w 64294"/>
                  <a:gd name="csY14" fmla="*/ 78276 h 90633"/>
                  <a:gd name="csX15" fmla="*/ 10452 w 64294"/>
                  <a:gd name="csY15" fmla="*/ 78276 h 90633"/>
                  <a:gd name="csX16" fmla="*/ -1805 w 64294"/>
                  <a:gd name="csY16" fmla="*/ 88357 h 90633"/>
                  <a:gd name="csX17" fmla="*/ 29527 w 64294"/>
                  <a:gd name="csY17" fmla="*/ 88357 h 90633"/>
                  <a:gd name="csX18" fmla="*/ 51127 w 64294"/>
                  <a:gd name="csY18" fmla="*/ 82530 h 90633"/>
                  <a:gd name="csX19" fmla="*/ 58721 w 64294"/>
                  <a:gd name="csY19" fmla="*/ 65961 h 90633"/>
                  <a:gd name="csX20" fmla="*/ 54837 w 64294"/>
                  <a:gd name="csY20" fmla="*/ 52713 h 90633"/>
                  <a:gd name="csX21" fmla="*/ 43415 w 64294"/>
                  <a:gd name="csY21" fmla="*/ 46595 h 90633"/>
                  <a:gd name="csX22" fmla="*/ 57478 w 64294"/>
                  <a:gd name="csY22" fmla="*/ 38475 h 90633"/>
                  <a:gd name="csX23" fmla="*/ 62490 w 64294"/>
                  <a:gd name="csY23" fmla="*/ 23091 h 90633"/>
                  <a:gd name="csX24" fmla="*/ 54234 w 64294"/>
                  <a:gd name="csY24" fmla="*/ 4327 h 90633"/>
                  <a:gd name="csX25" fmla="*/ 30731 w 64294"/>
                  <a:gd name="csY25" fmla="*/ -2277 h 90633"/>
                  <a:gd name="csX26" fmla="*/ -1805 w 64294"/>
                  <a:gd name="csY26" fmla="*/ -2277 h 90633"/>
                  <a:gd name="csX27" fmla="*/ -1805 w 64294"/>
                  <a:gd name="csY27" fmla="*/ 88357 h 9063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</a:cxnLst>
                <a:rect l="l" t="t" r="r" b="b"/>
                <a:pathLst>
                  <a:path w="64294" h="90633">
                    <a:moveTo>
                      <a:pt x="10452" y="41000"/>
                    </a:moveTo>
                    <a:lnTo>
                      <a:pt x="10452" y="7804"/>
                    </a:lnTo>
                    <a:lnTo>
                      <a:pt x="30129" y="7804"/>
                    </a:lnTo>
                    <a:cubicBezTo>
                      <a:pt x="36720" y="7804"/>
                      <a:pt x="41602" y="9171"/>
                      <a:pt x="44775" y="11903"/>
                    </a:cubicBezTo>
                    <a:cubicBezTo>
                      <a:pt x="47960" y="14635"/>
                      <a:pt x="49553" y="18811"/>
                      <a:pt x="49553" y="24432"/>
                    </a:cubicBezTo>
                    <a:cubicBezTo>
                      <a:pt x="49553" y="30103"/>
                      <a:pt x="47960" y="34280"/>
                      <a:pt x="44775" y="36960"/>
                    </a:cubicBezTo>
                    <a:cubicBezTo>
                      <a:pt x="41602" y="39654"/>
                      <a:pt x="36720" y="41000"/>
                      <a:pt x="30129" y="41000"/>
                    </a:cubicBezTo>
                    <a:lnTo>
                      <a:pt x="10452" y="41000"/>
                    </a:lnTo>
                    <a:close/>
                    <a:moveTo>
                      <a:pt x="10452" y="78276"/>
                    </a:moveTo>
                    <a:lnTo>
                      <a:pt x="10452" y="50965"/>
                    </a:lnTo>
                    <a:lnTo>
                      <a:pt x="28614" y="50965"/>
                    </a:lnTo>
                    <a:cubicBezTo>
                      <a:pt x="34596" y="50965"/>
                      <a:pt x="39051" y="52085"/>
                      <a:pt x="41978" y="54326"/>
                    </a:cubicBezTo>
                    <a:cubicBezTo>
                      <a:pt x="44917" y="56579"/>
                      <a:pt x="46387" y="60010"/>
                      <a:pt x="46387" y="64620"/>
                    </a:cubicBezTo>
                    <a:cubicBezTo>
                      <a:pt x="46387" y="69192"/>
                      <a:pt x="44917" y="72610"/>
                      <a:pt x="41978" y="74876"/>
                    </a:cubicBezTo>
                    <a:cubicBezTo>
                      <a:pt x="39051" y="77143"/>
                      <a:pt x="34596" y="78276"/>
                      <a:pt x="28614" y="78276"/>
                    </a:cubicBezTo>
                    <a:lnTo>
                      <a:pt x="10452" y="78276"/>
                    </a:lnTo>
                    <a:close/>
                    <a:moveTo>
                      <a:pt x="-1805" y="88357"/>
                    </a:moveTo>
                    <a:lnTo>
                      <a:pt x="29527" y="88357"/>
                    </a:lnTo>
                    <a:cubicBezTo>
                      <a:pt x="38876" y="88357"/>
                      <a:pt x="46076" y="86414"/>
                      <a:pt x="51127" y="82530"/>
                    </a:cubicBezTo>
                    <a:cubicBezTo>
                      <a:pt x="56190" y="78645"/>
                      <a:pt x="58721" y="73122"/>
                      <a:pt x="58721" y="65961"/>
                    </a:cubicBezTo>
                    <a:cubicBezTo>
                      <a:pt x="58721" y="60405"/>
                      <a:pt x="57426" y="55990"/>
                      <a:pt x="54837" y="52713"/>
                    </a:cubicBezTo>
                    <a:cubicBezTo>
                      <a:pt x="52247" y="49437"/>
                      <a:pt x="48440" y="47398"/>
                      <a:pt x="43415" y="46595"/>
                    </a:cubicBezTo>
                    <a:cubicBezTo>
                      <a:pt x="49450" y="45300"/>
                      <a:pt x="54137" y="42593"/>
                      <a:pt x="57478" y="38475"/>
                    </a:cubicBezTo>
                    <a:cubicBezTo>
                      <a:pt x="60819" y="34370"/>
                      <a:pt x="62490" y="29242"/>
                      <a:pt x="62490" y="23091"/>
                    </a:cubicBezTo>
                    <a:cubicBezTo>
                      <a:pt x="62490" y="14998"/>
                      <a:pt x="59738" y="8743"/>
                      <a:pt x="54234" y="4327"/>
                    </a:cubicBezTo>
                    <a:cubicBezTo>
                      <a:pt x="48731" y="-75"/>
                      <a:pt x="40896" y="-2277"/>
                      <a:pt x="30731" y="-2277"/>
                    </a:cubicBezTo>
                    <a:lnTo>
                      <a:pt x="-1805" y="-2277"/>
                    </a:lnTo>
                    <a:lnTo>
                      <a:pt x="-1805" y="88357"/>
                    </a:lnTo>
                    <a:close/>
                  </a:path>
                </a:pathLst>
              </a:custGeom>
              <a:solidFill>
                <a:srgbClr val="FFFFFF"/>
              </a:solidFill>
              <a:ln w="19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FD2DD6FE-970F-0C55-5095-D1E24756E4B3}"/>
                  </a:ext>
                </a:extLst>
              </p:cNvPr>
              <p:cNvSpPr/>
              <p:nvPr/>
            </p:nvSpPr>
            <p:spPr>
              <a:xfrm flipV="1">
                <a:off x="6990722" y="1253633"/>
                <a:ext cx="39819" cy="69616"/>
              </a:xfrm>
              <a:custGeom>
                <a:avLst/>
                <a:gdLst>
                  <a:gd name="csX0" fmla="*/ 38698 w 39819"/>
                  <a:gd name="csY0" fmla="*/ 55819 h 69616"/>
                  <a:gd name="csX1" fmla="*/ 34599 w 39819"/>
                  <a:gd name="csY1" fmla="*/ 57412 h 69616"/>
                  <a:gd name="csX2" fmla="*/ 29724 w 39819"/>
                  <a:gd name="csY2" fmla="*/ 57936 h 69616"/>
                  <a:gd name="csX3" fmla="*/ 15175 w 39819"/>
                  <a:gd name="csY3" fmla="*/ 51779 h 69616"/>
                  <a:gd name="csX4" fmla="*/ 10105 w 39819"/>
                  <a:gd name="csY4" fmla="*/ 34083 h 69616"/>
                  <a:gd name="csX5" fmla="*/ 10105 w 39819"/>
                  <a:gd name="csY5" fmla="*/ -1735 h 69616"/>
                  <a:gd name="csX6" fmla="*/ -1122 w 39819"/>
                  <a:gd name="csY6" fmla="*/ -1735 h 69616"/>
                  <a:gd name="csX7" fmla="*/ -1122 w 39819"/>
                  <a:gd name="csY7" fmla="*/ 66250 h 69616"/>
                  <a:gd name="csX8" fmla="*/ 10105 w 39819"/>
                  <a:gd name="csY8" fmla="*/ 66250 h 69616"/>
                  <a:gd name="csX9" fmla="*/ 10105 w 39819"/>
                  <a:gd name="csY9" fmla="*/ 55683 h 69616"/>
                  <a:gd name="csX10" fmla="*/ 19274 w 39819"/>
                  <a:gd name="csY10" fmla="*/ 64871 h 69616"/>
                  <a:gd name="csX11" fmla="*/ 33007 w 39819"/>
                  <a:gd name="csY11" fmla="*/ 67882 h 69616"/>
                  <a:gd name="csX12" fmla="*/ 35551 w 39819"/>
                  <a:gd name="csY12" fmla="*/ 67726 h 69616"/>
                  <a:gd name="csX13" fmla="*/ 38640 w 39819"/>
                  <a:gd name="csY13" fmla="*/ 67279 h 69616"/>
                  <a:gd name="csX14" fmla="*/ 38698 w 39819"/>
                  <a:gd name="csY14" fmla="*/ 55819 h 6961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39819" h="69616">
                    <a:moveTo>
                      <a:pt x="38698" y="55819"/>
                    </a:moveTo>
                    <a:cubicBezTo>
                      <a:pt x="37442" y="56544"/>
                      <a:pt x="36076" y="57075"/>
                      <a:pt x="34599" y="57412"/>
                    </a:cubicBezTo>
                    <a:cubicBezTo>
                      <a:pt x="33123" y="57762"/>
                      <a:pt x="31498" y="57936"/>
                      <a:pt x="29724" y="57936"/>
                    </a:cubicBezTo>
                    <a:cubicBezTo>
                      <a:pt x="23405" y="57936"/>
                      <a:pt x="18555" y="55884"/>
                      <a:pt x="15175" y="51779"/>
                    </a:cubicBezTo>
                    <a:cubicBezTo>
                      <a:pt x="11795" y="47674"/>
                      <a:pt x="10105" y="41775"/>
                      <a:pt x="10105" y="34083"/>
                    </a:cubicBezTo>
                    <a:lnTo>
                      <a:pt x="10105" y="-1735"/>
                    </a:lnTo>
                    <a:lnTo>
                      <a:pt x="-1122" y="-1735"/>
                    </a:lnTo>
                    <a:lnTo>
                      <a:pt x="-1122" y="66250"/>
                    </a:lnTo>
                    <a:lnTo>
                      <a:pt x="10105" y="66250"/>
                    </a:lnTo>
                    <a:lnTo>
                      <a:pt x="10105" y="55683"/>
                    </a:lnTo>
                    <a:cubicBezTo>
                      <a:pt x="12462" y="59814"/>
                      <a:pt x="15518" y="62877"/>
                      <a:pt x="19274" y="64871"/>
                    </a:cubicBezTo>
                    <a:cubicBezTo>
                      <a:pt x="23042" y="66878"/>
                      <a:pt x="27620" y="67882"/>
                      <a:pt x="33007" y="67882"/>
                    </a:cubicBezTo>
                    <a:cubicBezTo>
                      <a:pt x="33771" y="67882"/>
                      <a:pt x="34619" y="67830"/>
                      <a:pt x="35551" y="67726"/>
                    </a:cubicBezTo>
                    <a:cubicBezTo>
                      <a:pt x="36484" y="67636"/>
                      <a:pt x="37513" y="67487"/>
                      <a:pt x="38640" y="67279"/>
                    </a:cubicBezTo>
                    <a:lnTo>
                      <a:pt x="38698" y="55819"/>
                    </a:lnTo>
                    <a:close/>
                  </a:path>
                </a:pathLst>
              </a:custGeom>
              <a:solidFill>
                <a:srgbClr val="FFFFFF"/>
              </a:solidFill>
              <a:ln w="19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4B1A7215-14EC-14F4-217B-0DEB98201844}"/>
                  </a:ext>
                </a:extLst>
              </p:cNvPr>
              <p:cNvSpPr/>
              <p:nvPr/>
            </p:nvSpPr>
            <p:spPr>
              <a:xfrm flipV="1">
                <a:off x="7034607" y="1253633"/>
                <a:ext cx="62410" cy="71384"/>
              </a:xfrm>
              <a:custGeom>
                <a:avLst/>
                <a:gdLst>
                  <a:gd name="csX0" fmla="*/ 29725 w 62410"/>
                  <a:gd name="csY0" fmla="*/ 60235 h 71384"/>
                  <a:gd name="csX1" fmla="*/ 15525 w 62410"/>
                  <a:gd name="csY1" fmla="*/ 53223 h 71384"/>
                  <a:gd name="csX2" fmla="*/ 10300 w 62410"/>
                  <a:gd name="csY2" fmla="*/ 34012 h 71384"/>
                  <a:gd name="csX3" fmla="*/ 15487 w 62410"/>
                  <a:gd name="csY3" fmla="*/ 14802 h 71384"/>
                  <a:gd name="csX4" fmla="*/ 29725 w 62410"/>
                  <a:gd name="csY4" fmla="*/ 7790 h 71384"/>
                  <a:gd name="csX5" fmla="*/ 43865 w 62410"/>
                  <a:gd name="csY5" fmla="*/ 14821 h 71384"/>
                  <a:gd name="csX6" fmla="*/ 49091 w 62410"/>
                  <a:gd name="csY6" fmla="*/ 34012 h 71384"/>
                  <a:gd name="csX7" fmla="*/ 43865 w 62410"/>
                  <a:gd name="csY7" fmla="*/ 53165 h 71384"/>
                  <a:gd name="csX8" fmla="*/ 29725 w 62410"/>
                  <a:gd name="csY8" fmla="*/ 60235 h 71384"/>
                  <a:gd name="csX9" fmla="*/ 29725 w 62410"/>
                  <a:gd name="csY9" fmla="*/ 69695 h 71384"/>
                  <a:gd name="csX10" fmla="*/ 52606 w 62410"/>
                  <a:gd name="csY10" fmla="*/ 60216 h 71384"/>
                  <a:gd name="csX11" fmla="*/ 60939 w 62410"/>
                  <a:gd name="csY11" fmla="*/ 34012 h 71384"/>
                  <a:gd name="csX12" fmla="*/ 52606 w 62410"/>
                  <a:gd name="csY12" fmla="*/ 7809 h 71384"/>
                  <a:gd name="csX13" fmla="*/ 29725 w 62410"/>
                  <a:gd name="csY13" fmla="*/ -1689 h 71384"/>
                  <a:gd name="csX14" fmla="*/ 6804 w 62410"/>
                  <a:gd name="csY14" fmla="*/ 7809 h 71384"/>
                  <a:gd name="csX15" fmla="*/ -1471 w 62410"/>
                  <a:gd name="csY15" fmla="*/ 34012 h 71384"/>
                  <a:gd name="csX16" fmla="*/ 6804 w 62410"/>
                  <a:gd name="csY16" fmla="*/ 60216 h 71384"/>
                  <a:gd name="csX17" fmla="*/ 29725 w 62410"/>
                  <a:gd name="csY17" fmla="*/ 69695 h 7138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</a:cxnLst>
                <a:rect l="l" t="t" r="r" b="b"/>
                <a:pathLst>
                  <a:path w="62410" h="71384">
                    <a:moveTo>
                      <a:pt x="29725" y="60235"/>
                    </a:moveTo>
                    <a:cubicBezTo>
                      <a:pt x="23742" y="60235"/>
                      <a:pt x="19009" y="57898"/>
                      <a:pt x="15525" y="53223"/>
                    </a:cubicBezTo>
                    <a:cubicBezTo>
                      <a:pt x="12042" y="48548"/>
                      <a:pt x="10300" y="42145"/>
                      <a:pt x="10300" y="34012"/>
                    </a:cubicBezTo>
                    <a:cubicBezTo>
                      <a:pt x="10300" y="25880"/>
                      <a:pt x="12029" y="19477"/>
                      <a:pt x="15487" y="14802"/>
                    </a:cubicBezTo>
                    <a:cubicBezTo>
                      <a:pt x="18957" y="10127"/>
                      <a:pt x="23703" y="7790"/>
                      <a:pt x="29725" y="7790"/>
                    </a:cubicBezTo>
                    <a:cubicBezTo>
                      <a:pt x="35681" y="7790"/>
                      <a:pt x="40395" y="10133"/>
                      <a:pt x="43865" y="14821"/>
                    </a:cubicBezTo>
                    <a:cubicBezTo>
                      <a:pt x="47349" y="19522"/>
                      <a:pt x="49091" y="25919"/>
                      <a:pt x="49091" y="34012"/>
                    </a:cubicBezTo>
                    <a:cubicBezTo>
                      <a:pt x="49091" y="42067"/>
                      <a:pt x="47349" y="48451"/>
                      <a:pt x="43865" y="53165"/>
                    </a:cubicBezTo>
                    <a:cubicBezTo>
                      <a:pt x="40395" y="57878"/>
                      <a:pt x="35681" y="60235"/>
                      <a:pt x="29725" y="60235"/>
                    </a:cubicBezTo>
                    <a:close/>
                    <a:moveTo>
                      <a:pt x="29725" y="69695"/>
                    </a:moveTo>
                    <a:cubicBezTo>
                      <a:pt x="39437" y="69695"/>
                      <a:pt x="47064" y="66535"/>
                      <a:pt x="52606" y="60216"/>
                    </a:cubicBezTo>
                    <a:cubicBezTo>
                      <a:pt x="58162" y="53909"/>
                      <a:pt x="60939" y="45175"/>
                      <a:pt x="60939" y="34012"/>
                    </a:cubicBezTo>
                    <a:cubicBezTo>
                      <a:pt x="60939" y="22889"/>
                      <a:pt x="58162" y="14154"/>
                      <a:pt x="52606" y="7809"/>
                    </a:cubicBezTo>
                    <a:cubicBezTo>
                      <a:pt x="47064" y="1477"/>
                      <a:pt x="39437" y="-1689"/>
                      <a:pt x="29725" y="-1689"/>
                    </a:cubicBezTo>
                    <a:cubicBezTo>
                      <a:pt x="19974" y="-1689"/>
                      <a:pt x="12333" y="1477"/>
                      <a:pt x="6804" y="7809"/>
                    </a:cubicBezTo>
                    <a:cubicBezTo>
                      <a:pt x="1287" y="14154"/>
                      <a:pt x="-1471" y="22889"/>
                      <a:pt x="-1471" y="34012"/>
                    </a:cubicBezTo>
                    <a:cubicBezTo>
                      <a:pt x="-1471" y="45175"/>
                      <a:pt x="1287" y="53909"/>
                      <a:pt x="6804" y="60216"/>
                    </a:cubicBezTo>
                    <a:cubicBezTo>
                      <a:pt x="12333" y="66535"/>
                      <a:pt x="19974" y="69695"/>
                      <a:pt x="29725" y="69695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A6969A76-E878-3D9D-F355-CC1985AA9DBD}"/>
                  </a:ext>
                </a:extLst>
              </p:cNvPr>
              <p:cNvSpPr/>
              <p:nvPr/>
            </p:nvSpPr>
            <p:spPr>
              <a:xfrm flipV="1">
                <a:off x="7115094" y="1253633"/>
                <a:ext cx="56952" cy="69616"/>
              </a:xfrm>
              <a:custGeom>
                <a:avLst/>
                <a:gdLst>
                  <a:gd name="csX0" fmla="*/ 55400 w 56952"/>
                  <a:gd name="csY0" fmla="*/ 39309 h 69616"/>
                  <a:gd name="csX1" fmla="*/ 55400 w 56952"/>
                  <a:gd name="csY1" fmla="*/ -1735 h 69616"/>
                  <a:gd name="csX2" fmla="*/ 44231 w 56952"/>
                  <a:gd name="csY2" fmla="*/ -1735 h 69616"/>
                  <a:gd name="csX3" fmla="*/ 44231 w 56952"/>
                  <a:gd name="csY3" fmla="*/ 38939 h 69616"/>
                  <a:gd name="csX4" fmla="*/ 40463 w 56952"/>
                  <a:gd name="csY4" fmla="*/ 53372 h 69616"/>
                  <a:gd name="csX5" fmla="*/ 29177 w 56952"/>
                  <a:gd name="csY5" fmla="*/ 58170 h 69616"/>
                  <a:gd name="csX6" fmla="*/ 14900 w 56952"/>
                  <a:gd name="csY6" fmla="*/ 52400 h 69616"/>
                  <a:gd name="csX7" fmla="*/ 9675 w 56952"/>
                  <a:gd name="csY7" fmla="*/ 36686 h 69616"/>
                  <a:gd name="csX8" fmla="*/ 9675 w 56952"/>
                  <a:gd name="csY8" fmla="*/ -1735 h 69616"/>
                  <a:gd name="csX9" fmla="*/ -1552 w 56952"/>
                  <a:gd name="csY9" fmla="*/ -1735 h 69616"/>
                  <a:gd name="csX10" fmla="*/ -1552 w 56952"/>
                  <a:gd name="csY10" fmla="*/ 66250 h 69616"/>
                  <a:gd name="csX11" fmla="*/ 9675 w 56952"/>
                  <a:gd name="csY11" fmla="*/ 66250 h 69616"/>
                  <a:gd name="csX12" fmla="*/ 9675 w 56952"/>
                  <a:gd name="csY12" fmla="*/ 55683 h 69616"/>
                  <a:gd name="csX13" fmla="*/ 19115 w 56952"/>
                  <a:gd name="csY13" fmla="*/ 64851 h 69616"/>
                  <a:gd name="csX14" fmla="*/ 31663 w 56952"/>
                  <a:gd name="csY14" fmla="*/ 67882 h 69616"/>
                  <a:gd name="csX15" fmla="*/ 49378 w 56952"/>
                  <a:gd name="csY15" fmla="*/ 60636 h 69616"/>
                  <a:gd name="csX16" fmla="*/ 55400 w 56952"/>
                  <a:gd name="csY16" fmla="*/ 39309 h 6961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56952" h="69616">
                    <a:moveTo>
                      <a:pt x="55400" y="39309"/>
                    </a:moveTo>
                    <a:lnTo>
                      <a:pt x="55400" y="-1735"/>
                    </a:lnTo>
                    <a:lnTo>
                      <a:pt x="44231" y="-1735"/>
                    </a:lnTo>
                    <a:lnTo>
                      <a:pt x="44231" y="38939"/>
                    </a:lnTo>
                    <a:cubicBezTo>
                      <a:pt x="44231" y="45375"/>
                      <a:pt x="42975" y="50186"/>
                      <a:pt x="40463" y="53372"/>
                    </a:cubicBezTo>
                    <a:cubicBezTo>
                      <a:pt x="37950" y="56570"/>
                      <a:pt x="34189" y="58170"/>
                      <a:pt x="29177" y="58170"/>
                    </a:cubicBezTo>
                    <a:cubicBezTo>
                      <a:pt x="23143" y="58170"/>
                      <a:pt x="18384" y="56247"/>
                      <a:pt x="14900" y="52400"/>
                    </a:cubicBezTo>
                    <a:cubicBezTo>
                      <a:pt x="11417" y="48567"/>
                      <a:pt x="9675" y="43329"/>
                      <a:pt x="9675" y="36686"/>
                    </a:cubicBezTo>
                    <a:lnTo>
                      <a:pt x="9675" y="-1735"/>
                    </a:lnTo>
                    <a:lnTo>
                      <a:pt x="-1552" y="-1735"/>
                    </a:lnTo>
                    <a:lnTo>
                      <a:pt x="-1552" y="66250"/>
                    </a:lnTo>
                    <a:lnTo>
                      <a:pt x="9675" y="66250"/>
                    </a:lnTo>
                    <a:lnTo>
                      <a:pt x="9675" y="55683"/>
                    </a:lnTo>
                    <a:cubicBezTo>
                      <a:pt x="12356" y="59775"/>
                      <a:pt x="15502" y="62831"/>
                      <a:pt x="19115" y="64851"/>
                    </a:cubicBezTo>
                    <a:cubicBezTo>
                      <a:pt x="22741" y="66872"/>
                      <a:pt x="26924" y="67882"/>
                      <a:pt x="31663" y="67882"/>
                    </a:cubicBezTo>
                    <a:cubicBezTo>
                      <a:pt x="39472" y="67882"/>
                      <a:pt x="45377" y="65467"/>
                      <a:pt x="49378" y="60636"/>
                    </a:cubicBezTo>
                    <a:cubicBezTo>
                      <a:pt x="53393" y="55806"/>
                      <a:pt x="55400" y="48697"/>
                      <a:pt x="55400" y="39309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9CB15FB1-9C33-8E2E-97AA-1718CCCB0D46}"/>
                  </a:ext>
                </a:extLst>
              </p:cNvPr>
              <p:cNvSpPr/>
              <p:nvPr/>
            </p:nvSpPr>
            <p:spPr>
              <a:xfrm flipV="1">
                <a:off x="7187940" y="1255264"/>
                <a:ext cx="54562" cy="67985"/>
              </a:xfrm>
              <a:custGeom>
                <a:avLst/>
                <a:gdLst>
                  <a:gd name="csX0" fmla="*/ 336 w 54562"/>
                  <a:gd name="csY0" fmla="*/ 66292 h 67985"/>
                  <a:gd name="csX1" fmla="*/ 53384 w 54562"/>
                  <a:gd name="csY1" fmla="*/ 66292 h 67985"/>
                  <a:gd name="csX2" fmla="*/ 53384 w 54562"/>
                  <a:gd name="csY2" fmla="*/ 56094 h 67985"/>
                  <a:gd name="csX3" fmla="*/ 11389 w 54562"/>
                  <a:gd name="csY3" fmla="*/ 7223 h 67985"/>
                  <a:gd name="csX4" fmla="*/ 53384 w 54562"/>
                  <a:gd name="csY4" fmla="*/ 7223 h 67985"/>
                  <a:gd name="csX5" fmla="*/ 53384 w 54562"/>
                  <a:gd name="csY5" fmla="*/ -1693 h 67985"/>
                  <a:gd name="csX6" fmla="*/ -1179 w 54562"/>
                  <a:gd name="csY6" fmla="*/ -1693 h 67985"/>
                  <a:gd name="csX7" fmla="*/ -1179 w 54562"/>
                  <a:gd name="csY7" fmla="*/ 8505 h 67985"/>
                  <a:gd name="csX8" fmla="*/ 40836 w 54562"/>
                  <a:gd name="csY8" fmla="*/ 57376 h 67985"/>
                  <a:gd name="csX9" fmla="*/ 336 w 54562"/>
                  <a:gd name="csY9" fmla="*/ 57376 h 67985"/>
                  <a:gd name="csX10" fmla="*/ 336 w 54562"/>
                  <a:gd name="csY10" fmla="*/ 66292 h 679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54562" h="67985">
                    <a:moveTo>
                      <a:pt x="336" y="66292"/>
                    </a:moveTo>
                    <a:lnTo>
                      <a:pt x="53384" y="66292"/>
                    </a:lnTo>
                    <a:lnTo>
                      <a:pt x="53384" y="56094"/>
                    </a:lnTo>
                    <a:lnTo>
                      <a:pt x="11389" y="7223"/>
                    </a:lnTo>
                    <a:lnTo>
                      <a:pt x="53384" y="7223"/>
                    </a:lnTo>
                    <a:lnTo>
                      <a:pt x="53384" y="-1693"/>
                    </a:lnTo>
                    <a:lnTo>
                      <a:pt x="-1179" y="-1693"/>
                    </a:lnTo>
                    <a:lnTo>
                      <a:pt x="-1179" y="8505"/>
                    </a:lnTo>
                    <a:lnTo>
                      <a:pt x="40836" y="57376"/>
                    </a:lnTo>
                    <a:lnTo>
                      <a:pt x="336" y="57376"/>
                    </a:lnTo>
                    <a:lnTo>
                      <a:pt x="336" y="66292"/>
                    </a:lnTo>
                    <a:close/>
                  </a:path>
                </a:pathLst>
              </a:custGeom>
              <a:solidFill>
                <a:srgbClr val="FFFFFF"/>
              </a:solidFill>
              <a:ln w="19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E35B5AA7-5734-FC7D-5D2F-54FF66169E0D}"/>
                  </a:ext>
                </a:extLst>
              </p:cNvPr>
              <p:cNvSpPr/>
              <p:nvPr/>
            </p:nvSpPr>
            <p:spPr>
              <a:xfrm flipV="1">
                <a:off x="7254708" y="1253633"/>
                <a:ext cx="63012" cy="71384"/>
              </a:xfrm>
              <a:custGeom>
                <a:avLst/>
                <a:gdLst>
                  <a:gd name="csX0" fmla="*/ 61544 w 63012"/>
                  <a:gd name="csY0" fmla="*/ 36868 h 71384"/>
                  <a:gd name="csX1" fmla="*/ 61544 w 63012"/>
                  <a:gd name="csY1" fmla="*/ 31410 h 71384"/>
                  <a:gd name="csX2" fmla="*/ 10186 w 63012"/>
                  <a:gd name="csY2" fmla="*/ 31410 h 71384"/>
                  <a:gd name="csX3" fmla="*/ 17140 w 63012"/>
                  <a:gd name="csY3" fmla="*/ 13831 h 71384"/>
                  <a:gd name="csX4" fmla="*/ 34466 w 63012"/>
                  <a:gd name="csY4" fmla="*/ 7790 h 71384"/>
                  <a:gd name="csX5" fmla="*/ 46937 w 63012"/>
                  <a:gd name="csY5" fmla="*/ 9363 h 71384"/>
                  <a:gd name="csX6" fmla="*/ 58941 w 63012"/>
                  <a:gd name="csY6" fmla="*/ 14103 h 71384"/>
                  <a:gd name="csX7" fmla="*/ 58941 w 63012"/>
                  <a:gd name="csY7" fmla="*/ 3536 h 71384"/>
                  <a:gd name="csX8" fmla="*/ 46606 w 63012"/>
                  <a:gd name="csY8" fmla="*/ -349 h 71384"/>
                  <a:gd name="csX9" fmla="*/ 33806 w 63012"/>
                  <a:gd name="csY9" fmla="*/ -1689 h 71384"/>
                  <a:gd name="csX10" fmla="*/ 8030 w 63012"/>
                  <a:gd name="csY10" fmla="*/ 7770 h 71384"/>
                  <a:gd name="csX11" fmla="*/ -1469 w 63012"/>
                  <a:gd name="csY11" fmla="*/ 33410 h 71384"/>
                  <a:gd name="csX12" fmla="*/ 7544 w 63012"/>
                  <a:gd name="csY12" fmla="*/ 59886 h 71384"/>
                  <a:gd name="csX13" fmla="*/ 31863 w 63012"/>
                  <a:gd name="csY13" fmla="*/ 69695 h 71384"/>
                  <a:gd name="csX14" fmla="*/ 53560 w 63012"/>
                  <a:gd name="csY14" fmla="*/ 60857 h 71384"/>
                  <a:gd name="csX15" fmla="*/ 61544 w 63012"/>
                  <a:gd name="csY15" fmla="*/ 36868 h 71384"/>
                  <a:gd name="csX16" fmla="*/ 50375 w 63012"/>
                  <a:gd name="csY16" fmla="*/ 40150 h 71384"/>
                  <a:gd name="csX17" fmla="*/ 45247 w 63012"/>
                  <a:gd name="csY17" fmla="*/ 54758 h 71384"/>
                  <a:gd name="csX18" fmla="*/ 31980 w 63012"/>
                  <a:gd name="csY18" fmla="*/ 60235 h 71384"/>
                  <a:gd name="csX19" fmla="*/ 17023 w 63012"/>
                  <a:gd name="csY19" fmla="*/ 54952 h 71384"/>
                  <a:gd name="csX20" fmla="*/ 10555 w 63012"/>
                  <a:gd name="csY20" fmla="*/ 40073 h 71384"/>
                  <a:gd name="csX21" fmla="*/ 50375 w 63012"/>
                  <a:gd name="csY21" fmla="*/ 40150 h 7138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</a:cxnLst>
                <a:rect l="l" t="t" r="r" b="b"/>
                <a:pathLst>
                  <a:path w="63012" h="71384">
                    <a:moveTo>
                      <a:pt x="61544" y="36868"/>
                    </a:moveTo>
                    <a:lnTo>
                      <a:pt x="61544" y="31410"/>
                    </a:lnTo>
                    <a:lnTo>
                      <a:pt x="10186" y="31410"/>
                    </a:lnTo>
                    <a:cubicBezTo>
                      <a:pt x="10678" y="23718"/>
                      <a:pt x="12996" y="17858"/>
                      <a:pt x="17140" y="13831"/>
                    </a:cubicBezTo>
                    <a:cubicBezTo>
                      <a:pt x="21284" y="9803"/>
                      <a:pt x="27059" y="7790"/>
                      <a:pt x="34466" y="7790"/>
                    </a:cubicBezTo>
                    <a:cubicBezTo>
                      <a:pt x="38753" y="7790"/>
                      <a:pt x="42909" y="8314"/>
                      <a:pt x="46937" y="9363"/>
                    </a:cubicBezTo>
                    <a:cubicBezTo>
                      <a:pt x="50964" y="10412"/>
                      <a:pt x="54965" y="11992"/>
                      <a:pt x="58941" y="14103"/>
                    </a:cubicBezTo>
                    <a:lnTo>
                      <a:pt x="58941" y="3536"/>
                    </a:lnTo>
                    <a:cubicBezTo>
                      <a:pt x="54927" y="1839"/>
                      <a:pt x="50815" y="544"/>
                      <a:pt x="46606" y="-349"/>
                    </a:cubicBezTo>
                    <a:cubicBezTo>
                      <a:pt x="42398" y="-1243"/>
                      <a:pt x="38131" y="-1689"/>
                      <a:pt x="33806" y="-1689"/>
                    </a:cubicBezTo>
                    <a:cubicBezTo>
                      <a:pt x="22954" y="-1689"/>
                      <a:pt x="14362" y="1464"/>
                      <a:pt x="8030" y="7770"/>
                    </a:cubicBezTo>
                    <a:cubicBezTo>
                      <a:pt x="1697" y="14090"/>
                      <a:pt x="-1469" y="22636"/>
                      <a:pt x="-1469" y="33410"/>
                    </a:cubicBezTo>
                    <a:cubicBezTo>
                      <a:pt x="-1469" y="44534"/>
                      <a:pt x="1536" y="53359"/>
                      <a:pt x="7544" y="59886"/>
                    </a:cubicBezTo>
                    <a:cubicBezTo>
                      <a:pt x="13553" y="66425"/>
                      <a:pt x="21659" y="69695"/>
                      <a:pt x="31863" y="69695"/>
                    </a:cubicBezTo>
                    <a:cubicBezTo>
                      <a:pt x="41006" y="69695"/>
                      <a:pt x="48238" y="66749"/>
                      <a:pt x="53560" y="60857"/>
                    </a:cubicBezTo>
                    <a:cubicBezTo>
                      <a:pt x="58883" y="54978"/>
                      <a:pt x="61544" y="46981"/>
                      <a:pt x="61544" y="36868"/>
                    </a:cubicBezTo>
                    <a:close/>
                    <a:moveTo>
                      <a:pt x="50375" y="40150"/>
                    </a:moveTo>
                    <a:cubicBezTo>
                      <a:pt x="50297" y="46250"/>
                      <a:pt x="48588" y="51119"/>
                      <a:pt x="45247" y="54758"/>
                    </a:cubicBezTo>
                    <a:cubicBezTo>
                      <a:pt x="41906" y="58409"/>
                      <a:pt x="37484" y="60235"/>
                      <a:pt x="31980" y="60235"/>
                    </a:cubicBezTo>
                    <a:cubicBezTo>
                      <a:pt x="25751" y="60235"/>
                      <a:pt x="20766" y="58474"/>
                      <a:pt x="17023" y="54952"/>
                    </a:cubicBezTo>
                    <a:cubicBezTo>
                      <a:pt x="13281" y="51430"/>
                      <a:pt x="11125" y="46470"/>
                      <a:pt x="10555" y="40073"/>
                    </a:cubicBezTo>
                    <a:lnTo>
                      <a:pt x="50375" y="40150"/>
                    </a:lnTo>
                    <a:close/>
                  </a:path>
                </a:pathLst>
              </a:custGeom>
              <a:solidFill>
                <a:srgbClr val="FFFFFF"/>
              </a:solidFill>
              <a:ln w="19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76010D2A-7E3B-7C6B-03AA-EE3E92A84266}"/>
                </a:ext>
              </a:extLst>
            </p:cNvPr>
            <p:cNvSpPr/>
            <p:nvPr/>
          </p:nvSpPr>
          <p:spPr>
            <a:xfrm>
              <a:off x="6546069" y="1462211"/>
              <a:ext cx="248630" cy="12431"/>
            </a:xfrm>
            <a:custGeom>
              <a:avLst/>
              <a:gdLst>
                <a:gd name="csX0" fmla="*/ 0 w 248630"/>
                <a:gd name="csY0" fmla="*/ 0 h 12431"/>
                <a:gd name="csX1" fmla="*/ 124315 w 248630"/>
                <a:gd name="csY1" fmla="*/ 0 h 12431"/>
                <a:gd name="csX2" fmla="*/ 248631 w 248630"/>
                <a:gd name="csY2" fmla="*/ 0 h 124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48630" h="12431">
                  <a:moveTo>
                    <a:pt x="0" y="0"/>
                  </a:moveTo>
                  <a:lnTo>
                    <a:pt x="124315" y="0"/>
                  </a:lnTo>
                  <a:lnTo>
                    <a:pt x="248631" y="0"/>
                  </a:lnTo>
                </a:path>
              </a:pathLst>
            </a:custGeom>
            <a:noFill/>
            <a:ln w="18628" cap="sq">
              <a:solidFill>
                <a:srgbClr val="FEFFB3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73" name="Graphic 7">
              <a:extLst>
                <a:ext uri="{FF2B5EF4-FFF2-40B4-BE49-F238E27FC236}">
                  <a16:creationId xmlns:a16="http://schemas.microsoft.com/office/drawing/2014/main" id="{7EB1C342-142C-BF3C-A164-5E48D7279928}"/>
                </a:ext>
              </a:extLst>
            </p:cNvPr>
            <p:cNvGrpSpPr/>
            <p:nvPr/>
          </p:nvGrpSpPr>
          <p:grpSpPr>
            <a:xfrm>
              <a:off x="6901125" y="1411261"/>
              <a:ext cx="267571" cy="96227"/>
              <a:chOff x="6901125" y="1411261"/>
              <a:chExt cx="267571" cy="96227"/>
            </a:xfrm>
            <a:solidFill>
              <a:srgbClr val="FFFFFF"/>
            </a:solidFill>
          </p:grpSpPr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6BE9260A-5D5F-6CD3-459C-4961830CA642}"/>
                  </a:ext>
                </a:extLst>
              </p:cNvPr>
              <p:cNvSpPr/>
              <p:nvPr/>
            </p:nvSpPr>
            <p:spPr>
              <a:xfrm flipV="1">
                <a:off x="6901125" y="1413456"/>
                <a:ext cx="79153" cy="94032"/>
              </a:xfrm>
              <a:custGeom>
                <a:avLst/>
                <a:gdLst>
                  <a:gd name="csX0" fmla="*/ 65096 w 79153"/>
                  <a:gd name="csY0" fmla="*/ 12446 h 94032"/>
                  <a:gd name="csX1" fmla="*/ 65096 w 79153"/>
                  <a:gd name="csY1" fmla="*/ 36784 h 94032"/>
                  <a:gd name="csX2" fmla="*/ 45069 w 79153"/>
                  <a:gd name="csY2" fmla="*/ 36784 h 94032"/>
                  <a:gd name="csX3" fmla="*/ 45069 w 79153"/>
                  <a:gd name="csY3" fmla="*/ 46865 h 94032"/>
                  <a:gd name="csX4" fmla="*/ 77236 w 79153"/>
                  <a:gd name="csY4" fmla="*/ 46865 h 94032"/>
                  <a:gd name="csX5" fmla="*/ 77236 w 79153"/>
                  <a:gd name="csY5" fmla="*/ 7939 h 94032"/>
                  <a:gd name="csX6" fmla="*/ 61580 w 79153"/>
                  <a:gd name="csY6" fmla="*/ 325 h 94032"/>
                  <a:gd name="csX7" fmla="*/ 43321 w 79153"/>
                  <a:gd name="csY7" fmla="*/ -2259 h 94032"/>
                  <a:gd name="csX8" fmla="*/ 10067 w 79153"/>
                  <a:gd name="csY8" fmla="*/ 10153 h 94032"/>
                  <a:gd name="csX9" fmla="*/ -1918 w 79153"/>
                  <a:gd name="csY9" fmla="*/ 44729 h 94032"/>
                  <a:gd name="csX10" fmla="*/ 10067 w 79153"/>
                  <a:gd name="csY10" fmla="*/ 79362 h 94032"/>
                  <a:gd name="csX11" fmla="*/ 43321 w 79153"/>
                  <a:gd name="csY11" fmla="*/ 91774 h 94032"/>
                  <a:gd name="csX12" fmla="*/ 60162 w 79153"/>
                  <a:gd name="csY12" fmla="*/ 89579 h 94032"/>
                  <a:gd name="csX13" fmla="*/ 74886 w 79153"/>
                  <a:gd name="csY13" fmla="*/ 83150 h 94032"/>
                  <a:gd name="csX14" fmla="*/ 74886 w 79153"/>
                  <a:gd name="csY14" fmla="*/ 70097 h 94032"/>
                  <a:gd name="csX15" fmla="*/ 60434 w 79153"/>
                  <a:gd name="csY15" fmla="*/ 78779 h 94032"/>
                  <a:gd name="csX16" fmla="*/ 44351 w 79153"/>
                  <a:gd name="csY16" fmla="*/ 81693 h 94032"/>
                  <a:gd name="csX17" fmla="*/ 19352 w 79153"/>
                  <a:gd name="csY17" fmla="*/ 72408 h 94032"/>
                  <a:gd name="csX18" fmla="*/ 11019 w 79153"/>
                  <a:gd name="csY18" fmla="*/ 44729 h 94032"/>
                  <a:gd name="csX19" fmla="*/ 19352 w 79153"/>
                  <a:gd name="csY19" fmla="*/ 17107 h 94032"/>
                  <a:gd name="csX20" fmla="*/ 44351 w 79153"/>
                  <a:gd name="csY20" fmla="*/ 7823 h 94032"/>
                  <a:gd name="csX21" fmla="*/ 55928 w 79153"/>
                  <a:gd name="csY21" fmla="*/ 8949 h 94032"/>
                  <a:gd name="csX22" fmla="*/ 65096 w 79153"/>
                  <a:gd name="csY22" fmla="*/ 12446 h 940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</a:cxnLst>
                <a:rect l="l" t="t" r="r" b="b"/>
                <a:pathLst>
                  <a:path w="79153" h="94032">
                    <a:moveTo>
                      <a:pt x="65096" y="12446"/>
                    </a:moveTo>
                    <a:lnTo>
                      <a:pt x="65096" y="36784"/>
                    </a:lnTo>
                    <a:lnTo>
                      <a:pt x="45069" y="36784"/>
                    </a:lnTo>
                    <a:lnTo>
                      <a:pt x="45069" y="46865"/>
                    </a:lnTo>
                    <a:lnTo>
                      <a:pt x="77236" y="46865"/>
                    </a:lnTo>
                    <a:lnTo>
                      <a:pt x="77236" y="7939"/>
                    </a:lnTo>
                    <a:cubicBezTo>
                      <a:pt x="72509" y="4585"/>
                      <a:pt x="67291" y="2047"/>
                      <a:pt x="61580" y="325"/>
                    </a:cubicBezTo>
                    <a:cubicBezTo>
                      <a:pt x="55882" y="-1398"/>
                      <a:pt x="49796" y="-2259"/>
                      <a:pt x="43321" y="-2259"/>
                    </a:cubicBezTo>
                    <a:cubicBezTo>
                      <a:pt x="29154" y="-2259"/>
                      <a:pt x="18070" y="1879"/>
                      <a:pt x="10067" y="10153"/>
                    </a:cubicBezTo>
                    <a:cubicBezTo>
                      <a:pt x="2077" y="18441"/>
                      <a:pt x="-1918" y="29966"/>
                      <a:pt x="-1918" y="44729"/>
                    </a:cubicBezTo>
                    <a:cubicBezTo>
                      <a:pt x="-1918" y="59543"/>
                      <a:pt x="2077" y="71087"/>
                      <a:pt x="10067" y="79362"/>
                    </a:cubicBezTo>
                    <a:cubicBezTo>
                      <a:pt x="18070" y="87637"/>
                      <a:pt x="29154" y="91774"/>
                      <a:pt x="43321" y="91774"/>
                    </a:cubicBezTo>
                    <a:cubicBezTo>
                      <a:pt x="49226" y="91774"/>
                      <a:pt x="54840" y="91043"/>
                      <a:pt x="60162" y="89579"/>
                    </a:cubicBezTo>
                    <a:cubicBezTo>
                      <a:pt x="65484" y="88129"/>
                      <a:pt x="70392" y="85986"/>
                      <a:pt x="74886" y="83150"/>
                    </a:cubicBezTo>
                    <a:lnTo>
                      <a:pt x="74886" y="70097"/>
                    </a:lnTo>
                    <a:cubicBezTo>
                      <a:pt x="70353" y="73943"/>
                      <a:pt x="65536" y="76837"/>
                      <a:pt x="60434" y="78779"/>
                    </a:cubicBezTo>
                    <a:cubicBezTo>
                      <a:pt x="55332" y="80722"/>
                      <a:pt x="49971" y="81693"/>
                      <a:pt x="44351" y="81693"/>
                    </a:cubicBezTo>
                    <a:cubicBezTo>
                      <a:pt x="33253" y="81693"/>
                      <a:pt x="24920" y="78598"/>
                      <a:pt x="19352" y="72408"/>
                    </a:cubicBezTo>
                    <a:cubicBezTo>
                      <a:pt x="13796" y="66218"/>
                      <a:pt x="11019" y="56992"/>
                      <a:pt x="11019" y="44729"/>
                    </a:cubicBezTo>
                    <a:cubicBezTo>
                      <a:pt x="11019" y="32504"/>
                      <a:pt x="13796" y="23297"/>
                      <a:pt x="19352" y="17107"/>
                    </a:cubicBezTo>
                    <a:cubicBezTo>
                      <a:pt x="24920" y="10917"/>
                      <a:pt x="33253" y="7823"/>
                      <a:pt x="44351" y="7823"/>
                    </a:cubicBezTo>
                    <a:cubicBezTo>
                      <a:pt x="48676" y="7823"/>
                      <a:pt x="52535" y="8198"/>
                      <a:pt x="55928" y="8949"/>
                    </a:cubicBezTo>
                    <a:cubicBezTo>
                      <a:pt x="59333" y="9700"/>
                      <a:pt x="62389" y="10866"/>
                      <a:pt x="65096" y="12446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D95234DF-277A-6BC2-17BF-688197A94D7C}"/>
                  </a:ext>
                </a:extLst>
              </p:cNvPr>
              <p:cNvSpPr/>
              <p:nvPr/>
            </p:nvSpPr>
            <p:spPr>
              <a:xfrm flipV="1">
                <a:off x="6997341" y="1436105"/>
                <a:ext cx="62410" cy="71384"/>
              </a:xfrm>
              <a:custGeom>
                <a:avLst/>
                <a:gdLst>
                  <a:gd name="csX0" fmla="*/ 29722 w 62410"/>
                  <a:gd name="csY0" fmla="*/ 60250 h 71384"/>
                  <a:gd name="csX1" fmla="*/ 15522 w 62410"/>
                  <a:gd name="csY1" fmla="*/ 53238 h 71384"/>
                  <a:gd name="csX2" fmla="*/ 10297 w 62410"/>
                  <a:gd name="csY2" fmla="*/ 34027 h 71384"/>
                  <a:gd name="csX3" fmla="*/ 15484 w 62410"/>
                  <a:gd name="csY3" fmla="*/ 14816 h 71384"/>
                  <a:gd name="csX4" fmla="*/ 29722 w 62410"/>
                  <a:gd name="csY4" fmla="*/ 7804 h 71384"/>
                  <a:gd name="csX5" fmla="*/ 43862 w 62410"/>
                  <a:gd name="csY5" fmla="*/ 14836 h 71384"/>
                  <a:gd name="csX6" fmla="*/ 49088 w 62410"/>
                  <a:gd name="csY6" fmla="*/ 34027 h 71384"/>
                  <a:gd name="csX7" fmla="*/ 43862 w 62410"/>
                  <a:gd name="csY7" fmla="*/ 53179 h 71384"/>
                  <a:gd name="csX8" fmla="*/ 29722 w 62410"/>
                  <a:gd name="csY8" fmla="*/ 60250 h 71384"/>
                  <a:gd name="csX9" fmla="*/ 29722 w 62410"/>
                  <a:gd name="csY9" fmla="*/ 69710 h 71384"/>
                  <a:gd name="csX10" fmla="*/ 52603 w 62410"/>
                  <a:gd name="csY10" fmla="*/ 60230 h 71384"/>
                  <a:gd name="csX11" fmla="*/ 60936 w 62410"/>
                  <a:gd name="csY11" fmla="*/ 34027 h 71384"/>
                  <a:gd name="csX12" fmla="*/ 52603 w 62410"/>
                  <a:gd name="csY12" fmla="*/ 7824 h 71384"/>
                  <a:gd name="csX13" fmla="*/ 29722 w 62410"/>
                  <a:gd name="csY13" fmla="*/ -1675 h 71384"/>
                  <a:gd name="csX14" fmla="*/ 6801 w 62410"/>
                  <a:gd name="csY14" fmla="*/ 7824 h 71384"/>
                  <a:gd name="csX15" fmla="*/ -1474 w 62410"/>
                  <a:gd name="csY15" fmla="*/ 34027 h 71384"/>
                  <a:gd name="csX16" fmla="*/ 6801 w 62410"/>
                  <a:gd name="csY16" fmla="*/ 60230 h 71384"/>
                  <a:gd name="csX17" fmla="*/ 29722 w 62410"/>
                  <a:gd name="csY17" fmla="*/ 69710 h 7138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</a:cxnLst>
                <a:rect l="l" t="t" r="r" b="b"/>
                <a:pathLst>
                  <a:path w="62410" h="71384">
                    <a:moveTo>
                      <a:pt x="29722" y="60250"/>
                    </a:moveTo>
                    <a:cubicBezTo>
                      <a:pt x="23739" y="60250"/>
                      <a:pt x="19006" y="57912"/>
                      <a:pt x="15522" y="53238"/>
                    </a:cubicBezTo>
                    <a:cubicBezTo>
                      <a:pt x="12039" y="48563"/>
                      <a:pt x="10297" y="42159"/>
                      <a:pt x="10297" y="34027"/>
                    </a:cubicBezTo>
                    <a:cubicBezTo>
                      <a:pt x="10297" y="25895"/>
                      <a:pt x="12026" y="19491"/>
                      <a:pt x="15484" y="14816"/>
                    </a:cubicBezTo>
                    <a:cubicBezTo>
                      <a:pt x="18954" y="10142"/>
                      <a:pt x="23700" y="7804"/>
                      <a:pt x="29722" y="7804"/>
                    </a:cubicBezTo>
                    <a:cubicBezTo>
                      <a:pt x="35678" y="7804"/>
                      <a:pt x="40392" y="10148"/>
                      <a:pt x="43862" y="14836"/>
                    </a:cubicBezTo>
                    <a:cubicBezTo>
                      <a:pt x="47346" y="19537"/>
                      <a:pt x="49088" y="25934"/>
                      <a:pt x="49088" y="34027"/>
                    </a:cubicBezTo>
                    <a:cubicBezTo>
                      <a:pt x="49088" y="42082"/>
                      <a:pt x="47346" y="48466"/>
                      <a:pt x="43862" y="53179"/>
                    </a:cubicBezTo>
                    <a:cubicBezTo>
                      <a:pt x="40392" y="57893"/>
                      <a:pt x="35678" y="60250"/>
                      <a:pt x="29722" y="60250"/>
                    </a:cubicBezTo>
                    <a:close/>
                    <a:moveTo>
                      <a:pt x="29722" y="69710"/>
                    </a:moveTo>
                    <a:cubicBezTo>
                      <a:pt x="39434" y="69710"/>
                      <a:pt x="47061" y="66550"/>
                      <a:pt x="52603" y="60230"/>
                    </a:cubicBezTo>
                    <a:cubicBezTo>
                      <a:pt x="58159" y="53924"/>
                      <a:pt x="60936" y="45190"/>
                      <a:pt x="60936" y="34027"/>
                    </a:cubicBezTo>
                    <a:cubicBezTo>
                      <a:pt x="60936" y="22903"/>
                      <a:pt x="58159" y="14169"/>
                      <a:pt x="52603" y="7824"/>
                    </a:cubicBezTo>
                    <a:cubicBezTo>
                      <a:pt x="47061" y="1491"/>
                      <a:pt x="39434" y="-1675"/>
                      <a:pt x="29722" y="-1675"/>
                    </a:cubicBezTo>
                    <a:cubicBezTo>
                      <a:pt x="19971" y="-1675"/>
                      <a:pt x="12330" y="1491"/>
                      <a:pt x="6801" y="7824"/>
                    </a:cubicBezTo>
                    <a:cubicBezTo>
                      <a:pt x="1284" y="14169"/>
                      <a:pt x="-1474" y="22903"/>
                      <a:pt x="-1474" y="34027"/>
                    </a:cubicBezTo>
                    <a:cubicBezTo>
                      <a:pt x="-1474" y="45190"/>
                      <a:pt x="1284" y="53924"/>
                      <a:pt x="6801" y="60230"/>
                    </a:cubicBezTo>
                    <a:cubicBezTo>
                      <a:pt x="12330" y="66550"/>
                      <a:pt x="19971" y="69710"/>
                      <a:pt x="29722" y="6971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5786F8BC-4E31-B42A-16FC-330C7F0B3380}"/>
                  </a:ext>
                </a:extLst>
              </p:cNvPr>
              <p:cNvSpPr/>
              <p:nvPr/>
            </p:nvSpPr>
            <p:spPr>
              <a:xfrm flipV="1">
                <a:off x="7078255" y="1411261"/>
                <a:ext cx="11168" cy="94460"/>
              </a:xfrm>
              <a:custGeom>
                <a:avLst/>
                <a:gdLst>
                  <a:gd name="csX0" fmla="*/ -400 w 11168"/>
                  <a:gd name="csY0" fmla="*/ 92099 h 94460"/>
                  <a:gd name="csX1" fmla="*/ 10769 w 11168"/>
                  <a:gd name="csY1" fmla="*/ 92099 h 94460"/>
                  <a:gd name="csX2" fmla="*/ 10769 w 11168"/>
                  <a:gd name="csY2" fmla="*/ -2361 h 94460"/>
                  <a:gd name="csX3" fmla="*/ -400 w 11168"/>
                  <a:gd name="csY3" fmla="*/ -2361 h 94460"/>
                  <a:gd name="csX4" fmla="*/ -400 w 11168"/>
                  <a:gd name="csY4" fmla="*/ 92099 h 9446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1168" h="94460">
                    <a:moveTo>
                      <a:pt x="-400" y="92099"/>
                    </a:moveTo>
                    <a:lnTo>
                      <a:pt x="10769" y="92099"/>
                    </a:lnTo>
                    <a:lnTo>
                      <a:pt x="10769" y="-2361"/>
                    </a:lnTo>
                    <a:lnTo>
                      <a:pt x="-400" y="-2361"/>
                    </a:lnTo>
                    <a:lnTo>
                      <a:pt x="-400" y="92099"/>
                    </a:lnTo>
                    <a:close/>
                  </a:path>
                </a:pathLst>
              </a:custGeom>
              <a:solidFill>
                <a:srgbClr val="FFFFFF"/>
              </a:solidFill>
              <a:ln w="19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71667289-3CEA-0486-5F4F-435E72999F94}"/>
                  </a:ext>
                </a:extLst>
              </p:cNvPr>
              <p:cNvSpPr/>
              <p:nvPr/>
            </p:nvSpPr>
            <p:spPr>
              <a:xfrm flipV="1">
                <a:off x="7107938" y="1411261"/>
                <a:ext cx="60759" cy="96227"/>
              </a:xfrm>
              <a:custGeom>
                <a:avLst/>
                <a:gdLst>
                  <a:gd name="csX0" fmla="*/ 48168 w 60759"/>
                  <a:gd name="csY0" fmla="*/ 57123 h 96227"/>
                  <a:gd name="csX1" fmla="*/ 48168 w 60759"/>
                  <a:gd name="csY1" fmla="*/ 93913 h 96227"/>
                  <a:gd name="csX2" fmla="*/ 59337 w 60759"/>
                  <a:gd name="csY2" fmla="*/ 93913 h 96227"/>
                  <a:gd name="csX3" fmla="*/ 59337 w 60759"/>
                  <a:gd name="csY3" fmla="*/ -548 h 96227"/>
                  <a:gd name="csX4" fmla="*/ 48168 w 60759"/>
                  <a:gd name="csY4" fmla="*/ -548 h 96227"/>
                  <a:gd name="csX5" fmla="*/ 48168 w 60759"/>
                  <a:gd name="csY5" fmla="*/ 9650 h 96227"/>
                  <a:gd name="csX6" fmla="*/ 39271 w 60759"/>
                  <a:gd name="csY6" fmla="*/ 637 h 96227"/>
                  <a:gd name="csX7" fmla="*/ 26374 w 60759"/>
                  <a:gd name="csY7" fmla="*/ -2315 h 96227"/>
                  <a:gd name="csX8" fmla="*/ 6308 w 60759"/>
                  <a:gd name="csY8" fmla="*/ 7513 h 96227"/>
                  <a:gd name="csX9" fmla="*/ -1423 w 60759"/>
                  <a:gd name="csY9" fmla="*/ 33387 h 96227"/>
                  <a:gd name="csX10" fmla="*/ 6308 w 60759"/>
                  <a:gd name="csY10" fmla="*/ 59240 h 96227"/>
                  <a:gd name="csX11" fmla="*/ 26374 w 60759"/>
                  <a:gd name="csY11" fmla="*/ 69069 h 96227"/>
                  <a:gd name="csX12" fmla="*/ 39271 w 60759"/>
                  <a:gd name="csY12" fmla="*/ 66117 h 96227"/>
                  <a:gd name="csX13" fmla="*/ 48168 w 60759"/>
                  <a:gd name="csY13" fmla="*/ 57123 h 96227"/>
                  <a:gd name="csX14" fmla="*/ 10115 w 60759"/>
                  <a:gd name="csY14" fmla="*/ 33387 h 96227"/>
                  <a:gd name="csX15" fmla="*/ 15185 w 60759"/>
                  <a:gd name="csY15" fmla="*/ 14059 h 96227"/>
                  <a:gd name="csX16" fmla="*/ 29112 w 60759"/>
                  <a:gd name="csY16" fmla="*/ 7047 h 96227"/>
                  <a:gd name="csX17" fmla="*/ 43059 w 60759"/>
                  <a:gd name="csY17" fmla="*/ 14059 h 96227"/>
                  <a:gd name="csX18" fmla="*/ 48168 w 60759"/>
                  <a:gd name="csY18" fmla="*/ 33387 h 96227"/>
                  <a:gd name="csX19" fmla="*/ 43059 w 60759"/>
                  <a:gd name="csY19" fmla="*/ 52714 h 96227"/>
                  <a:gd name="csX20" fmla="*/ 29112 w 60759"/>
                  <a:gd name="csY20" fmla="*/ 59726 h 96227"/>
                  <a:gd name="csX21" fmla="*/ 15185 w 60759"/>
                  <a:gd name="csY21" fmla="*/ 52714 h 96227"/>
                  <a:gd name="csX22" fmla="*/ 10115 w 60759"/>
                  <a:gd name="csY22" fmla="*/ 33387 h 9622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</a:cxnLst>
                <a:rect l="l" t="t" r="r" b="b"/>
                <a:pathLst>
                  <a:path w="60759" h="96227">
                    <a:moveTo>
                      <a:pt x="48168" y="57123"/>
                    </a:moveTo>
                    <a:lnTo>
                      <a:pt x="48168" y="93913"/>
                    </a:lnTo>
                    <a:lnTo>
                      <a:pt x="59337" y="93913"/>
                    </a:lnTo>
                    <a:lnTo>
                      <a:pt x="59337" y="-548"/>
                    </a:lnTo>
                    <a:lnTo>
                      <a:pt x="48168" y="-548"/>
                    </a:lnTo>
                    <a:lnTo>
                      <a:pt x="48168" y="9650"/>
                    </a:lnTo>
                    <a:cubicBezTo>
                      <a:pt x="45824" y="5610"/>
                      <a:pt x="42858" y="2606"/>
                      <a:pt x="39271" y="637"/>
                    </a:cubicBezTo>
                    <a:cubicBezTo>
                      <a:pt x="35697" y="-1331"/>
                      <a:pt x="31398" y="-2315"/>
                      <a:pt x="26374" y="-2315"/>
                    </a:cubicBezTo>
                    <a:cubicBezTo>
                      <a:pt x="18164" y="-2315"/>
                      <a:pt x="11475" y="961"/>
                      <a:pt x="6308" y="7513"/>
                    </a:cubicBezTo>
                    <a:cubicBezTo>
                      <a:pt x="1154" y="14079"/>
                      <a:pt x="-1423" y="22703"/>
                      <a:pt x="-1423" y="33387"/>
                    </a:cubicBezTo>
                    <a:cubicBezTo>
                      <a:pt x="-1423" y="44070"/>
                      <a:pt x="1154" y="52688"/>
                      <a:pt x="6308" y="59240"/>
                    </a:cubicBezTo>
                    <a:cubicBezTo>
                      <a:pt x="11475" y="65793"/>
                      <a:pt x="18164" y="69069"/>
                      <a:pt x="26374" y="69069"/>
                    </a:cubicBezTo>
                    <a:cubicBezTo>
                      <a:pt x="31398" y="69069"/>
                      <a:pt x="35697" y="68085"/>
                      <a:pt x="39271" y="66117"/>
                    </a:cubicBezTo>
                    <a:cubicBezTo>
                      <a:pt x="42858" y="64161"/>
                      <a:pt x="45824" y="61163"/>
                      <a:pt x="48168" y="57123"/>
                    </a:cubicBezTo>
                    <a:close/>
                    <a:moveTo>
                      <a:pt x="10115" y="33387"/>
                    </a:moveTo>
                    <a:cubicBezTo>
                      <a:pt x="10115" y="25177"/>
                      <a:pt x="11805" y="18734"/>
                      <a:pt x="15185" y="14059"/>
                    </a:cubicBezTo>
                    <a:cubicBezTo>
                      <a:pt x="18565" y="9385"/>
                      <a:pt x="23207" y="7047"/>
                      <a:pt x="29112" y="7047"/>
                    </a:cubicBezTo>
                    <a:cubicBezTo>
                      <a:pt x="35017" y="7047"/>
                      <a:pt x="39666" y="9385"/>
                      <a:pt x="43059" y="14059"/>
                    </a:cubicBezTo>
                    <a:cubicBezTo>
                      <a:pt x="46465" y="18734"/>
                      <a:pt x="48168" y="25177"/>
                      <a:pt x="48168" y="33387"/>
                    </a:cubicBezTo>
                    <a:cubicBezTo>
                      <a:pt x="48168" y="41597"/>
                      <a:pt x="46465" y="48039"/>
                      <a:pt x="43059" y="52714"/>
                    </a:cubicBezTo>
                    <a:cubicBezTo>
                      <a:pt x="39666" y="57389"/>
                      <a:pt x="35017" y="59726"/>
                      <a:pt x="29112" y="59726"/>
                    </a:cubicBezTo>
                    <a:cubicBezTo>
                      <a:pt x="23207" y="59726"/>
                      <a:pt x="18565" y="57389"/>
                      <a:pt x="15185" y="52714"/>
                    </a:cubicBezTo>
                    <a:cubicBezTo>
                      <a:pt x="11805" y="48039"/>
                      <a:pt x="10115" y="41597"/>
                      <a:pt x="10115" y="33387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366658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57F6A-83AB-0862-828F-7DA7F75BA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F51CCE4-E2C4-4413-0E6B-3554C0656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2: Hardcoded Rules</a:t>
            </a:r>
          </a:p>
        </p:txBody>
      </p:sp>
    </p:spTree>
    <p:extLst>
      <p:ext uri="{BB962C8B-B14F-4D97-AF65-F5344CB8AC3E}">
        <p14:creationId xmlns:p14="http://schemas.microsoft.com/office/powerpoint/2010/main" val="29210364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43700-1F11-F60D-E586-0DD927CAD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63F35FE-74A3-BFB3-FF5C-A6C6C3D89F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9827" y="1242853"/>
            <a:ext cx="8064346" cy="845040"/>
          </a:xfrm>
        </p:spPr>
        <p:txBody>
          <a:bodyPr/>
          <a:lstStyle/>
          <a:p>
            <a:r>
              <a:rPr lang="en-US" sz="5400" dirty="0"/>
              <a:t>Phase 2: Hardcoded Rules</a:t>
            </a:r>
            <a:endParaRPr lang="en-US" sz="5400" b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0418293-131B-9339-73BE-BAC7FF905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Omar T. Amer</a:t>
            </a:r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9A6CDC8-7F44-F2A0-F71B-5B2ED5C9E3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477176"/>
              </p:ext>
            </p:extLst>
          </p:nvPr>
        </p:nvGraphicFramePr>
        <p:xfrm>
          <a:off x="1524000" y="2872740"/>
          <a:ext cx="6096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988879939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862562808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Prerequisites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86933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✅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Topology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53674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✅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Hardcode Rules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17261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7A81D82-F83D-147D-768F-A3878140E5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0775310"/>
              </p:ext>
            </p:extLst>
          </p:nvPr>
        </p:nvGraphicFramePr>
        <p:xfrm>
          <a:off x="973873" y="4487080"/>
          <a:ext cx="7196254" cy="1285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8127">
                  <a:extLst>
                    <a:ext uri="{9D8B030D-6E8A-4147-A177-3AD203B41FA5}">
                      <a16:colId xmlns:a16="http://schemas.microsoft.com/office/drawing/2014/main" val="988879939"/>
                    </a:ext>
                  </a:extLst>
                </a:gridCol>
                <a:gridCol w="3598127">
                  <a:extLst>
                    <a:ext uri="{9D8B030D-6E8A-4147-A177-3AD203B41FA5}">
                      <a16:colId xmlns:a16="http://schemas.microsoft.com/office/drawing/2014/main" val="2862562808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Test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86933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1"/>
                          </a:solidFill>
                        </a:rPr>
                        <a:t>PASS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Contention implies that the bandwidths of Gold and Bronze are split 70/30, respectively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53674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20654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207A7B6-88E2-1B03-4B8C-88B49B801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Topology: Who manages the link?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1CA85E-21E9-20A8-947B-A5513A84F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Omar T. Amer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802D151-621F-D698-BAF1-0BC3AF2808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05368" y="2016990"/>
            <a:ext cx="4533263" cy="95566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A9E817F-E00F-1D81-BEF6-EA31650E83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3885349"/>
            <a:ext cx="7886700" cy="1506844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4636CCD-630A-3AD1-60F7-A706560BABA5}"/>
              </a:ext>
            </a:extLst>
          </p:cNvPr>
          <p:cNvSpPr/>
          <p:nvPr/>
        </p:nvSpPr>
        <p:spPr>
          <a:xfrm>
            <a:off x="628650" y="3885349"/>
            <a:ext cx="7886700" cy="1506844"/>
          </a:xfrm>
          <a:prstGeom prst="roundRect">
            <a:avLst>
              <a:gd name="adj" fmla="val 2760"/>
            </a:avLst>
          </a:prstGeom>
          <a:noFill/>
          <a:ln w="57150"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2917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1" presetClass="entr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14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1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3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157A1-67CD-6C7D-BE84-854DAAB2B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30FE2B-A430-27C0-1905-C2CFD0168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Omar T. Amer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768B247-CA8B-5FF7-BD0C-4FFEC5B6CD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472440"/>
            <a:ext cx="7315200" cy="4572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FD50200-68AD-1C73-ADEE-0E1BE49D9C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8950" y="5380053"/>
            <a:ext cx="3406140" cy="830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4623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C3A1C-5649-4E6C-2EAC-689F71B98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AB49E1B-4591-32E2-D177-CEDBA6EC8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3: ML-Enforced QoS</a:t>
            </a:r>
          </a:p>
        </p:txBody>
      </p:sp>
    </p:spTree>
    <p:extLst>
      <p:ext uri="{BB962C8B-B14F-4D97-AF65-F5344CB8AC3E}">
        <p14:creationId xmlns:p14="http://schemas.microsoft.com/office/powerpoint/2010/main" val="9988419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A69C1-EA60-EA40-3C7B-5044206B7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EBBB82E-C5D6-D90F-B84E-83614550E3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9827" y="1242853"/>
            <a:ext cx="8064346" cy="845040"/>
          </a:xfrm>
        </p:spPr>
        <p:txBody>
          <a:bodyPr/>
          <a:lstStyle/>
          <a:p>
            <a:r>
              <a:rPr lang="en-US" sz="5400" dirty="0"/>
              <a:t>Phase 3: ML-Enforced QoS</a:t>
            </a:r>
            <a:endParaRPr lang="en-US" sz="5400" b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EC611EC-8FA7-B353-ADB3-0EEE12A22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Omar T. Amer</a:t>
            </a:r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698AC4B-8D12-4144-D884-06B5D6F1CF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7913207"/>
              </p:ext>
            </p:extLst>
          </p:nvPr>
        </p:nvGraphicFramePr>
        <p:xfrm>
          <a:off x="1524000" y="2872740"/>
          <a:ext cx="6096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988879939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862562808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Prerequisites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86933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✅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Dataset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53674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✅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System Design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17261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BCC2F23-CD43-1D37-E0E3-65F2A81731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034892"/>
              </p:ext>
            </p:extLst>
          </p:nvPr>
        </p:nvGraphicFramePr>
        <p:xfrm>
          <a:off x="973873" y="4487080"/>
          <a:ext cx="7196254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6507">
                  <a:extLst>
                    <a:ext uri="{9D8B030D-6E8A-4147-A177-3AD203B41FA5}">
                      <a16:colId xmlns:a16="http://schemas.microsoft.com/office/drawing/2014/main" val="988879939"/>
                    </a:ext>
                  </a:extLst>
                </a:gridCol>
                <a:gridCol w="5129747">
                  <a:extLst>
                    <a:ext uri="{9D8B030D-6E8A-4147-A177-3AD203B41FA5}">
                      <a16:colId xmlns:a16="http://schemas.microsoft.com/office/drawing/2014/main" val="2862562808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Tests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86933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3"/>
                          </a:solidFill>
                        </a:rPr>
                        <a:t>Flaky!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Gold drops below its SLA </a:t>
                      </a:r>
                      <a:r>
                        <a:rPr lang="en-US" b="1" dirty="0">
                          <a:solidFill>
                            <a:schemeClr val="accent2"/>
                          </a:solidFill>
                        </a:rPr>
                        <a:t>only if it wishes to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53674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1"/>
                          </a:solidFill>
                        </a:rPr>
                        <a:t>PASS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Bronze is observed to spend time above 3 Mbps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77454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99472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B5E21AD-DA97-CBFB-701C-211012B97C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5082" y="2283197"/>
            <a:ext cx="4013835" cy="2084106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A6A1BB-96C7-4AB5-328C-E16AD00CC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Omar T. Amer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255175B-C858-536C-3265-E3A050C96C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210" y="4775446"/>
            <a:ext cx="8069580" cy="1253527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BDD01E2-6B18-AA13-9988-8250791D1889}"/>
              </a:ext>
            </a:extLst>
          </p:cNvPr>
          <p:cNvSpPr/>
          <p:nvPr/>
        </p:nvSpPr>
        <p:spPr>
          <a:xfrm>
            <a:off x="2895600" y="5402209"/>
            <a:ext cx="1874520" cy="320411"/>
          </a:xfrm>
          <a:prstGeom prst="rect">
            <a:avLst/>
          </a:prstGeom>
          <a:noFill/>
          <a:ln w="3810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7BFE3B3-67DA-FF72-CE74-BFD6D575A8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9077" y="796253"/>
            <a:ext cx="4425846" cy="107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6507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5619B4A-CA1F-86D6-74AB-BBA1E4AF91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5166" y="687228"/>
            <a:ext cx="8773668" cy="5483543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9A1B48-AF17-6F3C-A348-8AA1B75A2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Omar T. Amer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8D3C24-6EA7-ADEC-3EEC-13746D5B09D8}"/>
              </a:ext>
            </a:extLst>
          </p:cNvPr>
          <p:cNvSpPr txBox="1"/>
          <p:nvPr/>
        </p:nvSpPr>
        <p:spPr>
          <a:xfrm>
            <a:off x="6423660" y="1552782"/>
            <a:ext cx="1447800" cy="646331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 dirty="0"/>
              <a:t>MAE: </a:t>
            </a:r>
            <a:r>
              <a:rPr lang="en-US" b="1" dirty="0">
                <a:solidFill>
                  <a:schemeClr val="accent5"/>
                </a:solidFill>
              </a:rPr>
              <a:t>1.883</a:t>
            </a:r>
          </a:p>
          <a:p>
            <a:r>
              <a:rPr lang="en-US" b="1" dirty="0"/>
              <a:t>MSE: </a:t>
            </a:r>
            <a:r>
              <a:rPr lang="en-US" b="1" dirty="0">
                <a:solidFill>
                  <a:schemeClr val="accent2"/>
                </a:solidFill>
              </a:rPr>
              <a:t>7.261</a:t>
            </a:r>
          </a:p>
        </p:txBody>
      </p:sp>
    </p:spTree>
    <p:extLst>
      <p:ext uri="{BB962C8B-B14F-4D97-AF65-F5344CB8AC3E}">
        <p14:creationId xmlns:p14="http://schemas.microsoft.com/office/powerpoint/2010/main" val="2310120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2DFA4-15FF-5692-24C7-29BC8049A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get the Bandwidth?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DBE756E-5D05-6C40-E008-1A59940516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8650" y="2778722"/>
            <a:ext cx="7886700" cy="1300555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08D691-21DC-457C-6919-5666DACCC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Omar T. Amer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93420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44084-45EC-A40E-5420-C3C532435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of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E0805-FB99-B862-BC38-AA3BBDBFCD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785" y="2955870"/>
            <a:ext cx="8012430" cy="109124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b="1" i="1" dirty="0"/>
              <a:t>“Replace static rules with an ML Agent. The agent predicts if the Gold user is about to go "quiet" and temporarily gives that bandwidth to the Bronze user”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AC5AB4-9C94-C486-CF60-390460179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Omar T. Amer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0375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600B4-2658-D918-27A7-205E3ACA4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CE47C-8F29-8DF9-C2FB-3E6738766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of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D1855-3CAF-8C2B-C27F-8DCFFEBE77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785" y="2955870"/>
            <a:ext cx="8012430" cy="109124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b="1" i="1" dirty="0"/>
              <a:t>“Replace static rules with an ML Agent. The agent predicts if the </a:t>
            </a:r>
            <a:r>
              <a:rPr lang="en-US" sz="2400" b="1" i="1" dirty="0">
                <a:solidFill>
                  <a:schemeClr val="accent1"/>
                </a:solidFill>
              </a:rPr>
              <a:t>Gold user is about to go "quiet" </a:t>
            </a:r>
            <a:r>
              <a:rPr lang="en-US" sz="2400" b="1" i="1" dirty="0"/>
              <a:t>and </a:t>
            </a:r>
            <a:r>
              <a:rPr lang="en-US" sz="2400" b="1" i="1" dirty="0">
                <a:solidFill>
                  <a:schemeClr val="accent2"/>
                </a:solidFill>
              </a:rPr>
              <a:t>temporarily gives </a:t>
            </a:r>
            <a:r>
              <a:rPr lang="en-US" sz="2400" b="1" i="1" dirty="0">
                <a:solidFill>
                  <a:schemeClr val="accent3"/>
                </a:solidFill>
              </a:rPr>
              <a:t>that bandwidth </a:t>
            </a:r>
            <a:r>
              <a:rPr lang="en-US" sz="2400" b="1" i="1" dirty="0"/>
              <a:t>to the Bronze user”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4EC6B7-72A1-AD17-C194-368D1333F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Omar T. Amer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9602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0661A-D641-6C48-6A71-6FD7077D2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EE1D8-8906-353F-2C21-5E133AFC8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“Quiet?”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D1AC92-65FC-D940-4722-89F0BB025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Omar T. Amer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3EE242-A178-8335-CE67-14BE61AAC9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3429000"/>
            <a:ext cx="6553200" cy="1036030"/>
          </a:xfrm>
          <a:prstGeom prst="rect">
            <a:avLst/>
          </a:prstGeom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10BF4EB-7495-7999-809B-771AC3608393}"/>
              </a:ext>
            </a:extLst>
          </p:cNvPr>
          <p:cNvCxnSpPr>
            <a:stCxn id="11" idx="2"/>
          </p:cNvCxnSpPr>
          <p:nvPr/>
        </p:nvCxnSpPr>
        <p:spPr>
          <a:xfrm>
            <a:off x="6734175" y="3101455"/>
            <a:ext cx="0" cy="89890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03D122F-470D-17E6-E814-800F2A946DF8}"/>
              </a:ext>
            </a:extLst>
          </p:cNvPr>
          <p:cNvSpPr txBox="1"/>
          <p:nvPr/>
        </p:nvSpPr>
        <p:spPr>
          <a:xfrm>
            <a:off x="5619750" y="2452231"/>
            <a:ext cx="2228850" cy="649224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en-US" b="1" dirty="0"/>
          </a:p>
          <a:p>
            <a:pPr algn="ctr"/>
            <a:r>
              <a:rPr lang="en-US" b="1" dirty="0"/>
              <a:t>Set to 0.1</a:t>
            </a:r>
          </a:p>
          <a:p>
            <a:pPr algn="ctr"/>
            <a:endParaRPr lang="en-US" b="1" dirty="0"/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6919C4D0-4BE8-C5C6-B73F-A1FEBB20333A}"/>
              </a:ext>
            </a:extLst>
          </p:cNvPr>
          <p:cNvCxnSpPr>
            <a:stCxn id="13" idx="2"/>
          </p:cNvCxnSpPr>
          <p:nvPr/>
        </p:nvCxnSpPr>
        <p:spPr>
          <a:xfrm rot="16200000" flipH="1">
            <a:off x="2963357" y="3268012"/>
            <a:ext cx="990340" cy="657225"/>
          </a:xfrm>
          <a:prstGeom prst="bentConnector3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23A688A-92FF-AD58-D4CB-A22F1CE86C02}"/>
              </a:ext>
            </a:extLst>
          </p:cNvPr>
          <p:cNvSpPr txBox="1"/>
          <p:nvPr/>
        </p:nvSpPr>
        <p:spPr>
          <a:xfrm>
            <a:off x="1295400" y="2455124"/>
            <a:ext cx="3669030" cy="646331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Take the maximum of the last 4 predictions</a:t>
            </a:r>
          </a:p>
        </p:txBody>
      </p:sp>
    </p:spTree>
    <p:extLst>
      <p:ext uri="{BB962C8B-B14F-4D97-AF65-F5344CB8AC3E}">
        <p14:creationId xmlns:p14="http://schemas.microsoft.com/office/powerpoint/2010/main" val="22943821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5259E-1E2F-2A99-DF22-0DA322141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“Temporarily” ?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5CCFDBB-CA90-9E85-483F-DBF021AEAE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354620"/>
            <a:ext cx="7886700" cy="3293347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AC61AE-ED10-AAF1-5D9D-2960DF9E4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Omar T. Amer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5D8F2B-BFB4-6BD9-638F-B3572E57FE46}"/>
              </a:ext>
            </a:extLst>
          </p:cNvPr>
          <p:cNvSpPr txBox="1"/>
          <p:nvPr/>
        </p:nvSpPr>
        <p:spPr>
          <a:xfrm>
            <a:off x="4857750" y="5106776"/>
            <a:ext cx="2693670" cy="369332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b="1" dirty="0"/>
              <a:t>Set to 3</a:t>
            </a:r>
          </a:p>
        </p:txBody>
      </p:sp>
    </p:spTree>
    <p:extLst>
      <p:ext uri="{BB962C8B-B14F-4D97-AF65-F5344CB8AC3E}">
        <p14:creationId xmlns:p14="http://schemas.microsoft.com/office/powerpoint/2010/main" val="36656440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EBF92-E4F4-8AA6-3E92-D8DE43246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“Temporarily” ?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C371606-41A8-717F-8F7B-6A33DC6497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050" y="2333625"/>
            <a:ext cx="6819900" cy="2190750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5B86FF-406C-0ABD-23B4-45E198F63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Omar T. Amer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56AAD5-667F-A000-5F60-DAB972529DDE}"/>
              </a:ext>
            </a:extLst>
          </p:cNvPr>
          <p:cNvSpPr txBox="1"/>
          <p:nvPr/>
        </p:nvSpPr>
        <p:spPr>
          <a:xfrm>
            <a:off x="5200650" y="3210749"/>
            <a:ext cx="2061210" cy="369332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b="1" dirty="0"/>
              <a:t>Set to 2</a:t>
            </a:r>
          </a:p>
        </p:txBody>
      </p:sp>
    </p:spTree>
    <p:extLst>
      <p:ext uri="{BB962C8B-B14F-4D97-AF65-F5344CB8AC3E}">
        <p14:creationId xmlns:p14="http://schemas.microsoft.com/office/powerpoint/2010/main" val="4245379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037C4-18BA-7805-52AE-695C2BADB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“That Bandwidth”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74B6F-4433-BE7C-F5C7-F3F2E9D0A9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734389"/>
            <a:ext cx="7886700" cy="1389222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4000" b="1" dirty="0"/>
              <a:t>If Gold is </a:t>
            </a:r>
            <a:r>
              <a:rPr lang="en-US" sz="4000" b="1" dirty="0">
                <a:solidFill>
                  <a:schemeClr val="accent1"/>
                </a:solidFill>
              </a:rPr>
              <a:t>about to talk</a:t>
            </a:r>
            <a:r>
              <a:rPr lang="en-US" sz="4000" b="1" dirty="0"/>
              <a:t>, it takes its </a:t>
            </a:r>
            <a:r>
              <a:rPr lang="en-US" sz="4000" b="1" dirty="0">
                <a:solidFill>
                  <a:schemeClr val="accent3"/>
                </a:solidFill>
              </a:rPr>
              <a:t>7</a:t>
            </a:r>
            <a:r>
              <a:rPr lang="en-US" sz="4000" b="1" dirty="0">
                <a:solidFill>
                  <a:schemeClr val="accent1"/>
                </a:solidFill>
              </a:rPr>
              <a:t> </a:t>
            </a:r>
            <a:r>
              <a:rPr lang="en-US" sz="4000" b="1" dirty="0"/>
              <a:t>Mbps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17BCCA-BACC-EC96-E340-D6374127B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Omar T. Amer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13028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13480-F009-E6F6-D1FE-402CDECA4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5CFA0-7D19-8835-8EED-EF9C1DE67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“That Bandwidth”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F950D-C20D-D666-B20B-264693AD21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940352"/>
            <a:ext cx="7886700" cy="1389222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4000" b="1" dirty="0"/>
              <a:t>If Gold is </a:t>
            </a:r>
            <a:r>
              <a:rPr lang="en-US" sz="4000" b="1" dirty="0">
                <a:solidFill>
                  <a:schemeClr val="accent1"/>
                </a:solidFill>
              </a:rPr>
              <a:t>about to go quiet</a:t>
            </a:r>
            <a:r>
              <a:rPr lang="en-US" sz="4000" b="1" dirty="0"/>
              <a:t>, it takes </a:t>
            </a:r>
            <a:r>
              <a:rPr lang="en-US" sz="4000" b="1" dirty="0">
                <a:solidFill>
                  <a:schemeClr val="accent3"/>
                </a:solidFill>
                <a:latin typeface="Consolas" panose="020B0609020204030204" pitchFamily="49" charset="0"/>
              </a:rPr>
              <a:t>prediction</a:t>
            </a:r>
            <a:r>
              <a:rPr lang="en-US" sz="4000" b="1" dirty="0">
                <a:solidFill>
                  <a:schemeClr val="accent1"/>
                </a:solidFill>
              </a:rPr>
              <a:t> </a:t>
            </a:r>
            <a:r>
              <a:rPr lang="en-US" sz="4000" b="1" dirty="0"/>
              <a:t>Mbps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3B9905-BEDB-9B27-2430-166B84E76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Omar T. Amer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6DE5978-3E48-7340-1CB7-F458D2EAD29F}"/>
              </a:ext>
            </a:extLst>
          </p:cNvPr>
          <p:cNvSpPr txBox="1">
            <a:spLocks/>
          </p:cNvSpPr>
          <p:nvPr/>
        </p:nvSpPr>
        <p:spPr>
          <a:xfrm>
            <a:off x="628650" y="4030979"/>
            <a:ext cx="7886700" cy="13892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4000" b="1" dirty="0"/>
              <a:t>Bronze takes 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4000" b="1" dirty="0">
                <a:solidFill>
                  <a:schemeClr val="accent2"/>
                </a:solidFill>
                <a:latin typeface="Consolas" panose="020B0609020204030204" pitchFamily="49" charset="0"/>
              </a:rPr>
              <a:t>10 – prediction</a:t>
            </a:r>
            <a:r>
              <a:rPr lang="en-US" sz="4000" b="1" dirty="0"/>
              <a:t> Mbps</a:t>
            </a:r>
          </a:p>
        </p:txBody>
      </p:sp>
    </p:spTree>
    <p:extLst>
      <p:ext uri="{BB962C8B-B14F-4D97-AF65-F5344CB8AC3E}">
        <p14:creationId xmlns:p14="http://schemas.microsoft.com/office/powerpoint/2010/main" val="11847424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E34BC6E-D395-CD95-0415-7E56AC653E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2937" y="5193928"/>
            <a:ext cx="4036695" cy="917966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574675-6CB8-55AC-2533-DCFA59228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Omar T. Amer</a:t>
            </a:r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AAB0A33-E45F-EDBC-7FF5-850B66F1947A}"/>
              </a:ext>
            </a:extLst>
          </p:cNvPr>
          <p:cNvSpPr/>
          <p:nvPr/>
        </p:nvSpPr>
        <p:spPr>
          <a:xfrm>
            <a:off x="1828799" y="982465"/>
            <a:ext cx="5669280" cy="3520439"/>
          </a:xfrm>
          <a:custGeom>
            <a:avLst/>
            <a:gdLst>
              <a:gd name="csX0" fmla="*/ 0 w 5669280"/>
              <a:gd name="csY0" fmla="*/ 3520440 h 3520439"/>
              <a:gd name="csX1" fmla="*/ 5669281 w 5669280"/>
              <a:gd name="csY1" fmla="*/ 3520440 h 3520439"/>
              <a:gd name="csX2" fmla="*/ 5669281 w 5669280"/>
              <a:gd name="csY2" fmla="*/ 0 h 3520439"/>
              <a:gd name="csX3" fmla="*/ 0 w 5669280"/>
              <a:gd name="csY3" fmla="*/ 0 h 35204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669280" h="3520439">
                <a:moveTo>
                  <a:pt x="0" y="3520440"/>
                </a:moveTo>
                <a:lnTo>
                  <a:pt x="5669281" y="3520440"/>
                </a:lnTo>
                <a:lnTo>
                  <a:pt x="5669281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12700" cap="flat">
            <a:noFill/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grpSp>
        <p:nvGrpSpPr>
          <p:cNvPr id="13" name="Graphic 7">
            <a:extLst>
              <a:ext uri="{FF2B5EF4-FFF2-40B4-BE49-F238E27FC236}">
                <a16:creationId xmlns:a16="http://schemas.microsoft.com/office/drawing/2014/main" id="{41352A64-C729-BFF4-A7BD-B387CF2F41C3}"/>
              </a:ext>
            </a:extLst>
          </p:cNvPr>
          <p:cNvGrpSpPr/>
          <p:nvPr/>
        </p:nvGrpSpPr>
        <p:grpSpPr>
          <a:xfrm>
            <a:off x="1880010" y="982465"/>
            <a:ext cx="5575054" cy="3941599"/>
            <a:chOff x="1880010" y="1064239"/>
            <a:chExt cx="5575054" cy="3941599"/>
          </a:xfrm>
        </p:grpSpPr>
        <p:grpSp>
          <p:nvGrpSpPr>
            <p:cNvPr id="14" name="Graphic 7">
              <a:extLst>
                <a:ext uri="{FF2B5EF4-FFF2-40B4-BE49-F238E27FC236}">
                  <a16:creationId xmlns:a16="http://schemas.microsoft.com/office/drawing/2014/main" id="{534D2FC6-8E1B-6DE1-AAAF-302B35CF4F79}"/>
                </a:ext>
              </a:extLst>
            </p:cNvPr>
            <p:cNvGrpSpPr/>
            <p:nvPr/>
          </p:nvGrpSpPr>
          <p:grpSpPr>
            <a:xfrm>
              <a:off x="2054465" y="4584679"/>
              <a:ext cx="63996" cy="187205"/>
              <a:chOff x="2054465" y="4584679"/>
              <a:chExt cx="63996" cy="187205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6D0CCD1E-C12A-014C-D2DF-57774F775F52}"/>
                  </a:ext>
                </a:extLst>
              </p:cNvPr>
              <p:cNvSpPr/>
              <p:nvPr/>
            </p:nvSpPr>
            <p:spPr>
              <a:xfrm>
                <a:off x="2086493" y="4584679"/>
                <a:ext cx="12700" cy="44450"/>
              </a:xfrm>
              <a:custGeom>
                <a:avLst/>
                <a:gdLst>
                  <a:gd name="csX0" fmla="*/ 92 w 12700"/>
                  <a:gd name="csY0" fmla="*/ 320 h 44450"/>
                  <a:gd name="csX1" fmla="*/ 92 w 12700"/>
                  <a:gd name="csY1" fmla="*/ 44770 h 444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44450">
                    <a:moveTo>
                      <a:pt x="92" y="320"/>
                    </a:moveTo>
                    <a:lnTo>
                      <a:pt x="92" y="44770"/>
                    </a:lnTo>
                  </a:path>
                </a:pathLst>
              </a:custGeom>
              <a:solidFill>
                <a:srgbClr val="FFFFFF"/>
              </a:solidFill>
              <a:ln w="1016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8ABC3AA6-785A-A1F1-00A7-F19AD3AA7674}"/>
                  </a:ext>
                </a:extLst>
              </p:cNvPr>
              <p:cNvSpPr/>
              <p:nvPr/>
            </p:nvSpPr>
            <p:spPr>
              <a:xfrm flipV="1">
                <a:off x="2054465" y="4675821"/>
                <a:ext cx="63996" cy="96063"/>
              </a:xfrm>
              <a:custGeom>
                <a:avLst/>
                <a:gdLst>
                  <a:gd name="csX0" fmla="*/ 30046 w 63996"/>
                  <a:gd name="csY0" fmla="*/ 84144 h 96063"/>
                  <a:gd name="csX1" fmla="*/ 15500 w 63996"/>
                  <a:gd name="csY1" fmla="*/ 74619 h 96063"/>
                  <a:gd name="csX2" fmla="*/ 10639 w 63996"/>
                  <a:gd name="csY2" fmla="*/ 46004 h 96063"/>
                  <a:gd name="csX3" fmla="*/ 15500 w 63996"/>
                  <a:gd name="csY3" fmla="*/ 17449 h 96063"/>
                  <a:gd name="csX4" fmla="*/ 30046 w 63996"/>
                  <a:gd name="csY4" fmla="*/ 7924 h 96063"/>
                  <a:gd name="csX5" fmla="*/ 44651 w 63996"/>
                  <a:gd name="csY5" fmla="*/ 17449 h 96063"/>
                  <a:gd name="csX6" fmla="*/ 49532 w 63996"/>
                  <a:gd name="csY6" fmla="*/ 46004 h 96063"/>
                  <a:gd name="csX7" fmla="*/ 44651 w 63996"/>
                  <a:gd name="csY7" fmla="*/ 74619 h 96063"/>
                  <a:gd name="csX8" fmla="*/ 30046 w 63996"/>
                  <a:gd name="csY8" fmla="*/ 84144 h 96063"/>
                  <a:gd name="csX9" fmla="*/ 30046 w 63996"/>
                  <a:gd name="csY9" fmla="*/ 94065 h 96063"/>
                  <a:gd name="csX10" fmla="*/ 53839 w 63996"/>
                  <a:gd name="csY10" fmla="*/ 81742 h 96063"/>
                  <a:gd name="csX11" fmla="*/ 62054 w 63996"/>
                  <a:gd name="csY11" fmla="*/ 46004 h 96063"/>
                  <a:gd name="csX12" fmla="*/ 53839 w 63996"/>
                  <a:gd name="csY12" fmla="*/ 10305 h 96063"/>
                  <a:gd name="csX13" fmla="*/ 30046 w 63996"/>
                  <a:gd name="csY13" fmla="*/ -1998 h 96063"/>
                  <a:gd name="csX14" fmla="*/ 6273 w 63996"/>
                  <a:gd name="csY14" fmla="*/ 10305 h 96063"/>
                  <a:gd name="csX15" fmla="*/ -1942 w 63996"/>
                  <a:gd name="csY15" fmla="*/ 46004 h 96063"/>
                  <a:gd name="csX16" fmla="*/ 6273 w 63996"/>
                  <a:gd name="csY16" fmla="*/ 81742 h 96063"/>
                  <a:gd name="csX17" fmla="*/ 30046 w 63996"/>
                  <a:gd name="csY17" fmla="*/ 94065 h 9606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</a:cxnLst>
                <a:rect l="l" t="t" r="r" b="b"/>
                <a:pathLst>
                  <a:path w="63996" h="96063">
                    <a:moveTo>
                      <a:pt x="30046" y="84144"/>
                    </a:moveTo>
                    <a:cubicBezTo>
                      <a:pt x="23603" y="84144"/>
                      <a:pt x="18755" y="80969"/>
                      <a:pt x="15500" y="74619"/>
                    </a:cubicBezTo>
                    <a:cubicBezTo>
                      <a:pt x="12259" y="68282"/>
                      <a:pt x="10639" y="58744"/>
                      <a:pt x="10639" y="46004"/>
                    </a:cubicBezTo>
                    <a:cubicBezTo>
                      <a:pt x="10639" y="33317"/>
                      <a:pt x="12259" y="23799"/>
                      <a:pt x="15500" y="17449"/>
                    </a:cubicBezTo>
                    <a:cubicBezTo>
                      <a:pt x="18755" y="11099"/>
                      <a:pt x="23603" y="7924"/>
                      <a:pt x="30046" y="7924"/>
                    </a:cubicBezTo>
                    <a:cubicBezTo>
                      <a:pt x="36541" y="7924"/>
                      <a:pt x="41410" y="11099"/>
                      <a:pt x="44651" y="17449"/>
                    </a:cubicBezTo>
                    <a:cubicBezTo>
                      <a:pt x="47905" y="23799"/>
                      <a:pt x="49532" y="33317"/>
                      <a:pt x="49532" y="46004"/>
                    </a:cubicBezTo>
                    <a:cubicBezTo>
                      <a:pt x="49532" y="58744"/>
                      <a:pt x="47905" y="68282"/>
                      <a:pt x="44651" y="74619"/>
                    </a:cubicBezTo>
                    <a:cubicBezTo>
                      <a:pt x="41410" y="80969"/>
                      <a:pt x="36541" y="84144"/>
                      <a:pt x="30046" y="84144"/>
                    </a:cubicBezTo>
                    <a:close/>
                    <a:moveTo>
                      <a:pt x="30046" y="94065"/>
                    </a:moveTo>
                    <a:cubicBezTo>
                      <a:pt x="40431" y="94065"/>
                      <a:pt x="48362" y="89958"/>
                      <a:pt x="53839" y="81742"/>
                    </a:cubicBezTo>
                    <a:cubicBezTo>
                      <a:pt x="59315" y="73540"/>
                      <a:pt x="62054" y="61628"/>
                      <a:pt x="62054" y="46004"/>
                    </a:cubicBezTo>
                    <a:cubicBezTo>
                      <a:pt x="62054" y="30420"/>
                      <a:pt x="59315" y="18520"/>
                      <a:pt x="53839" y="10305"/>
                    </a:cubicBezTo>
                    <a:cubicBezTo>
                      <a:pt x="48362" y="2103"/>
                      <a:pt x="40431" y="-1998"/>
                      <a:pt x="30046" y="-1998"/>
                    </a:cubicBezTo>
                    <a:cubicBezTo>
                      <a:pt x="19674" y="-1998"/>
                      <a:pt x="11750" y="2103"/>
                      <a:pt x="6273" y="10305"/>
                    </a:cubicBezTo>
                    <a:cubicBezTo>
                      <a:pt x="796" y="18520"/>
                      <a:pt x="-1942" y="30420"/>
                      <a:pt x="-1942" y="46004"/>
                    </a:cubicBezTo>
                    <a:cubicBezTo>
                      <a:pt x="-1942" y="61628"/>
                      <a:pt x="796" y="73540"/>
                      <a:pt x="6273" y="81742"/>
                    </a:cubicBezTo>
                    <a:cubicBezTo>
                      <a:pt x="11750" y="89958"/>
                      <a:pt x="19674" y="94065"/>
                      <a:pt x="30046" y="94065"/>
                    </a:cubicBez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7" name="Graphic 7">
              <a:extLst>
                <a:ext uri="{FF2B5EF4-FFF2-40B4-BE49-F238E27FC236}">
                  <a16:creationId xmlns:a16="http://schemas.microsoft.com/office/drawing/2014/main" id="{5C084AC8-95AC-A19D-EE23-A5D52DBC3D45}"/>
                </a:ext>
              </a:extLst>
            </p:cNvPr>
            <p:cNvGrpSpPr/>
            <p:nvPr/>
          </p:nvGrpSpPr>
          <p:grpSpPr>
            <a:xfrm>
              <a:off x="3052057" y="4584679"/>
              <a:ext cx="139221" cy="187205"/>
              <a:chOff x="3052057" y="4584679"/>
              <a:chExt cx="139221" cy="187205"/>
            </a:xfrm>
          </p:grpSpPr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426665FA-BC0A-D2B8-3EBD-1BBBA2F1635A}"/>
                  </a:ext>
                </a:extLst>
              </p:cNvPr>
              <p:cNvSpPr/>
              <p:nvPr/>
            </p:nvSpPr>
            <p:spPr>
              <a:xfrm>
                <a:off x="3118911" y="4584679"/>
                <a:ext cx="12700" cy="44450"/>
              </a:xfrm>
              <a:custGeom>
                <a:avLst/>
                <a:gdLst>
                  <a:gd name="csX0" fmla="*/ 174 w 12700"/>
                  <a:gd name="csY0" fmla="*/ 320 h 44450"/>
                  <a:gd name="csX1" fmla="*/ 174 w 12700"/>
                  <a:gd name="csY1" fmla="*/ 44770 h 444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44450">
                    <a:moveTo>
                      <a:pt x="174" y="320"/>
                    </a:moveTo>
                    <a:lnTo>
                      <a:pt x="174" y="44770"/>
                    </a:lnTo>
                  </a:path>
                </a:pathLst>
              </a:custGeom>
              <a:solidFill>
                <a:srgbClr val="FFFFFF"/>
              </a:solidFill>
              <a:ln w="1016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9" name="Graphic 7">
                <a:extLst>
                  <a:ext uri="{FF2B5EF4-FFF2-40B4-BE49-F238E27FC236}">
                    <a16:creationId xmlns:a16="http://schemas.microsoft.com/office/drawing/2014/main" id="{C2163021-CBD5-A976-9444-906148377202}"/>
                  </a:ext>
                </a:extLst>
              </p:cNvPr>
              <p:cNvGrpSpPr/>
              <p:nvPr/>
            </p:nvGrpSpPr>
            <p:grpSpPr>
              <a:xfrm>
                <a:off x="3052057" y="4675821"/>
                <a:ext cx="139221" cy="96063"/>
                <a:chOff x="3052057" y="4675821"/>
                <a:chExt cx="139221" cy="96063"/>
              </a:xfrm>
              <a:solidFill>
                <a:srgbClr val="FFFFFF"/>
              </a:solidFill>
            </p:grpSpPr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BD932F9B-D42A-CEBD-4D11-C13302A3E935}"/>
                    </a:ext>
                  </a:extLst>
                </p:cNvPr>
                <p:cNvSpPr/>
                <p:nvPr/>
              </p:nvSpPr>
              <p:spPr>
                <a:xfrm flipV="1">
                  <a:off x="3052057" y="4677488"/>
                  <a:ext cx="55125" cy="92590"/>
                </a:xfrm>
                <a:custGeom>
                  <a:avLst/>
                  <a:gdLst>
                    <a:gd name="csX0" fmla="*/ -116 w 55125"/>
                    <a:gd name="csY0" fmla="*/ 8535 h 92590"/>
                    <a:gd name="csX1" fmla="*/ 20343 w 55125"/>
                    <a:gd name="csY1" fmla="*/ 8535 h 92590"/>
                    <a:gd name="csX2" fmla="*/ 20343 w 55125"/>
                    <a:gd name="csY2" fmla="*/ 79179 h 92590"/>
                    <a:gd name="csX3" fmla="*/ -1922 w 55125"/>
                    <a:gd name="csY3" fmla="*/ 74714 h 92590"/>
                    <a:gd name="csX4" fmla="*/ -1922 w 55125"/>
                    <a:gd name="csY4" fmla="*/ 86124 h 92590"/>
                    <a:gd name="csX5" fmla="*/ 20224 w 55125"/>
                    <a:gd name="csY5" fmla="*/ 90589 h 92590"/>
                    <a:gd name="csX6" fmla="*/ 32746 w 55125"/>
                    <a:gd name="csY6" fmla="*/ 90589 h 92590"/>
                    <a:gd name="csX7" fmla="*/ 32746 w 55125"/>
                    <a:gd name="csY7" fmla="*/ 8535 h 92590"/>
                    <a:gd name="csX8" fmla="*/ 53204 w 55125"/>
                    <a:gd name="csY8" fmla="*/ 8535 h 92590"/>
                    <a:gd name="csX9" fmla="*/ 53204 w 55125"/>
                    <a:gd name="csY9" fmla="*/ -2002 h 92590"/>
                    <a:gd name="csX10" fmla="*/ -116 w 55125"/>
                    <a:gd name="csY10" fmla="*/ -2002 h 92590"/>
                    <a:gd name="csX11" fmla="*/ -116 w 55125"/>
                    <a:gd name="csY11" fmla="*/ 8535 h 9259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</a:cxnLst>
                  <a:rect l="l" t="t" r="r" b="b"/>
                  <a:pathLst>
                    <a:path w="55125" h="92590">
                      <a:moveTo>
                        <a:pt x="-116" y="8535"/>
                      </a:moveTo>
                      <a:lnTo>
                        <a:pt x="20343" y="8535"/>
                      </a:lnTo>
                      <a:lnTo>
                        <a:pt x="20343" y="79179"/>
                      </a:lnTo>
                      <a:lnTo>
                        <a:pt x="-1922" y="74714"/>
                      </a:lnTo>
                      <a:lnTo>
                        <a:pt x="-1922" y="86124"/>
                      </a:lnTo>
                      <a:lnTo>
                        <a:pt x="20224" y="90589"/>
                      </a:lnTo>
                      <a:lnTo>
                        <a:pt x="32746" y="90589"/>
                      </a:lnTo>
                      <a:lnTo>
                        <a:pt x="32746" y="8535"/>
                      </a:lnTo>
                      <a:lnTo>
                        <a:pt x="53204" y="8535"/>
                      </a:lnTo>
                      <a:lnTo>
                        <a:pt x="53204" y="-2002"/>
                      </a:lnTo>
                      <a:lnTo>
                        <a:pt x="-116" y="-2002"/>
                      </a:lnTo>
                      <a:lnTo>
                        <a:pt x="-116" y="853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20" cap="flat">
                  <a:noFill/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BEFF78BF-EA72-8692-FDA7-200CB4DDAA38}"/>
                    </a:ext>
                  </a:extLst>
                </p:cNvPr>
                <p:cNvSpPr/>
                <p:nvPr/>
              </p:nvSpPr>
              <p:spPr>
                <a:xfrm flipV="1">
                  <a:off x="3127282" y="4675821"/>
                  <a:ext cx="63996" cy="96063"/>
                </a:xfrm>
                <a:custGeom>
                  <a:avLst/>
                  <a:gdLst>
                    <a:gd name="csX0" fmla="*/ 30130 w 63996"/>
                    <a:gd name="csY0" fmla="*/ 84144 h 96063"/>
                    <a:gd name="csX1" fmla="*/ 15585 w 63996"/>
                    <a:gd name="csY1" fmla="*/ 74619 h 96063"/>
                    <a:gd name="csX2" fmla="*/ 10723 w 63996"/>
                    <a:gd name="csY2" fmla="*/ 46004 h 96063"/>
                    <a:gd name="csX3" fmla="*/ 15585 w 63996"/>
                    <a:gd name="csY3" fmla="*/ 17449 h 96063"/>
                    <a:gd name="csX4" fmla="*/ 30130 w 63996"/>
                    <a:gd name="csY4" fmla="*/ 7924 h 96063"/>
                    <a:gd name="csX5" fmla="*/ 44735 w 63996"/>
                    <a:gd name="csY5" fmla="*/ 17449 h 96063"/>
                    <a:gd name="csX6" fmla="*/ 49617 w 63996"/>
                    <a:gd name="csY6" fmla="*/ 46004 h 96063"/>
                    <a:gd name="csX7" fmla="*/ 44735 w 63996"/>
                    <a:gd name="csY7" fmla="*/ 74619 h 96063"/>
                    <a:gd name="csX8" fmla="*/ 30130 w 63996"/>
                    <a:gd name="csY8" fmla="*/ 84144 h 96063"/>
                    <a:gd name="csX9" fmla="*/ 30130 w 63996"/>
                    <a:gd name="csY9" fmla="*/ 94065 h 96063"/>
                    <a:gd name="csX10" fmla="*/ 53923 w 63996"/>
                    <a:gd name="csY10" fmla="*/ 81742 h 96063"/>
                    <a:gd name="csX11" fmla="*/ 62138 w 63996"/>
                    <a:gd name="csY11" fmla="*/ 46004 h 96063"/>
                    <a:gd name="csX12" fmla="*/ 53923 w 63996"/>
                    <a:gd name="csY12" fmla="*/ 10305 h 96063"/>
                    <a:gd name="csX13" fmla="*/ 30130 w 63996"/>
                    <a:gd name="csY13" fmla="*/ -1998 h 96063"/>
                    <a:gd name="csX14" fmla="*/ 6358 w 63996"/>
                    <a:gd name="csY14" fmla="*/ 10305 h 96063"/>
                    <a:gd name="csX15" fmla="*/ -1858 w 63996"/>
                    <a:gd name="csY15" fmla="*/ 46004 h 96063"/>
                    <a:gd name="csX16" fmla="*/ 6358 w 63996"/>
                    <a:gd name="csY16" fmla="*/ 81742 h 96063"/>
                    <a:gd name="csX17" fmla="*/ 30130 w 63996"/>
                    <a:gd name="csY17" fmla="*/ 94065 h 9606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</a:cxnLst>
                  <a:rect l="l" t="t" r="r" b="b"/>
                  <a:pathLst>
                    <a:path w="63996" h="96063">
                      <a:moveTo>
                        <a:pt x="30130" y="84144"/>
                      </a:moveTo>
                      <a:cubicBezTo>
                        <a:pt x="23688" y="84144"/>
                        <a:pt x="18839" y="80969"/>
                        <a:pt x="15585" y="74619"/>
                      </a:cubicBezTo>
                      <a:cubicBezTo>
                        <a:pt x="12344" y="68282"/>
                        <a:pt x="10723" y="58744"/>
                        <a:pt x="10723" y="46004"/>
                      </a:cubicBezTo>
                      <a:cubicBezTo>
                        <a:pt x="10723" y="33317"/>
                        <a:pt x="12344" y="23799"/>
                        <a:pt x="15585" y="17449"/>
                      </a:cubicBezTo>
                      <a:cubicBezTo>
                        <a:pt x="18839" y="11099"/>
                        <a:pt x="23688" y="7924"/>
                        <a:pt x="30130" y="7924"/>
                      </a:cubicBezTo>
                      <a:cubicBezTo>
                        <a:pt x="36626" y="7924"/>
                        <a:pt x="41494" y="11099"/>
                        <a:pt x="44735" y="17449"/>
                      </a:cubicBezTo>
                      <a:cubicBezTo>
                        <a:pt x="47990" y="23799"/>
                        <a:pt x="49617" y="33317"/>
                        <a:pt x="49617" y="46004"/>
                      </a:cubicBezTo>
                      <a:cubicBezTo>
                        <a:pt x="49617" y="58744"/>
                        <a:pt x="47990" y="68282"/>
                        <a:pt x="44735" y="74619"/>
                      </a:cubicBezTo>
                      <a:cubicBezTo>
                        <a:pt x="41494" y="80969"/>
                        <a:pt x="36626" y="84144"/>
                        <a:pt x="30130" y="84144"/>
                      </a:cubicBezTo>
                      <a:close/>
                      <a:moveTo>
                        <a:pt x="30130" y="94065"/>
                      </a:moveTo>
                      <a:cubicBezTo>
                        <a:pt x="40515" y="94065"/>
                        <a:pt x="48446" y="89958"/>
                        <a:pt x="53923" y="81742"/>
                      </a:cubicBezTo>
                      <a:cubicBezTo>
                        <a:pt x="59400" y="73540"/>
                        <a:pt x="62138" y="61628"/>
                        <a:pt x="62138" y="46004"/>
                      </a:cubicBezTo>
                      <a:cubicBezTo>
                        <a:pt x="62138" y="30420"/>
                        <a:pt x="59400" y="18520"/>
                        <a:pt x="53923" y="10305"/>
                      </a:cubicBezTo>
                      <a:cubicBezTo>
                        <a:pt x="48446" y="2103"/>
                        <a:pt x="40515" y="-1998"/>
                        <a:pt x="30130" y="-1998"/>
                      </a:cubicBezTo>
                      <a:cubicBezTo>
                        <a:pt x="19759" y="-1998"/>
                        <a:pt x="11834" y="2103"/>
                        <a:pt x="6358" y="10305"/>
                      </a:cubicBezTo>
                      <a:cubicBezTo>
                        <a:pt x="881" y="18520"/>
                        <a:pt x="-1858" y="30420"/>
                        <a:pt x="-1858" y="46004"/>
                      </a:cubicBezTo>
                      <a:cubicBezTo>
                        <a:pt x="-1858" y="61628"/>
                        <a:pt x="881" y="73540"/>
                        <a:pt x="6358" y="81742"/>
                      </a:cubicBezTo>
                      <a:cubicBezTo>
                        <a:pt x="11834" y="89958"/>
                        <a:pt x="19759" y="94065"/>
                        <a:pt x="30130" y="9406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0" cap="flat">
                  <a:noFill/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22" name="Graphic 7">
              <a:extLst>
                <a:ext uri="{FF2B5EF4-FFF2-40B4-BE49-F238E27FC236}">
                  <a16:creationId xmlns:a16="http://schemas.microsoft.com/office/drawing/2014/main" id="{661F146C-C5AB-F3B9-3B93-7A54357DDF50}"/>
                </a:ext>
              </a:extLst>
            </p:cNvPr>
            <p:cNvGrpSpPr/>
            <p:nvPr/>
          </p:nvGrpSpPr>
          <p:grpSpPr>
            <a:xfrm>
              <a:off x="4079831" y="4584679"/>
              <a:ext cx="143864" cy="187205"/>
              <a:chOff x="4079831" y="4584679"/>
              <a:chExt cx="143864" cy="187205"/>
            </a:xfrm>
          </p:grpSpPr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C78C644A-7CA5-0A06-C13F-1A07D0DDA931}"/>
                  </a:ext>
                </a:extLst>
              </p:cNvPr>
              <p:cNvSpPr/>
              <p:nvPr/>
            </p:nvSpPr>
            <p:spPr>
              <a:xfrm>
                <a:off x="4151328" y="4584679"/>
                <a:ext cx="12700" cy="44450"/>
              </a:xfrm>
              <a:custGeom>
                <a:avLst/>
                <a:gdLst>
                  <a:gd name="csX0" fmla="*/ 255 w 12700"/>
                  <a:gd name="csY0" fmla="*/ 320 h 44450"/>
                  <a:gd name="csX1" fmla="*/ 255 w 12700"/>
                  <a:gd name="csY1" fmla="*/ 44770 h 444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44450">
                    <a:moveTo>
                      <a:pt x="255" y="320"/>
                    </a:moveTo>
                    <a:lnTo>
                      <a:pt x="255" y="44770"/>
                    </a:lnTo>
                  </a:path>
                </a:pathLst>
              </a:custGeom>
              <a:solidFill>
                <a:srgbClr val="FFFFFF"/>
              </a:solidFill>
              <a:ln w="1016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4" name="Graphic 7">
                <a:extLst>
                  <a:ext uri="{FF2B5EF4-FFF2-40B4-BE49-F238E27FC236}">
                    <a16:creationId xmlns:a16="http://schemas.microsoft.com/office/drawing/2014/main" id="{177212D3-4A8F-A65D-47CE-7C644F8AB094}"/>
                  </a:ext>
                </a:extLst>
              </p:cNvPr>
              <p:cNvGrpSpPr/>
              <p:nvPr/>
            </p:nvGrpSpPr>
            <p:grpSpPr>
              <a:xfrm>
                <a:off x="4079831" y="4675821"/>
                <a:ext cx="143864" cy="96063"/>
                <a:chOff x="4079831" y="4675821"/>
                <a:chExt cx="143864" cy="96063"/>
              </a:xfrm>
              <a:solidFill>
                <a:srgbClr val="FFFFFF"/>
              </a:solidFill>
            </p:grpSpPr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95B88433-16B0-C0C4-62FD-BF777EF37A59}"/>
                    </a:ext>
                  </a:extLst>
                </p:cNvPr>
                <p:cNvSpPr/>
                <p:nvPr/>
              </p:nvSpPr>
              <p:spPr>
                <a:xfrm flipV="1">
                  <a:off x="4079831" y="4675821"/>
                  <a:ext cx="58777" cy="94257"/>
                </a:xfrm>
                <a:custGeom>
                  <a:avLst/>
                  <a:gdLst>
                    <a:gd name="csX0" fmla="*/ 13363 w 58777"/>
                    <a:gd name="csY0" fmla="*/ 8493 h 94257"/>
                    <a:gd name="csX1" fmla="*/ 57079 w 58777"/>
                    <a:gd name="csY1" fmla="*/ 8493 h 94257"/>
                    <a:gd name="csX2" fmla="*/ 57079 w 58777"/>
                    <a:gd name="csY2" fmla="*/ -2044 h 94257"/>
                    <a:gd name="csX3" fmla="*/ -1698 w 58777"/>
                    <a:gd name="csY3" fmla="*/ -2044 h 94257"/>
                    <a:gd name="csX4" fmla="*/ -1698 w 58777"/>
                    <a:gd name="csY4" fmla="*/ 8493 h 94257"/>
                    <a:gd name="csX5" fmla="*/ 17729 w 58777"/>
                    <a:gd name="csY5" fmla="*/ 28297 h 94257"/>
                    <a:gd name="csX6" fmla="*/ 33207 w 58777"/>
                    <a:gd name="csY6" fmla="*/ 44351 h 94257"/>
                    <a:gd name="csX7" fmla="*/ 41601 w 58777"/>
                    <a:gd name="csY7" fmla="*/ 55781 h 94257"/>
                    <a:gd name="csX8" fmla="*/ 44002 w 58777"/>
                    <a:gd name="csY8" fmla="*/ 64988 h 94257"/>
                    <a:gd name="csX9" fmla="*/ 38823 w 58777"/>
                    <a:gd name="csY9" fmla="*/ 77014 h 94257"/>
                    <a:gd name="csX10" fmla="*/ 25329 w 58777"/>
                    <a:gd name="csY10" fmla="*/ 81677 h 94257"/>
                    <a:gd name="csX11" fmla="*/ 12887 w 58777"/>
                    <a:gd name="csY11" fmla="*/ 79633 h 94257"/>
                    <a:gd name="csX12" fmla="*/ -1083 w 58777"/>
                    <a:gd name="csY12" fmla="*/ 73422 h 94257"/>
                    <a:gd name="csX13" fmla="*/ -1083 w 58777"/>
                    <a:gd name="csY13" fmla="*/ 86082 h 94257"/>
                    <a:gd name="csX14" fmla="*/ 13045 w 58777"/>
                    <a:gd name="csY14" fmla="*/ 90666 h 94257"/>
                    <a:gd name="csX15" fmla="*/ 25091 w 58777"/>
                    <a:gd name="csY15" fmla="*/ 92214 h 94257"/>
                    <a:gd name="csX16" fmla="*/ 48030 w 58777"/>
                    <a:gd name="csY16" fmla="*/ 85011 h 94257"/>
                    <a:gd name="csX17" fmla="*/ 56583 w 58777"/>
                    <a:gd name="csY17" fmla="*/ 65802 h 94257"/>
                    <a:gd name="csX18" fmla="*/ 54440 w 58777"/>
                    <a:gd name="csY18" fmla="*/ 54967 h 94257"/>
                    <a:gd name="csX19" fmla="*/ 46661 w 58777"/>
                    <a:gd name="csY19" fmla="*/ 42922 h 94257"/>
                    <a:gd name="csX20" fmla="*/ 36798 w 58777"/>
                    <a:gd name="csY20" fmla="*/ 32524 h 94257"/>
                    <a:gd name="csX21" fmla="*/ 13363 w 58777"/>
                    <a:gd name="csY21" fmla="*/ 8493 h 9425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</a:cxnLst>
                  <a:rect l="l" t="t" r="r" b="b"/>
                  <a:pathLst>
                    <a:path w="58777" h="94257">
                      <a:moveTo>
                        <a:pt x="13363" y="8493"/>
                      </a:moveTo>
                      <a:lnTo>
                        <a:pt x="57079" y="8493"/>
                      </a:lnTo>
                      <a:lnTo>
                        <a:pt x="57079" y="-2044"/>
                      </a:lnTo>
                      <a:lnTo>
                        <a:pt x="-1698" y="-2044"/>
                      </a:lnTo>
                      <a:lnTo>
                        <a:pt x="-1698" y="8493"/>
                      </a:lnTo>
                      <a:cubicBezTo>
                        <a:pt x="3051" y="13415"/>
                        <a:pt x="9527" y="20016"/>
                        <a:pt x="17729" y="28297"/>
                      </a:cubicBezTo>
                      <a:cubicBezTo>
                        <a:pt x="25944" y="36592"/>
                        <a:pt x="31103" y="41943"/>
                        <a:pt x="33207" y="44351"/>
                      </a:cubicBezTo>
                      <a:cubicBezTo>
                        <a:pt x="37215" y="48849"/>
                        <a:pt x="40013" y="52659"/>
                        <a:pt x="41601" y="55781"/>
                      </a:cubicBezTo>
                      <a:cubicBezTo>
                        <a:pt x="43201" y="58903"/>
                        <a:pt x="44002" y="61972"/>
                        <a:pt x="44002" y="64988"/>
                      </a:cubicBezTo>
                      <a:cubicBezTo>
                        <a:pt x="44002" y="69910"/>
                        <a:pt x="42275" y="73918"/>
                        <a:pt x="38823" y="77014"/>
                      </a:cubicBezTo>
                      <a:cubicBezTo>
                        <a:pt x="35370" y="80123"/>
                        <a:pt x="30872" y="81677"/>
                        <a:pt x="25329" y="81677"/>
                      </a:cubicBezTo>
                      <a:cubicBezTo>
                        <a:pt x="21400" y="81677"/>
                        <a:pt x="17252" y="80996"/>
                        <a:pt x="12887" y="79633"/>
                      </a:cubicBezTo>
                      <a:cubicBezTo>
                        <a:pt x="8534" y="78271"/>
                        <a:pt x="3878" y="76200"/>
                        <a:pt x="-1083" y="73422"/>
                      </a:cubicBezTo>
                      <a:lnTo>
                        <a:pt x="-1083" y="86082"/>
                      </a:lnTo>
                      <a:cubicBezTo>
                        <a:pt x="3957" y="88106"/>
                        <a:pt x="8667" y="89634"/>
                        <a:pt x="13045" y="90666"/>
                      </a:cubicBezTo>
                      <a:cubicBezTo>
                        <a:pt x="17438" y="91698"/>
                        <a:pt x="21453" y="92214"/>
                        <a:pt x="25091" y="92214"/>
                      </a:cubicBezTo>
                      <a:cubicBezTo>
                        <a:pt x="34682" y="92214"/>
                        <a:pt x="42328" y="89813"/>
                        <a:pt x="48030" y="85011"/>
                      </a:cubicBezTo>
                      <a:cubicBezTo>
                        <a:pt x="53732" y="80222"/>
                        <a:pt x="56583" y="73819"/>
                        <a:pt x="56583" y="65802"/>
                      </a:cubicBezTo>
                      <a:cubicBezTo>
                        <a:pt x="56583" y="61992"/>
                        <a:pt x="55868" y="58381"/>
                        <a:pt x="54440" y="54967"/>
                      </a:cubicBezTo>
                      <a:cubicBezTo>
                        <a:pt x="53024" y="51567"/>
                        <a:pt x="50431" y="47552"/>
                        <a:pt x="46661" y="42922"/>
                      </a:cubicBezTo>
                      <a:cubicBezTo>
                        <a:pt x="45629" y="41718"/>
                        <a:pt x="42341" y="38252"/>
                        <a:pt x="36798" y="32524"/>
                      </a:cubicBezTo>
                      <a:cubicBezTo>
                        <a:pt x="31269" y="26796"/>
                        <a:pt x="23457" y="18786"/>
                        <a:pt x="13363" y="849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0" cap="flat">
                  <a:noFill/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" name="Freeform: Shape 25">
                  <a:extLst>
                    <a:ext uri="{FF2B5EF4-FFF2-40B4-BE49-F238E27FC236}">
                      <a16:creationId xmlns:a16="http://schemas.microsoft.com/office/drawing/2014/main" id="{7ED2CD7F-236A-4784-75C5-9DCDAF439CA1}"/>
                    </a:ext>
                  </a:extLst>
                </p:cNvPr>
                <p:cNvSpPr/>
                <p:nvPr/>
              </p:nvSpPr>
              <p:spPr>
                <a:xfrm flipV="1">
                  <a:off x="4159700" y="4675821"/>
                  <a:ext cx="63996" cy="96063"/>
                </a:xfrm>
                <a:custGeom>
                  <a:avLst/>
                  <a:gdLst>
                    <a:gd name="csX0" fmla="*/ 30212 w 63996"/>
                    <a:gd name="csY0" fmla="*/ 84144 h 96063"/>
                    <a:gd name="csX1" fmla="*/ 15666 w 63996"/>
                    <a:gd name="csY1" fmla="*/ 74619 h 96063"/>
                    <a:gd name="csX2" fmla="*/ 10804 w 63996"/>
                    <a:gd name="csY2" fmla="*/ 46004 h 96063"/>
                    <a:gd name="csX3" fmla="*/ 15666 w 63996"/>
                    <a:gd name="csY3" fmla="*/ 17449 h 96063"/>
                    <a:gd name="csX4" fmla="*/ 30212 w 63996"/>
                    <a:gd name="csY4" fmla="*/ 7924 h 96063"/>
                    <a:gd name="csX5" fmla="*/ 44817 w 63996"/>
                    <a:gd name="csY5" fmla="*/ 17449 h 96063"/>
                    <a:gd name="csX6" fmla="*/ 49698 w 63996"/>
                    <a:gd name="csY6" fmla="*/ 46004 h 96063"/>
                    <a:gd name="csX7" fmla="*/ 44817 w 63996"/>
                    <a:gd name="csY7" fmla="*/ 74619 h 96063"/>
                    <a:gd name="csX8" fmla="*/ 30212 w 63996"/>
                    <a:gd name="csY8" fmla="*/ 84144 h 96063"/>
                    <a:gd name="csX9" fmla="*/ 30212 w 63996"/>
                    <a:gd name="csY9" fmla="*/ 94065 h 96063"/>
                    <a:gd name="csX10" fmla="*/ 54004 w 63996"/>
                    <a:gd name="csY10" fmla="*/ 81742 h 96063"/>
                    <a:gd name="csX11" fmla="*/ 62220 w 63996"/>
                    <a:gd name="csY11" fmla="*/ 46004 h 96063"/>
                    <a:gd name="csX12" fmla="*/ 54004 w 63996"/>
                    <a:gd name="csY12" fmla="*/ 10305 h 96063"/>
                    <a:gd name="csX13" fmla="*/ 30212 w 63996"/>
                    <a:gd name="csY13" fmla="*/ -1998 h 96063"/>
                    <a:gd name="csX14" fmla="*/ 6439 w 63996"/>
                    <a:gd name="csY14" fmla="*/ 10305 h 96063"/>
                    <a:gd name="csX15" fmla="*/ -1776 w 63996"/>
                    <a:gd name="csY15" fmla="*/ 46004 h 96063"/>
                    <a:gd name="csX16" fmla="*/ 6439 w 63996"/>
                    <a:gd name="csY16" fmla="*/ 81742 h 96063"/>
                    <a:gd name="csX17" fmla="*/ 30212 w 63996"/>
                    <a:gd name="csY17" fmla="*/ 94065 h 9606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</a:cxnLst>
                  <a:rect l="l" t="t" r="r" b="b"/>
                  <a:pathLst>
                    <a:path w="63996" h="96063">
                      <a:moveTo>
                        <a:pt x="30212" y="84144"/>
                      </a:moveTo>
                      <a:cubicBezTo>
                        <a:pt x="23769" y="84144"/>
                        <a:pt x="18921" y="80969"/>
                        <a:pt x="15666" y="74619"/>
                      </a:cubicBezTo>
                      <a:cubicBezTo>
                        <a:pt x="12425" y="68282"/>
                        <a:pt x="10804" y="58744"/>
                        <a:pt x="10804" y="46004"/>
                      </a:cubicBezTo>
                      <a:cubicBezTo>
                        <a:pt x="10804" y="33317"/>
                        <a:pt x="12425" y="23799"/>
                        <a:pt x="15666" y="17449"/>
                      </a:cubicBezTo>
                      <a:cubicBezTo>
                        <a:pt x="18921" y="11099"/>
                        <a:pt x="23769" y="7924"/>
                        <a:pt x="30212" y="7924"/>
                      </a:cubicBezTo>
                      <a:cubicBezTo>
                        <a:pt x="36707" y="7924"/>
                        <a:pt x="41576" y="11099"/>
                        <a:pt x="44817" y="17449"/>
                      </a:cubicBezTo>
                      <a:cubicBezTo>
                        <a:pt x="48071" y="23799"/>
                        <a:pt x="49698" y="33317"/>
                        <a:pt x="49698" y="46004"/>
                      </a:cubicBezTo>
                      <a:cubicBezTo>
                        <a:pt x="49698" y="58744"/>
                        <a:pt x="48071" y="68282"/>
                        <a:pt x="44817" y="74619"/>
                      </a:cubicBezTo>
                      <a:cubicBezTo>
                        <a:pt x="41576" y="80969"/>
                        <a:pt x="36707" y="84144"/>
                        <a:pt x="30212" y="84144"/>
                      </a:cubicBezTo>
                      <a:close/>
                      <a:moveTo>
                        <a:pt x="30212" y="94065"/>
                      </a:moveTo>
                      <a:cubicBezTo>
                        <a:pt x="40597" y="94065"/>
                        <a:pt x="48527" y="89958"/>
                        <a:pt x="54004" y="81742"/>
                      </a:cubicBezTo>
                      <a:cubicBezTo>
                        <a:pt x="59481" y="73540"/>
                        <a:pt x="62220" y="61628"/>
                        <a:pt x="62220" y="46004"/>
                      </a:cubicBezTo>
                      <a:cubicBezTo>
                        <a:pt x="62220" y="30420"/>
                        <a:pt x="59481" y="18520"/>
                        <a:pt x="54004" y="10305"/>
                      </a:cubicBezTo>
                      <a:cubicBezTo>
                        <a:pt x="48527" y="2103"/>
                        <a:pt x="40597" y="-1998"/>
                        <a:pt x="30212" y="-1998"/>
                      </a:cubicBezTo>
                      <a:cubicBezTo>
                        <a:pt x="19840" y="-1998"/>
                        <a:pt x="11916" y="2103"/>
                        <a:pt x="6439" y="10305"/>
                      </a:cubicBezTo>
                      <a:cubicBezTo>
                        <a:pt x="962" y="18520"/>
                        <a:pt x="-1776" y="30420"/>
                        <a:pt x="-1776" y="46004"/>
                      </a:cubicBezTo>
                      <a:cubicBezTo>
                        <a:pt x="-1776" y="61628"/>
                        <a:pt x="962" y="73540"/>
                        <a:pt x="6439" y="81742"/>
                      </a:cubicBezTo>
                      <a:cubicBezTo>
                        <a:pt x="11916" y="89958"/>
                        <a:pt x="19840" y="94065"/>
                        <a:pt x="30212" y="9406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0" cap="flat">
                  <a:noFill/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27" name="Graphic 7">
              <a:extLst>
                <a:ext uri="{FF2B5EF4-FFF2-40B4-BE49-F238E27FC236}">
                  <a16:creationId xmlns:a16="http://schemas.microsoft.com/office/drawing/2014/main" id="{68146FB3-5999-09B3-DC86-A33BFC48A9FD}"/>
                </a:ext>
              </a:extLst>
            </p:cNvPr>
            <p:cNvGrpSpPr/>
            <p:nvPr/>
          </p:nvGrpSpPr>
          <p:grpSpPr>
            <a:xfrm>
              <a:off x="5112625" y="4584679"/>
              <a:ext cx="143487" cy="187205"/>
              <a:chOff x="5112625" y="4584679"/>
              <a:chExt cx="143487" cy="187205"/>
            </a:xfrm>
          </p:grpSpPr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56D4FE1C-83CF-0162-D802-1CABEB0D7D30}"/>
                  </a:ext>
                </a:extLst>
              </p:cNvPr>
              <p:cNvSpPr/>
              <p:nvPr/>
            </p:nvSpPr>
            <p:spPr>
              <a:xfrm>
                <a:off x="5183745" y="4584679"/>
                <a:ext cx="12700" cy="44450"/>
              </a:xfrm>
              <a:custGeom>
                <a:avLst/>
                <a:gdLst>
                  <a:gd name="csX0" fmla="*/ 336 w 12700"/>
                  <a:gd name="csY0" fmla="*/ 320 h 44450"/>
                  <a:gd name="csX1" fmla="*/ 336 w 12700"/>
                  <a:gd name="csY1" fmla="*/ 44770 h 444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44450">
                    <a:moveTo>
                      <a:pt x="336" y="320"/>
                    </a:moveTo>
                    <a:lnTo>
                      <a:pt x="336" y="44770"/>
                    </a:lnTo>
                  </a:path>
                </a:pathLst>
              </a:custGeom>
              <a:solidFill>
                <a:srgbClr val="FFFFFF"/>
              </a:solidFill>
              <a:ln w="1016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29" name="Graphic 7">
                <a:extLst>
                  <a:ext uri="{FF2B5EF4-FFF2-40B4-BE49-F238E27FC236}">
                    <a16:creationId xmlns:a16="http://schemas.microsoft.com/office/drawing/2014/main" id="{F51CBFA3-ECB0-6688-2417-DC6B7FDC0CC5}"/>
                  </a:ext>
                </a:extLst>
              </p:cNvPr>
              <p:cNvGrpSpPr/>
              <p:nvPr/>
            </p:nvGrpSpPr>
            <p:grpSpPr>
              <a:xfrm>
                <a:off x="5112625" y="4675821"/>
                <a:ext cx="143487" cy="96063"/>
                <a:chOff x="5112625" y="4675821"/>
                <a:chExt cx="143487" cy="96063"/>
              </a:xfrm>
              <a:solidFill>
                <a:srgbClr val="FFFFFF"/>
              </a:solidFill>
            </p:grpSpPr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3448303E-7F90-A7F2-25B1-66B53D28E3D2}"/>
                    </a:ext>
                  </a:extLst>
                </p:cNvPr>
                <p:cNvSpPr/>
                <p:nvPr/>
              </p:nvSpPr>
              <p:spPr>
                <a:xfrm flipV="1">
                  <a:off x="5112625" y="4675821"/>
                  <a:ext cx="60940" cy="96063"/>
                </a:xfrm>
                <a:custGeom>
                  <a:avLst/>
                  <a:gdLst>
                    <a:gd name="csX0" fmla="*/ 40160 w 60940"/>
                    <a:gd name="csY0" fmla="*/ 49735 h 96063"/>
                    <a:gd name="csX1" fmla="*/ 54189 w 60940"/>
                    <a:gd name="csY1" fmla="*/ 41718 h 96063"/>
                    <a:gd name="csX2" fmla="*/ 59250 w 60940"/>
                    <a:gd name="csY2" fmla="*/ 26716 h 96063"/>
                    <a:gd name="csX3" fmla="*/ 49824 w 60940"/>
                    <a:gd name="csY3" fmla="*/ 5503 h 96063"/>
                    <a:gd name="csX4" fmla="*/ 23035 w 60940"/>
                    <a:gd name="csY4" fmla="*/ -1998 h 96063"/>
                    <a:gd name="csX5" fmla="*/ 11049 w 60940"/>
                    <a:gd name="csY5" fmla="*/ -847 h 96063"/>
                    <a:gd name="csX6" fmla="*/ -1691 w 60940"/>
                    <a:gd name="csY6" fmla="*/ 2606 h 96063"/>
                    <a:gd name="csX7" fmla="*/ -1691 w 60940"/>
                    <a:gd name="csY7" fmla="*/ 14690 h 96063"/>
                    <a:gd name="csX8" fmla="*/ 9700 w 60940"/>
                    <a:gd name="csY8" fmla="*/ 10107 h 96063"/>
                    <a:gd name="csX9" fmla="*/ 22678 w 60940"/>
                    <a:gd name="csY9" fmla="*/ 8559 h 96063"/>
                    <a:gd name="csX10" fmla="*/ 40616 w 60940"/>
                    <a:gd name="csY10" fmla="*/ 13202 h 96063"/>
                    <a:gd name="csX11" fmla="*/ 46788 w 60940"/>
                    <a:gd name="csY11" fmla="*/ 26716 h 96063"/>
                    <a:gd name="csX12" fmla="*/ 41053 w 60940"/>
                    <a:gd name="csY12" fmla="*/ 39515 h 96063"/>
                    <a:gd name="csX13" fmla="*/ 25099 w 60940"/>
                    <a:gd name="csY13" fmla="*/ 44139 h 96063"/>
                    <a:gd name="csX14" fmla="*/ 14304 w 60940"/>
                    <a:gd name="csY14" fmla="*/ 44139 h 96063"/>
                    <a:gd name="csX15" fmla="*/ 14304 w 60940"/>
                    <a:gd name="csY15" fmla="*/ 54437 h 96063"/>
                    <a:gd name="csX16" fmla="*/ 25595 w 60940"/>
                    <a:gd name="csY16" fmla="*/ 54437 h 96063"/>
                    <a:gd name="csX17" fmla="*/ 39723 w 60940"/>
                    <a:gd name="csY17" fmla="*/ 58128 h 96063"/>
                    <a:gd name="csX18" fmla="*/ 44625 w 60940"/>
                    <a:gd name="csY18" fmla="*/ 68765 h 96063"/>
                    <a:gd name="csX19" fmla="*/ 39565 w 60940"/>
                    <a:gd name="csY19" fmla="*/ 79699 h 96063"/>
                    <a:gd name="csX20" fmla="*/ 25099 w 60940"/>
                    <a:gd name="csY20" fmla="*/ 83528 h 96063"/>
                    <a:gd name="csX21" fmla="*/ 14046 w 60940"/>
                    <a:gd name="csY21" fmla="*/ 82397 h 96063"/>
                    <a:gd name="csX22" fmla="*/ 1088 w 60940"/>
                    <a:gd name="csY22" fmla="*/ 78945 h 96063"/>
                    <a:gd name="csX23" fmla="*/ 1088 w 60940"/>
                    <a:gd name="csY23" fmla="*/ 90097 h 96063"/>
                    <a:gd name="csX24" fmla="*/ 14462 w 60940"/>
                    <a:gd name="csY24" fmla="*/ 93073 h 96063"/>
                    <a:gd name="csX25" fmla="*/ 26210 w 60940"/>
                    <a:gd name="csY25" fmla="*/ 94065 h 96063"/>
                    <a:gd name="csX26" fmla="*/ 48772 w 60940"/>
                    <a:gd name="csY26" fmla="*/ 87577 h 96063"/>
                    <a:gd name="csX27" fmla="*/ 57087 w 60940"/>
                    <a:gd name="csY27" fmla="*/ 70074 h 96063"/>
                    <a:gd name="csX28" fmla="*/ 52681 w 60940"/>
                    <a:gd name="csY28" fmla="*/ 57077 h 96063"/>
                    <a:gd name="csX29" fmla="*/ 40160 w 60940"/>
                    <a:gd name="csY29" fmla="*/ 49735 h 9606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</a:cxnLst>
                  <a:rect l="l" t="t" r="r" b="b"/>
                  <a:pathLst>
                    <a:path w="60940" h="96063">
                      <a:moveTo>
                        <a:pt x="40160" y="49735"/>
                      </a:moveTo>
                      <a:cubicBezTo>
                        <a:pt x="46153" y="48451"/>
                        <a:pt x="50829" y="45779"/>
                        <a:pt x="54189" y="41718"/>
                      </a:cubicBezTo>
                      <a:cubicBezTo>
                        <a:pt x="57563" y="37670"/>
                        <a:pt x="59250" y="32669"/>
                        <a:pt x="59250" y="26716"/>
                      </a:cubicBezTo>
                      <a:cubicBezTo>
                        <a:pt x="59250" y="17588"/>
                        <a:pt x="56108" y="10517"/>
                        <a:pt x="49824" y="5503"/>
                      </a:cubicBezTo>
                      <a:cubicBezTo>
                        <a:pt x="43540" y="502"/>
                        <a:pt x="34610" y="-1998"/>
                        <a:pt x="23035" y="-1998"/>
                      </a:cubicBezTo>
                      <a:cubicBezTo>
                        <a:pt x="19159" y="-1998"/>
                        <a:pt x="15163" y="-1614"/>
                        <a:pt x="11049" y="-847"/>
                      </a:cubicBezTo>
                      <a:cubicBezTo>
                        <a:pt x="6935" y="-80"/>
                        <a:pt x="2688" y="1071"/>
                        <a:pt x="-1691" y="2606"/>
                      </a:cubicBezTo>
                      <a:lnTo>
                        <a:pt x="-1691" y="14690"/>
                      </a:lnTo>
                      <a:cubicBezTo>
                        <a:pt x="1776" y="12666"/>
                        <a:pt x="5572" y="11138"/>
                        <a:pt x="9700" y="10107"/>
                      </a:cubicBezTo>
                      <a:cubicBezTo>
                        <a:pt x="13841" y="9075"/>
                        <a:pt x="18166" y="8559"/>
                        <a:pt x="22678" y="8559"/>
                      </a:cubicBezTo>
                      <a:cubicBezTo>
                        <a:pt x="30522" y="8559"/>
                        <a:pt x="36502" y="10107"/>
                        <a:pt x="40616" y="13202"/>
                      </a:cubicBezTo>
                      <a:cubicBezTo>
                        <a:pt x="44731" y="16298"/>
                        <a:pt x="46788" y="20802"/>
                        <a:pt x="46788" y="26716"/>
                      </a:cubicBezTo>
                      <a:cubicBezTo>
                        <a:pt x="46788" y="32179"/>
                        <a:pt x="44876" y="36446"/>
                        <a:pt x="41053" y="39515"/>
                      </a:cubicBezTo>
                      <a:cubicBezTo>
                        <a:pt x="37230" y="42597"/>
                        <a:pt x="31912" y="44139"/>
                        <a:pt x="25099" y="44139"/>
                      </a:cubicBezTo>
                      <a:lnTo>
                        <a:pt x="14304" y="44139"/>
                      </a:lnTo>
                      <a:lnTo>
                        <a:pt x="14304" y="54437"/>
                      </a:lnTo>
                      <a:lnTo>
                        <a:pt x="25595" y="54437"/>
                      </a:lnTo>
                      <a:cubicBezTo>
                        <a:pt x="31746" y="54437"/>
                        <a:pt x="36456" y="55668"/>
                        <a:pt x="39723" y="58128"/>
                      </a:cubicBezTo>
                      <a:cubicBezTo>
                        <a:pt x="42991" y="60589"/>
                        <a:pt x="44625" y="64134"/>
                        <a:pt x="44625" y="68765"/>
                      </a:cubicBezTo>
                      <a:cubicBezTo>
                        <a:pt x="44625" y="73514"/>
                        <a:pt x="42938" y="77159"/>
                        <a:pt x="39565" y="79699"/>
                      </a:cubicBezTo>
                      <a:cubicBezTo>
                        <a:pt x="36204" y="82252"/>
                        <a:pt x="31382" y="83528"/>
                        <a:pt x="25099" y="83528"/>
                      </a:cubicBezTo>
                      <a:cubicBezTo>
                        <a:pt x="21659" y="83528"/>
                        <a:pt x="17975" y="83151"/>
                        <a:pt x="14046" y="82397"/>
                      </a:cubicBezTo>
                      <a:cubicBezTo>
                        <a:pt x="10117" y="81656"/>
                        <a:pt x="5797" y="80506"/>
                        <a:pt x="1088" y="78945"/>
                      </a:cubicBezTo>
                      <a:lnTo>
                        <a:pt x="1088" y="90097"/>
                      </a:lnTo>
                      <a:cubicBezTo>
                        <a:pt x="5850" y="91420"/>
                        <a:pt x="10308" y="92412"/>
                        <a:pt x="14462" y="93073"/>
                      </a:cubicBezTo>
                      <a:cubicBezTo>
                        <a:pt x="18616" y="93735"/>
                        <a:pt x="22532" y="94065"/>
                        <a:pt x="26210" y="94065"/>
                      </a:cubicBezTo>
                      <a:cubicBezTo>
                        <a:pt x="35722" y="94065"/>
                        <a:pt x="43242" y="91902"/>
                        <a:pt x="48772" y="87577"/>
                      </a:cubicBezTo>
                      <a:cubicBezTo>
                        <a:pt x="54315" y="83264"/>
                        <a:pt x="57087" y="77430"/>
                        <a:pt x="57087" y="70074"/>
                      </a:cubicBezTo>
                      <a:cubicBezTo>
                        <a:pt x="57087" y="64941"/>
                        <a:pt x="55618" y="60609"/>
                        <a:pt x="52681" y="57077"/>
                      </a:cubicBezTo>
                      <a:cubicBezTo>
                        <a:pt x="49744" y="53545"/>
                        <a:pt x="45571" y="51097"/>
                        <a:pt x="40160" y="4973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0" cap="flat">
                  <a:noFill/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2363FA7B-A585-1716-1AEE-F5B36FF095A6}"/>
                    </a:ext>
                  </a:extLst>
                </p:cNvPr>
                <p:cNvSpPr/>
                <p:nvPr/>
              </p:nvSpPr>
              <p:spPr>
                <a:xfrm flipV="1">
                  <a:off x="5192117" y="4675821"/>
                  <a:ext cx="63996" cy="96063"/>
                </a:xfrm>
                <a:custGeom>
                  <a:avLst/>
                  <a:gdLst>
                    <a:gd name="csX0" fmla="*/ 30293 w 63996"/>
                    <a:gd name="csY0" fmla="*/ 84144 h 96063"/>
                    <a:gd name="csX1" fmla="*/ 15748 w 63996"/>
                    <a:gd name="csY1" fmla="*/ 74619 h 96063"/>
                    <a:gd name="csX2" fmla="*/ 10886 w 63996"/>
                    <a:gd name="csY2" fmla="*/ 46004 h 96063"/>
                    <a:gd name="csX3" fmla="*/ 15748 w 63996"/>
                    <a:gd name="csY3" fmla="*/ 17449 h 96063"/>
                    <a:gd name="csX4" fmla="*/ 30293 w 63996"/>
                    <a:gd name="csY4" fmla="*/ 7924 h 96063"/>
                    <a:gd name="csX5" fmla="*/ 44898 w 63996"/>
                    <a:gd name="csY5" fmla="*/ 17449 h 96063"/>
                    <a:gd name="csX6" fmla="*/ 49780 w 63996"/>
                    <a:gd name="csY6" fmla="*/ 46004 h 96063"/>
                    <a:gd name="csX7" fmla="*/ 44898 w 63996"/>
                    <a:gd name="csY7" fmla="*/ 74619 h 96063"/>
                    <a:gd name="csX8" fmla="*/ 30293 w 63996"/>
                    <a:gd name="csY8" fmla="*/ 84144 h 96063"/>
                    <a:gd name="csX9" fmla="*/ 30293 w 63996"/>
                    <a:gd name="csY9" fmla="*/ 94065 h 96063"/>
                    <a:gd name="csX10" fmla="*/ 54086 w 63996"/>
                    <a:gd name="csY10" fmla="*/ 81742 h 96063"/>
                    <a:gd name="csX11" fmla="*/ 62301 w 63996"/>
                    <a:gd name="csY11" fmla="*/ 46004 h 96063"/>
                    <a:gd name="csX12" fmla="*/ 54086 w 63996"/>
                    <a:gd name="csY12" fmla="*/ 10305 h 96063"/>
                    <a:gd name="csX13" fmla="*/ 30293 w 63996"/>
                    <a:gd name="csY13" fmla="*/ -1998 h 96063"/>
                    <a:gd name="csX14" fmla="*/ 6520 w 63996"/>
                    <a:gd name="csY14" fmla="*/ 10305 h 96063"/>
                    <a:gd name="csX15" fmla="*/ -1695 w 63996"/>
                    <a:gd name="csY15" fmla="*/ 46004 h 96063"/>
                    <a:gd name="csX16" fmla="*/ 6520 w 63996"/>
                    <a:gd name="csY16" fmla="*/ 81742 h 96063"/>
                    <a:gd name="csX17" fmla="*/ 30293 w 63996"/>
                    <a:gd name="csY17" fmla="*/ 94065 h 9606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</a:cxnLst>
                  <a:rect l="l" t="t" r="r" b="b"/>
                  <a:pathLst>
                    <a:path w="63996" h="96063">
                      <a:moveTo>
                        <a:pt x="30293" y="84144"/>
                      </a:moveTo>
                      <a:cubicBezTo>
                        <a:pt x="23850" y="84144"/>
                        <a:pt x="19002" y="80969"/>
                        <a:pt x="15748" y="74619"/>
                      </a:cubicBezTo>
                      <a:cubicBezTo>
                        <a:pt x="12506" y="68282"/>
                        <a:pt x="10886" y="58744"/>
                        <a:pt x="10886" y="46004"/>
                      </a:cubicBezTo>
                      <a:cubicBezTo>
                        <a:pt x="10886" y="33317"/>
                        <a:pt x="12506" y="23799"/>
                        <a:pt x="15748" y="17449"/>
                      </a:cubicBezTo>
                      <a:cubicBezTo>
                        <a:pt x="19002" y="11099"/>
                        <a:pt x="23850" y="7924"/>
                        <a:pt x="30293" y="7924"/>
                      </a:cubicBezTo>
                      <a:cubicBezTo>
                        <a:pt x="36788" y="7924"/>
                        <a:pt x="41657" y="11099"/>
                        <a:pt x="44898" y="17449"/>
                      </a:cubicBezTo>
                      <a:cubicBezTo>
                        <a:pt x="48152" y="23799"/>
                        <a:pt x="49780" y="33317"/>
                        <a:pt x="49780" y="46004"/>
                      </a:cubicBezTo>
                      <a:cubicBezTo>
                        <a:pt x="49780" y="58744"/>
                        <a:pt x="48152" y="68282"/>
                        <a:pt x="44898" y="74619"/>
                      </a:cubicBezTo>
                      <a:cubicBezTo>
                        <a:pt x="41657" y="80969"/>
                        <a:pt x="36788" y="84144"/>
                        <a:pt x="30293" y="84144"/>
                      </a:cubicBezTo>
                      <a:close/>
                      <a:moveTo>
                        <a:pt x="30293" y="94065"/>
                      </a:moveTo>
                      <a:cubicBezTo>
                        <a:pt x="40678" y="94065"/>
                        <a:pt x="48609" y="89958"/>
                        <a:pt x="54086" y="81742"/>
                      </a:cubicBezTo>
                      <a:cubicBezTo>
                        <a:pt x="59563" y="73540"/>
                        <a:pt x="62301" y="61628"/>
                        <a:pt x="62301" y="46004"/>
                      </a:cubicBezTo>
                      <a:cubicBezTo>
                        <a:pt x="62301" y="30420"/>
                        <a:pt x="59563" y="18520"/>
                        <a:pt x="54086" y="10305"/>
                      </a:cubicBezTo>
                      <a:cubicBezTo>
                        <a:pt x="48609" y="2103"/>
                        <a:pt x="40678" y="-1998"/>
                        <a:pt x="30293" y="-1998"/>
                      </a:cubicBezTo>
                      <a:cubicBezTo>
                        <a:pt x="19921" y="-1998"/>
                        <a:pt x="11997" y="2103"/>
                        <a:pt x="6520" y="10305"/>
                      </a:cubicBezTo>
                      <a:cubicBezTo>
                        <a:pt x="1043" y="18520"/>
                        <a:pt x="-1695" y="30420"/>
                        <a:pt x="-1695" y="46004"/>
                      </a:cubicBezTo>
                      <a:cubicBezTo>
                        <a:pt x="-1695" y="61628"/>
                        <a:pt x="1043" y="73540"/>
                        <a:pt x="6520" y="81742"/>
                      </a:cubicBezTo>
                      <a:cubicBezTo>
                        <a:pt x="11997" y="89958"/>
                        <a:pt x="19921" y="94065"/>
                        <a:pt x="30293" y="9406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0" cap="flat">
                  <a:noFill/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32" name="Graphic 7">
              <a:extLst>
                <a:ext uri="{FF2B5EF4-FFF2-40B4-BE49-F238E27FC236}">
                  <a16:creationId xmlns:a16="http://schemas.microsoft.com/office/drawing/2014/main" id="{7ACE0354-CA50-2EED-52BF-0ED1F6C15481}"/>
                </a:ext>
              </a:extLst>
            </p:cNvPr>
            <p:cNvGrpSpPr/>
            <p:nvPr/>
          </p:nvGrpSpPr>
          <p:grpSpPr>
            <a:xfrm>
              <a:off x="6141570" y="4584679"/>
              <a:ext cx="146960" cy="187205"/>
              <a:chOff x="6141570" y="4584679"/>
              <a:chExt cx="146960" cy="187205"/>
            </a:xfrm>
          </p:grpSpPr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7561AE20-EB32-6347-E250-8CD8CB0BBC71}"/>
                  </a:ext>
                </a:extLst>
              </p:cNvPr>
              <p:cNvSpPr/>
              <p:nvPr/>
            </p:nvSpPr>
            <p:spPr>
              <a:xfrm>
                <a:off x="6216163" y="4584679"/>
                <a:ext cx="12700" cy="44450"/>
              </a:xfrm>
              <a:custGeom>
                <a:avLst/>
                <a:gdLst>
                  <a:gd name="csX0" fmla="*/ 417 w 12700"/>
                  <a:gd name="csY0" fmla="*/ 320 h 44450"/>
                  <a:gd name="csX1" fmla="*/ 417 w 12700"/>
                  <a:gd name="csY1" fmla="*/ 44770 h 444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44450">
                    <a:moveTo>
                      <a:pt x="417" y="320"/>
                    </a:moveTo>
                    <a:lnTo>
                      <a:pt x="417" y="44770"/>
                    </a:lnTo>
                  </a:path>
                </a:pathLst>
              </a:custGeom>
              <a:solidFill>
                <a:srgbClr val="FFFFFF"/>
              </a:solidFill>
              <a:ln w="1016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34" name="Graphic 7">
                <a:extLst>
                  <a:ext uri="{FF2B5EF4-FFF2-40B4-BE49-F238E27FC236}">
                    <a16:creationId xmlns:a16="http://schemas.microsoft.com/office/drawing/2014/main" id="{80BAE713-C5A8-9861-E8F5-5E2B70B3FD86}"/>
                  </a:ext>
                </a:extLst>
              </p:cNvPr>
              <p:cNvGrpSpPr/>
              <p:nvPr/>
            </p:nvGrpSpPr>
            <p:grpSpPr>
              <a:xfrm>
                <a:off x="6141570" y="4675821"/>
                <a:ext cx="146960" cy="96063"/>
                <a:chOff x="6141570" y="4675821"/>
                <a:chExt cx="146960" cy="96063"/>
              </a:xfrm>
              <a:solidFill>
                <a:srgbClr val="FFFFFF"/>
              </a:solidFill>
            </p:grpSpPr>
            <p:sp>
              <p:nvSpPr>
                <p:cNvPr id="35" name="Freeform: Shape 34">
                  <a:extLst>
                    <a:ext uri="{FF2B5EF4-FFF2-40B4-BE49-F238E27FC236}">
                      <a16:creationId xmlns:a16="http://schemas.microsoft.com/office/drawing/2014/main" id="{6B402324-CC73-09AF-23FB-8F6AA056D5C2}"/>
                    </a:ext>
                  </a:extLst>
                </p:cNvPr>
                <p:cNvSpPr/>
                <p:nvPr/>
              </p:nvSpPr>
              <p:spPr>
                <a:xfrm flipV="1">
                  <a:off x="6141570" y="4677488"/>
                  <a:ext cx="67468" cy="92590"/>
                </a:xfrm>
                <a:custGeom>
                  <a:avLst/>
                  <a:gdLst>
                    <a:gd name="csX0" fmla="*/ 40192 w 67468"/>
                    <a:gd name="csY0" fmla="*/ 79675 h 92590"/>
                    <a:gd name="csX1" fmla="*/ 8561 w 67468"/>
                    <a:gd name="csY1" fmla="*/ 30244 h 92590"/>
                    <a:gd name="csX2" fmla="*/ 40192 w 67468"/>
                    <a:gd name="csY2" fmla="*/ 30244 h 92590"/>
                    <a:gd name="csX3" fmla="*/ 40192 w 67468"/>
                    <a:gd name="csY3" fmla="*/ 79675 h 92590"/>
                    <a:gd name="csX4" fmla="*/ 36898 w 67468"/>
                    <a:gd name="csY4" fmla="*/ 90589 h 92590"/>
                    <a:gd name="csX5" fmla="*/ 52654 w 67468"/>
                    <a:gd name="csY5" fmla="*/ 90589 h 92590"/>
                    <a:gd name="csX6" fmla="*/ 52654 w 67468"/>
                    <a:gd name="csY6" fmla="*/ 30244 h 92590"/>
                    <a:gd name="csX7" fmla="*/ 65870 w 67468"/>
                    <a:gd name="csY7" fmla="*/ 30244 h 92590"/>
                    <a:gd name="csX8" fmla="*/ 65870 w 67468"/>
                    <a:gd name="csY8" fmla="*/ 19826 h 92590"/>
                    <a:gd name="csX9" fmla="*/ 52654 w 67468"/>
                    <a:gd name="csY9" fmla="*/ 19826 h 92590"/>
                    <a:gd name="csX10" fmla="*/ 52654 w 67468"/>
                    <a:gd name="csY10" fmla="*/ -2002 h 92590"/>
                    <a:gd name="csX11" fmla="*/ 40192 w 67468"/>
                    <a:gd name="csY11" fmla="*/ -2002 h 92590"/>
                    <a:gd name="csX12" fmla="*/ 40192 w 67468"/>
                    <a:gd name="csY12" fmla="*/ 19826 h 92590"/>
                    <a:gd name="csX13" fmla="*/ -1599 w 67468"/>
                    <a:gd name="csY13" fmla="*/ 19826 h 92590"/>
                    <a:gd name="csX14" fmla="*/ -1599 w 67468"/>
                    <a:gd name="csY14" fmla="*/ 31911 h 92590"/>
                    <a:gd name="csX15" fmla="*/ 36898 w 67468"/>
                    <a:gd name="csY15" fmla="*/ 90589 h 9259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</a:cxnLst>
                  <a:rect l="l" t="t" r="r" b="b"/>
                  <a:pathLst>
                    <a:path w="67468" h="92590">
                      <a:moveTo>
                        <a:pt x="40192" y="79675"/>
                      </a:moveTo>
                      <a:lnTo>
                        <a:pt x="8561" y="30244"/>
                      </a:lnTo>
                      <a:lnTo>
                        <a:pt x="40192" y="30244"/>
                      </a:lnTo>
                      <a:lnTo>
                        <a:pt x="40192" y="79675"/>
                      </a:lnTo>
                      <a:close/>
                      <a:moveTo>
                        <a:pt x="36898" y="90589"/>
                      </a:moveTo>
                      <a:lnTo>
                        <a:pt x="52654" y="90589"/>
                      </a:lnTo>
                      <a:lnTo>
                        <a:pt x="52654" y="30244"/>
                      </a:lnTo>
                      <a:lnTo>
                        <a:pt x="65870" y="30244"/>
                      </a:lnTo>
                      <a:lnTo>
                        <a:pt x="65870" y="19826"/>
                      </a:lnTo>
                      <a:lnTo>
                        <a:pt x="52654" y="19826"/>
                      </a:lnTo>
                      <a:lnTo>
                        <a:pt x="52654" y="-2002"/>
                      </a:lnTo>
                      <a:lnTo>
                        <a:pt x="40192" y="-2002"/>
                      </a:lnTo>
                      <a:lnTo>
                        <a:pt x="40192" y="19826"/>
                      </a:lnTo>
                      <a:lnTo>
                        <a:pt x="-1599" y="19826"/>
                      </a:lnTo>
                      <a:lnTo>
                        <a:pt x="-1599" y="31911"/>
                      </a:lnTo>
                      <a:lnTo>
                        <a:pt x="36898" y="9058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20" cap="flat">
                  <a:noFill/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75B2DCB2-73C4-0EA2-B275-4356B7B67EC2}"/>
                    </a:ext>
                  </a:extLst>
                </p:cNvPr>
                <p:cNvSpPr/>
                <p:nvPr/>
              </p:nvSpPr>
              <p:spPr>
                <a:xfrm flipV="1">
                  <a:off x="6224535" y="4675821"/>
                  <a:ext cx="63996" cy="96063"/>
                </a:xfrm>
                <a:custGeom>
                  <a:avLst/>
                  <a:gdLst>
                    <a:gd name="csX0" fmla="*/ 30374 w 63996"/>
                    <a:gd name="csY0" fmla="*/ 84144 h 96063"/>
                    <a:gd name="csX1" fmla="*/ 15829 w 63996"/>
                    <a:gd name="csY1" fmla="*/ 74619 h 96063"/>
                    <a:gd name="csX2" fmla="*/ 10967 w 63996"/>
                    <a:gd name="csY2" fmla="*/ 46004 h 96063"/>
                    <a:gd name="csX3" fmla="*/ 15829 w 63996"/>
                    <a:gd name="csY3" fmla="*/ 17449 h 96063"/>
                    <a:gd name="csX4" fmla="*/ 30374 w 63996"/>
                    <a:gd name="csY4" fmla="*/ 7924 h 96063"/>
                    <a:gd name="csX5" fmla="*/ 44979 w 63996"/>
                    <a:gd name="csY5" fmla="*/ 17449 h 96063"/>
                    <a:gd name="csX6" fmla="*/ 49861 w 63996"/>
                    <a:gd name="csY6" fmla="*/ 46004 h 96063"/>
                    <a:gd name="csX7" fmla="*/ 44979 w 63996"/>
                    <a:gd name="csY7" fmla="*/ 74619 h 96063"/>
                    <a:gd name="csX8" fmla="*/ 30374 w 63996"/>
                    <a:gd name="csY8" fmla="*/ 84144 h 96063"/>
                    <a:gd name="csX9" fmla="*/ 30374 w 63996"/>
                    <a:gd name="csY9" fmla="*/ 94065 h 96063"/>
                    <a:gd name="csX10" fmla="*/ 54167 w 63996"/>
                    <a:gd name="csY10" fmla="*/ 81742 h 96063"/>
                    <a:gd name="csX11" fmla="*/ 62382 w 63996"/>
                    <a:gd name="csY11" fmla="*/ 46004 h 96063"/>
                    <a:gd name="csX12" fmla="*/ 54167 w 63996"/>
                    <a:gd name="csY12" fmla="*/ 10305 h 96063"/>
                    <a:gd name="csX13" fmla="*/ 30374 w 63996"/>
                    <a:gd name="csY13" fmla="*/ -1998 h 96063"/>
                    <a:gd name="csX14" fmla="*/ 6601 w 63996"/>
                    <a:gd name="csY14" fmla="*/ 10305 h 96063"/>
                    <a:gd name="csX15" fmla="*/ -1614 w 63996"/>
                    <a:gd name="csY15" fmla="*/ 46004 h 96063"/>
                    <a:gd name="csX16" fmla="*/ 6601 w 63996"/>
                    <a:gd name="csY16" fmla="*/ 81742 h 96063"/>
                    <a:gd name="csX17" fmla="*/ 30374 w 63996"/>
                    <a:gd name="csY17" fmla="*/ 94065 h 9606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</a:cxnLst>
                  <a:rect l="l" t="t" r="r" b="b"/>
                  <a:pathLst>
                    <a:path w="63996" h="96063">
                      <a:moveTo>
                        <a:pt x="30374" y="84144"/>
                      </a:moveTo>
                      <a:cubicBezTo>
                        <a:pt x="23932" y="84144"/>
                        <a:pt x="19083" y="80969"/>
                        <a:pt x="15829" y="74619"/>
                      </a:cubicBezTo>
                      <a:cubicBezTo>
                        <a:pt x="12588" y="68282"/>
                        <a:pt x="10967" y="58744"/>
                        <a:pt x="10967" y="46004"/>
                      </a:cubicBezTo>
                      <a:cubicBezTo>
                        <a:pt x="10967" y="33317"/>
                        <a:pt x="12588" y="23799"/>
                        <a:pt x="15829" y="17449"/>
                      </a:cubicBezTo>
                      <a:cubicBezTo>
                        <a:pt x="19083" y="11099"/>
                        <a:pt x="23932" y="7924"/>
                        <a:pt x="30374" y="7924"/>
                      </a:cubicBezTo>
                      <a:cubicBezTo>
                        <a:pt x="36870" y="7924"/>
                        <a:pt x="41738" y="11099"/>
                        <a:pt x="44979" y="17449"/>
                      </a:cubicBezTo>
                      <a:cubicBezTo>
                        <a:pt x="48234" y="23799"/>
                        <a:pt x="49861" y="33317"/>
                        <a:pt x="49861" y="46004"/>
                      </a:cubicBezTo>
                      <a:cubicBezTo>
                        <a:pt x="49861" y="58744"/>
                        <a:pt x="48234" y="68282"/>
                        <a:pt x="44979" y="74619"/>
                      </a:cubicBezTo>
                      <a:cubicBezTo>
                        <a:pt x="41738" y="80969"/>
                        <a:pt x="36870" y="84144"/>
                        <a:pt x="30374" y="84144"/>
                      </a:cubicBezTo>
                      <a:close/>
                      <a:moveTo>
                        <a:pt x="30374" y="94065"/>
                      </a:moveTo>
                      <a:cubicBezTo>
                        <a:pt x="40759" y="94065"/>
                        <a:pt x="48690" y="89958"/>
                        <a:pt x="54167" y="81742"/>
                      </a:cubicBezTo>
                      <a:cubicBezTo>
                        <a:pt x="59644" y="73540"/>
                        <a:pt x="62382" y="61628"/>
                        <a:pt x="62382" y="46004"/>
                      </a:cubicBezTo>
                      <a:cubicBezTo>
                        <a:pt x="62382" y="30420"/>
                        <a:pt x="59644" y="18520"/>
                        <a:pt x="54167" y="10305"/>
                      </a:cubicBezTo>
                      <a:cubicBezTo>
                        <a:pt x="48690" y="2103"/>
                        <a:pt x="40759" y="-1998"/>
                        <a:pt x="30374" y="-1998"/>
                      </a:cubicBezTo>
                      <a:cubicBezTo>
                        <a:pt x="20003" y="-1998"/>
                        <a:pt x="12078" y="2103"/>
                        <a:pt x="6601" y="10305"/>
                      </a:cubicBezTo>
                      <a:cubicBezTo>
                        <a:pt x="1125" y="18520"/>
                        <a:pt x="-1614" y="30420"/>
                        <a:pt x="-1614" y="46004"/>
                      </a:cubicBezTo>
                      <a:cubicBezTo>
                        <a:pt x="-1614" y="61628"/>
                        <a:pt x="1125" y="73540"/>
                        <a:pt x="6601" y="81742"/>
                      </a:cubicBezTo>
                      <a:cubicBezTo>
                        <a:pt x="12078" y="89958"/>
                        <a:pt x="20003" y="94065"/>
                        <a:pt x="30374" y="9406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0" cap="flat">
                  <a:noFill/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37" name="Graphic 7">
              <a:extLst>
                <a:ext uri="{FF2B5EF4-FFF2-40B4-BE49-F238E27FC236}">
                  <a16:creationId xmlns:a16="http://schemas.microsoft.com/office/drawing/2014/main" id="{1BE76D4F-9A9E-FB87-98D8-D0535E5C6E67}"/>
                </a:ext>
              </a:extLst>
            </p:cNvPr>
            <p:cNvGrpSpPr/>
            <p:nvPr/>
          </p:nvGrpSpPr>
          <p:grpSpPr>
            <a:xfrm>
              <a:off x="7177579" y="4584679"/>
              <a:ext cx="143368" cy="187205"/>
              <a:chOff x="7177579" y="4584679"/>
              <a:chExt cx="143368" cy="187205"/>
            </a:xfrm>
          </p:grpSpPr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665AA4B3-26BF-943C-881F-63BD05C8A6F1}"/>
                  </a:ext>
                </a:extLst>
              </p:cNvPr>
              <p:cNvSpPr/>
              <p:nvPr/>
            </p:nvSpPr>
            <p:spPr>
              <a:xfrm>
                <a:off x="7248580" y="4584679"/>
                <a:ext cx="12700" cy="44450"/>
              </a:xfrm>
              <a:custGeom>
                <a:avLst/>
                <a:gdLst>
                  <a:gd name="csX0" fmla="*/ 499 w 12700"/>
                  <a:gd name="csY0" fmla="*/ 320 h 44450"/>
                  <a:gd name="csX1" fmla="*/ 499 w 12700"/>
                  <a:gd name="csY1" fmla="*/ 44770 h 444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44450">
                    <a:moveTo>
                      <a:pt x="499" y="320"/>
                    </a:moveTo>
                    <a:lnTo>
                      <a:pt x="499" y="44770"/>
                    </a:lnTo>
                  </a:path>
                </a:pathLst>
              </a:custGeom>
              <a:solidFill>
                <a:srgbClr val="FFFFFF"/>
              </a:solidFill>
              <a:ln w="1016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39" name="Graphic 7">
                <a:extLst>
                  <a:ext uri="{FF2B5EF4-FFF2-40B4-BE49-F238E27FC236}">
                    <a16:creationId xmlns:a16="http://schemas.microsoft.com/office/drawing/2014/main" id="{8E700E15-4538-5AA8-A204-6C3A6E0BDC3D}"/>
                  </a:ext>
                </a:extLst>
              </p:cNvPr>
              <p:cNvGrpSpPr/>
              <p:nvPr/>
            </p:nvGrpSpPr>
            <p:grpSpPr>
              <a:xfrm>
                <a:off x="7177579" y="4675821"/>
                <a:ext cx="143368" cy="96063"/>
                <a:chOff x="7177579" y="4675821"/>
                <a:chExt cx="143368" cy="96063"/>
              </a:xfrm>
              <a:solidFill>
                <a:srgbClr val="FFFFFF"/>
              </a:solidFill>
            </p:grpSpPr>
            <p:sp>
              <p:nvSpPr>
                <p:cNvPr id="40" name="Freeform: Shape 39">
                  <a:extLst>
                    <a:ext uri="{FF2B5EF4-FFF2-40B4-BE49-F238E27FC236}">
                      <a16:creationId xmlns:a16="http://schemas.microsoft.com/office/drawing/2014/main" id="{209CE7E9-D542-F688-AFAD-554994CEFA24}"/>
                    </a:ext>
                  </a:extLst>
                </p:cNvPr>
                <p:cNvSpPr/>
                <p:nvPr/>
              </p:nvSpPr>
              <p:spPr>
                <a:xfrm flipV="1">
                  <a:off x="7177579" y="4677488"/>
                  <a:ext cx="59908" cy="94396"/>
                </a:xfrm>
                <a:custGeom>
                  <a:avLst/>
                  <a:gdLst>
                    <a:gd name="csX0" fmla="*/ 2401 w 59908"/>
                    <a:gd name="csY0" fmla="*/ 92441 h 94396"/>
                    <a:gd name="csX1" fmla="*/ 51574 w 59908"/>
                    <a:gd name="csY1" fmla="*/ 92441 h 94396"/>
                    <a:gd name="csX2" fmla="*/ 51574 w 59908"/>
                    <a:gd name="csY2" fmla="*/ 81884 h 94396"/>
                    <a:gd name="csX3" fmla="*/ 13871 w 59908"/>
                    <a:gd name="csY3" fmla="*/ 81884 h 94396"/>
                    <a:gd name="csX4" fmla="*/ 13871 w 59908"/>
                    <a:gd name="csY4" fmla="*/ 59202 h 94396"/>
                    <a:gd name="csX5" fmla="*/ 19308 w 59908"/>
                    <a:gd name="csY5" fmla="*/ 60591 h 94396"/>
                    <a:gd name="csX6" fmla="*/ 24785 w 59908"/>
                    <a:gd name="csY6" fmla="*/ 61048 h 94396"/>
                    <a:gd name="csX7" fmla="*/ 49332 w 59908"/>
                    <a:gd name="csY7" fmla="*/ 52555 h 94396"/>
                    <a:gd name="csX8" fmla="*/ 58400 w 59908"/>
                    <a:gd name="csY8" fmla="*/ 29556 h 94396"/>
                    <a:gd name="csX9" fmla="*/ 49094 w 59908"/>
                    <a:gd name="csY9" fmla="*/ 6319 h 94396"/>
                    <a:gd name="csX10" fmla="*/ 22860 w 59908"/>
                    <a:gd name="csY10" fmla="*/ -1956 h 94396"/>
                    <a:gd name="csX11" fmla="*/ 10974 w 59908"/>
                    <a:gd name="csY11" fmla="*/ -964 h 94396"/>
                    <a:gd name="csX12" fmla="*/ -1508 w 59908"/>
                    <a:gd name="csY12" fmla="*/ 2013 h 94396"/>
                    <a:gd name="csX13" fmla="*/ -1508 w 59908"/>
                    <a:gd name="csY13" fmla="*/ 14613 h 94396"/>
                    <a:gd name="csX14" fmla="*/ 10021 w 59908"/>
                    <a:gd name="csY14" fmla="*/ 10089 h 94396"/>
                    <a:gd name="csX15" fmla="*/ 22602 w 59908"/>
                    <a:gd name="csY15" fmla="*/ 8601 h 94396"/>
                    <a:gd name="csX16" fmla="*/ 39588 w 59908"/>
                    <a:gd name="csY16" fmla="*/ 14236 h 94396"/>
                    <a:gd name="csX17" fmla="*/ 45859 w 59908"/>
                    <a:gd name="csY17" fmla="*/ 29556 h 94396"/>
                    <a:gd name="csX18" fmla="*/ 39588 w 59908"/>
                    <a:gd name="csY18" fmla="*/ 44855 h 94396"/>
                    <a:gd name="csX19" fmla="*/ 22602 w 59908"/>
                    <a:gd name="csY19" fmla="*/ 50511 h 94396"/>
                    <a:gd name="csX20" fmla="*/ 12581 w 59908"/>
                    <a:gd name="csY20" fmla="*/ 49400 h 94396"/>
                    <a:gd name="csX21" fmla="*/ 2401 w 59908"/>
                    <a:gd name="csY21" fmla="*/ 45927 h 94396"/>
                    <a:gd name="csX22" fmla="*/ 2401 w 59908"/>
                    <a:gd name="csY22" fmla="*/ 92441 h 9439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</a:cxnLst>
                  <a:rect l="l" t="t" r="r" b="b"/>
                  <a:pathLst>
                    <a:path w="59908" h="94396">
                      <a:moveTo>
                        <a:pt x="2401" y="92441"/>
                      </a:moveTo>
                      <a:lnTo>
                        <a:pt x="51574" y="92441"/>
                      </a:lnTo>
                      <a:lnTo>
                        <a:pt x="51574" y="81884"/>
                      </a:lnTo>
                      <a:lnTo>
                        <a:pt x="13871" y="81884"/>
                      </a:lnTo>
                      <a:lnTo>
                        <a:pt x="13871" y="59202"/>
                      </a:lnTo>
                      <a:cubicBezTo>
                        <a:pt x="15683" y="59824"/>
                        <a:pt x="17496" y="60287"/>
                        <a:pt x="19308" y="60591"/>
                      </a:cubicBezTo>
                      <a:cubicBezTo>
                        <a:pt x="21134" y="60896"/>
                        <a:pt x="22959" y="61048"/>
                        <a:pt x="24785" y="61048"/>
                      </a:cubicBezTo>
                      <a:cubicBezTo>
                        <a:pt x="35117" y="61048"/>
                        <a:pt x="43299" y="58217"/>
                        <a:pt x="49332" y="52555"/>
                      </a:cubicBezTo>
                      <a:cubicBezTo>
                        <a:pt x="55377" y="46893"/>
                        <a:pt x="58400" y="39226"/>
                        <a:pt x="58400" y="29556"/>
                      </a:cubicBezTo>
                      <a:cubicBezTo>
                        <a:pt x="58400" y="19594"/>
                        <a:pt x="55298" y="11849"/>
                        <a:pt x="49094" y="6319"/>
                      </a:cubicBezTo>
                      <a:cubicBezTo>
                        <a:pt x="42889" y="802"/>
                        <a:pt x="34145" y="-1956"/>
                        <a:pt x="22860" y="-1956"/>
                      </a:cubicBezTo>
                      <a:cubicBezTo>
                        <a:pt x="18971" y="-1956"/>
                        <a:pt x="15009" y="-1625"/>
                        <a:pt x="10974" y="-964"/>
                      </a:cubicBezTo>
                      <a:cubicBezTo>
                        <a:pt x="6952" y="-302"/>
                        <a:pt x="2792" y="690"/>
                        <a:pt x="-1508" y="2013"/>
                      </a:cubicBezTo>
                      <a:lnTo>
                        <a:pt x="-1508" y="14613"/>
                      </a:lnTo>
                      <a:cubicBezTo>
                        <a:pt x="2209" y="12589"/>
                        <a:pt x="6052" y="11081"/>
                        <a:pt x="10021" y="10089"/>
                      </a:cubicBezTo>
                      <a:cubicBezTo>
                        <a:pt x="13990" y="9097"/>
                        <a:pt x="18184" y="8601"/>
                        <a:pt x="22602" y="8601"/>
                      </a:cubicBezTo>
                      <a:cubicBezTo>
                        <a:pt x="29759" y="8601"/>
                        <a:pt x="35421" y="10479"/>
                        <a:pt x="39588" y="14236"/>
                      </a:cubicBezTo>
                      <a:cubicBezTo>
                        <a:pt x="43769" y="17994"/>
                        <a:pt x="45859" y="23100"/>
                        <a:pt x="45859" y="29556"/>
                      </a:cubicBezTo>
                      <a:cubicBezTo>
                        <a:pt x="45859" y="35998"/>
                        <a:pt x="43769" y="41098"/>
                        <a:pt x="39588" y="44855"/>
                      </a:cubicBezTo>
                      <a:cubicBezTo>
                        <a:pt x="35421" y="48626"/>
                        <a:pt x="29759" y="50511"/>
                        <a:pt x="22602" y="50511"/>
                      </a:cubicBezTo>
                      <a:cubicBezTo>
                        <a:pt x="19255" y="50511"/>
                        <a:pt x="15915" y="50140"/>
                        <a:pt x="12581" y="49400"/>
                      </a:cubicBezTo>
                      <a:cubicBezTo>
                        <a:pt x="9261" y="48659"/>
                        <a:pt x="5867" y="47501"/>
                        <a:pt x="2401" y="45927"/>
                      </a:cubicBezTo>
                      <a:lnTo>
                        <a:pt x="2401" y="9244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20" cap="flat">
                  <a:noFill/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" name="Freeform: Shape 40">
                  <a:extLst>
                    <a:ext uri="{FF2B5EF4-FFF2-40B4-BE49-F238E27FC236}">
                      <a16:creationId xmlns:a16="http://schemas.microsoft.com/office/drawing/2014/main" id="{4341CFC6-4086-9745-F04E-7A428646BDA4}"/>
                    </a:ext>
                  </a:extLst>
                </p:cNvPr>
                <p:cNvSpPr/>
                <p:nvPr/>
              </p:nvSpPr>
              <p:spPr>
                <a:xfrm flipV="1">
                  <a:off x="7256952" y="4675821"/>
                  <a:ext cx="63996" cy="96063"/>
                </a:xfrm>
                <a:custGeom>
                  <a:avLst/>
                  <a:gdLst>
                    <a:gd name="csX0" fmla="*/ 30456 w 63996"/>
                    <a:gd name="csY0" fmla="*/ 84144 h 96063"/>
                    <a:gd name="csX1" fmla="*/ 15910 w 63996"/>
                    <a:gd name="csY1" fmla="*/ 74619 h 96063"/>
                    <a:gd name="csX2" fmla="*/ 11048 w 63996"/>
                    <a:gd name="csY2" fmla="*/ 46004 h 96063"/>
                    <a:gd name="csX3" fmla="*/ 15910 w 63996"/>
                    <a:gd name="csY3" fmla="*/ 17449 h 96063"/>
                    <a:gd name="csX4" fmla="*/ 30456 w 63996"/>
                    <a:gd name="csY4" fmla="*/ 7924 h 96063"/>
                    <a:gd name="csX5" fmla="*/ 45061 w 63996"/>
                    <a:gd name="csY5" fmla="*/ 17449 h 96063"/>
                    <a:gd name="csX6" fmla="*/ 49942 w 63996"/>
                    <a:gd name="csY6" fmla="*/ 46004 h 96063"/>
                    <a:gd name="csX7" fmla="*/ 45061 w 63996"/>
                    <a:gd name="csY7" fmla="*/ 74619 h 96063"/>
                    <a:gd name="csX8" fmla="*/ 30456 w 63996"/>
                    <a:gd name="csY8" fmla="*/ 84144 h 96063"/>
                    <a:gd name="csX9" fmla="*/ 30456 w 63996"/>
                    <a:gd name="csY9" fmla="*/ 94065 h 96063"/>
                    <a:gd name="csX10" fmla="*/ 54248 w 63996"/>
                    <a:gd name="csY10" fmla="*/ 81742 h 96063"/>
                    <a:gd name="csX11" fmla="*/ 62464 w 63996"/>
                    <a:gd name="csY11" fmla="*/ 46004 h 96063"/>
                    <a:gd name="csX12" fmla="*/ 54248 w 63996"/>
                    <a:gd name="csY12" fmla="*/ 10305 h 96063"/>
                    <a:gd name="csX13" fmla="*/ 30456 w 63996"/>
                    <a:gd name="csY13" fmla="*/ -1998 h 96063"/>
                    <a:gd name="csX14" fmla="*/ 6683 w 63996"/>
                    <a:gd name="csY14" fmla="*/ 10305 h 96063"/>
                    <a:gd name="csX15" fmla="*/ -1533 w 63996"/>
                    <a:gd name="csY15" fmla="*/ 46004 h 96063"/>
                    <a:gd name="csX16" fmla="*/ 6683 w 63996"/>
                    <a:gd name="csY16" fmla="*/ 81742 h 96063"/>
                    <a:gd name="csX17" fmla="*/ 30456 w 63996"/>
                    <a:gd name="csY17" fmla="*/ 94065 h 9606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</a:cxnLst>
                  <a:rect l="l" t="t" r="r" b="b"/>
                  <a:pathLst>
                    <a:path w="63996" h="96063">
                      <a:moveTo>
                        <a:pt x="30456" y="84144"/>
                      </a:moveTo>
                      <a:cubicBezTo>
                        <a:pt x="24013" y="84144"/>
                        <a:pt x="19164" y="80969"/>
                        <a:pt x="15910" y="74619"/>
                      </a:cubicBezTo>
                      <a:cubicBezTo>
                        <a:pt x="12669" y="68282"/>
                        <a:pt x="11048" y="58744"/>
                        <a:pt x="11048" y="46004"/>
                      </a:cubicBezTo>
                      <a:cubicBezTo>
                        <a:pt x="11048" y="33317"/>
                        <a:pt x="12669" y="23799"/>
                        <a:pt x="15910" y="17449"/>
                      </a:cubicBezTo>
                      <a:cubicBezTo>
                        <a:pt x="19164" y="11099"/>
                        <a:pt x="24013" y="7924"/>
                        <a:pt x="30456" y="7924"/>
                      </a:cubicBezTo>
                      <a:cubicBezTo>
                        <a:pt x="36951" y="7924"/>
                        <a:pt x="41819" y="11099"/>
                        <a:pt x="45061" y="17449"/>
                      </a:cubicBezTo>
                      <a:cubicBezTo>
                        <a:pt x="48315" y="23799"/>
                        <a:pt x="49942" y="33317"/>
                        <a:pt x="49942" y="46004"/>
                      </a:cubicBezTo>
                      <a:cubicBezTo>
                        <a:pt x="49942" y="58744"/>
                        <a:pt x="48315" y="68282"/>
                        <a:pt x="45061" y="74619"/>
                      </a:cubicBezTo>
                      <a:cubicBezTo>
                        <a:pt x="41819" y="80969"/>
                        <a:pt x="36951" y="84144"/>
                        <a:pt x="30456" y="84144"/>
                      </a:cubicBezTo>
                      <a:close/>
                      <a:moveTo>
                        <a:pt x="30456" y="94065"/>
                      </a:moveTo>
                      <a:cubicBezTo>
                        <a:pt x="40840" y="94065"/>
                        <a:pt x="48771" y="89958"/>
                        <a:pt x="54248" y="81742"/>
                      </a:cubicBezTo>
                      <a:cubicBezTo>
                        <a:pt x="59725" y="73540"/>
                        <a:pt x="62464" y="61628"/>
                        <a:pt x="62464" y="46004"/>
                      </a:cubicBezTo>
                      <a:cubicBezTo>
                        <a:pt x="62464" y="30420"/>
                        <a:pt x="59725" y="18520"/>
                        <a:pt x="54248" y="10305"/>
                      </a:cubicBezTo>
                      <a:cubicBezTo>
                        <a:pt x="48771" y="2103"/>
                        <a:pt x="40840" y="-1998"/>
                        <a:pt x="30456" y="-1998"/>
                      </a:cubicBezTo>
                      <a:cubicBezTo>
                        <a:pt x="20084" y="-1998"/>
                        <a:pt x="12160" y="2103"/>
                        <a:pt x="6683" y="10305"/>
                      </a:cubicBezTo>
                      <a:cubicBezTo>
                        <a:pt x="1206" y="18520"/>
                        <a:pt x="-1533" y="30420"/>
                        <a:pt x="-1533" y="46004"/>
                      </a:cubicBezTo>
                      <a:cubicBezTo>
                        <a:pt x="-1533" y="61628"/>
                        <a:pt x="1206" y="73540"/>
                        <a:pt x="6683" y="81742"/>
                      </a:cubicBezTo>
                      <a:cubicBezTo>
                        <a:pt x="12160" y="89958"/>
                        <a:pt x="20084" y="94065"/>
                        <a:pt x="30456" y="9406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0" cap="flat">
                  <a:noFill/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42" name="Graphic 7">
              <a:extLst>
                <a:ext uri="{FF2B5EF4-FFF2-40B4-BE49-F238E27FC236}">
                  <a16:creationId xmlns:a16="http://schemas.microsoft.com/office/drawing/2014/main" id="{EA4669B7-9861-52B7-AB6A-0EB27812EF86}"/>
                </a:ext>
              </a:extLst>
            </p:cNvPr>
            <p:cNvGrpSpPr/>
            <p:nvPr/>
          </p:nvGrpSpPr>
          <p:grpSpPr>
            <a:xfrm>
              <a:off x="1880010" y="1064239"/>
              <a:ext cx="0" cy="3545839"/>
              <a:chOff x="1880010" y="1064239"/>
              <a:chExt cx="0" cy="3545839"/>
            </a:xfrm>
          </p:grpSpPr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676C232A-C4B6-E3CF-7EF1-248B1A389B14}"/>
                  </a:ext>
                </a:extLst>
              </p:cNvPr>
              <p:cNvSpPr/>
              <p:nvPr/>
            </p:nvSpPr>
            <p:spPr>
              <a:xfrm>
                <a:off x="1880010" y="1064239"/>
                <a:ext cx="12700" cy="3520439"/>
              </a:xfrm>
              <a:custGeom>
                <a:avLst/>
                <a:gdLst>
                  <a:gd name="csX0" fmla="*/ 0 w 12700"/>
                  <a:gd name="csY0" fmla="*/ 3520440 h 3520439"/>
                  <a:gd name="csX1" fmla="*/ 0 w 12700"/>
                  <a:gd name="csY1" fmla="*/ 0 h 35204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3520439">
                    <a:moveTo>
                      <a:pt x="0" y="3520440"/>
                    </a:moveTo>
                    <a:lnTo>
                      <a:pt x="0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10B44EC2-997F-26CE-402C-99BB714A8785}"/>
                  </a:ext>
                </a:extLst>
              </p:cNvPr>
              <p:cNvSpPr/>
              <p:nvPr/>
            </p:nvSpPr>
            <p:spPr>
              <a:xfrm>
                <a:off x="1880010" y="4584679"/>
                <a:ext cx="12700" cy="25400"/>
              </a:xfrm>
              <a:custGeom>
                <a:avLst/>
                <a:gdLst>
                  <a:gd name="csX0" fmla="*/ 76 w 12700"/>
                  <a:gd name="csY0" fmla="*/ 320 h 25400"/>
                  <a:gd name="csX1" fmla="*/ 76 w 12700"/>
                  <a:gd name="csY1" fmla="*/ 25720 h 25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25400">
                    <a:moveTo>
                      <a:pt x="76" y="320"/>
                    </a:moveTo>
                    <a:lnTo>
                      <a:pt x="76" y="25720"/>
                    </a:lnTo>
                  </a:path>
                </a:pathLst>
              </a:custGeom>
              <a:solidFill>
                <a:srgbClr val="FFFFFF"/>
              </a:solidFill>
              <a:ln w="762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5" name="Graphic 7">
              <a:extLst>
                <a:ext uri="{FF2B5EF4-FFF2-40B4-BE49-F238E27FC236}">
                  <a16:creationId xmlns:a16="http://schemas.microsoft.com/office/drawing/2014/main" id="{C09DFCDA-E81C-5F77-72F0-21F226F0A1A6}"/>
                </a:ext>
              </a:extLst>
            </p:cNvPr>
            <p:cNvGrpSpPr/>
            <p:nvPr/>
          </p:nvGrpSpPr>
          <p:grpSpPr>
            <a:xfrm>
              <a:off x="1983251" y="1064239"/>
              <a:ext cx="0" cy="3545839"/>
              <a:chOff x="1983251" y="1064239"/>
              <a:chExt cx="0" cy="3545839"/>
            </a:xfrm>
          </p:grpSpPr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07A5D1C8-AAD0-9B2B-CAC4-AEF432291E11}"/>
                  </a:ext>
                </a:extLst>
              </p:cNvPr>
              <p:cNvSpPr/>
              <p:nvPr/>
            </p:nvSpPr>
            <p:spPr>
              <a:xfrm>
                <a:off x="1983251" y="1064239"/>
                <a:ext cx="12700" cy="3520439"/>
              </a:xfrm>
              <a:custGeom>
                <a:avLst/>
                <a:gdLst>
                  <a:gd name="csX0" fmla="*/ 0 w 12700"/>
                  <a:gd name="csY0" fmla="*/ 3520440 h 3520439"/>
                  <a:gd name="csX1" fmla="*/ 0 w 12700"/>
                  <a:gd name="csY1" fmla="*/ 0 h 35204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3520439">
                    <a:moveTo>
                      <a:pt x="0" y="3520440"/>
                    </a:moveTo>
                    <a:lnTo>
                      <a:pt x="0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BE00332C-5F31-3EC7-2599-679A7F50BD15}"/>
                  </a:ext>
                </a:extLst>
              </p:cNvPr>
              <p:cNvSpPr/>
              <p:nvPr/>
            </p:nvSpPr>
            <p:spPr>
              <a:xfrm>
                <a:off x="1983251" y="4584679"/>
                <a:ext cx="12700" cy="25400"/>
              </a:xfrm>
              <a:custGeom>
                <a:avLst/>
                <a:gdLst>
                  <a:gd name="csX0" fmla="*/ 84 w 12700"/>
                  <a:gd name="csY0" fmla="*/ 320 h 25400"/>
                  <a:gd name="csX1" fmla="*/ 84 w 12700"/>
                  <a:gd name="csY1" fmla="*/ 25720 h 25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25400">
                    <a:moveTo>
                      <a:pt x="84" y="320"/>
                    </a:moveTo>
                    <a:lnTo>
                      <a:pt x="84" y="25720"/>
                    </a:lnTo>
                  </a:path>
                </a:pathLst>
              </a:custGeom>
              <a:solidFill>
                <a:srgbClr val="FFFFFF"/>
              </a:solidFill>
              <a:ln w="762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48" name="Graphic 7">
              <a:extLst>
                <a:ext uri="{FF2B5EF4-FFF2-40B4-BE49-F238E27FC236}">
                  <a16:creationId xmlns:a16="http://schemas.microsoft.com/office/drawing/2014/main" id="{1AEB7BC1-3E74-A58D-1941-7C0F93E1A0A3}"/>
                </a:ext>
              </a:extLst>
            </p:cNvPr>
            <p:cNvGrpSpPr/>
            <p:nvPr/>
          </p:nvGrpSpPr>
          <p:grpSpPr>
            <a:xfrm>
              <a:off x="2189735" y="1064239"/>
              <a:ext cx="0" cy="3545839"/>
              <a:chOff x="2189735" y="1064239"/>
              <a:chExt cx="0" cy="3545839"/>
            </a:xfrm>
          </p:grpSpPr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A5ACA003-B237-EDE7-E573-E6625509A421}"/>
                  </a:ext>
                </a:extLst>
              </p:cNvPr>
              <p:cNvSpPr/>
              <p:nvPr/>
            </p:nvSpPr>
            <p:spPr>
              <a:xfrm>
                <a:off x="2189735" y="1064239"/>
                <a:ext cx="12700" cy="3520439"/>
              </a:xfrm>
              <a:custGeom>
                <a:avLst/>
                <a:gdLst>
                  <a:gd name="csX0" fmla="*/ 0 w 12700"/>
                  <a:gd name="csY0" fmla="*/ 3520440 h 3520439"/>
                  <a:gd name="csX1" fmla="*/ 0 w 12700"/>
                  <a:gd name="csY1" fmla="*/ 0 h 35204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3520439">
                    <a:moveTo>
                      <a:pt x="0" y="3520440"/>
                    </a:moveTo>
                    <a:lnTo>
                      <a:pt x="0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961BCA10-AD5A-2320-8E9D-421EFFC0AA4E}"/>
                  </a:ext>
                </a:extLst>
              </p:cNvPr>
              <p:cNvSpPr/>
              <p:nvPr/>
            </p:nvSpPr>
            <p:spPr>
              <a:xfrm>
                <a:off x="2189735" y="4584679"/>
                <a:ext cx="12700" cy="25400"/>
              </a:xfrm>
              <a:custGeom>
                <a:avLst/>
                <a:gdLst>
                  <a:gd name="csX0" fmla="*/ 100 w 12700"/>
                  <a:gd name="csY0" fmla="*/ 320 h 25400"/>
                  <a:gd name="csX1" fmla="*/ 100 w 12700"/>
                  <a:gd name="csY1" fmla="*/ 25720 h 25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25400">
                    <a:moveTo>
                      <a:pt x="100" y="320"/>
                    </a:moveTo>
                    <a:lnTo>
                      <a:pt x="100" y="25720"/>
                    </a:lnTo>
                  </a:path>
                </a:pathLst>
              </a:custGeom>
              <a:solidFill>
                <a:srgbClr val="FFFFFF"/>
              </a:solidFill>
              <a:ln w="762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1" name="Graphic 7">
              <a:extLst>
                <a:ext uri="{FF2B5EF4-FFF2-40B4-BE49-F238E27FC236}">
                  <a16:creationId xmlns:a16="http://schemas.microsoft.com/office/drawing/2014/main" id="{C8BCBE48-1CCF-A416-60F5-210B48751A87}"/>
                </a:ext>
              </a:extLst>
            </p:cNvPr>
            <p:cNvGrpSpPr/>
            <p:nvPr/>
          </p:nvGrpSpPr>
          <p:grpSpPr>
            <a:xfrm>
              <a:off x="2292977" y="1064239"/>
              <a:ext cx="0" cy="3545839"/>
              <a:chOff x="2292977" y="1064239"/>
              <a:chExt cx="0" cy="3545839"/>
            </a:xfrm>
          </p:grpSpPr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133CD4CE-24FE-2CFF-14F1-AD12467E0DE3}"/>
                  </a:ext>
                </a:extLst>
              </p:cNvPr>
              <p:cNvSpPr/>
              <p:nvPr/>
            </p:nvSpPr>
            <p:spPr>
              <a:xfrm>
                <a:off x="2292977" y="1064239"/>
                <a:ext cx="12700" cy="3520439"/>
              </a:xfrm>
              <a:custGeom>
                <a:avLst/>
                <a:gdLst>
                  <a:gd name="csX0" fmla="*/ 0 w 12700"/>
                  <a:gd name="csY0" fmla="*/ 3520440 h 3520439"/>
                  <a:gd name="csX1" fmla="*/ 0 w 12700"/>
                  <a:gd name="csY1" fmla="*/ 0 h 35204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3520439">
                    <a:moveTo>
                      <a:pt x="0" y="3520440"/>
                    </a:moveTo>
                    <a:lnTo>
                      <a:pt x="0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E7F5177B-AD59-3EF9-3B9B-8ED5D0A0C94D}"/>
                  </a:ext>
                </a:extLst>
              </p:cNvPr>
              <p:cNvSpPr/>
              <p:nvPr/>
            </p:nvSpPr>
            <p:spPr>
              <a:xfrm>
                <a:off x="2292977" y="4584679"/>
                <a:ext cx="12700" cy="25400"/>
              </a:xfrm>
              <a:custGeom>
                <a:avLst/>
                <a:gdLst>
                  <a:gd name="csX0" fmla="*/ 109 w 12700"/>
                  <a:gd name="csY0" fmla="*/ 320 h 25400"/>
                  <a:gd name="csX1" fmla="*/ 109 w 12700"/>
                  <a:gd name="csY1" fmla="*/ 25720 h 25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25400">
                    <a:moveTo>
                      <a:pt x="109" y="320"/>
                    </a:moveTo>
                    <a:lnTo>
                      <a:pt x="109" y="25720"/>
                    </a:lnTo>
                  </a:path>
                </a:pathLst>
              </a:custGeom>
              <a:solidFill>
                <a:srgbClr val="FFFFFF"/>
              </a:solidFill>
              <a:ln w="762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4" name="Graphic 7">
              <a:extLst>
                <a:ext uri="{FF2B5EF4-FFF2-40B4-BE49-F238E27FC236}">
                  <a16:creationId xmlns:a16="http://schemas.microsoft.com/office/drawing/2014/main" id="{89043B5F-FF0D-0C0D-613A-DDDD4B8CF912}"/>
                </a:ext>
              </a:extLst>
            </p:cNvPr>
            <p:cNvGrpSpPr/>
            <p:nvPr/>
          </p:nvGrpSpPr>
          <p:grpSpPr>
            <a:xfrm>
              <a:off x="2396218" y="1064239"/>
              <a:ext cx="0" cy="3545839"/>
              <a:chOff x="2396218" y="1064239"/>
              <a:chExt cx="0" cy="3545839"/>
            </a:xfrm>
          </p:grpSpPr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92068871-7741-9C28-4734-E3A827DB31E1}"/>
                  </a:ext>
                </a:extLst>
              </p:cNvPr>
              <p:cNvSpPr/>
              <p:nvPr/>
            </p:nvSpPr>
            <p:spPr>
              <a:xfrm>
                <a:off x="2396218" y="1064239"/>
                <a:ext cx="12700" cy="3520439"/>
              </a:xfrm>
              <a:custGeom>
                <a:avLst/>
                <a:gdLst>
                  <a:gd name="csX0" fmla="*/ 0 w 12700"/>
                  <a:gd name="csY0" fmla="*/ 3520440 h 3520439"/>
                  <a:gd name="csX1" fmla="*/ 0 w 12700"/>
                  <a:gd name="csY1" fmla="*/ 0 h 35204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3520439">
                    <a:moveTo>
                      <a:pt x="0" y="3520440"/>
                    </a:moveTo>
                    <a:lnTo>
                      <a:pt x="0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91025D97-0924-89B9-A52F-E312ABD932D6}"/>
                  </a:ext>
                </a:extLst>
              </p:cNvPr>
              <p:cNvSpPr/>
              <p:nvPr/>
            </p:nvSpPr>
            <p:spPr>
              <a:xfrm>
                <a:off x="2396218" y="4584679"/>
                <a:ext cx="12700" cy="25400"/>
              </a:xfrm>
              <a:custGeom>
                <a:avLst/>
                <a:gdLst>
                  <a:gd name="csX0" fmla="*/ 117 w 12700"/>
                  <a:gd name="csY0" fmla="*/ 320 h 25400"/>
                  <a:gd name="csX1" fmla="*/ 117 w 12700"/>
                  <a:gd name="csY1" fmla="*/ 25720 h 25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25400">
                    <a:moveTo>
                      <a:pt x="117" y="320"/>
                    </a:moveTo>
                    <a:lnTo>
                      <a:pt x="117" y="25720"/>
                    </a:lnTo>
                  </a:path>
                </a:pathLst>
              </a:custGeom>
              <a:solidFill>
                <a:srgbClr val="FFFFFF"/>
              </a:solidFill>
              <a:ln w="762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7" name="Graphic 7">
              <a:extLst>
                <a:ext uri="{FF2B5EF4-FFF2-40B4-BE49-F238E27FC236}">
                  <a16:creationId xmlns:a16="http://schemas.microsoft.com/office/drawing/2014/main" id="{455ED471-9782-048C-8B4C-E813C2900FB8}"/>
                </a:ext>
              </a:extLst>
            </p:cNvPr>
            <p:cNvGrpSpPr/>
            <p:nvPr/>
          </p:nvGrpSpPr>
          <p:grpSpPr>
            <a:xfrm>
              <a:off x="2499460" y="1064239"/>
              <a:ext cx="0" cy="3545839"/>
              <a:chOff x="2499460" y="1064239"/>
              <a:chExt cx="0" cy="3545839"/>
            </a:xfrm>
          </p:grpSpPr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9ED8C397-C49F-CE17-03E5-72E923973856}"/>
                  </a:ext>
                </a:extLst>
              </p:cNvPr>
              <p:cNvSpPr/>
              <p:nvPr/>
            </p:nvSpPr>
            <p:spPr>
              <a:xfrm>
                <a:off x="2499460" y="1064239"/>
                <a:ext cx="12700" cy="3520439"/>
              </a:xfrm>
              <a:custGeom>
                <a:avLst/>
                <a:gdLst>
                  <a:gd name="csX0" fmla="*/ 0 w 12700"/>
                  <a:gd name="csY0" fmla="*/ 3520440 h 3520439"/>
                  <a:gd name="csX1" fmla="*/ 0 w 12700"/>
                  <a:gd name="csY1" fmla="*/ 0 h 35204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3520439">
                    <a:moveTo>
                      <a:pt x="0" y="3520440"/>
                    </a:moveTo>
                    <a:lnTo>
                      <a:pt x="0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8B69E958-D71A-57AA-3F8A-B756A83A7B24}"/>
                  </a:ext>
                </a:extLst>
              </p:cNvPr>
              <p:cNvSpPr/>
              <p:nvPr/>
            </p:nvSpPr>
            <p:spPr>
              <a:xfrm>
                <a:off x="2499460" y="4584679"/>
                <a:ext cx="12700" cy="25400"/>
              </a:xfrm>
              <a:custGeom>
                <a:avLst/>
                <a:gdLst>
                  <a:gd name="csX0" fmla="*/ 125 w 12700"/>
                  <a:gd name="csY0" fmla="*/ 320 h 25400"/>
                  <a:gd name="csX1" fmla="*/ 125 w 12700"/>
                  <a:gd name="csY1" fmla="*/ 25720 h 25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25400">
                    <a:moveTo>
                      <a:pt x="125" y="320"/>
                    </a:moveTo>
                    <a:lnTo>
                      <a:pt x="125" y="25720"/>
                    </a:lnTo>
                  </a:path>
                </a:pathLst>
              </a:custGeom>
              <a:solidFill>
                <a:srgbClr val="FFFFFF"/>
              </a:solidFill>
              <a:ln w="762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0" name="Graphic 7">
              <a:extLst>
                <a:ext uri="{FF2B5EF4-FFF2-40B4-BE49-F238E27FC236}">
                  <a16:creationId xmlns:a16="http://schemas.microsoft.com/office/drawing/2014/main" id="{FED4E4A2-32B2-0ECE-71D5-708214DDBAFA}"/>
                </a:ext>
              </a:extLst>
            </p:cNvPr>
            <p:cNvGrpSpPr/>
            <p:nvPr/>
          </p:nvGrpSpPr>
          <p:grpSpPr>
            <a:xfrm>
              <a:off x="2602702" y="1064239"/>
              <a:ext cx="0" cy="3545839"/>
              <a:chOff x="2602702" y="1064239"/>
              <a:chExt cx="0" cy="3545839"/>
            </a:xfrm>
          </p:grpSpPr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C7AC5AAE-7B76-E54C-325F-3B09E6C54960}"/>
                  </a:ext>
                </a:extLst>
              </p:cNvPr>
              <p:cNvSpPr/>
              <p:nvPr/>
            </p:nvSpPr>
            <p:spPr>
              <a:xfrm>
                <a:off x="2602702" y="1064239"/>
                <a:ext cx="12700" cy="3520439"/>
              </a:xfrm>
              <a:custGeom>
                <a:avLst/>
                <a:gdLst>
                  <a:gd name="csX0" fmla="*/ 0 w 12700"/>
                  <a:gd name="csY0" fmla="*/ 3520440 h 3520439"/>
                  <a:gd name="csX1" fmla="*/ 0 w 12700"/>
                  <a:gd name="csY1" fmla="*/ 0 h 35204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3520439">
                    <a:moveTo>
                      <a:pt x="0" y="3520440"/>
                    </a:moveTo>
                    <a:lnTo>
                      <a:pt x="0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AB8339F8-F11E-A7F7-AD42-E7E3747ABE6B}"/>
                  </a:ext>
                </a:extLst>
              </p:cNvPr>
              <p:cNvSpPr/>
              <p:nvPr/>
            </p:nvSpPr>
            <p:spPr>
              <a:xfrm>
                <a:off x="2602702" y="4584679"/>
                <a:ext cx="12700" cy="25400"/>
              </a:xfrm>
              <a:custGeom>
                <a:avLst/>
                <a:gdLst>
                  <a:gd name="csX0" fmla="*/ 133 w 12700"/>
                  <a:gd name="csY0" fmla="*/ 320 h 25400"/>
                  <a:gd name="csX1" fmla="*/ 133 w 12700"/>
                  <a:gd name="csY1" fmla="*/ 25720 h 25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25400">
                    <a:moveTo>
                      <a:pt x="133" y="320"/>
                    </a:moveTo>
                    <a:lnTo>
                      <a:pt x="133" y="25720"/>
                    </a:lnTo>
                  </a:path>
                </a:pathLst>
              </a:custGeom>
              <a:solidFill>
                <a:srgbClr val="FFFFFF"/>
              </a:solidFill>
              <a:ln w="762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3" name="Graphic 7">
              <a:extLst>
                <a:ext uri="{FF2B5EF4-FFF2-40B4-BE49-F238E27FC236}">
                  <a16:creationId xmlns:a16="http://schemas.microsoft.com/office/drawing/2014/main" id="{48236AD5-F524-DB09-3F6D-61FF16E36138}"/>
                </a:ext>
              </a:extLst>
            </p:cNvPr>
            <p:cNvGrpSpPr/>
            <p:nvPr/>
          </p:nvGrpSpPr>
          <p:grpSpPr>
            <a:xfrm>
              <a:off x="2705944" y="1064239"/>
              <a:ext cx="0" cy="3545839"/>
              <a:chOff x="2705944" y="1064239"/>
              <a:chExt cx="0" cy="3545839"/>
            </a:xfrm>
          </p:grpSpPr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5F0719C8-53FA-977B-BCA6-C2F252890758}"/>
                  </a:ext>
                </a:extLst>
              </p:cNvPr>
              <p:cNvSpPr/>
              <p:nvPr/>
            </p:nvSpPr>
            <p:spPr>
              <a:xfrm>
                <a:off x="2705944" y="1064239"/>
                <a:ext cx="12700" cy="3520439"/>
              </a:xfrm>
              <a:custGeom>
                <a:avLst/>
                <a:gdLst>
                  <a:gd name="csX0" fmla="*/ 0 w 12700"/>
                  <a:gd name="csY0" fmla="*/ 3520440 h 3520439"/>
                  <a:gd name="csX1" fmla="*/ 0 w 12700"/>
                  <a:gd name="csY1" fmla="*/ 0 h 35204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3520439">
                    <a:moveTo>
                      <a:pt x="0" y="3520440"/>
                    </a:moveTo>
                    <a:lnTo>
                      <a:pt x="0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CF2F00EE-0FCB-FEB8-59F8-58DA3A2B1187}"/>
                  </a:ext>
                </a:extLst>
              </p:cNvPr>
              <p:cNvSpPr/>
              <p:nvPr/>
            </p:nvSpPr>
            <p:spPr>
              <a:xfrm>
                <a:off x="2705944" y="4584679"/>
                <a:ext cx="12700" cy="25400"/>
              </a:xfrm>
              <a:custGeom>
                <a:avLst/>
                <a:gdLst>
                  <a:gd name="csX0" fmla="*/ 141 w 12700"/>
                  <a:gd name="csY0" fmla="*/ 320 h 25400"/>
                  <a:gd name="csX1" fmla="*/ 141 w 12700"/>
                  <a:gd name="csY1" fmla="*/ 25720 h 25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25400">
                    <a:moveTo>
                      <a:pt x="141" y="320"/>
                    </a:moveTo>
                    <a:lnTo>
                      <a:pt x="141" y="25720"/>
                    </a:lnTo>
                  </a:path>
                </a:pathLst>
              </a:custGeom>
              <a:solidFill>
                <a:srgbClr val="FFFFFF"/>
              </a:solidFill>
              <a:ln w="762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6" name="Graphic 7">
              <a:extLst>
                <a:ext uri="{FF2B5EF4-FFF2-40B4-BE49-F238E27FC236}">
                  <a16:creationId xmlns:a16="http://schemas.microsoft.com/office/drawing/2014/main" id="{11523088-3FBC-13F2-B45F-6F71A11066AC}"/>
                </a:ext>
              </a:extLst>
            </p:cNvPr>
            <p:cNvGrpSpPr/>
            <p:nvPr/>
          </p:nvGrpSpPr>
          <p:grpSpPr>
            <a:xfrm>
              <a:off x="2809185" y="1064239"/>
              <a:ext cx="0" cy="3545839"/>
              <a:chOff x="2809185" y="1064239"/>
              <a:chExt cx="0" cy="3545839"/>
            </a:xfrm>
          </p:grpSpPr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553C1956-E36D-29DA-555F-88A605B8767D}"/>
                  </a:ext>
                </a:extLst>
              </p:cNvPr>
              <p:cNvSpPr/>
              <p:nvPr/>
            </p:nvSpPr>
            <p:spPr>
              <a:xfrm>
                <a:off x="2809185" y="1064239"/>
                <a:ext cx="12700" cy="3520439"/>
              </a:xfrm>
              <a:custGeom>
                <a:avLst/>
                <a:gdLst>
                  <a:gd name="csX0" fmla="*/ 0 w 12700"/>
                  <a:gd name="csY0" fmla="*/ 3520440 h 3520439"/>
                  <a:gd name="csX1" fmla="*/ 0 w 12700"/>
                  <a:gd name="csY1" fmla="*/ 0 h 35204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3520439">
                    <a:moveTo>
                      <a:pt x="0" y="3520440"/>
                    </a:moveTo>
                    <a:lnTo>
                      <a:pt x="0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90E4EEF6-D335-18D1-070F-A16C21B62142}"/>
                  </a:ext>
                </a:extLst>
              </p:cNvPr>
              <p:cNvSpPr/>
              <p:nvPr/>
            </p:nvSpPr>
            <p:spPr>
              <a:xfrm>
                <a:off x="2809185" y="4584679"/>
                <a:ext cx="12700" cy="25400"/>
              </a:xfrm>
              <a:custGeom>
                <a:avLst/>
                <a:gdLst>
                  <a:gd name="csX0" fmla="*/ 149 w 12700"/>
                  <a:gd name="csY0" fmla="*/ 320 h 25400"/>
                  <a:gd name="csX1" fmla="*/ 149 w 12700"/>
                  <a:gd name="csY1" fmla="*/ 25720 h 25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25400">
                    <a:moveTo>
                      <a:pt x="149" y="320"/>
                    </a:moveTo>
                    <a:lnTo>
                      <a:pt x="149" y="25720"/>
                    </a:lnTo>
                  </a:path>
                </a:pathLst>
              </a:custGeom>
              <a:solidFill>
                <a:srgbClr val="FFFFFF"/>
              </a:solidFill>
              <a:ln w="762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69" name="Graphic 7">
              <a:extLst>
                <a:ext uri="{FF2B5EF4-FFF2-40B4-BE49-F238E27FC236}">
                  <a16:creationId xmlns:a16="http://schemas.microsoft.com/office/drawing/2014/main" id="{A4276F0C-E2D9-5EE7-A5BC-4745719D3BA1}"/>
                </a:ext>
              </a:extLst>
            </p:cNvPr>
            <p:cNvGrpSpPr/>
            <p:nvPr/>
          </p:nvGrpSpPr>
          <p:grpSpPr>
            <a:xfrm>
              <a:off x="2912427" y="1064239"/>
              <a:ext cx="0" cy="3545839"/>
              <a:chOff x="2912427" y="1064239"/>
              <a:chExt cx="0" cy="3545839"/>
            </a:xfrm>
          </p:grpSpPr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05D0DC49-2AD2-29E2-DEA7-DA595A5509E0}"/>
                  </a:ext>
                </a:extLst>
              </p:cNvPr>
              <p:cNvSpPr/>
              <p:nvPr/>
            </p:nvSpPr>
            <p:spPr>
              <a:xfrm>
                <a:off x="2912427" y="1064239"/>
                <a:ext cx="12700" cy="3520439"/>
              </a:xfrm>
              <a:custGeom>
                <a:avLst/>
                <a:gdLst>
                  <a:gd name="csX0" fmla="*/ 0 w 12700"/>
                  <a:gd name="csY0" fmla="*/ 3520440 h 3520439"/>
                  <a:gd name="csX1" fmla="*/ 0 w 12700"/>
                  <a:gd name="csY1" fmla="*/ 0 h 35204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3520439">
                    <a:moveTo>
                      <a:pt x="0" y="3520440"/>
                    </a:moveTo>
                    <a:lnTo>
                      <a:pt x="0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8A0602AD-6CCE-5674-E5D0-926144A0FCE8}"/>
                  </a:ext>
                </a:extLst>
              </p:cNvPr>
              <p:cNvSpPr/>
              <p:nvPr/>
            </p:nvSpPr>
            <p:spPr>
              <a:xfrm>
                <a:off x="2912427" y="4584679"/>
                <a:ext cx="12700" cy="25400"/>
              </a:xfrm>
              <a:custGeom>
                <a:avLst/>
                <a:gdLst>
                  <a:gd name="csX0" fmla="*/ 157 w 12700"/>
                  <a:gd name="csY0" fmla="*/ 320 h 25400"/>
                  <a:gd name="csX1" fmla="*/ 157 w 12700"/>
                  <a:gd name="csY1" fmla="*/ 25720 h 25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25400">
                    <a:moveTo>
                      <a:pt x="157" y="320"/>
                    </a:moveTo>
                    <a:lnTo>
                      <a:pt x="157" y="25720"/>
                    </a:lnTo>
                  </a:path>
                </a:pathLst>
              </a:custGeom>
              <a:solidFill>
                <a:srgbClr val="FFFFFF"/>
              </a:solidFill>
              <a:ln w="762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2" name="Graphic 7">
              <a:extLst>
                <a:ext uri="{FF2B5EF4-FFF2-40B4-BE49-F238E27FC236}">
                  <a16:creationId xmlns:a16="http://schemas.microsoft.com/office/drawing/2014/main" id="{C153393A-D4A4-28F1-DB2A-51AF38AF3DC3}"/>
                </a:ext>
              </a:extLst>
            </p:cNvPr>
            <p:cNvGrpSpPr/>
            <p:nvPr/>
          </p:nvGrpSpPr>
          <p:grpSpPr>
            <a:xfrm>
              <a:off x="3015669" y="1064239"/>
              <a:ext cx="0" cy="3545839"/>
              <a:chOff x="3015669" y="1064239"/>
              <a:chExt cx="0" cy="3545839"/>
            </a:xfrm>
          </p:grpSpPr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73BD674A-43AF-9816-F562-20F7A1CDDEC6}"/>
                  </a:ext>
                </a:extLst>
              </p:cNvPr>
              <p:cNvSpPr/>
              <p:nvPr/>
            </p:nvSpPr>
            <p:spPr>
              <a:xfrm>
                <a:off x="3015669" y="1064239"/>
                <a:ext cx="12700" cy="3520439"/>
              </a:xfrm>
              <a:custGeom>
                <a:avLst/>
                <a:gdLst>
                  <a:gd name="csX0" fmla="*/ 0 w 12700"/>
                  <a:gd name="csY0" fmla="*/ 3520440 h 3520439"/>
                  <a:gd name="csX1" fmla="*/ 0 w 12700"/>
                  <a:gd name="csY1" fmla="*/ 0 h 35204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3520439">
                    <a:moveTo>
                      <a:pt x="0" y="3520440"/>
                    </a:moveTo>
                    <a:lnTo>
                      <a:pt x="0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B805BE04-4394-9438-3813-F5731A08D10B}"/>
                  </a:ext>
                </a:extLst>
              </p:cNvPr>
              <p:cNvSpPr/>
              <p:nvPr/>
            </p:nvSpPr>
            <p:spPr>
              <a:xfrm>
                <a:off x="3015669" y="4584679"/>
                <a:ext cx="12700" cy="25400"/>
              </a:xfrm>
              <a:custGeom>
                <a:avLst/>
                <a:gdLst>
                  <a:gd name="csX0" fmla="*/ 165 w 12700"/>
                  <a:gd name="csY0" fmla="*/ 320 h 25400"/>
                  <a:gd name="csX1" fmla="*/ 165 w 12700"/>
                  <a:gd name="csY1" fmla="*/ 25720 h 25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25400">
                    <a:moveTo>
                      <a:pt x="165" y="320"/>
                    </a:moveTo>
                    <a:lnTo>
                      <a:pt x="165" y="25720"/>
                    </a:lnTo>
                  </a:path>
                </a:pathLst>
              </a:custGeom>
              <a:solidFill>
                <a:srgbClr val="FFFFFF"/>
              </a:solidFill>
              <a:ln w="762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5" name="Graphic 7">
              <a:extLst>
                <a:ext uri="{FF2B5EF4-FFF2-40B4-BE49-F238E27FC236}">
                  <a16:creationId xmlns:a16="http://schemas.microsoft.com/office/drawing/2014/main" id="{48C81EA1-72E7-C3C9-8EE9-A5D8412FAF09}"/>
                </a:ext>
              </a:extLst>
            </p:cNvPr>
            <p:cNvGrpSpPr/>
            <p:nvPr/>
          </p:nvGrpSpPr>
          <p:grpSpPr>
            <a:xfrm>
              <a:off x="3222152" y="1064239"/>
              <a:ext cx="0" cy="3545839"/>
              <a:chOff x="3222152" y="1064239"/>
              <a:chExt cx="0" cy="3545839"/>
            </a:xfrm>
          </p:grpSpPr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38576E9E-3DDC-1504-1640-6844A9CBA961}"/>
                  </a:ext>
                </a:extLst>
              </p:cNvPr>
              <p:cNvSpPr/>
              <p:nvPr/>
            </p:nvSpPr>
            <p:spPr>
              <a:xfrm>
                <a:off x="3222152" y="1064239"/>
                <a:ext cx="12700" cy="3520439"/>
              </a:xfrm>
              <a:custGeom>
                <a:avLst/>
                <a:gdLst>
                  <a:gd name="csX0" fmla="*/ 0 w 12700"/>
                  <a:gd name="csY0" fmla="*/ 3520440 h 3520439"/>
                  <a:gd name="csX1" fmla="*/ 0 w 12700"/>
                  <a:gd name="csY1" fmla="*/ 0 h 35204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3520439">
                    <a:moveTo>
                      <a:pt x="0" y="3520440"/>
                    </a:moveTo>
                    <a:lnTo>
                      <a:pt x="0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9DADF599-F9B0-F1F8-A91C-FA8F7FBEC3F1}"/>
                  </a:ext>
                </a:extLst>
              </p:cNvPr>
              <p:cNvSpPr/>
              <p:nvPr/>
            </p:nvSpPr>
            <p:spPr>
              <a:xfrm>
                <a:off x="3222152" y="4584679"/>
                <a:ext cx="12700" cy="25400"/>
              </a:xfrm>
              <a:custGeom>
                <a:avLst/>
                <a:gdLst>
                  <a:gd name="csX0" fmla="*/ 182 w 12700"/>
                  <a:gd name="csY0" fmla="*/ 320 h 25400"/>
                  <a:gd name="csX1" fmla="*/ 182 w 12700"/>
                  <a:gd name="csY1" fmla="*/ 25720 h 25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25400">
                    <a:moveTo>
                      <a:pt x="182" y="320"/>
                    </a:moveTo>
                    <a:lnTo>
                      <a:pt x="182" y="25720"/>
                    </a:lnTo>
                  </a:path>
                </a:pathLst>
              </a:custGeom>
              <a:solidFill>
                <a:srgbClr val="FFFFFF"/>
              </a:solidFill>
              <a:ln w="762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8" name="Graphic 7">
              <a:extLst>
                <a:ext uri="{FF2B5EF4-FFF2-40B4-BE49-F238E27FC236}">
                  <a16:creationId xmlns:a16="http://schemas.microsoft.com/office/drawing/2014/main" id="{20E35F71-1FF5-338C-B0E2-FC82FF82143E}"/>
                </a:ext>
              </a:extLst>
            </p:cNvPr>
            <p:cNvGrpSpPr/>
            <p:nvPr/>
          </p:nvGrpSpPr>
          <p:grpSpPr>
            <a:xfrm>
              <a:off x="3325394" y="1064239"/>
              <a:ext cx="0" cy="3545839"/>
              <a:chOff x="3325394" y="1064239"/>
              <a:chExt cx="0" cy="3545839"/>
            </a:xfrm>
          </p:grpSpPr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B038307B-74E4-5649-7708-A9AA99DEA71F}"/>
                  </a:ext>
                </a:extLst>
              </p:cNvPr>
              <p:cNvSpPr/>
              <p:nvPr/>
            </p:nvSpPr>
            <p:spPr>
              <a:xfrm>
                <a:off x="3325394" y="1064239"/>
                <a:ext cx="12700" cy="3520439"/>
              </a:xfrm>
              <a:custGeom>
                <a:avLst/>
                <a:gdLst>
                  <a:gd name="csX0" fmla="*/ 0 w 12700"/>
                  <a:gd name="csY0" fmla="*/ 3520440 h 3520439"/>
                  <a:gd name="csX1" fmla="*/ 0 w 12700"/>
                  <a:gd name="csY1" fmla="*/ 0 h 35204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3520439">
                    <a:moveTo>
                      <a:pt x="0" y="3520440"/>
                    </a:moveTo>
                    <a:lnTo>
                      <a:pt x="0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471ACA6F-D015-028C-4977-89514A54063D}"/>
                  </a:ext>
                </a:extLst>
              </p:cNvPr>
              <p:cNvSpPr/>
              <p:nvPr/>
            </p:nvSpPr>
            <p:spPr>
              <a:xfrm>
                <a:off x="3325394" y="4584679"/>
                <a:ext cx="12700" cy="25400"/>
              </a:xfrm>
              <a:custGeom>
                <a:avLst/>
                <a:gdLst>
                  <a:gd name="csX0" fmla="*/ 190 w 12700"/>
                  <a:gd name="csY0" fmla="*/ 320 h 25400"/>
                  <a:gd name="csX1" fmla="*/ 190 w 12700"/>
                  <a:gd name="csY1" fmla="*/ 25720 h 25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25400">
                    <a:moveTo>
                      <a:pt x="190" y="320"/>
                    </a:moveTo>
                    <a:lnTo>
                      <a:pt x="190" y="25720"/>
                    </a:lnTo>
                  </a:path>
                </a:pathLst>
              </a:custGeom>
              <a:solidFill>
                <a:srgbClr val="FFFFFF"/>
              </a:solidFill>
              <a:ln w="762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1" name="Graphic 7">
              <a:extLst>
                <a:ext uri="{FF2B5EF4-FFF2-40B4-BE49-F238E27FC236}">
                  <a16:creationId xmlns:a16="http://schemas.microsoft.com/office/drawing/2014/main" id="{052DDEA3-5DFF-9E7E-D87D-15E2A9DFE47A}"/>
                </a:ext>
              </a:extLst>
            </p:cNvPr>
            <p:cNvGrpSpPr/>
            <p:nvPr/>
          </p:nvGrpSpPr>
          <p:grpSpPr>
            <a:xfrm>
              <a:off x="3428636" y="1064239"/>
              <a:ext cx="0" cy="3545839"/>
              <a:chOff x="3428636" y="1064239"/>
              <a:chExt cx="0" cy="3545839"/>
            </a:xfrm>
          </p:grpSpPr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C8360431-3337-2AE2-6F04-9201CBDB513B}"/>
                  </a:ext>
                </a:extLst>
              </p:cNvPr>
              <p:cNvSpPr/>
              <p:nvPr/>
            </p:nvSpPr>
            <p:spPr>
              <a:xfrm>
                <a:off x="3428636" y="1064239"/>
                <a:ext cx="12700" cy="3520439"/>
              </a:xfrm>
              <a:custGeom>
                <a:avLst/>
                <a:gdLst>
                  <a:gd name="csX0" fmla="*/ 0 w 12700"/>
                  <a:gd name="csY0" fmla="*/ 3520440 h 3520439"/>
                  <a:gd name="csX1" fmla="*/ 0 w 12700"/>
                  <a:gd name="csY1" fmla="*/ 0 h 35204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3520439">
                    <a:moveTo>
                      <a:pt x="0" y="3520440"/>
                    </a:moveTo>
                    <a:lnTo>
                      <a:pt x="0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8CE16C80-6B3A-5EB3-D220-92E2D2A637B3}"/>
                  </a:ext>
                </a:extLst>
              </p:cNvPr>
              <p:cNvSpPr/>
              <p:nvPr/>
            </p:nvSpPr>
            <p:spPr>
              <a:xfrm>
                <a:off x="3428636" y="4584679"/>
                <a:ext cx="12700" cy="25400"/>
              </a:xfrm>
              <a:custGeom>
                <a:avLst/>
                <a:gdLst>
                  <a:gd name="csX0" fmla="*/ 198 w 12700"/>
                  <a:gd name="csY0" fmla="*/ 320 h 25400"/>
                  <a:gd name="csX1" fmla="*/ 198 w 12700"/>
                  <a:gd name="csY1" fmla="*/ 25720 h 25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25400">
                    <a:moveTo>
                      <a:pt x="198" y="320"/>
                    </a:moveTo>
                    <a:lnTo>
                      <a:pt x="198" y="25720"/>
                    </a:lnTo>
                  </a:path>
                </a:pathLst>
              </a:custGeom>
              <a:solidFill>
                <a:srgbClr val="FFFFFF"/>
              </a:solidFill>
              <a:ln w="762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4" name="Graphic 7">
              <a:extLst>
                <a:ext uri="{FF2B5EF4-FFF2-40B4-BE49-F238E27FC236}">
                  <a16:creationId xmlns:a16="http://schemas.microsoft.com/office/drawing/2014/main" id="{D42CB4BA-23E2-1C8A-62BA-FDCBD3597677}"/>
                </a:ext>
              </a:extLst>
            </p:cNvPr>
            <p:cNvGrpSpPr/>
            <p:nvPr/>
          </p:nvGrpSpPr>
          <p:grpSpPr>
            <a:xfrm>
              <a:off x="3531877" y="1064239"/>
              <a:ext cx="0" cy="3545839"/>
              <a:chOff x="3531877" y="1064239"/>
              <a:chExt cx="0" cy="3545839"/>
            </a:xfrm>
          </p:grpSpPr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E7F86A18-9241-4FCA-331E-2C3EA5F5199B}"/>
                  </a:ext>
                </a:extLst>
              </p:cNvPr>
              <p:cNvSpPr/>
              <p:nvPr/>
            </p:nvSpPr>
            <p:spPr>
              <a:xfrm>
                <a:off x="3531877" y="1064239"/>
                <a:ext cx="12700" cy="3520439"/>
              </a:xfrm>
              <a:custGeom>
                <a:avLst/>
                <a:gdLst>
                  <a:gd name="csX0" fmla="*/ 0 w 12700"/>
                  <a:gd name="csY0" fmla="*/ 3520440 h 3520439"/>
                  <a:gd name="csX1" fmla="*/ 0 w 12700"/>
                  <a:gd name="csY1" fmla="*/ 0 h 35204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3520439">
                    <a:moveTo>
                      <a:pt x="0" y="3520440"/>
                    </a:moveTo>
                    <a:lnTo>
                      <a:pt x="0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4788DE1B-0A15-EA5E-8726-055B0EFE65C8}"/>
                  </a:ext>
                </a:extLst>
              </p:cNvPr>
              <p:cNvSpPr/>
              <p:nvPr/>
            </p:nvSpPr>
            <p:spPr>
              <a:xfrm>
                <a:off x="3531878" y="4584679"/>
                <a:ext cx="12700" cy="25400"/>
              </a:xfrm>
              <a:custGeom>
                <a:avLst/>
                <a:gdLst>
                  <a:gd name="csX0" fmla="*/ 206 w 12700"/>
                  <a:gd name="csY0" fmla="*/ 320 h 25400"/>
                  <a:gd name="csX1" fmla="*/ 206 w 12700"/>
                  <a:gd name="csY1" fmla="*/ 25720 h 25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25400">
                    <a:moveTo>
                      <a:pt x="206" y="320"/>
                    </a:moveTo>
                    <a:lnTo>
                      <a:pt x="206" y="25720"/>
                    </a:lnTo>
                  </a:path>
                </a:pathLst>
              </a:custGeom>
              <a:solidFill>
                <a:srgbClr val="FFFFFF"/>
              </a:solidFill>
              <a:ln w="762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7" name="Graphic 7">
              <a:extLst>
                <a:ext uri="{FF2B5EF4-FFF2-40B4-BE49-F238E27FC236}">
                  <a16:creationId xmlns:a16="http://schemas.microsoft.com/office/drawing/2014/main" id="{48370092-4A95-19CE-B395-A1D25CD22FA5}"/>
                </a:ext>
              </a:extLst>
            </p:cNvPr>
            <p:cNvGrpSpPr/>
            <p:nvPr/>
          </p:nvGrpSpPr>
          <p:grpSpPr>
            <a:xfrm>
              <a:off x="3635119" y="1064239"/>
              <a:ext cx="0" cy="3545839"/>
              <a:chOff x="3635119" y="1064239"/>
              <a:chExt cx="0" cy="3545839"/>
            </a:xfrm>
          </p:grpSpPr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B88AE264-9A7C-0095-67B5-B7DCA4D42193}"/>
                  </a:ext>
                </a:extLst>
              </p:cNvPr>
              <p:cNvSpPr/>
              <p:nvPr/>
            </p:nvSpPr>
            <p:spPr>
              <a:xfrm>
                <a:off x="3635119" y="1064239"/>
                <a:ext cx="12700" cy="3520439"/>
              </a:xfrm>
              <a:custGeom>
                <a:avLst/>
                <a:gdLst>
                  <a:gd name="csX0" fmla="*/ 0 w 12700"/>
                  <a:gd name="csY0" fmla="*/ 3520440 h 3520439"/>
                  <a:gd name="csX1" fmla="*/ 0 w 12700"/>
                  <a:gd name="csY1" fmla="*/ 0 h 35204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3520439">
                    <a:moveTo>
                      <a:pt x="0" y="3520440"/>
                    </a:moveTo>
                    <a:lnTo>
                      <a:pt x="0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CC24747E-7DE5-B9BC-7EF2-5D46458FC7D7}"/>
                  </a:ext>
                </a:extLst>
              </p:cNvPr>
              <p:cNvSpPr/>
              <p:nvPr/>
            </p:nvSpPr>
            <p:spPr>
              <a:xfrm>
                <a:off x="3635119" y="4584679"/>
                <a:ext cx="12700" cy="25400"/>
              </a:xfrm>
              <a:custGeom>
                <a:avLst/>
                <a:gdLst>
                  <a:gd name="csX0" fmla="*/ 214 w 12700"/>
                  <a:gd name="csY0" fmla="*/ 320 h 25400"/>
                  <a:gd name="csX1" fmla="*/ 214 w 12700"/>
                  <a:gd name="csY1" fmla="*/ 25720 h 25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25400">
                    <a:moveTo>
                      <a:pt x="214" y="320"/>
                    </a:moveTo>
                    <a:lnTo>
                      <a:pt x="214" y="25720"/>
                    </a:lnTo>
                  </a:path>
                </a:pathLst>
              </a:custGeom>
              <a:solidFill>
                <a:srgbClr val="FFFFFF"/>
              </a:solidFill>
              <a:ln w="762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0" name="Graphic 7">
              <a:extLst>
                <a:ext uri="{FF2B5EF4-FFF2-40B4-BE49-F238E27FC236}">
                  <a16:creationId xmlns:a16="http://schemas.microsoft.com/office/drawing/2014/main" id="{B6B9A33D-CA60-C352-5EDB-DE067C3CEE39}"/>
                </a:ext>
              </a:extLst>
            </p:cNvPr>
            <p:cNvGrpSpPr/>
            <p:nvPr/>
          </p:nvGrpSpPr>
          <p:grpSpPr>
            <a:xfrm>
              <a:off x="3738361" y="1064239"/>
              <a:ext cx="0" cy="3545839"/>
              <a:chOff x="3738361" y="1064239"/>
              <a:chExt cx="0" cy="3545839"/>
            </a:xfrm>
          </p:grpSpPr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49A481BF-7B97-F8C6-DC97-84CEBDFE9AF2}"/>
                  </a:ext>
                </a:extLst>
              </p:cNvPr>
              <p:cNvSpPr/>
              <p:nvPr/>
            </p:nvSpPr>
            <p:spPr>
              <a:xfrm>
                <a:off x="3738361" y="1064239"/>
                <a:ext cx="12700" cy="3520439"/>
              </a:xfrm>
              <a:custGeom>
                <a:avLst/>
                <a:gdLst>
                  <a:gd name="csX0" fmla="*/ 0 w 12700"/>
                  <a:gd name="csY0" fmla="*/ 3520440 h 3520439"/>
                  <a:gd name="csX1" fmla="*/ 0 w 12700"/>
                  <a:gd name="csY1" fmla="*/ 0 h 35204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3520439">
                    <a:moveTo>
                      <a:pt x="0" y="3520440"/>
                    </a:moveTo>
                    <a:lnTo>
                      <a:pt x="0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3C80A8F6-FF44-25C4-22C3-0CB2806401A2}"/>
                  </a:ext>
                </a:extLst>
              </p:cNvPr>
              <p:cNvSpPr/>
              <p:nvPr/>
            </p:nvSpPr>
            <p:spPr>
              <a:xfrm>
                <a:off x="3738361" y="4584679"/>
                <a:ext cx="12700" cy="25400"/>
              </a:xfrm>
              <a:custGeom>
                <a:avLst/>
                <a:gdLst>
                  <a:gd name="csX0" fmla="*/ 222 w 12700"/>
                  <a:gd name="csY0" fmla="*/ 320 h 25400"/>
                  <a:gd name="csX1" fmla="*/ 222 w 12700"/>
                  <a:gd name="csY1" fmla="*/ 25720 h 25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25400">
                    <a:moveTo>
                      <a:pt x="222" y="320"/>
                    </a:moveTo>
                    <a:lnTo>
                      <a:pt x="222" y="25720"/>
                    </a:lnTo>
                  </a:path>
                </a:pathLst>
              </a:custGeom>
              <a:solidFill>
                <a:srgbClr val="FFFFFF"/>
              </a:solidFill>
              <a:ln w="762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3" name="Graphic 7">
              <a:extLst>
                <a:ext uri="{FF2B5EF4-FFF2-40B4-BE49-F238E27FC236}">
                  <a16:creationId xmlns:a16="http://schemas.microsoft.com/office/drawing/2014/main" id="{2A1F4CF0-71D5-ED0B-F46E-8DFC5DED4429}"/>
                </a:ext>
              </a:extLst>
            </p:cNvPr>
            <p:cNvGrpSpPr/>
            <p:nvPr/>
          </p:nvGrpSpPr>
          <p:grpSpPr>
            <a:xfrm>
              <a:off x="3841603" y="1064239"/>
              <a:ext cx="0" cy="3545839"/>
              <a:chOff x="3841603" y="1064239"/>
              <a:chExt cx="0" cy="3545839"/>
            </a:xfrm>
          </p:grpSpPr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AED0D4FB-75B9-5139-2F22-0D607DE77625}"/>
                  </a:ext>
                </a:extLst>
              </p:cNvPr>
              <p:cNvSpPr/>
              <p:nvPr/>
            </p:nvSpPr>
            <p:spPr>
              <a:xfrm>
                <a:off x="3841603" y="1064239"/>
                <a:ext cx="12700" cy="3520439"/>
              </a:xfrm>
              <a:custGeom>
                <a:avLst/>
                <a:gdLst>
                  <a:gd name="csX0" fmla="*/ 0 w 12700"/>
                  <a:gd name="csY0" fmla="*/ 3520440 h 3520439"/>
                  <a:gd name="csX1" fmla="*/ 0 w 12700"/>
                  <a:gd name="csY1" fmla="*/ 0 h 35204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3520439">
                    <a:moveTo>
                      <a:pt x="0" y="3520440"/>
                    </a:moveTo>
                    <a:lnTo>
                      <a:pt x="0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B8A5B761-32DC-BDA4-1AC5-9776843A4E5F}"/>
                  </a:ext>
                </a:extLst>
              </p:cNvPr>
              <p:cNvSpPr/>
              <p:nvPr/>
            </p:nvSpPr>
            <p:spPr>
              <a:xfrm>
                <a:off x="3841603" y="4584679"/>
                <a:ext cx="12700" cy="25400"/>
              </a:xfrm>
              <a:custGeom>
                <a:avLst/>
                <a:gdLst>
                  <a:gd name="csX0" fmla="*/ 230 w 12700"/>
                  <a:gd name="csY0" fmla="*/ 320 h 25400"/>
                  <a:gd name="csX1" fmla="*/ 230 w 12700"/>
                  <a:gd name="csY1" fmla="*/ 25720 h 25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25400">
                    <a:moveTo>
                      <a:pt x="230" y="320"/>
                    </a:moveTo>
                    <a:lnTo>
                      <a:pt x="230" y="25720"/>
                    </a:lnTo>
                  </a:path>
                </a:pathLst>
              </a:custGeom>
              <a:solidFill>
                <a:srgbClr val="FFFFFF"/>
              </a:solidFill>
              <a:ln w="762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6" name="Graphic 7">
              <a:extLst>
                <a:ext uri="{FF2B5EF4-FFF2-40B4-BE49-F238E27FC236}">
                  <a16:creationId xmlns:a16="http://schemas.microsoft.com/office/drawing/2014/main" id="{38B780C3-163D-0955-59A6-9519FFAF960A}"/>
                </a:ext>
              </a:extLst>
            </p:cNvPr>
            <p:cNvGrpSpPr/>
            <p:nvPr/>
          </p:nvGrpSpPr>
          <p:grpSpPr>
            <a:xfrm>
              <a:off x="3944844" y="1064239"/>
              <a:ext cx="0" cy="3545839"/>
              <a:chOff x="3944844" y="1064239"/>
              <a:chExt cx="0" cy="3545839"/>
            </a:xfrm>
          </p:grpSpPr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FAC04412-F528-5683-96AB-32BC5BFCF5D5}"/>
                  </a:ext>
                </a:extLst>
              </p:cNvPr>
              <p:cNvSpPr/>
              <p:nvPr/>
            </p:nvSpPr>
            <p:spPr>
              <a:xfrm>
                <a:off x="3944845" y="1064239"/>
                <a:ext cx="12700" cy="3520439"/>
              </a:xfrm>
              <a:custGeom>
                <a:avLst/>
                <a:gdLst>
                  <a:gd name="csX0" fmla="*/ 0 w 12700"/>
                  <a:gd name="csY0" fmla="*/ 3520440 h 3520439"/>
                  <a:gd name="csX1" fmla="*/ 0 w 12700"/>
                  <a:gd name="csY1" fmla="*/ 0 h 35204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3520439">
                    <a:moveTo>
                      <a:pt x="0" y="3520440"/>
                    </a:moveTo>
                    <a:lnTo>
                      <a:pt x="0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93BA40BC-036E-A3A3-2A12-731ECFC87C8F}"/>
                  </a:ext>
                </a:extLst>
              </p:cNvPr>
              <p:cNvSpPr/>
              <p:nvPr/>
            </p:nvSpPr>
            <p:spPr>
              <a:xfrm>
                <a:off x="3944844" y="4584679"/>
                <a:ext cx="12700" cy="25400"/>
              </a:xfrm>
              <a:custGeom>
                <a:avLst/>
                <a:gdLst>
                  <a:gd name="csX0" fmla="*/ 239 w 12700"/>
                  <a:gd name="csY0" fmla="*/ 320 h 25400"/>
                  <a:gd name="csX1" fmla="*/ 239 w 12700"/>
                  <a:gd name="csY1" fmla="*/ 25720 h 25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25400">
                    <a:moveTo>
                      <a:pt x="239" y="320"/>
                    </a:moveTo>
                    <a:lnTo>
                      <a:pt x="239" y="25720"/>
                    </a:lnTo>
                  </a:path>
                </a:pathLst>
              </a:custGeom>
              <a:solidFill>
                <a:srgbClr val="FFFFFF"/>
              </a:solidFill>
              <a:ln w="762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9" name="Graphic 7">
              <a:extLst>
                <a:ext uri="{FF2B5EF4-FFF2-40B4-BE49-F238E27FC236}">
                  <a16:creationId xmlns:a16="http://schemas.microsoft.com/office/drawing/2014/main" id="{CCF8CC11-8781-0318-3027-EC2409AD8DCA}"/>
                </a:ext>
              </a:extLst>
            </p:cNvPr>
            <p:cNvGrpSpPr/>
            <p:nvPr/>
          </p:nvGrpSpPr>
          <p:grpSpPr>
            <a:xfrm>
              <a:off x="4048086" y="1064239"/>
              <a:ext cx="0" cy="3545839"/>
              <a:chOff x="4048086" y="1064239"/>
              <a:chExt cx="0" cy="3545839"/>
            </a:xfrm>
          </p:grpSpPr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BE70C278-2AD8-1F0D-B8BE-B9996176AE19}"/>
                  </a:ext>
                </a:extLst>
              </p:cNvPr>
              <p:cNvSpPr/>
              <p:nvPr/>
            </p:nvSpPr>
            <p:spPr>
              <a:xfrm>
                <a:off x="4048086" y="1064239"/>
                <a:ext cx="12700" cy="3520439"/>
              </a:xfrm>
              <a:custGeom>
                <a:avLst/>
                <a:gdLst>
                  <a:gd name="csX0" fmla="*/ 0 w 12700"/>
                  <a:gd name="csY0" fmla="*/ 3520440 h 3520439"/>
                  <a:gd name="csX1" fmla="*/ 0 w 12700"/>
                  <a:gd name="csY1" fmla="*/ 0 h 35204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3520439">
                    <a:moveTo>
                      <a:pt x="0" y="3520440"/>
                    </a:moveTo>
                    <a:lnTo>
                      <a:pt x="0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6931DD11-45B5-3861-68A8-774F77D70693}"/>
                  </a:ext>
                </a:extLst>
              </p:cNvPr>
              <p:cNvSpPr/>
              <p:nvPr/>
            </p:nvSpPr>
            <p:spPr>
              <a:xfrm>
                <a:off x="4048086" y="4584679"/>
                <a:ext cx="12700" cy="25400"/>
              </a:xfrm>
              <a:custGeom>
                <a:avLst/>
                <a:gdLst>
                  <a:gd name="csX0" fmla="*/ 247 w 12700"/>
                  <a:gd name="csY0" fmla="*/ 320 h 25400"/>
                  <a:gd name="csX1" fmla="*/ 247 w 12700"/>
                  <a:gd name="csY1" fmla="*/ 25720 h 25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25400">
                    <a:moveTo>
                      <a:pt x="247" y="320"/>
                    </a:moveTo>
                    <a:lnTo>
                      <a:pt x="247" y="25720"/>
                    </a:lnTo>
                  </a:path>
                </a:pathLst>
              </a:custGeom>
              <a:solidFill>
                <a:srgbClr val="FFFFFF"/>
              </a:solidFill>
              <a:ln w="762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2" name="Graphic 7">
              <a:extLst>
                <a:ext uri="{FF2B5EF4-FFF2-40B4-BE49-F238E27FC236}">
                  <a16:creationId xmlns:a16="http://schemas.microsoft.com/office/drawing/2014/main" id="{FFC87F7A-615F-F3F3-F758-63989A0A8C30}"/>
                </a:ext>
              </a:extLst>
            </p:cNvPr>
            <p:cNvGrpSpPr/>
            <p:nvPr/>
          </p:nvGrpSpPr>
          <p:grpSpPr>
            <a:xfrm>
              <a:off x="4254570" y="1064239"/>
              <a:ext cx="0" cy="3545839"/>
              <a:chOff x="4254570" y="1064239"/>
              <a:chExt cx="0" cy="3545839"/>
            </a:xfrm>
          </p:grpSpPr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F7B9F494-F7D3-83D1-8C72-E1D36D3D8E54}"/>
                  </a:ext>
                </a:extLst>
              </p:cNvPr>
              <p:cNvSpPr/>
              <p:nvPr/>
            </p:nvSpPr>
            <p:spPr>
              <a:xfrm>
                <a:off x="4254570" y="1064239"/>
                <a:ext cx="12700" cy="3520439"/>
              </a:xfrm>
              <a:custGeom>
                <a:avLst/>
                <a:gdLst>
                  <a:gd name="csX0" fmla="*/ 0 w 12700"/>
                  <a:gd name="csY0" fmla="*/ 3520440 h 3520439"/>
                  <a:gd name="csX1" fmla="*/ 0 w 12700"/>
                  <a:gd name="csY1" fmla="*/ 0 h 35204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3520439">
                    <a:moveTo>
                      <a:pt x="0" y="3520440"/>
                    </a:moveTo>
                    <a:lnTo>
                      <a:pt x="0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7A588CA1-9AC2-0B6C-95A4-528C0CAD9FE4}"/>
                  </a:ext>
                </a:extLst>
              </p:cNvPr>
              <p:cNvSpPr/>
              <p:nvPr/>
            </p:nvSpPr>
            <p:spPr>
              <a:xfrm>
                <a:off x="4254570" y="4584679"/>
                <a:ext cx="12700" cy="25400"/>
              </a:xfrm>
              <a:custGeom>
                <a:avLst/>
                <a:gdLst>
                  <a:gd name="csX0" fmla="*/ 263 w 12700"/>
                  <a:gd name="csY0" fmla="*/ 320 h 25400"/>
                  <a:gd name="csX1" fmla="*/ 263 w 12700"/>
                  <a:gd name="csY1" fmla="*/ 25720 h 25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25400">
                    <a:moveTo>
                      <a:pt x="263" y="320"/>
                    </a:moveTo>
                    <a:lnTo>
                      <a:pt x="263" y="25720"/>
                    </a:lnTo>
                  </a:path>
                </a:pathLst>
              </a:custGeom>
              <a:solidFill>
                <a:srgbClr val="FFFFFF"/>
              </a:solidFill>
              <a:ln w="762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5" name="Graphic 7">
              <a:extLst>
                <a:ext uri="{FF2B5EF4-FFF2-40B4-BE49-F238E27FC236}">
                  <a16:creationId xmlns:a16="http://schemas.microsoft.com/office/drawing/2014/main" id="{B22426BE-A54F-931D-DF46-B3C005275FAC}"/>
                </a:ext>
              </a:extLst>
            </p:cNvPr>
            <p:cNvGrpSpPr/>
            <p:nvPr/>
          </p:nvGrpSpPr>
          <p:grpSpPr>
            <a:xfrm>
              <a:off x="4357811" y="1064239"/>
              <a:ext cx="0" cy="3545839"/>
              <a:chOff x="4357811" y="1064239"/>
              <a:chExt cx="0" cy="3545839"/>
            </a:xfrm>
          </p:grpSpPr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ABFBC65C-054E-B89E-B5CD-8981083556D4}"/>
                  </a:ext>
                </a:extLst>
              </p:cNvPr>
              <p:cNvSpPr/>
              <p:nvPr/>
            </p:nvSpPr>
            <p:spPr>
              <a:xfrm>
                <a:off x="4357812" y="1064239"/>
                <a:ext cx="12700" cy="3520439"/>
              </a:xfrm>
              <a:custGeom>
                <a:avLst/>
                <a:gdLst>
                  <a:gd name="csX0" fmla="*/ 0 w 12700"/>
                  <a:gd name="csY0" fmla="*/ 3520440 h 3520439"/>
                  <a:gd name="csX1" fmla="*/ 0 w 12700"/>
                  <a:gd name="csY1" fmla="*/ 0 h 35204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3520439">
                    <a:moveTo>
                      <a:pt x="0" y="3520440"/>
                    </a:moveTo>
                    <a:lnTo>
                      <a:pt x="0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69A5D20B-9188-0420-9FC4-C1CD7DBED0FE}"/>
                  </a:ext>
                </a:extLst>
              </p:cNvPr>
              <p:cNvSpPr/>
              <p:nvPr/>
            </p:nvSpPr>
            <p:spPr>
              <a:xfrm>
                <a:off x="4357811" y="4584679"/>
                <a:ext cx="12700" cy="25400"/>
              </a:xfrm>
              <a:custGeom>
                <a:avLst/>
                <a:gdLst>
                  <a:gd name="csX0" fmla="*/ 271 w 12700"/>
                  <a:gd name="csY0" fmla="*/ 320 h 25400"/>
                  <a:gd name="csX1" fmla="*/ 271 w 12700"/>
                  <a:gd name="csY1" fmla="*/ 25720 h 25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25400">
                    <a:moveTo>
                      <a:pt x="271" y="320"/>
                    </a:moveTo>
                    <a:lnTo>
                      <a:pt x="271" y="25720"/>
                    </a:lnTo>
                  </a:path>
                </a:pathLst>
              </a:custGeom>
              <a:solidFill>
                <a:srgbClr val="FFFFFF"/>
              </a:solidFill>
              <a:ln w="762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8" name="Graphic 7">
              <a:extLst>
                <a:ext uri="{FF2B5EF4-FFF2-40B4-BE49-F238E27FC236}">
                  <a16:creationId xmlns:a16="http://schemas.microsoft.com/office/drawing/2014/main" id="{A1A43405-21B8-AED8-6E27-543DC2CC4642}"/>
                </a:ext>
              </a:extLst>
            </p:cNvPr>
            <p:cNvGrpSpPr/>
            <p:nvPr/>
          </p:nvGrpSpPr>
          <p:grpSpPr>
            <a:xfrm>
              <a:off x="4461053" y="1064239"/>
              <a:ext cx="0" cy="3545839"/>
              <a:chOff x="4461053" y="1064239"/>
              <a:chExt cx="0" cy="3545839"/>
            </a:xfrm>
          </p:grpSpPr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8DA3BB3B-3F3B-C974-D9E0-958BCA7B4BCC}"/>
                  </a:ext>
                </a:extLst>
              </p:cNvPr>
              <p:cNvSpPr/>
              <p:nvPr/>
            </p:nvSpPr>
            <p:spPr>
              <a:xfrm>
                <a:off x="4461053" y="1064239"/>
                <a:ext cx="12700" cy="3520439"/>
              </a:xfrm>
              <a:custGeom>
                <a:avLst/>
                <a:gdLst>
                  <a:gd name="csX0" fmla="*/ 0 w 12700"/>
                  <a:gd name="csY0" fmla="*/ 3520440 h 3520439"/>
                  <a:gd name="csX1" fmla="*/ 0 w 12700"/>
                  <a:gd name="csY1" fmla="*/ 0 h 35204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3520439">
                    <a:moveTo>
                      <a:pt x="0" y="3520440"/>
                    </a:moveTo>
                    <a:lnTo>
                      <a:pt x="0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2A43999C-78EA-8D96-F827-2F24E3B9EF87}"/>
                  </a:ext>
                </a:extLst>
              </p:cNvPr>
              <p:cNvSpPr/>
              <p:nvPr/>
            </p:nvSpPr>
            <p:spPr>
              <a:xfrm>
                <a:off x="4461053" y="4584679"/>
                <a:ext cx="12700" cy="25400"/>
              </a:xfrm>
              <a:custGeom>
                <a:avLst/>
                <a:gdLst>
                  <a:gd name="csX0" fmla="*/ 279 w 12700"/>
                  <a:gd name="csY0" fmla="*/ 320 h 25400"/>
                  <a:gd name="csX1" fmla="*/ 279 w 12700"/>
                  <a:gd name="csY1" fmla="*/ 25720 h 25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25400">
                    <a:moveTo>
                      <a:pt x="279" y="320"/>
                    </a:moveTo>
                    <a:lnTo>
                      <a:pt x="279" y="25720"/>
                    </a:lnTo>
                  </a:path>
                </a:pathLst>
              </a:custGeom>
              <a:solidFill>
                <a:srgbClr val="FFFFFF"/>
              </a:solidFill>
              <a:ln w="762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11" name="Graphic 7">
              <a:extLst>
                <a:ext uri="{FF2B5EF4-FFF2-40B4-BE49-F238E27FC236}">
                  <a16:creationId xmlns:a16="http://schemas.microsoft.com/office/drawing/2014/main" id="{5349EA16-A474-5F71-FE75-7B1C5FC4AAAD}"/>
                </a:ext>
              </a:extLst>
            </p:cNvPr>
            <p:cNvGrpSpPr/>
            <p:nvPr/>
          </p:nvGrpSpPr>
          <p:grpSpPr>
            <a:xfrm>
              <a:off x="4564295" y="1064239"/>
              <a:ext cx="0" cy="3545839"/>
              <a:chOff x="4564295" y="1064239"/>
              <a:chExt cx="0" cy="3545839"/>
            </a:xfrm>
          </p:grpSpPr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55D95933-D05A-D575-F050-7423DEC7DE4C}"/>
                  </a:ext>
                </a:extLst>
              </p:cNvPr>
              <p:cNvSpPr/>
              <p:nvPr/>
            </p:nvSpPr>
            <p:spPr>
              <a:xfrm>
                <a:off x="4564295" y="1064239"/>
                <a:ext cx="12700" cy="3520439"/>
              </a:xfrm>
              <a:custGeom>
                <a:avLst/>
                <a:gdLst>
                  <a:gd name="csX0" fmla="*/ 0 w 12700"/>
                  <a:gd name="csY0" fmla="*/ 3520440 h 3520439"/>
                  <a:gd name="csX1" fmla="*/ 0 w 12700"/>
                  <a:gd name="csY1" fmla="*/ 0 h 35204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3520439">
                    <a:moveTo>
                      <a:pt x="0" y="3520440"/>
                    </a:moveTo>
                    <a:lnTo>
                      <a:pt x="0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FD7DF615-41D9-B692-F976-85E8B0E23AA1}"/>
                  </a:ext>
                </a:extLst>
              </p:cNvPr>
              <p:cNvSpPr/>
              <p:nvPr/>
            </p:nvSpPr>
            <p:spPr>
              <a:xfrm>
                <a:off x="4564295" y="4584679"/>
                <a:ext cx="12700" cy="25400"/>
              </a:xfrm>
              <a:custGeom>
                <a:avLst/>
                <a:gdLst>
                  <a:gd name="csX0" fmla="*/ 287 w 12700"/>
                  <a:gd name="csY0" fmla="*/ 320 h 25400"/>
                  <a:gd name="csX1" fmla="*/ 287 w 12700"/>
                  <a:gd name="csY1" fmla="*/ 25720 h 25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25400">
                    <a:moveTo>
                      <a:pt x="287" y="320"/>
                    </a:moveTo>
                    <a:lnTo>
                      <a:pt x="287" y="25720"/>
                    </a:lnTo>
                  </a:path>
                </a:pathLst>
              </a:custGeom>
              <a:solidFill>
                <a:srgbClr val="FFFFFF"/>
              </a:solidFill>
              <a:ln w="762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14" name="Graphic 7">
              <a:extLst>
                <a:ext uri="{FF2B5EF4-FFF2-40B4-BE49-F238E27FC236}">
                  <a16:creationId xmlns:a16="http://schemas.microsoft.com/office/drawing/2014/main" id="{37C0D0E0-8724-DC47-EFE6-588C0BF5D065}"/>
                </a:ext>
              </a:extLst>
            </p:cNvPr>
            <p:cNvGrpSpPr/>
            <p:nvPr/>
          </p:nvGrpSpPr>
          <p:grpSpPr>
            <a:xfrm>
              <a:off x="4667537" y="1064239"/>
              <a:ext cx="0" cy="3545839"/>
              <a:chOff x="4667537" y="1064239"/>
              <a:chExt cx="0" cy="3545839"/>
            </a:xfrm>
          </p:grpSpPr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F39140D3-AEF5-4F83-F823-BE4B883CBC72}"/>
                  </a:ext>
                </a:extLst>
              </p:cNvPr>
              <p:cNvSpPr/>
              <p:nvPr/>
            </p:nvSpPr>
            <p:spPr>
              <a:xfrm>
                <a:off x="4667537" y="1064239"/>
                <a:ext cx="12700" cy="3520439"/>
              </a:xfrm>
              <a:custGeom>
                <a:avLst/>
                <a:gdLst>
                  <a:gd name="csX0" fmla="*/ 0 w 12700"/>
                  <a:gd name="csY0" fmla="*/ 3520440 h 3520439"/>
                  <a:gd name="csX1" fmla="*/ 0 w 12700"/>
                  <a:gd name="csY1" fmla="*/ 0 h 35204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3520439">
                    <a:moveTo>
                      <a:pt x="0" y="3520440"/>
                    </a:moveTo>
                    <a:lnTo>
                      <a:pt x="0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33C878F2-8325-BE9F-D192-951E935F05F6}"/>
                  </a:ext>
                </a:extLst>
              </p:cNvPr>
              <p:cNvSpPr/>
              <p:nvPr/>
            </p:nvSpPr>
            <p:spPr>
              <a:xfrm>
                <a:off x="4667537" y="4584679"/>
                <a:ext cx="12700" cy="25400"/>
              </a:xfrm>
              <a:custGeom>
                <a:avLst/>
                <a:gdLst>
                  <a:gd name="csX0" fmla="*/ 296 w 12700"/>
                  <a:gd name="csY0" fmla="*/ 320 h 25400"/>
                  <a:gd name="csX1" fmla="*/ 296 w 12700"/>
                  <a:gd name="csY1" fmla="*/ 25720 h 25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25400">
                    <a:moveTo>
                      <a:pt x="296" y="320"/>
                    </a:moveTo>
                    <a:lnTo>
                      <a:pt x="296" y="25720"/>
                    </a:lnTo>
                  </a:path>
                </a:pathLst>
              </a:custGeom>
              <a:solidFill>
                <a:srgbClr val="FFFFFF"/>
              </a:solidFill>
              <a:ln w="762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17" name="Graphic 7">
              <a:extLst>
                <a:ext uri="{FF2B5EF4-FFF2-40B4-BE49-F238E27FC236}">
                  <a16:creationId xmlns:a16="http://schemas.microsoft.com/office/drawing/2014/main" id="{FBF0841D-E828-7EF6-5AA1-8259D157BCC5}"/>
                </a:ext>
              </a:extLst>
            </p:cNvPr>
            <p:cNvGrpSpPr/>
            <p:nvPr/>
          </p:nvGrpSpPr>
          <p:grpSpPr>
            <a:xfrm>
              <a:off x="4770778" y="1064239"/>
              <a:ext cx="0" cy="3545839"/>
              <a:chOff x="4770778" y="1064239"/>
              <a:chExt cx="0" cy="3545839"/>
            </a:xfrm>
          </p:grpSpPr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DF7D0FAC-A78F-4380-812A-94540F6AFD86}"/>
                  </a:ext>
                </a:extLst>
              </p:cNvPr>
              <p:cNvSpPr/>
              <p:nvPr/>
            </p:nvSpPr>
            <p:spPr>
              <a:xfrm>
                <a:off x="4770779" y="1064239"/>
                <a:ext cx="12700" cy="3520439"/>
              </a:xfrm>
              <a:custGeom>
                <a:avLst/>
                <a:gdLst>
                  <a:gd name="csX0" fmla="*/ 0 w 12700"/>
                  <a:gd name="csY0" fmla="*/ 3520440 h 3520439"/>
                  <a:gd name="csX1" fmla="*/ 0 w 12700"/>
                  <a:gd name="csY1" fmla="*/ 0 h 35204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3520439">
                    <a:moveTo>
                      <a:pt x="0" y="3520440"/>
                    </a:moveTo>
                    <a:lnTo>
                      <a:pt x="0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E655B013-A18E-898D-1E8A-F15D74C31829}"/>
                  </a:ext>
                </a:extLst>
              </p:cNvPr>
              <p:cNvSpPr/>
              <p:nvPr/>
            </p:nvSpPr>
            <p:spPr>
              <a:xfrm>
                <a:off x="4770778" y="4584679"/>
                <a:ext cx="12700" cy="25400"/>
              </a:xfrm>
              <a:custGeom>
                <a:avLst/>
                <a:gdLst>
                  <a:gd name="csX0" fmla="*/ 304 w 12700"/>
                  <a:gd name="csY0" fmla="*/ 320 h 25400"/>
                  <a:gd name="csX1" fmla="*/ 304 w 12700"/>
                  <a:gd name="csY1" fmla="*/ 25720 h 25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25400">
                    <a:moveTo>
                      <a:pt x="304" y="320"/>
                    </a:moveTo>
                    <a:lnTo>
                      <a:pt x="304" y="25720"/>
                    </a:lnTo>
                  </a:path>
                </a:pathLst>
              </a:custGeom>
              <a:solidFill>
                <a:srgbClr val="FFFFFF"/>
              </a:solidFill>
              <a:ln w="762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20" name="Graphic 7">
              <a:extLst>
                <a:ext uri="{FF2B5EF4-FFF2-40B4-BE49-F238E27FC236}">
                  <a16:creationId xmlns:a16="http://schemas.microsoft.com/office/drawing/2014/main" id="{475E1D4A-5CFC-2DE8-019A-51880387D246}"/>
                </a:ext>
              </a:extLst>
            </p:cNvPr>
            <p:cNvGrpSpPr/>
            <p:nvPr/>
          </p:nvGrpSpPr>
          <p:grpSpPr>
            <a:xfrm>
              <a:off x="4874020" y="1064239"/>
              <a:ext cx="0" cy="3545839"/>
              <a:chOff x="4874020" y="1064239"/>
              <a:chExt cx="0" cy="3545839"/>
            </a:xfrm>
          </p:grpSpPr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93C81E71-9A99-33A1-EE34-C22BA9CCE4AD}"/>
                  </a:ext>
                </a:extLst>
              </p:cNvPr>
              <p:cNvSpPr/>
              <p:nvPr/>
            </p:nvSpPr>
            <p:spPr>
              <a:xfrm>
                <a:off x="4874020" y="1064239"/>
                <a:ext cx="12700" cy="3520439"/>
              </a:xfrm>
              <a:custGeom>
                <a:avLst/>
                <a:gdLst>
                  <a:gd name="csX0" fmla="*/ 0 w 12700"/>
                  <a:gd name="csY0" fmla="*/ 3520440 h 3520439"/>
                  <a:gd name="csX1" fmla="*/ 0 w 12700"/>
                  <a:gd name="csY1" fmla="*/ 0 h 35204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3520439">
                    <a:moveTo>
                      <a:pt x="0" y="3520440"/>
                    </a:moveTo>
                    <a:lnTo>
                      <a:pt x="0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0A07D118-2FBA-42CC-5D3F-75DBF49FD462}"/>
                  </a:ext>
                </a:extLst>
              </p:cNvPr>
              <p:cNvSpPr/>
              <p:nvPr/>
            </p:nvSpPr>
            <p:spPr>
              <a:xfrm>
                <a:off x="4874020" y="4584679"/>
                <a:ext cx="12700" cy="25400"/>
              </a:xfrm>
              <a:custGeom>
                <a:avLst/>
                <a:gdLst>
                  <a:gd name="csX0" fmla="*/ 312 w 12700"/>
                  <a:gd name="csY0" fmla="*/ 320 h 25400"/>
                  <a:gd name="csX1" fmla="*/ 312 w 12700"/>
                  <a:gd name="csY1" fmla="*/ 25720 h 25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25400">
                    <a:moveTo>
                      <a:pt x="312" y="320"/>
                    </a:moveTo>
                    <a:lnTo>
                      <a:pt x="312" y="25720"/>
                    </a:lnTo>
                  </a:path>
                </a:pathLst>
              </a:custGeom>
              <a:solidFill>
                <a:srgbClr val="FFFFFF"/>
              </a:solidFill>
              <a:ln w="762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23" name="Graphic 7">
              <a:extLst>
                <a:ext uri="{FF2B5EF4-FFF2-40B4-BE49-F238E27FC236}">
                  <a16:creationId xmlns:a16="http://schemas.microsoft.com/office/drawing/2014/main" id="{9C8A84D2-8306-7B79-521C-A7242A13C758}"/>
                </a:ext>
              </a:extLst>
            </p:cNvPr>
            <p:cNvGrpSpPr/>
            <p:nvPr/>
          </p:nvGrpSpPr>
          <p:grpSpPr>
            <a:xfrm>
              <a:off x="4977262" y="1064239"/>
              <a:ext cx="0" cy="3545839"/>
              <a:chOff x="4977262" y="1064239"/>
              <a:chExt cx="0" cy="3545839"/>
            </a:xfrm>
          </p:grpSpPr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70ED107D-131D-D6D4-9FF9-D32EE88955B9}"/>
                  </a:ext>
                </a:extLst>
              </p:cNvPr>
              <p:cNvSpPr/>
              <p:nvPr/>
            </p:nvSpPr>
            <p:spPr>
              <a:xfrm>
                <a:off x="4977262" y="1064239"/>
                <a:ext cx="12700" cy="3520439"/>
              </a:xfrm>
              <a:custGeom>
                <a:avLst/>
                <a:gdLst>
                  <a:gd name="csX0" fmla="*/ 0 w 12700"/>
                  <a:gd name="csY0" fmla="*/ 3520440 h 3520439"/>
                  <a:gd name="csX1" fmla="*/ 0 w 12700"/>
                  <a:gd name="csY1" fmla="*/ 0 h 35204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3520439">
                    <a:moveTo>
                      <a:pt x="0" y="3520440"/>
                    </a:moveTo>
                    <a:lnTo>
                      <a:pt x="0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8EE3F825-B476-AF2A-693F-E2DCD543C9F5}"/>
                  </a:ext>
                </a:extLst>
              </p:cNvPr>
              <p:cNvSpPr/>
              <p:nvPr/>
            </p:nvSpPr>
            <p:spPr>
              <a:xfrm>
                <a:off x="4977262" y="4584679"/>
                <a:ext cx="12700" cy="25400"/>
              </a:xfrm>
              <a:custGeom>
                <a:avLst/>
                <a:gdLst>
                  <a:gd name="csX0" fmla="*/ 320 w 12700"/>
                  <a:gd name="csY0" fmla="*/ 320 h 25400"/>
                  <a:gd name="csX1" fmla="*/ 320 w 12700"/>
                  <a:gd name="csY1" fmla="*/ 25720 h 25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25400">
                    <a:moveTo>
                      <a:pt x="320" y="320"/>
                    </a:moveTo>
                    <a:lnTo>
                      <a:pt x="320" y="25720"/>
                    </a:lnTo>
                  </a:path>
                </a:pathLst>
              </a:custGeom>
              <a:solidFill>
                <a:srgbClr val="FFFFFF"/>
              </a:solidFill>
              <a:ln w="762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26" name="Graphic 7">
              <a:extLst>
                <a:ext uri="{FF2B5EF4-FFF2-40B4-BE49-F238E27FC236}">
                  <a16:creationId xmlns:a16="http://schemas.microsoft.com/office/drawing/2014/main" id="{0724948C-AED3-4A0B-E877-F84529BFFD14}"/>
                </a:ext>
              </a:extLst>
            </p:cNvPr>
            <p:cNvGrpSpPr/>
            <p:nvPr/>
          </p:nvGrpSpPr>
          <p:grpSpPr>
            <a:xfrm>
              <a:off x="5080504" y="1064239"/>
              <a:ext cx="0" cy="3545839"/>
              <a:chOff x="5080504" y="1064239"/>
              <a:chExt cx="0" cy="3545839"/>
            </a:xfrm>
          </p:grpSpPr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5ED31DAA-B4D3-881B-184E-680E47451EE6}"/>
                  </a:ext>
                </a:extLst>
              </p:cNvPr>
              <p:cNvSpPr/>
              <p:nvPr/>
            </p:nvSpPr>
            <p:spPr>
              <a:xfrm>
                <a:off x="5080504" y="1064239"/>
                <a:ext cx="12700" cy="3520439"/>
              </a:xfrm>
              <a:custGeom>
                <a:avLst/>
                <a:gdLst>
                  <a:gd name="csX0" fmla="*/ 0 w 12700"/>
                  <a:gd name="csY0" fmla="*/ 3520440 h 3520439"/>
                  <a:gd name="csX1" fmla="*/ 0 w 12700"/>
                  <a:gd name="csY1" fmla="*/ 0 h 35204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3520439">
                    <a:moveTo>
                      <a:pt x="0" y="3520440"/>
                    </a:moveTo>
                    <a:lnTo>
                      <a:pt x="0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7D72AC72-4C24-082D-54D4-C4D42EA24ED5}"/>
                  </a:ext>
                </a:extLst>
              </p:cNvPr>
              <p:cNvSpPr/>
              <p:nvPr/>
            </p:nvSpPr>
            <p:spPr>
              <a:xfrm>
                <a:off x="5080504" y="4584679"/>
                <a:ext cx="12700" cy="25400"/>
              </a:xfrm>
              <a:custGeom>
                <a:avLst/>
                <a:gdLst>
                  <a:gd name="csX0" fmla="*/ 328 w 12700"/>
                  <a:gd name="csY0" fmla="*/ 320 h 25400"/>
                  <a:gd name="csX1" fmla="*/ 328 w 12700"/>
                  <a:gd name="csY1" fmla="*/ 25720 h 25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25400">
                    <a:moveTo>
                      <a:pt x="328" y="320"/>
                    </a:moveTo>
                    <a:lnTo>
                      <a:pt x="328" y="25720"/>
                    </a:lnTo>
                  </a:path>
                </a:pathLst>
              </a:custGeom>
              <a:solidFill>
                <a:srgbClr val="FFFFFF"/>
              </a:solidFill>
              <a:ln w="762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29" name="Graphic 7">
              <a:extLst>
                <a:ext uri="{FF2B5EF4-FFF2-40B4-BE49-F238E27FC236}">
                  <a16:creationId xmlns:a16="http://schemas.microsoft.com/office/drawing/2014/main" id="{4CEDF88F-BFC5-7E00-C459-281661602055}"/>
                </a:ext>
              </a:extLst>
            </p:cNvPr>
            <p:cNvGrpSpPr/>
            <p:nvPr/>
          </p:nvGrpSpPr>
          <p:grpSpPr>
            <a:xfrm>
              <a:off x="5286987" y="1064239"/>
              <a:ext cx="0" cy="3545839"/>
              <a:chOff x="5286987" y="1064239"/>
              <a:chExt cx="0" cy="3545839"/>
            </a:xfrm>
          </p:grpSpPr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C5C88C2A-89B4-DF8A-8245-B66A78311B8F}"/>
                  </a:ext>
                </a:extLst>
              </p:cNvPr>
              <p:cNvSpPr/>
              <p:nvPr/>
            </p:nvSpPr>
            <p:spPr>
              <a:xfrm>
                <a:off x="5286987" y="1064239"/>
                <a:ext cx="12700" cy="3520439"/>
              </a:xfrm>
              <a:custGeom>
                <a:avLst/>
                <a:gdLst>
                  <a:gd name="csX0" fmla="*/ 0 w 12700"/>
                  <a:gd name="csY0" fmla="*/ 3520440 h 3520439"/>
                  <a:gd name="csX1" fmla="*/ 0 w 12700"/>
                  <a:gd name="csY1" fmla="*/ 0 h 35204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3520439">
                    <a:moveTo>
                      <a:pt x="0" y="3520440"/>
                    </a:moveTo>
                    <a:lnTo>
                      <a:pt x="0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61895811-B584-2708-6AF2-D3F5412E1675}"/>
                  </a:ext>
                </a:extLst>
              </p:cNvPr>
              <p:cNvSpPr/>
              <p:nvPr/>
            </p:nvSpPr>
            <p:spPr>
              <a:xfrm>
                <a:off x="5286987" y="4584679"/>
                <a:ext cx="12700" cy="25400"/>
              </a:xfrm>
              <a:custGeom>
                <a:avLst/>
                <a:gdLst>
                  <a:gd name="csX0" fmla="*/ 344 w 12700"/>
                  <a:gd name="csY0" fmla="*/ 320 h 25400"/>
                  <a:gd name="csX1" fmla="*/ 344 w 12700"/>
                  <a:gd name="csY1" fmla="*/ 25720 h 25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25400">
                    <a:moveTo>
                      <a:pt x="344" y="320"/>
                    </a:moveTo>
                    <a:lnTo>
                      <a:pt x="344" y="25720"/>
                    </a:lnTo>
                  </a:path>
                </a:pathLst>
              </a:custGeom>
              <a:solidFill>
                <a:srgbClr val="FFFFFF"/>
              </a:solidFill>
              <a:ln w="762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32" name="Graphic 7">
              <a:extLst>
                <a:ext uri="{FF2B5EF4-FFF2-40B4-BE49-F238E27FC236}">
                  <a16:creationId xmlns:a16="http://schemas.microsoft.com/office/drawing/2014/main" id="{C444BBCA-AD7D-A6B6-B952-48C9D6EF7772}"/>
                </a:ext>
              </a:extLst>
            </p:cNvPr>
            <p:cNvGrpSpPr/>
            <p:nvPr/>
          </p:nvGrpSpPr>
          <p:grpSpPr>
            <a:xfrm>
              <a:off x="5390229" y="1064239"/>
              <a:ext cx="0" cy="3545839"/>
              <a:chOff x="5390229" y="1064239"/>
              <a:chExt cx="0" cy="3545839"/>
            </a:xfrm>
          </p:grpSpPr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887872B1-E6C4-DE8D-BF51-50A97A7DD643}"/>
                  </a:ext>
                </a:extLst>
              </p:cNvPr>
              <p:cNvSpPr/>
              <p:nvPr/>
            </p:nvSpPr>
            <p:spPr>
              <a:xfrm>
                <a:off x="5390229" y="1064239"/>
                <a:ext cx="12700" cy="3520439"/>
              </a:xfrm>
              <a:custGeom>
                <a:avLst/>
                <a:gdLst>
                  <a:gd name="csX0" fmla="*/ 0 w 12700"/>
                  <a:gd name="csY0" fmla="*/ 3520440 h 3520439"/>
                  <a:gd name="csX1" fmla="*/ 0 w 12700"/>
                  <a:gd name="csY1" fmla="*/ 0 h 35204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3520439">
                    <a:moveTo>
                      <a:pt x="0" y="3520440"/>
                    </a:moveTo>
                    <a:lnTo>
                      <a:pt x="0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5D347247-991F-C799-38F2-EECD3BE61EA4}"/>
                  </a:ext>
                </a:extLst>
              </p:cNvPr>
              <p:cNvSpPr/>
              <p:nvPr/>
            </p:nvSpPr>
            <p:spPr>
              <a:xfrm>
                <a:off x="5390229" y="4584679"/>
                <a:ext cx="12700" cy="25400"/>
              </a:xfrm>
              <a:custGeom>
                <a:avLst/>
                <a:gdLst>
                  <a:gd name="csX0" fmla="*/ 352 w 12700"/>
                  <a:gd name="csY0" fmla="*/ 320 h 25400"/>
                  <a:gd name="csX1" fmla="*/ 352 w 12700"/>
                  <a:gd name="csY1" fmla="*/ 25720 h 25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25400">
                    <a:moveTo>
                      <a:pt x="352" y="320"/>
                    </a:moveTo>
                    <a:lnTo>
                      <a:pt x="352" y="25720"/>
                    </a:lnTo>
                  </a:path>
                </a:pathLst>
              </a:custGeom>
              <a:solidFill>
                <a:srgbClr val="FFFFFF"/>
              </a:solidFill>
              <a:ln w="762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35" name="Graphic 7">
              <a:extLst>
                <a:ext uri="{FF2B5EF4-FFF2-40B4-BE49-F238E27FC236}">
                  <a16:creationId xmlns:a16="http://schemas.microsoft.com/office/drawing/2014/main" id="{07AF9EE8-EE9B-C96B-7808-591962890C0C}"/>
                </a:ext>
              </a:extLst>
            </p:cNvPr>
            <p:cNvGrpSpPr/>
            <p:nvPr/>
          </p:nvGrpSpPr>
          <p:grpSpPr>
            <a:xfrm>
              <a:off x="5493471" y="1064239"/>
              <a:ext cx="0" cy="3545839"/>
              <a:chOff x="5493471" y="1064239"/>
              <a:chExt cx="0" cy="3545839"/>
            </a:xfrm>
          </p:grpSpPr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18DA7C56-396E-F54F-2CD8-AE835E5A05F4}"/>
                  </a:ext>
                </a:extLst>
              </p:cNvPr>
              <p:cNvSpPr/>
              <p:nvPr/>
            </p:nvSpPr>
            <p:spPr>
              <a:xfrm>
                <a:off x="5493471" y="1064239"/>
                <a:ext cx="12700" cy="3520439"/>
              </a:xfrm>
              <a:custGeom>
                <a:avLst/>
                <a:gdLst>
                  <a:gd name="csX0" fmla="*/ 0 w 12700"/>
                  <a:gd name="csY0" fmla="*/ 3520440 h 3520439"/>
                  <a:gd name="csX1" fmla="*/ 0 w 12700"/>
                  <a:gd name="csY1" fmla="*/ 0 h 35204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3520439">
                    <a:moveTo>
                      <a:pt x="0" y="3520440"/>
                    </a:moveTo>
                    <a:lnTo>
                      <a:pt x="0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B737E952-E988-A561-8017-802291473DF3}"/>
                  </a:ext>
                </a:extLst>
              </p:cNvPr>
              <p:cNvSpPr/>
              <p:nvPr/>
            </p:nvSpPr>
            <p:spPr>
              <a:xfrm>
                <a:off x="5493471" y="4584679"/>
                <a:ext cx="12700" cy="25400"/>
              </a:xfrm>
              <a:custGeom>
                <a:avLst/>
                <a:gdLst>
                  <a:gd name="csX0" fmla="*/ 361 w 12700"/>
                  <a:gd name="csY0" fmla="*/ 320 h 25400"/>
                  <a:gd name="csX1" fmla="*/ 361 w 12700"/>
                  <a:gd name="csY1" fmla="*/ 25720 h 25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25400">
                    <a:moveTo>
                      <a:pt x="361" y="320"/>
                    </a:moveTo>
                    <a:lnTo>
                      <a:pt x="361" y="25720"/>
                    </a:lnTo>
                  </a:path>
                </a:pathLst>
              </a:custGeom>
              <a:solidFill>
                <a:srgbClr val="FFFFFF"/>
              </a:solidFill>
              <a:ln w="762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38" name="Graphic 7">
              <a:extLst>
                <a:ext uri="{FF2B5EF4-FFF2-40B4-BE49-F238E27FC236}">
                  <a16:creationId xmlns:a16="http://schemas.microsoft.com/office/drawing/2014/main" id="{45F41B28-D01A-2A24-AAD5-CB9044489E06}"/>
                </a:ext>
              </a:extLst>
            </p:cNvPr>
            <p:cNvGrpSpPr/>
            <p:nvPr/>
          </p:nvGrpSpPr>
          <p:grpSpPr>
            <a:xfrm>
              <a:off x="5596712" y="1064239"/>
              <a:ext cx="0" cy="3545839"/>
              <a:chOff x="5596712" y="1064239"/>
              <a:chExt cx="0" cy="3545839"/>
            </a:xfrm>
          </p:grpSpPr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98F66709-DCEC-F9F6-1176-BF0271012E73}"/>
                  </a:ext>
                </a:extLst>
              </p:cNvPr>
              <p:cNvSpPr/>
              <p:nvPr/>
            </p:nvSpPr>
            <p:spPr>
              <a:xfrm>
                <a:off x="5596712" y="1064239"/>
                <a:ext cx="12700" cy="3520439"/>
              </a:xfrm>
              <a:custGeom>
                <a:avLst/>
                <a:gdLst>
                  <a:gd name="csX0" fmla="*/ 0 w 12700"/>
                  <a:gd name="csY0" fmla="*/ 3520440 h 3520439"/>
                  <a:gd name="csX1" fmla="*/ 0 w 12700"/>
                  <a:gd name="csY1" fmla="*/ 0 h 35204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3520439">
                    <a:moveTo>
                      <a:pt x="0" y="3520440"/>
                    </a:moveTo>
                    <a:lnTo>
                      <a:pt x="0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7FBF2EE9-2ABC-D81F-C521-3D3DC29911F1}"/>
                  </a:ext>
                </a:extLst>
              </p:cNvPr>
              <p:cNvSpPr/>
              <p:nvPr/>
            </p:nvSpPr>
            <p:spPr>
              <a:xfrm>
                <a:off x="5596712" y="4584679"/>
                <a:ext cx="12700" cy="25400"/>
              </a:xfrm>
              <a:custGeom>
                <a:avLst/>
                <a:gdLst>
                  <a:gd name="csX0" fmla="*/ 369 w 12700"/>
                  <a:gd name="csY0" fmla="*/ 320 h 25400"/>
                  <a:gd name="csX1" fmla="*/ 369 w 12700"/>
                  <a:gd name="csY1" fmla="*/ 25720 h 25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25400">
                    <a:moveTo>
                      <a:pt x="369" y="320"/>
                    </a:moveTo>
                    <a:lnTo>
                      <a:pt x="369" y="25720"/>
                    </a:lnTo>
                  </a:path>
                </a:pathLst>
              </a:custGeom>
              <a:solidFill>
                <a:srgbClr val="FFFFFF"/>
              </a:solidFill>
              <a:ln w="762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1" name="Graphic 7">
              <a:extLst>
                <a:ext uri="{FF2B5EF4-FFF2-40B4-BE49-F238E27FC236}">
                  <a16:creationId xmlns:a16="http://schemas.microsoft.com/office/drawing/2014/main" id="{FA503446-303A-1441-BAD9-9FA04DC5E6E2}"/>
                </a:ext>
              </a:extLst>
            </p:cNvPr>
            <p:cNvGrpSpPr/>
            <p:nvPr/>
          </p:nvGrpSpPr>
          <p:grpSpPr>
            <a:xfrm>
              <a:off x="5699954" y="1064239"/>
              <a:ext cx="0" cy="3545839"/>
              <a:chOff x="5699954" y="1064239"/>
              <a:chExt cx="0" cy="3545839"/>
            </a:xfrm>
          </p:grpSpPr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86B3770A-EFAA-FC9E-2687-4B954252A6D1}"/>
                  </a:ext>
                </a:extLst>
              </p:cNvPr>
              <p:cNvSpPr/>
              <p:nvPr/>
            </p:nvSpPr>
            <p:spPr>
              <a:xfrm>
                <a:off x="5699954" y="1064239"/>
                <a:ext cx="12700" cy="3520439"/>
              </a:xfrm>
              <a:custGeom>
                <a:avLst/>
                <a:gdLst>
                  <a:gd name="csX0" fmla="*/ 0 w 12700"/>
                  <a:gd name="csY0" fmla="*/ 3520440 h 3520439"/>
                  <a:gd name="csX1" fmla="*/ 0 w 12700"/>
                  <a:gd name="csY1" fmla="*/ 0 h 35204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3520439">
                    <a:moveTo>
                      <a:pt x="0" y="3520440"/>
                    </a:moveTo>
                    <a:lnTo>
                      <a:pt x="0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B0759338-6035-9AB1-CCA3-945E8CC5F7C3}"/>
                  </a:ext>
                </a:extLst>
              </p:cNvPr>
              <p:cNvSpPr/>
              <p:nvPr/>
            </p:nvSpPr>
            <p:spPr>
              <a:xfrm>
                <a:off x="5699954" y="4584679"/>
                <a:ext cx="12700" cy="25400"/>
              </a:xfrm>
              <a:custGeom>
                <a:avLst/>
                <a:gdLst>
                  <a:gd name="csX0" fmla="*/ 377 w 12700"/>
                  <a:gd name="csY0" fmla="*/ 320 h 25400"/>
                  <a:gd name="csX1" fmla="*/ 377 w 12700"/>
                  <a:gd name="csY1" fmla="*/ 25720 h 25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25400">
                    <a:moveTo>
                      <a:pt x="377" y="320"/>
                    </a:moveTo>
                    <a:lnTo>
                      <a:pt x="377" y="25720"/>
                    </a:lnTo>
                  </a:path>
                </a:pathLst>
              </a:custGeom>
              <a:solidFill>
                <a:srgbClr val="FFFFFF"/>
              </a:solidFill>
              <a:ln w="762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4" name="Graphic 7">
              <a:extLst>
                <a:ext uri="{FF2B5EF4-FFF2-40B4-BE49-F238E27FC236}">
                  <a16:creationId xmlns:a16="http://schemas.microsoft.com/office/drawing/2014/main" id="{6EAAAAEC-39D0-4786-1583-3DAEFBE4CD4D}"/>
                </a:ext>
              </a:extLst>
            </p:cNvPr>
            <p:cNvGrpSpPr/>
            <p:nvPr/>
          </p:nvGrpSpPr>
          <p:grpSpPr>
            <a:xfrm>
              <a:off x="5803196" y="1064239"/>
              <a:ext cx="0" cy="3545839"/>
              <a:chOff x="5803196" y="1064239"/>
              <a:chExt cx="0" cy="3545839"/>
            </a:xfrm>
          </p:grpSpPr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9C1F3314-496F-F2FF-9F4C-EE52DE0F6C27}"/>
                  </a:ext>
                </a:extLst>
              </p:cNvPr>
              <p:cNvSpPr/>
              <p:nvPr/>
            </p:nvSpPr>
            <p:spPr>
              <a:xfrm>
                <a:off x="5803196" y="1064239"/>
                <a:ext cx="12700" cy="3520439"/>
              </a:xfrm>
              <a:custGeom>
                <a:avLst/>
                <a:gdLst>
                  <a:gd name="csX0" fmla="*/ 0 w 12700"/>
                  <a:gd name="csY0" fmla="*/ 3520440 h 3520439"/>
                  <a:gd name="csX1" fmla="*/ 0 w 12700"/>
                  <a:gd name="csY1" fmla="*/ 0 h 35204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3520439">
                    <a:moveTo>
                      <a:pt x="0" y="3520440"/>
                    </a:moveTo>
                    <a:lnTo>
                      <a:pt x="0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305525E7-CFD3-7CB0-FED8-01FFCB4892A1}"/>
                  </a:ext>
                </a:extLst>
              </p:cNvPr>
              <p:cNvSpPr/>
              <p:nvPr/>
            </p:nvSpPr>
            <p:spPr>
              <a:xfrm>
                <a:off x="5803196" y="4584679"/>
                <a:ext cx="12700" cy="25400"/>
              </a:xfrm>
              <a:custGeom>
                <a:avLst/>
                <a:gdLst>
                  <a:gd name="csX0" fmla="*/ 385 w 12700"/>
                  <a:gd name="csY0" fmla="*/ 320 h 25400"/>
                  <a:gd name="csX1" fmla="*/ 385 w 12700"/>
                  <a:gd name="csY1" fmla="*/ 25720 h 25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25400">
                    <a:moveTo>
                      <a:pt x="385" y="320"/>
                    </a:moveTo>
                    <a:lnTo>
                      <a:pt x="385" y="25720"/>
                    </a:lnTo>
                  </a:path>
                </a:pathLst>
              </a:custGeom>
              <a:solidFill>
                <a:srgbClr val="FFFFFF"/>
              </a:solidFill>
              <a:ln w="762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7" name="Graphic 7">
              <a:extLst>
                <a:ext uri="{FF2B5EF4-FFF2-40B4-BE49-F238E27FC236}">
                  <a16:creationId xmlns:a16="http://schemas.microsoft.com/office/drawing/2014/main" id="{CD2BE8C2-A0D8-6B35-EC51-2A019A77CE4B}"/>
                </a:ext>
              </a:extLst>
            </p:cNvPr>
            <p:cNvGrpSpPr/>
            <p:nvPr/>
          </p:nvGrpSpPr>
          <p:grpSpPr>
            <a:xfrm>
              <a:off x="5906438" y="1064239"/>
              <a:ext cx="0" cy="3545839"/>
              <a:chOff x="5906438" y="1064239"/>
              <a:chExt cx="0" cy="3545839"/>
            </a:xfrm>
          </p:grpSpPr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D0CA8D01-CBB9-CF6E-949D-7FDC57992C1C}"/>
                  </a:ext>
                </a:extLst>
              </p:cNvPr>
              <p:cNvSpPr/>
              <p:nvPr/>
            </p:nvSpPr>
            <p:spPr>
              <a:xfrm>
                <a:off x="5906438" y="1064239"/>
                <a:ext cx="12700" cy="3520439"/>
              </a:xfrm>
              <a:custGeom>
                <a:avLst/>
                <a:gdLst>
                  <a:gd name="csX0" fmla="*/ 0 w 12700"/>
                  <a:gd name="csY0" fmla="*/ 3520440 h 3520439"/>
                  <a:gd name="csX1" fmla="*/ 0 w 12700"/>
                  <a:gd name="csY1" fmla="*/ 0 h 35204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3520439">
                    <a:moveTo>
                      <a:pt x="0" y="3520440"/>
                    </a:moveTo>
                    <a:lnTo>
                      <a:pt x="0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052DFC43-8940-1C63-FFDC-0BD2707796E2}"/>
                  </a:ext>
                </a:extLst>
              </p:cNvPr>
              <p:cNvSpPr/>
              <p:nvPr/>
            </p:nvSpPr>
            <p:spPr>
              <a:xfrm>
                <a:off x="5906438" y="4584679"/>
                <a:ext cx="12700" cy="25400"/>
              </a:xfrm>
              <a:custGeom>
                <a:avLst/>
                <a:gdLst>
                  <a:gd name="csX0" fmla="*/ 393 w 12700"/>
                  <a:gd name="csY0" fmla="*/ 320 h 25400"/>
                  <a:gd name="csX1" fmla="*/ 393 w 12700"/>
                  <a:gd name="csY1" fmla="*/ 25720 h 25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25400">
                    <a:moveTo>
                      <a:pt x="393" y="320"/>
                    </a:moveTo>
                    <a:lnTo>
                      <a:pt x="393" y="25720"/>
                    </a:lnTo>
                  </a:path>
                </a:pathLst>
              </a:custGeom>
              <a:solidFill>
                <a:srgbClr val="FFFFFF"/>
              </a:solidFill>
              <a:ln w="762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50" name="Graphic 7">
              <a:extLst>
                <a:ext uri="{FF2B5EF4-FFF2-40B4-BE49-F238E27FC236}">
                  <a16:creationId xmlns:a16="http://schemas.microsoft.com/office/drawing/2014/main" id="{6CF3BB73-187D-BDEA-E152-B4C77BD48797}"/>
                </a:ext>
              </a:extLst>
            </p:cNvPr>
            <p:cNvGrpSpPr/>
            <p:nvPr/>
          </p:nvGrpSpPr>
          <p:grpSpPr>
            <a:xfrm>
              <a:off x="6009679" y="1064239"/>
              <a:ext cx="0" cy="3545839"/>
              <a:chOff x="6009679" y="1064239"/>
              <a:chExt cx="0" cy="3545839"/>
            </a:xfrm>
          </p:grpSpPr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8785DFFA-A56E-5B09-29B0-34412DC94827}"/>
                  </a:ext>
                </a:extLst>
              </p:cNvPr>
              <p:cNvSpPr/>
              <p:nvPr/>
            </p:nvSpPr>
            <p:spPr>
              <a:xfrm>
                <a:off x="6009679" y="1064239"/>
                <a:ext cx="12700" cy="3520439"/>
              </a:xfrm>
              <a:custGeom>
                <a:avLst/>
                <a:gdLst>
                  <a:gd name="csX0" fmla="*/ 0 w 12700"/>
                  <a:gd name="csY0" fmla="*/ 3520440 h 3520439"/>
                  <a:gd name="csX1" fmla="*/ 0 w 12700"/>
                  <a:gd name="csY1" fmla="*/ 0 h 35204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3520439">
                    <a:moveTo>
                      <a:pt x="0" y="3520440"/>
                    </a:moveTo>
                    <a:lnTo>
                      <a:pt x="0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006301BA-F3BC-9D19-90D7-DAC71058326D}"/>
                  </a:ext>
                </a:extLst>
              </p:cNvPr>
              <p:cNvSpPr/>
              <p:nvPr/>
            </p:nvSpPr>
            <p:spPr>
              <a:xfrm>
                <a:off x="6009679" y="4584679"/>
                <a:ext cx="12700" cy="25400"/>
              </a:xfrm>
              <a:custGeom>
                <a:avLst/>
                <a:gdLst>
                  <a:gd name="csX0" fmla="*/ 401 w 12700"/>
                  <a:gd name="csY0" fmla="*/ 320 h 25400"/>
                  <a:gd name="csX1" fmla="*/ 401 w 12700"/>
                  <a:gd name="csY1" fmla="*/ 25720 h 25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25400">
                    <a:moveTo>
                      <a:pt x="401" y="320"/>
                    </a:moveTo>
                    <a:lnTo>
                      <a:pt x="401" y="25720"/>
                    </a:lnTo>
                  </a:path>
                </a:pathLst>
              </a:custGeom>
              <a:solidFill>
                <a:srgbClr val="FFFFFF"/>
              </a:solidFill>
              <a:ln w="762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53" name="Graphic 7">
              <a:extLst>
                <a:ext uri="{FF2B5EF4-FFF2-40B4-BE49-F238E27FC236}">
                  <a16:creationId xmlns:a16="http://schemas.microsoft.com/office/drawing/2014/main" id="{2E3634EB-AEF6-32A9-6710-A67A582C9B57}"/>
                </a:ext>
              </a:extLst>
            </p:cNvPr>
            <p:cNvGrpSpPr/>
            <p:nvPr/>
          </p:nvGrpSpPr>
          <p:grpSpPr>
            <a:xfrm>
              <a:off x="6112921" y="1064239"/>
              <a:ext cx="0" cy="3545839"/>
              <a:chOff x="6112921" y="1064239"/>
              <a:chExt cx="0" cy="3545839"/>
            </a:xfrm>
          </p:grpSpPr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0A12F2E7-B1E5-A1A0-4D52-83D5D21C10BF}"/>
                  </a:ext>
                </a:extLst>
              </p:cNvPr>
              <p:cNvSpPr/>
              <p:nvPr/>
            </p:nvSpPr>
            <p:spPr>
              <a:xfrm>
                <a:off x="6112921" y="1064239"/>
                <a:ext cx="12700" cy="3520439"/>
              </a:xfrm>
              <a:custGeom>
                <a:avLst/>
                <a:gdLst>
                  <a:gd name="csX0" fmla="*/ 0 w 12700"/>
                  <a:gd name="csY0" fmla="*/ 3520440 h 3520439"/>
                  <a:gd name="csX1" fmla="*/ 0 w 12700"/>
                  <a:gd name="csY1" fmla="*/ 0 h 35204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3520439">
                    <a:moveTo>
                      <a:pt x="0" y="3520440"/>
                    </a:moveTo>
                    <a:lnTo>
                      <a:pt x="0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2AE7658D-3CC1-A741-9357-589A6EFAA5E3}"/>
                  </a:ext>
                </a:extLst>
              </p:cNvPr>
              <p:cNvSpPr/>
              <p:nvPr/>
            </p:nvSpPr>
            <p:spPr>
              <a:xfrm>
                <a:off x="6112921" y="4584679"/>
                <a:ext cx="12700" cy="25400"/>
              </a:xfrm>
              <a:custGeom>
                <a:avLst/>
                <a:gdLst>
                  <a:gd name="csX0" fmla="*/ 409 w 12700"/>
                  <a:gd name="csY0" fmla="*/ 320 h 25400"/>
                  <a:gd name="csX1" fmla="*/ 409 w 12700"/>
                  <a:gd name="csY1" fmla="*/ 25720 h 25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25400">
                    <a:moveTo>
                      <a:pt x="409" y="320"/>
                    </a:moveTo>
                    <a:lnTo>
                      <a:pt x="409" y="25720"/>
                    </a:lnTo>
                  </a:path>
                </a:pathLst>
              </a:custGeom>
              <a:solidFill>
                <a:srgbClr val="FFFFFF"/>
              </a:solidFill>
              <a:ln w="762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56" name="Graphic 7">
              <a:extLst>
                <a:ext uri="{FF2B5EF4-FFF2-40B4-BE49-F238E27FC236}">
                  <a16:creationId xmlns:a16="http://schemas.microsoft.com/office/drawing/2014/main" id="{55E6BE25-261A-5D4A-2950-B2C54EE9ED27}"/>
                </a:ext>
              </a:extLst>
            </p:cNvPr>
            <p:cNvGrpSpPr/>
            <p:nvPr/>
          </p:nvGrpSpPr>
          <p:grpSpPr>
            <a:xfrm>
              <a:off x="6319405" y="1064239"/>
              <a:ext cx="0" cy="3545839"/>
              <a:chOff x="6319405" y="1064239"/>
              <a:chExt cx="0" cy="3545839"/>
            </a:xfrm>
          </p:grpSpPr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1C47BEE0-C40C-F72F-4B42-E27EF732D8C5}"/>
                  </a:ext>
                </a:extLst>
              </p:cNvPr>
              <p:cNvSpPr/>
              <p:nvPr/>
            </p:nvSpPr>
            <p:spPr>
              <a:xfrm>
                <a:off x="6319405" y="1064239"/>
                <a:ext cx="12700" cy="3520439"/>
              </a:xfrm>
              <a:custGeom>
                <a:avLst/>
                <a:gdLst>
                  <a:gd name="csX0" fmla="*/ 0 w 12700"/>
                  <a:gd name="csY0" fmla="*/ 3520440 h 3520439"/>
                  <a:gd name="csX1" fmla="*/ 0 w 12700"/>
                  <a:gd name="csY1" fmla="*/ 0 h 35204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3520439">
                    <a:moveTo>
                      <a:pt x="0" y="3520440"/>
                    </a:moveTo>
                    <a:lnTo>
                      <a:pt x="0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18C5DD0F-3D10-155D-D9DD-CEBDE6BD2506}"/>
                  </a:ext>
                </a:extLst>
              </p:cNvPr>
              <p:cNvSpPr/>
              <p:nvPr/>
            </p:nvSpPr>
            <p:spPr>
              <a:xfrm>
                <a:off x="6319405" y="4584679"/>
                <a:ext cx="12700" cy="25400"/>
              </a:xfrm>
              <a:custGeom>
                <a:avLst/>
                <a:gdLst>
                  <a:gd name="csX0" fmla="*/ 426 w 12700"/>
                  <a:gd name="csY0" fmla="*/ 320 h 25400"/>
                  <a:gd name="csX1" fmla="*/ 426 w 12700"/>
                  <a:gd name="csY1" fmla="*/ 25720 h 25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25400">
                    <a:moveTo>
                      <a:pt x="426" y="320"/>
                    </a:moveTo>
                    <a:lnTo>
                      <a:pt x="426" y="25720"/>
                    </a:lnTo>
                  </a:path>
                </a:pathLst>
              </a:custGeom>
              <a:solidFill>
                <a:srgbClr val="FFFFFF"/>
              </a:solidFill>
              <a:ln w="762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59" name="Graphic 7">
              <a:extLst>
                <a:ext uri="{FF2B5EF4-FFF2-40B4-BE49-F238E27FC236}">
                  <a16:creationId xmlns:a16="http://schemas.microsoft.com/office/drawing/2014/main" id="{64DD7F7D-0C02-6F4A-4BCB-86A8F717B1E7}"/>
                </a:ext>
              </a:extLst>
            </p:cNvPr>
            <p:cNvGrpSpPr/>
            <p:nvPr/>
          </p:nvGrpSpPr>
          <p:grpSpPr>
            <a:xfrm>
              <a:off x="6422646" y="1064239"/>
              <a:ext cx="0" cy="3545839"/>
              <a:chOff x="6422646" y="1064239"/>
              <a:chExt cx="0" cy="3545839"/>
            </a:xfrm>
          </p:grpSpPr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A4A802FD-4FBD-54E6-6DA4-8C100C1BF87C}"/>
                  </a:ext>
                </a:extLst>
              </p:cNvPr>
              <p:cNvSpPr/>
              <p:nvPr/>
            </p:nvSpPr>
            <p:spPr>
              <a:xfrm>
                <a:off x="6422646" y="1064239"/>
                <a:ext cx="12700" cy="3520439"/>
              </a:xfrm>
              <a:custGeom>
                <a:avLst/>
                <a:gdLst>
                  <a:gd name="csX0" fmla="*/ 0 w 12700"/>
                  <a:gd name="csY0" fmla="*/ 3520440 h 3520439"/>
                  <a:gd name="csX1" fmla="*/ 0 w 12700"/>
                  <a:gd name="csY1" fmla="*/ 0 h 35204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3520439">
                    <a:moveTo>
                      <a:pt x="0" y="3520440"/>
                    </a:moveTo>
                    <a:lnTo>
                      <a:pt x="0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B8E7DA84-8A90-75E8-14D3-9406A9755608}"/>
                  </a:ext>
                </a:extLst>
              </p:cNvPr>
              <p:cNvSpPr/>
              <p:nvPr/>
            </p:nvSpPr>
            <p:spPr>
              <a:xfrm>
                <a:off x="6422646" y="4584679"/>
                <a:ext cx="12700" cy="25400"/>
              </a:xfrm>
              <a:custGeom>
                <a:avLst/>
                <a:gdLst>
                  <a:gd name="csX0" fmla="*/ 434 w 12700"/>
                  <a:gd name="csY0" fmla="*/ 320 h 25400"/>
                  <a:gd name="csX1" fmla="*/ 434 w 12700"/>
                  <a:gd name="csY1" fmla="*/ 25720 h 25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25400">
                    <a:moveTo>
                      <a:pt x="434" y="320"/>
                    </a:moveTo>
                    <a:lnTo>
                      <a:pt x="434" y="25720"/>
                    </a:lnTo>
                  </a:path>
                </a:pathLst>
              </a:custGeom>
              <a:solidFill>
                <a:srgbClr val="FFFFFF"/>
              </a:solidFill>
              <a:ln w="762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62" name="Graphic 7">
              <a:extLst>
                <a:ext uri="{FF2B5EF4-FFF2-40B4-BE49-F238E27FC236}">
                  <a16:creationId xmlns:a16="http://schemas.microsoft.com/office/drawing/2014/main" id="{12FA44C6-0EF7-5160-B7F3-777AABC72F30}"/>
                </a:ext>
              </a:extLst>
            </p:cNvPr>
            <p:cNvGrpSpPr/>
            <p:nvPr/>
          </p:nvGrpSpPr>
          <p:grpSpPr>
            <a:xfrm>
              <a:off x="6525888" y="1064239"/>
              <a:ext cx="0" cy="3545839"/>
              <a:chOff x="6525888" y="1064239"/>
              <a:chExt cx="0" cy="3545839"/>
            </a:xfrm>
          </p:grpSpPr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9716F3F5-2B6C-144D-3912-98B12DA06480}"/>
                  </a:ext>
                </a:extLst>
              </p:cNvPr>
              <p:cNvSpPr/>
              <p:nvPr/>
            </p:nvSpPr>
            <p:spPr>
              <a:xfrm>
                <a:off x="6525888" y="1064239"/>
                <a:ext cx="12700" cy="3520439"/>
              </a:xfrm>
              <a:custGeom>
                <a:avLst/>
                <a:gdLst>
                  <a:gd name="csX0" fmla="*/ 0 w 12700"/>
                  <a:gd name="csY0" fmla="*/ 3520440 h 3520439"/>
                  <a:gd name="csX1" fmla="*/ 0 w 12700"/>
                  <a:gd name="csY1" fmla="*/ 0 h 35204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3520439">
                    <a:moveTo>
                      <a:pt x="0" y="3520440"/>
                    </a:moveTo>
                    <a:lnTo>
                      <a:pt x="0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4F2484F1-2407-A386-4825-EC4B7DDDC1C9}"/>
                  </a:ext>
                </a:extLst>
              </p:cNvPr>
              <p:cNvSpPr/>
              <p:nvPr/>
            </p:nvSpPr>
            <p:spPr>
              <a:xfrm>
                <a:off x="6525888" y="4584679"/>
                <a:ext cx="12700" cy="25400"/>
              </a:xfrm>
              <a:custGeom>
                <a:avLst/>
                <a:gdLst>
                  <a:gd name="csX0" fmla="*/ 442 w 12700"/>
                  <a:gd name="csY0" fmla="*/ 320 h 25400"/>
                  <a:gd name="csX1" fmla="*/ 442 w 12700"/>
                  <a:gd name="csY1" fmla="*/ 25720 h 25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25400">
                    <a:moveTo>
                      <a:pt x="442" y="320"/>
                    </a:moveTo>
                    <a:lnTo>
                      <a:pt x="442" y="25720"/>
                    </a:lnTo>
                  </a:path>
                </a:pathLst>
              </a:custGeom>
              <a:solidFill>
                <a:srgbClr val="FFFFFF"/>
              </a:solidFill>
              <a:ln w="762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65" name="Graphic 7">
              <a:extLst>
                <a:ext uri="{FF2B5EF4-FFF2-40B4-BE49-F238E27FC236}">
                  <a16:creationId xmlns:a16="http://schemas.microsoft.com/office/drawing/2014/main" id="{CF300223-7C3E-C8C4-7737-4D9E2CA46F69}"/>
                </a:ext>
              </a:extLst>
            </p:cNvPr>
            <p:cNvGrpSpPr/>
            <p:nvPr/>
          </p:nvGrpSpPr>
          <p:grpSpPr>
            <a:xfrm>
              <a:off x="6629130" y="1064239"/>
              <a:ext cx="0" cy="3545839"/>
              <a:chOff x="6629130" y="1064239"/>
              <a:chExt cx="0" cy="3545839"/>
            </a:xfrm>
          </p:grpSpPr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F6A13FE8-AD30-317A-2092-CB6D64F4A15A}"/>
                  </a:ext>
                </a:extLst>
              </p:cNvPr>
              <p:cNvSpPr/>
              <p:nvPr/>
            </p:nvSpPr>
            <p:spPr>
              <a:xfrm>
                <a:off x="6629130" y="1064239"/>
                <a:ext cx="12700" cy="3520439"/>
              </a:xfrm>
              <a:custGeom>
                <a:avLst/>
                <a:gdLst>
                  <a:gd name="csX0" fmla="*/ 0 w 12700"/>
                  <a:gd name="csY0" fmla="*/ 3520440 h 3520439"/>
                  <a:gd name="csX1" fmla="*/ 0 w 12700"/>
                  <a:gd name="csY1" fmla="*/ 0 h 35204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3520439">
                    <a:moveTo>
                      <a:pt x="0" y="3520440"/>
                    </a:moveTo>
                    <a:lnTo>
                      <a:pt x="0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8EBC614E-53C0-4AF1-2793-D5B835A3F0A6}"/>
                  </a:ext>
                </a:extLst>
              </p:cNvPr>
              <p:cNvSpPr/>
              <p:nvPr/>
            </p:nvSpPr>
            <p:spPr>
              <a:xfrm>
                <a:off x="6629130" y="4584679"/>
                <a:ext cx="12700" cy="25400"/>
              </a:xfrm>
              <a:custGeom>
                <a:avLst/>
                <a:gdLst>
                  <a:gd name="csX0" fmla="*/ 450 w 12700"/>
                  <a:gd name="csY0" fmla="*/ 320 h 25400"/>
                  <a:gd name="csX1" fmla="*/ 450 w 12700"/>
                  <a:gd name="csY1" fmla="*/ 25720 h 25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25400">
                    <a:moveTo>
                      <a:pt x="450" y="320"/>
                    </a:moveTo>
                    <a:lnTo>
                      <a:pt x="450" y="25720"/>
                    </a:lnTo>
                  </a:path>
                </a:pathLst>
              </a:custGeom>
              <a:solidFill>
                <a:srgbClr val="FFFFFF"/>
              </a:solidFill>
              <a:ln w="762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68" name="Graphic 7">
              <a:extLst>
                <a:ext uri="{FF2B5EF4-FFF2-40B4-BE49-F238E27FC236}">
                  <a16:creationId xmlns:a16="http://schemas.microsoft.com/office/drawing/2014/main" id="{23A32E49-68E4-C3D5-1B75-5A17C41992F3}"/>
                </a:ext>
              </a:extLst>
            </p:cNvPr>
            <p:cNvGrpSpPr/>
            <p:nvPr/>
          </p:nvGrpSpPr>
          <p:grpSpPr>
            <a:xfrm>
              <a:off x="6732372" y="1064239"/>
              <a:ext cx="0" cy="3545839"/>
              <a:chOff x="6732372" y="1064239"/>
              <a:chExt cx="0" cy="3545839"/>
            </a:xfrm>
          </p:grpSpPr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3A005BA2-D7C3-1336-8A43-107C55424048}"/>
                  </a:ext>
                </a:extLst>
              </p:cNvPr>
              <p:cNvSpPr/>
              <p:nvPr/>
            </p:nvSpPr>
            <p:spPr>
              <a:xfrm>
                <a:off x="6732372" y="1064239"/>
                <a:ext cx="12700" cy="3520439"/>
              </a:xfrm>
              <a:custGeom>
                <a:avLst/>
                <a:gdLst>
                  <a:gd name="csX0" fmla="*/ 0 w 12700"/>
                  <a:gd name="csY0" fmla="*/ 3520440 h 3520439"/>
                  <a:gd name="csX1" fmla="*/ 0 w 12700"/>
                  <a:gd name="csY1" fmla="*/ 0 h 35204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3520439">
                    <a:moveTo>
                      <a:pt x="0" y="3520440"/>
                    </a:moveTo>
                    <a:lnTo>
                      <a:pt x="0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8F68F4A4-74AE-D870-93E5-393A26775551}"/>
                  </a:ext>
                </a:extLst>
              </p:cNvPr>
              <p:cNvSpPr/>
              <p:nvPr/>
            </p:nvSpPr>
            <p:spPr>
              <a:xfrm>
                <a:off x="6732372" y="4584679"/>
                <a:ext cx="12700" cy="25400"/>
              </a:xfrm>
              <a:custGeom>
                <a:avLst/>
                <a:gdLst>
                  <a:gd name="csX0" fmla="*/ 458 w 12700"/>
                  <a:gd name="csY0" fmla="*/ 320 h 25400"/>
                  <a:gd name="csX1" fmla="*/ 458 w 12700"/>
                  <a:gd name="csY1" fmla="*/ 25720 h 25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25400">
                    <a:moveTo>
                      <a:pt x="458" y="320"/>
                    </a:moveTo>
                    <a:lnTo>
                      <a:pt x="458" y="25720"/>
                    </a:lnTo>
                  </a:path>
                </a:pathLst>
              </a:custGeom>
              <a:solidFill>
                <a:srgbClr val="FFFFFF"/>
              </a:solidFill>
              <a:ln w="762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71" name="Graphic 7">
              <a:extLst>
                <a:ext uri="{FF2B5EF4-FFF2-40B4-BE49-F238E27FC236}">
                  <a16:creationId xmlns:a16="http://schemas.microsoft.com/office/drawing/2014/main" id="{0000D622-E92C-7C06-ABA0-8E0B919C0A47}"/>
                </a:ext>
              </a:extLst>
            </p:cNvPr>
            <p:cNvGrpSpPr/>
            <p:nvPr/>
          </p:nvGrpSpPr>
          <p:grpSpPr>
            <a:xfrm>
              <a:off x="6835613" y="1064239"/>
              <a:ext cx="0" cy="3545839"/>
              <a:chOff x="6835613" y="1064239"/>
              <a:chExt cx="0" cy="3545839"/>
            </a:xfrm>
          </p:grpSpPr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99507785-AB58-D1AF-5356-B4DC2046A121}"/>
                  </a:ext>
                </a:extLst>
              </p:cNvPr>
              <p:cNvSpPr/>
              <p:nvPr/>
            </p:nvSpPr>
            <p:spPr>
              <a:xfrm>
                <a:off x="6835613" y="1064239"/>
                <a:ext cx="12700" cy="3520439"/>
              </a:xfrm>
              <a:custGeom>
                <a:avLst/>
                <a:gdLst>
                  <a:gd name="csX0" fmla="*/ 0 w 12700"/>
                  <a:gd name="csY0" fmla="*/ 3520440 h 3520439"/>
                  <a:gd name="csX1" fmla="*/ 0 w 12700"/>
                  <a:gd name="csY1" fmla="*/ 0 h 35204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3520439">
                    <a:moveTo>
                      <a:pt x="0" y="3520440"/>
                    </a:moveTo>
                    <a:lnTo>
                      <a:pt x="0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A3736C6C-9B10-CD95-2704-2C24E303027E}"/>
                  </a:ext>
                </a:extLst>
              </p:cNvPr>
              <p:cNvSpPr/>
              <p:nvPr/>
            </p:nvSpPr>
            <p:spPr>
              <a:xfrm>
                <a:off x="6835613" y="4584679"/>
                <a:ext cx="12700" cy="25400"/>
              </a:xfrm>
              <a:custGeom>
                <a:avLst/>
                <a:gdLst>
                  <a:gd name="csX0" fmla="*/ 466 w 12700"/>
                  <a:gd name="csY0" fmla="*/ 320 h 25400"/>
                  <a:gd name="csX1" fmla="*/ 466 w 12700"/>
                  <a:gd name="csY1" fmla="*/ 25720 h 25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25400">
                    <a:moveTo>
                      <a:pt x="466" y="320"/>
                    </a:moveTo>
                    <a:lnTo>
                      <a:pt x="466" y="25720"/>
                    </a:lnTo>
                  </a:path>
                </a:pathLst>
              </a:custGeom>
              <a:solidFill>
                <a:srgbClr val="FFFFFF"/>
              </a:solidFill>
              <a:ln w="762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74" name="Graphic 7">
              <a:extLst>
                <a:ext uri="{FF2B5EF4-FFF2-40B4-BE49-F238E27FC236}">
                  <a16:creationId xmlns:a16="http://schemas.microsoft.com/office/drawing/2014/main" id="{A1DA8EED-B7EF-F306-A721-D30CAF706293}"/>
                </a:ext>
              </a:extLst>
            </p:cNvPr>
            <p:cNvGrpSpPr/>
            <p:nvPr/>
          </p:nvGrpSpPr>
          <p:grpSpPr>
            <a:xfrm>
              <a:off x="6938855" y="1064239"/>
              <a:ext cx="0" cy="3545839"/>
              <a:chOff x="6938855" y="1064239"/>
              <a:chExt cx="0" cy="3545839"/>
            </a:xfrm>
          </p:grpSpPr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E1179A61-5D44-B106-3E9E-519D65212176}"/>
                  </a:ext>
                </a:extLst>
              </p:cNvPr>
              <p:cNvSpPr/>
              <p:nvPr/>
            </p:nvSpPr>
            <p:spPr>
              <a:xfrm>
                <a:off x="6938855" y="1064239"/>
                <a:ext cx="12700" cy="3520439"/>
              </a:xfrm>
              <a:custGeom>
                <a:avLst/>
                <a:gdLst>
                  <a:gd name="csX0" fmla="*/ 0 w 12700"/>
                  <a:gd name="csY0" fmla="*/ 3520440 h 3520439"/>
                  <a:gd name="csX1" fmla="*/ 0 w 12700"/>
                  <a:gd name="csY1" fmla="*/ 0 h 35204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3520439">
                    <a:moveTo>
                      <a:pt x="0" y="3520440"/>
                    </a:moveTo>
                    <a:lnTo>
                      <a:pt x="0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20AFFED6-949C-788C-A34C-C2FB5CAAC34A}"/>
                  </a:ext>
                </a:extLst>
              </p:cNvPr>
              <p:cNvSpPr/>
              <p:nvPr/>
            </p:nvSpPr>
            <p:spPr>
              <a:xfrm>
                <a:off x="6938855" y="4584679"/>
                <a:ext cx="12700" cy="25400"/>
              </a:xfrm>
              <a:custGeom>
                <a:avLst/>
                <a:gdLst>
                  <a:gd name="csX0" fmla="*/ 474 w 12700"/>
                  <a:gd name="csY0" fmla="*/ 320 h 25400"/>
                  <a:gd name="csX1" fmla="*/ 474 w 12700"/>
                  <a:gd name="csY1" fmla="*/ 25720 h 25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25400">
                    <a:moveTo>
                      <a:pt x="474" y="320"/>
                    </a:moveTo>
                    <a:lnTo>
                      <a:pt x="474" y="25720"/>
                    </a:lnTo>
                  </a:path>
                </a:pathLst>
              </a:custGeom>
              <a:solidFill>
                <a:srgbClr val="FFFFFF"/>
              </a:solidFill>
              <a:ln w="762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77" name="Graphic 7">
              <a:extLst>
                <a:ext uri="{FF2B5EF4-FFF2-40B4-BE49-F238E27FC236}">
                  <a16:creationId xmlns:a16="http://schemas.microsoft.com/office/drawing/2014/main" id="{76AB93A9-3DF7-890A-18F5-5C7126BB537C}"/>
                </a:ext>
              </a:extLst>
            </p:cNvPr>
            <p:cNvGrpSpPr/>
            <p:nvPr/>
          </p:nvGrpSpPr>
          <p:grpSpPr>
            <a:xfrm>
              <a:off x="7042097" y="1064239"/>
              <a:ext cx="0" cy="3545839"/>
              <a:chOff x="7042097" y="1064239"/>
              <a:chExt cx="0" cy="3545839"/>
            </a:xfrm>
          </p:grpSpPr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A7B3A8C3-ADC0-D3CE-8C83-D2A161912E8E}"/>
                  </a:ext>
                </a:extLst>
              </p:cNvPr>
              <p:cNvSpPr/>
              <p:nvPr/>
            </p:nvSpPr>
            <p:spPr>
              <a:xfrm>
                <a:off x="7042097" y="1064239"/>
                <a:ext cx="12700" cy="3520439"/>
              </a:xfrm>
              <a:custGeom>
                <a:avLst/>
                <a:gdLst>
                  <a:gd name="csX0" fmla="*/ 0 w 12700"/>
                  <a:gd name="csY0" fmla="*/ 3520440 h 3520439"/>
                  <a:gd name="csX1" fmla="*/ 0 w 12700"/>
                  <a:gd name="csY1" fmla="*/ 0 h 35204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3520439">
                    <a:moveTo>
                      <a:pt x="0" y="3520440"/>
                    </a:moveTo>
                    <a:lnTo>
                      <a:pt x="0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A0A7A65E-C45A-E4A7-A383-620F1468686F}"/>
                  </a:ext>
                </a:extLst>
              </p:cNvPr>
              <p:cNvSpPr/>
              <p:nvPr/>
            </p:nvSpPr>
            <p:spPr>
              <a:xfrm>
                <a:off x="7042097" y="4584679"/>
                <a:ext cx="12700" cy="25400"/>
              </a:xfrm>
              <a:custGeom>
                <a:avLst/>
                <a:gdLst>
                  <a:gd name="csX0" fmla="*/ 482 w 12700"/>
                  <a:gd name="csY0" fmla="*/ 320 h 25400"/>
                  <a:gd name="csX1" fmla="*/ 482 w 12700"/>
                  <a:gd name="csY1" fmla="*/ 25720 h 25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25400">
                    <a:moveTo>
                      <a:pt x="482" y="320"/>
                    </a:moveTo>
                    <a:lnTo>
                      <a:pt x="482" y="25720"/>
                    </a:lnTo>
                  </a:path>
                </a:pathLst>
              </a:custGeom>
              <a:solidFill>
                <a:srgbClr val="FFFFFF"/>
              </a:solidFill>
              <a:ln w="762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0" name="Graphic 7">
              <a:extLst>
                <a:ext uri="{FF2B5EF4-FFF2-40B4-BE49-F238E27FC236}">
                  <a16:creationId xmlns:a16="http://schemas.microsoft.com/office/drawing/2014/main" id="{BBA102EE-7FE4-1282-6ADC-5D85593F1F59}"/>
                </a:ext>
              </a:extLst>
            </p:cNvPr>
            <p:cNvGrpSpPr/>
            <p:nvPr/>
          </p:nvGrpSpPr>
          <p:grpSpPr>
            <a:xfrm>
              <a:off x="7145339" y="1064239"/>
              <a:ext cx="0" cy="3545839"/>
              <a:chOff x="7145339" y="1064239"/>
              <a:chExt cx="0" cy="3545839"/>
            </a:xfrm>
          </p:grpSpPr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0F9B58F0-DEDB-C1AE-71D1-ADECED7965FE}"/>
                  </a:ext>
                </a:extLst>
              </p:cNvPr>
              <p:cNvSpPr/>
              <p:nvPr/>
            </p:nvSpPr>
            <p:spPr>
              <a:xfrm>
                <a:off x="7145339" y="1064239"/>
                <a:ext cx="12700" cy="3520439"/>
              </a:xfrm>
              <a:custGeom>
                <a:avLst/>
                <a:gdLst>
                  <a:gd name="csX0" fmla="*/ 0 w 12700"/>
                  <a:gd name="csY0" fmla="*/ 3520440 h 3520439"/>
                  <a:gd name="csX1" fmla="*/ 0 w 12700"/>
                  <a:gd name="csY1" fmla="*/ 0 h 35204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3520439">
                    <a:moveTo>
                      <a:pt x="0" y="3520440"/>
                    </a:moveTo>
                    <a:lnTo>
                      <a:pt x="0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CABF9C54-6AAB-5D9D-0A6C-2183825F23AD}"/>
                  </a:ext>
                </a:extLst>
              </p:cNvPr>
              <p:cNvSpPr/>
              <p:nvPr/>
            </p:nvSpPr>
            <p:spPr>
              <a:xfrm>
                <a:off x="7145339" y="4584679"/>
                <a:ext cx="12700" cy="25400"/>
              </a:xfrm>
              <a:custGeom>
                <a:avLst/>
                <a:gdLst>
                  <a:gd name="csX0" fmla="*/ 491 w 12700"/>
                  <a:gd name="csY0" fmla="*/ 320 h 25400"/>
                  <a:gd name="csX1" fmla="*/ 491 w 12700"/>
                  <a:gd name="csY1" fmla="*/ 25720 h 25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25400">
                    <a:moveTo>
                      <a:pt x="491" y="320"/>
                    </a:moveTo>
                    <a:lnTo>
                      <a:pt x="491" y="25720"/>
                    </a:lnTo>
                  </a:path>
                </a:pathLst>
              </a:custGeom>
              <a:solidFill>
                <a:srgbClr val="FFFFFF"/>
              </a:solidFill>
              <a:ln w="762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3" name="Graphic 7">
              <a:extLst>
                <a:ext uri="{FF2B5EF4-FFF2-40B4-BE49-F238E27FC236}">
                  <a16:creationId xmlns:a16="http://schemas.microsoft.com/office/drawing/2014/main" id="{E3E792AB-AD6E-F6E2-6515-E2251E4017BC}"/>
                </a:ext>
              </a:extLst>
            </p:cNvPr>
            <p:cNvGrpSpPr/>
            <p:nvPr/>
          </p:nvGrpSpPr>
          <p:grpSpPr>
            <a:xfrm>
              <a:off x="7351822" y="1064239"/>
              <a:ext cx="0" cy="3545839"/>
              <a:chOff x="7351822" y="1064239"/>
              <a:chExt cx="0" cy="3545839"/>
            </a:xfrm>
          </p:grpSpPr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FD676801-E825-366A-69F7-6B006E847F5B}"/>
                  </a:ext>
                </a:extLst>
              </p:cNvPr>
              <p:cNvSpPr/>
              <p:nvPr/>
            </p:nvSpPr>
            <p:spPr>
              <a:xfrm>
                <a:off x="7351822" y="1064239"/>
                <a:ext cx="12700" cy="3520439"/>
              </a:xfrm>
              <a:custGeom>
                <a:avLst/>
                <a:gdLst>
                  <a:gd name="csX0" fmla="*/ 0 w 12700"/>
                  <a:gd name="csY0" fmla="*/ 3520440 h 3520439"/>
                  <a:gd name="csX1" fmla="*/ 0 w 12700"/>
                  <a:gd name="csY1" fmla="*/ 0 h 35204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3520439">
                    <a:moveTo>
                      <a:pt x="0" y="3520440"/>
                    </a:moveTo>
                    <a:lnTo>
                      <a:pt x="0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96073B53-3BD3-4913-1731-7B2619490EE7}"/>
                  </a:ext>
                </a:extLst>
              </p:cNvPr>
              <p:cNvSpPr/>
              <p:nvPr/>
            </p:nvSpPr>
            <p:spPr>
              <a:xfrm>
                <a:off x="7351822" y="4584679"/>
                <a:ext cx="12700" cy="25400"/>
              </a:xfrm>
              <a:custGeom>
                <a:avLst/>
                <a:gdLst>
                  <a:gd name="csX0" fmla="*/ 507 w 12700"/>
                  <a:gd name="csY0" fmla="*/ 320 h 25400"/>
                  <a:gd name="csX1" fmla="*/ 507 w 12700"/>
                  <a:gd name="csY1" fmla="*/ 25720 h 25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25400">
                    <a:moveTo>
                      <a:pt x="507" y="320"/>
                    </a:moveTo>
                    <a:lnTo>
                      <a:pt x="507" y="25720"/>
                    </a:lnTo>
                  </a:path>
                </a:pathLst>
              </a:custGeom>
              <a:solidFill>
                <a:srgbClr val="FFFFFF"/>
              </a:solidFill>
              <a:ln w="762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6" name="Graphic 7">
              <a:extLst>
                <a:ext uri="{FF2B5EF4-FFF2-40B4-BE49-F238E27FC236}">
                  <a16:creationId xmlns:a16="http://schemas.microsoft.com/office/drawing/2014/main" id="{C107D32A-C332-6C1F-303F-59E4A5BEC6BC}"/>
                </a:ext>
              </a:extLst>
            </p:cNvPr>
            <p:cNvGrpSpPr/>
            <p:nvPr/>
          </p:nvGrpSpPr>
          <p:grpSpPr>
            <a:xfrm>
              <a:off x="7455064" y="1064239"/>
              <a:ext cx="0" cy="3545839"/>
              <a:chOff x="7455064" y="1064239"/>
              <a:chExt cx="0" cy="3545839"/>
            </a:xfrm>
          </p:grpSpPr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AD32B301-2324-C0E7-F082-4D7B69C985A5}"/>
                  </a:ext>
                </a:extLst>
              </p:cNvPr>
              <p:cNvSpPr/>
              <p:nvPr/>
            </p:nvSpPr>
            <p:spPr>
              <a:xfrm>
                <a:off x="7455064" y="1064239"/>
                <a:ext cx="12700" cy="3520439"/>
              </a:xfrm>
              <a:custGeom>
                <a:avLst/>
                <a:gdLst>
                  <a:gd name="csX0" fmla="*/ 0 w 12700"/>
                  <a:gd name="csY0" fmla="*/ 3520440 h 3520439"/>
                  <a:gd name="csX1" fmla="*/ 0 w 12700"/>
                  <a:gd name="csY1" fmla="*/ 0 h 35204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3520439">
                    <a:moveTo>
                      <a:pt x="0" y="3520440"/>
                    </a:moveTo>
                    <a:lnTo>
                      <a:pt x="0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5D65A19F-DB93-F61A-A8DE-3AF9AE9B9444}"/>
                  </a:ext>
                </a:extLst>
              </p:cNvPr>
              <p:cNvSpPr/>
              <p:nvPr/>
            </p:nvSpPr>
            <p:spPr>
              <a:xfrm>
                <a:off x="7455064" y="4584679"/>
                <a:ext cx="12700" cy="25400"/>
              </a:xfrm>
              <a:custGeom>
                <a:avLst/>
                <a:gdLst>
                  <a:gd name="csX0" fmla="*/ 515 w 12700"/>
                  <a:gd name="csY0" fmla="*/ 320 h 25400"/>
                  <a:gd name="csX1" fmla="*/ 515 w 12700"/>
                  <a:gd name="csY1" fmla="*/ 25720 h 25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25400">
                    <a:moveTo>
                      <a:pt x="515" y="320"/>
                    </a:moveTo>
                    <a:lnTo>
                      <a:pt x="515" y="25720"/>
                    </a:lnTo>
                  </a:path>
                </a:pathLst>
              </a:custGeom>
              <a:solidFill>
                <a:srgbClr val="FFFFFF"/>
              </a:solidFill>
              <a:ln w="762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89" name="Graphic 7">
              <a:extLst>
                <a:ext uri="{FF2B5EF4-FFF2-40B4-BE49-F238E27FC236}">
                  <a16:creationId xmlns:a16="http://schemas.microsoft.com/office/drawing/2014/main" id="{203DF1D9-7C85-D7A4-9AEB-6E9B5A5530EF}"/>
                </a:ext>
              </a:extLst>
            </p:cNvPr>
            <p:cNvGrpSpPr/>
            <p:nvPr/>
          </p:nvGrpSpPr>
          <p:grpSpPr>
            <a:xfrm>
              <a:off x="4301463" y="4847291"/>
              <a:ext cx="708171" cy="158547"/>
              <a:chOff x="4301463" y="4847291"/>
              <a:chExt cx="708171" cy="158547"/>
            </a:xfrm>
            <a:solidFill>
              <a:srgbClr val="FFFFFF"/>
            </a:solidFill>
          </p:grpSpPr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9AB45D78-AF18-88A1-4CE5-4F7FFACCBA2E}"/>
                  </a:ext>
                </a:extLst>
              </p:cNvPr>
              <p:cNvSpPr/>
              <p:nvPr/>
            </p:nvSpPr>
            <p:spPr>
              <a:xfrm flipV="1">
                <a:off x="4301463" y="4852764"/>
                <a:ext cx="109652" cy="129627"/>
              </a:xfrm>
              <a:custGeom>
                <a:avLst/>
                <a:gdLst>
                  <a:gd name="csX0" fmla="*/ -1683 w 109652"/>
                  <a:gd name="csY0" fmla="*/ 127641 h 129627"/>
                  <a:gd name="csX1" fmla="*/ 107969 w 109652"/>
                  <a:gd name="csY1" fmla="*/ 127641 h 129627"/>
                  <a:gd name="csX2" fmla="*/ 107969 w 109652"/>
                  <a:gd name="csY2" fmla="*/ 112861 h 129627"/>
                  <a:gd name="csX3" fmla="*/ 61963 w 109652"/>
                  <a:gd name="csY3" fmla="*/ 112861 h 129627"/>
                  <a:gd name="csX4" fmla="*/ 61963 w 109652"/>
                  <a:gd name="csY4" fmla="*/ -1986 h 129627"/>
                  <a:gd name="csX5" fmla="*/ 44350 w 109652"/>
                  <a:gd name="csY5" fmla="*/ -1986 h 129627"/>
                  <a:gd name="csX6" fmla="*/ 44350 w 109652"/>
                  <a:gd name="csY6" fmla="*/ 112861 h 129627"/>
                  <a:gd name="csX7" fmla="*/ -1683 w 109652"/>
                  <a:gd name="csY7" fmla="*/ 112861 h 129627"/>
                  <a:gd name="csX8" fmla="*/ -1683 w 109652"/>
                  <a:gd name="csY8" fmla="*/ 127641 h 12962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09652" h="129627">
                    <a:moveTo>
                      <a:pt x="-1683" y="127641"/>
                    </a:moveTo>
                    <a:lnTo>
                      <a:pt x="107969" y="127641"/>
                    </a:lnTo>
                    <a:lnTo>
                      <a:pt x="107969" y="112861"/>
                    </a:lnTo>
                    <a:lnTo>
                      <a:pt x="61963" y="112861"/>
                    </a:lnTo>
                    <a:lnTo>
                      <a:pt x="61963" y="-1986"/>
                    </a:lnTo>
                    <a:lnTo>
                      <a:pt x="44350" y="-1986"/>
                    </a:lnTo>
                    <a:lnTo>
                      <a:pt x="44350" y="112861"/>
                    </a:lnTo>
                    <a:lnTo>
                      <a:pt x="-1683" y="112861"/>
                    </a:lnTo>
                    <a:lnTo>
                      <a:pt x="-1683" y="127641"/>
                    </a:lnTo>
                    <a:close/>
                  </a:path>
                </a:pathLst>
              </a:custGeom>
              <a:solidFill>
                <a:srgbClr val="FFFFFF"/>
              </a:solidFill>
              <a:ln w="28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17A0979B-2775-E347-BC90-527114DBF469}"/>
                  </a:ext>
                </a:extLst>
              </p:cNvPr>
              <p:cNvSpPr/>
              <p:nvPr/>
            </p:nvSpPr>
            <p:spPr>
              <a:xfrm flipV="1">
                <a:off x="4421794" y="4847291"/>
                <a:ext cx="15974" cy="135100"/>
              </a:xfrm>
              <a:custGeom>
                <a:avLst/>
                <a:gdLst>
                  <a:gd name="csX0" fmla="*/ -614 w 15974"/>
                  <a:gd name="csY0" fmla="*/ 95149 h 135100"/>
                  <a:gd name="csX1" fmla="*/ 15361 w 15974"/>
                  <a:gd name="csY1" fmla="*/ 95149 h 135100"/>
                  <a:gd name="csX2" fmla="*/ 15361 w 15974"/>
                  <a:gd name="csY2" fmla="*/ -2085 h 135100"/>
                  <a:gd name="csX3" fmla="*/ -614 w 15974"/>
                  <a:gd name="csY3" fmla="*/ -2085 h 135100"/>
                  <a:gd name="csX4" fmla="*/ -614 w 15974"/>
                  <a:gd name="csY4" fmla="*/ 95149 h 135100"/>
                  <a:gd name="csX5" fmla="*/ -614 w 15974"/>
                  <a:gd name="csY5" fmla="*/ 133015 h 135100"/>
                  <a:gd name="csX6" fmla="*/ 15361 w 15974"/>
                  <a:gd name="csY6" fmla="*/ 133015 h 135100"/>
                  <a:gd name="csX7" fmla="*/ 15361 w 15974"/>
                  <a:gd name="csY7" fmla="*/ 112763 h 135100"/>
                  <a:gd name="csX8" fmla="*/ -614 w 15974"/>
                  <a:gd name="csY8" fmla="*/ 112763 h 135100"/>
                  <a:gd name="csX9" fmla="*/ -614 w 15974"/>
                  <a:gd name="csY9" fmla="*/ 133015 h 1351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5974" h="135100">
                    <a:moveTo>
                      <a:pt x="-614" y="95149"/>
                    </a:moveTo>
                    <a:lnTo>
                      <a:pt x="15361" y="95149"/>
                    </a:lnTo>
                    <a:lnTo>
                      <a:pt x="15361" y="-2085"/>
                    </a:lnTo>
                    <a:lnTo>
                      <a:pt x="-614" y="-2085"/>
                    </a:lnTo>
                    <a:lnTo>
                      <a:pt x="-614" y="95149"/>
                    </a:lnTo>
                    <a:close/>
                    <a:moveTo>
                      <a:pt x="-614" y="133015"/>
                    </a:moveTo>
                    <a:lnTo>
                      <a:pt x="15361" y="133015"/>
                    </a:lnTo>
                    <a:lnTo>
                      <a:pt x="15361" y="112763"/>
                    </a:lnTo>
                    <a:lnTo>
                      <a:pt x="-614" y="112763"/>
                    </a:lnTo>
                    <a:lnTo>
                      <a:pt x="-614" y="133015"/>
                    </a:lnTo>
                    <a:close/>
                  </a:path>
                </a:pathLst>
              </a:custGeom>
              <a:solidFill>
                <a:srgbClr val="FFFFFF"/>
              </a:solidFill>
              <a:ln w="28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73CFE798-F4C7-0631-AB21-1F67722A7B75}"/>
                  </a:ext>
                </a:extLst>
              </p:cNvPr>
              <p:cNvSpPr/>
              <p:nvPr/>
            </p:nvSpPr>
            <p:spPr>
              <a:xfrm flipV="1">
                <a:off x="4470581" y="4882823"/>
                <a:ext cx="141962" cy="99568"/>
              </a:xfrm>
              <a:custGeom>
                <a:avLst/>
                <a:gdLst>
                  <a:gd name="csX0" fmla="*/ 73465 w 141962"/>
                  <a:gd name="csY0" fmla="*/ 77121 h 99568"/>
                  <a:gd name="csX1" fmla="*/ 87800 w 141962"/>
                  <a:gd name="csY1" fmla="*/ 93012 h 99568"/>
                  <a:gd name="csX2" fmla="*/ 107413 w 141962"/>
                  <a:gd name="csY2" fmla="*/ 98124 h 99568"/>
                  <a:gd name="csX3" fmla="*/ 130861 w 141962"/>
                  <a:gd name="csY3" fmla="*/ 87484 h 99568"/>
                  <a:gd name="csX4" fmla="*/ 139112 w 141962"/>
                  <a:gd name="csY4" fmla="*/ 57258 h 99568"/>
                  <a:gd name="csX5" fmla="*/ 139112 w 141962"/>
                  <a:gd name="csY5" fmla="*/ -1444 h 99568"/>
                  <a:gd name="csX6" fmla="*/ 123054 w 141962"/>
                  <a:gd name="csY6" fmla="*/ -1444 h 99568"/>
                  <a:gd name="csX7" fmla="*/ 123054 w 141962"/>
                  <a:gd name="csY7" fmla="*/ 56730 h 99568"/>
                  <a:gd name="csX8" fmla="*/ 118081 w 141962"/>
                  <a:gd name="csY8" fmla="*/ 77455 h 99568"/>
                  <a:gd name="csX9" fmla="*/ 102996 w 141962"/>
                  <a:gd name="csY9" fmla="*/ 84233 h 99568"/>
                  <a:gd name="csX10" fmla="*/ 83355 w 141962"/>
                  <a:gd name="csY10" fmla="*/ 75982 h 99568"/>
                  <a:gd name="csX11" fmla="*/ 76159 w 141962"/>
                  <a:gd name="csY11" fmla="*/ 53507 h 99568"/>
                  <a:gd name="csX12" fmla="*/ 76159 w 141962"/>
                  <a:gd name="csY12" fmla="*/ -1444 h 99568"/>
                  <a:gd name="csX13" fmla="*/ 60102 w 141962"/>
                  <a:gd name="csY13" fmla="*/ -1444 h 99568"/>
                  <a:gd name="csX14" fmla="*/ 60102 w 141962"/>
                  <a:gd name="csY14" fmla="*/ 56730 h 99568"/>
                  <a:gd name="csX15" fmla="*/ 55157 w 141962"/>
                  <a:gd name="csY15" fmla="*/ 77510 h 99568"/>
                  <a:gd name="csX16" fmla="*/ 39877 w 141962"/>
                  <a:gd name="csY16" fmla="*/ 84233 h 99568"/>
                  <a:gd name="csX17" fmla="*/ 20403 w 141962"/>
                  <a:gd name="csY17" fmla="*/ 75954 h 99568"/>
                  <a:gd name="csX18" fmla="*/ 13207 w 141962"/>
                  <a:gd name="csY18" fmla="*/ 53507 h 99568"/>
                  <a:gd name="csX19" fmla="*/ 13207 w 141962"/>
                  <a:gd name="csY19" fmla="*/ -1444 h 99568"/>
                  <a:gd name="csX20" fmla="*/ -2850 w 141962"/>
                  <a:gd name="csY20" fmla="*/ -1444 h 99568"/>
                  <a:gd name="csX21" fmla="*/ -2850 w 141962"/>
                  <a:gd name="csY21" fmla="*/ 95790 h 99568"/>
                  <a:gd name="csX22" fmla="*/ 13207 w 141962"/>
                  <a:gd name="csY22" fmla="*/ 95790 h 99568"/>
                  <a:gd name="csX23" fmla="*/ 13207 w 141962"/>
                  <a:gd name="csY23" fmla="*/ 80677 h 99568"/>
                  <a:gd name="csX24" fmla="*/ 26320 w 141962"/>
                  <a:gd name="csY24" fmla="*/ 93873 h 99568"/>
                  <a:gd name="csX25" fmla="*/ 44461 w 141962"/>
                  <a:gd name="csY25" fmla="*/ 98124 h 99568"/>
                  <a:gd name="csX26" fmla="*/ 62491 w 141962"/>
                  <a:gd name="csY26" fmla="*/ 92734 h 99568"/>
                  <a:gd name="csX27" fmla="*/ 73465 w 141962"/>
                  <a:gd name="csY27" fmla="*/ 77121 h 9956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</a:cxnLst>
                <a:rect l="l" t="t" r="r" b="b"/>
                <a:pathLst>
                  <a:path w="141962" h="99568">
                    <a:moveTo>
                      <a:pt x="73465" y="77121"/>
                    </a:moveTo>
                    <a:cubicBezTo>
                      <a:pt x="77465" y="84307"/>
                      <a:pt x="82244" y="89604"/>
                      <a:pt x="87800" y="93012"/>
                    </a:cubicBezTo>
                    <a:cubicBezTo>
                      <a:pt x="93356" y="96420"/>
                      <a:pt x="99894" y="98124"/>
                      <a:pt x="107413" y="98124"/>
                    </a:cubicBezTo>
                    <a:cubicBezTo>
                      <a:pt x="117544" y="98124"/>
                      <a:pt x="125360" y="94577"/>
                      <a:pt x="130861" y="87484"/>
                    </a:cubicBezTo>
                    <a:cubicBezTo>
                      <a:pt x="136361" y="80409"/>
                      <a:pt x="139112" y="70333"/>
                      <a:pt x="139112" y="57258"/>
                    </a:cubicBezTo>
                    <a:lnTo>
                      <a:pt x="139112" y="-1444"/>
                    </a:lnTo>
                    <a:lnTo>
                      <a:pt x="123054" y="-1444"/>
                    </a:lnTo>
                    <a:lnTo>
                      <a:pt x="123054" y="56730"/>
                    </a:lnTo>
                    <a:cubicBezTo>
                      <a:pt x="123054" y="66046"/>
                      <a:pt x="121397" y="72954"/>
                      <a:pt x="118081" y="77455"/>
                    </a:cubicBezTo>
                    <a:cubicBezTo>
                      <a:pt x="114785" y="81974"/>
                      <a:pt x="109756" y="84233"/>
                      <a:pt x="102996" y="84233"/>
                    </a:cubicBezTo>
                    <a:cubicBezTo>
                      <a:pt x="94717" y="84233"/>
                      <a:pt x="88170" y="81483"/>
                      <a:pt x="83355" y="75982"/>
                    </a:cubicBezTo>
                    <a:cubicBezTo>
                      <a:pt x="78558" y="70500"/>
                      <a:pt x="76159" y="63008"/>
                      <a:pt x="76159" y="53507"/>
                    </a:cubicBezTo>
                    <a:lnTo>
                      <a:pt x="76159" y="-1444"/>
                    </a:lnTo>
                    <a:lnTo>
                      <a:pt x="60102" y="-1444"/>
                    </a:lnTo>
                    <a:lnTo>
                      <a:pt x="60102" y="56730"/>
                    </a:lnTo>
                    <a:cubicBezTo>
                      <a:pt x="60102" y="66101"/>
                      <a:pt x="58454" y="73028"/>
                      <a:pt x="55157" y="77510"/>
                    </a:cubicBezTo>
                    <a:cubicBezTo>
                      <a:pt x="51860" y="81992"/>
                      <a:pt x="46767" y="84233"/>
                      <a:pt x="39877" y="84233"/>
                    </a:cubicBezTo>
                    <a:cubicBezTo>
                      <a:pt x="31709" y="84233"/>
                      <a:pt x="25218" y="81474"/>
                      <a:pt x="20403" y="75954"/>
                    </a:cubicBezTo>
                    <a:cubicBezTo>
                      <a:pt x="15606" y="70435"/>
                      <a:pt x="13207" y="62953"/>
                      <a:pt x="13207" y="53507"/>
                    </a:cubicBezTo>
                    <a:lnTo>
                      <a:pt x="13207" y="-1444"/>
                    </a:lnTo>
                    <a:lnTo>
                      <a:pt x="-2850" y="-1444"/>
                    </a:lnTo>
                    <a:lnTo>
                      <a:pt x="-2850" y="95790"/>
                    </a:lnTo>
                    <a:lnTo>
                      <a:pt x="13207" y="95790"/>
                    </a:lnTo>
                    <a:lnTo>
                      <a:pt x="13207" y="80677"/>
                    </a:lnTo>
                    <a:cubicBezTo>
                      <a:pt x="16856" y="86641"/>
                      <a:pt x="21227" y="91040"/>
                      <a:pt x="26320" y="93873"/>
                    </a:cubicBezTo>
                    <a:cubicBezTo>
                      <a:pt x="31413" y="96707"/>
                      <a:pt x="37460" y="98124"/>
                      <a:pt x="44461" y="98124"/>
                    </a:cubicBezTo>
                    <a:cubicBezTo>
                      <a:pt x="51536" y="98124"/>
                      <a:pt x="57546" y="96327"/>
                      <a:pt x="62491" y="92734"/>
                    </a:cubicBezTo>
                    <a:cubicBezTo>
                      <a:pt x="67436" y="89160"/>
                      <a:pt x="71094" y="83955"/>
                      <a:pt x="73465" y="77121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D6598CD8-5361-457D-C290-8B48FFFEFB82}"/>
                  </a:ext>
                </a:extLst>
              </p:cNvPr>
              <p:cNvSpPr/>
              <p:nvPr/>
            </p:nvSpPr>
            <p:spPr>
              <a:xfrm flipV="1">
                <a:off x="4637446" y="4882823"/>
                <a:ext cx="90122" cy="102096"/>
              </a:xfrm>
              <a:custGeom>
                <a:avLst/>
                <a:gdLst>
                  <a:gd name="csX0" fmla="*/ 88444 w 90122"/>
                  <a:gd name="csY0" fmla="*/ 53747 h 102096"/>
                  <a:gd name="csX1" fmla="*/ 88444 w 90122"/>
                  <a:gd name="csY1" fmla="*/ 45941 h 102096"/>
                  <a:gd name="csX2" fmla="*/ 14990 w 90122"/>
                  <a:gd name="csY2" fmla="*/ 45941 h 102096"/>
                  <a:gd name="csX3" fmla="*/ 24936 w 90122"/>
                  <a:gd name="csY3" fmla="*/ 20799 h 102096"/>
                  <a:gd name="csX4" fmla="*/ 49717 w 90122"/>
                  <a:gd name="csY4" fmla="*/ 12159 h 102096"/>
                  <a:gd name="csX5" fmla="*/ 67553 w 90122"/>
                  <a:gd name="csY5" fmla="*/ 14409 h 102096"/>
                  <a:gd name="csX6" fmla="*/ 84721 w 90122"/>
                  <a:gd name="csY6" fmla="*/ 21188 h 102096"/>
                  <a:gd name="csX7" fmla="*/ 84721 w 90122"/>
                  <a:gd name="csY7" fmla="*/ 6075 h 102096"/>
                  <a:gd name="csX8" fmla="*/ 67080 w 90122"/>
                  <a:gd name="csY8" fmla="*/ 518 h 102096"/>
                  <a:gd name="csX9" fmla="*/ 48772 w 90122"/>
                  <a:gd name="csY9" fmla="*/ -1399 h 102096"/>
                  <a:gd name="csX10" fmla="*/ 11907 w 90122"/>
                  <a:gd name="csY10" fmla="*/ 12131 h 102096"/>
                  <a:gd name="csX11" fmla="*/ -1678 w 90122"/>
                  <a:gd name="csY11" fmla="*/ 48802 h 102096"/>
                  <a:gd name="csX12" fmla="*/ 11212 w 90122"/>
                  <a:gd name="csY12" fmla="*/ 86668 h 102096"/>
                  <a:gd name="csX13" fmla="*/ 45994 w 90122"/>
                  <a:gd name="csY13" fmla="*/ 100697 h 102096"/>
                  <a:gd name="csX14" fmla="*/ 77026 w 90122"/>
                  <a:gd name="csY14" fmla="*/ 88057 h 102096"/>
                  <a:gd name="csX15" fmla="*/ 88444 w 90122"/>
                  <a:gd name="csY15" fmla="*/ 53747 h 102096"/>
                  <a:gd name="csX16" fmla="*/ 72470 w 90122"/>
                  <a:gd name="csY16" fmla="*/ 58442 h 102096"/>
                  <a:gd name="csX17" fmla="*/ 65136 w 90122"/>
                  <a:gd name="csY17" fmla="*/ 79334 h 102096"/>
                  <a:gd name="csX18" fmla="*/ 46161 w 90122"/>
                  <a:gd name="csY18" fmla="*/ 87168 h 102096"/>
                  <a:gd name="csX19" fmla="*/ 24769 w 90122"/>
                  <a:gd name="csY19" fmla="*/ 79612 h 102096"/>
                  <a:gd name="csX20" fmla="*/ 15518 w 90122"/>
                  <a:gd name="csY20" fmla="*/ 58331 h 102096"/>
                  <a:gd name="csX21" fmla="*/ 72470 w 90122"/>
                  <a:gd name="csY21" fmla="*/ 58442 h 10209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</a:cxnLst>
                <a:rect l="l" t="t" r="r" b="b"/>
                <a:pathLst>
                  <a:path w="90122" h="102096">
                    <a:moveTo>
                      <a:pt x="88444" y="53747"/>
                    </a:moveTo>
                    <a:lnTo>
                      <a:pt x="88444" y="45941"/>
                    </a:lnTo>
                    <a:lnTo>
                      <a:pt x="14990" y="45941"/>
                    </a:lnTo>
                    <a:cubicBezTo>
                      <a:pt x="15694" y="34939"/>
                      <a:pt x="19009" y="26559"/>
                      <a:pt x="24936" y="20799"/>
                    </a:cubicBezTo>
                    <a:cubicBezTo>
                      <a:pt x="30863" y="15039"/>
                      <a:pt x="39123" y="12159"/>
                      <a:pt x="49717" y="12159"/>
                    </a:cubicBezTo>
                    <a:cubicBezTo>
                      <a:pt x="55847" y="12159"/>
                      <a:pt x="61793" y="12909"/>
                      <a:pt x="67553" y="14409"/>
                    </a:cubicBezTo>
                    <a:cubicBezTo>
                      <a:pt x="73313" y="15909"/>
                      <a:pt x="79035" y="18169"/>
                      <a:pt x="84721" y="21188"/>
                    </a:cubicBezTo>
                    <a:lnTo>
                      <a:pt x="84721" y="6075"/>
                    </a:lnTo>
                    <a:cubicBezTo>
                      <a:pt x="78980" y="3648"/>
                      <a:pt x="73100" y="1796"/>
                      <a:pt x="67080" y="518"/>
                    </a:cubicBezTo>
                    <a:cubicBezTo>
                      <a:pt x="61061" y="-760"/>
                      <a:pt x="54958" y="-1399"/>
                      <a:pt x="48772" y="-1399"/>
                    </a:cubicBezTo>
                    <a:cubicBezTo>
                      <a:pt x="33252" y="-1399"/>
                      <a:pt x="20963" y="3111"/>
                      <a:pt x="11907" y="12131"/>
                    </a:cubicBezTo>
                    <a:cubicBezTo>
                      <a:pt x="2850" y="21169"/>
                      <a:pt x="-1678" y="33393"/>
                      <a:pt x="-1678" y="48802"/>
                    </a:cubicBezTo>
                    <a:cubicBezTo>
                      <a:pt x="-1678" y="64712"/>
                      <a:pt x="2619" y="77333"/>
                      <a:pt x="11212" y="86668"/>
                    </a:cubicBezTo>
                    <a:cubicBezTo>
                      <a:pt x="19806" y="96021"/>
                      <a:pt x="31400" y="100697"/>
                      <a:pt x="45994" y="100697"/>
                    </a:cubicBezTo>
                    <a:cubicBezTo>
                      <a:pt x="59070" y="100697"/>
                      <a:pt x="69414" y="96484"/>
                      <a:pt x="77026" y="88057"/>
                    </a:cubicBezTo>
                    <a:cubicBezTo>
                      <a:pt x="84638" y="79649"/>
                      <a:pt x="88444" y="68212"/>
                      <a:pt x="88444" y="53747"/>
                    </a:cubicBezTo>
                    <a:close/>
                    <a:moveTo>
                      <a:pt x="72470" y="58442"/>
                    </a:moveTo>
                    <a:cubicBezTo>
                      <a:pt x="72359" y="67166"/>
                      <a:pt x="69914" y="74129"/>
                      <a:pt x="65136" y="79334"/>
                    </a:cubicBezTo>
                    <a:cubicBezTo>
                      <a:pt x="60357" y="84557"/>
                      <a:pt x="54032" y="87168"/>
                      <a:pt x="46161" y="87168"/>
                    </a:cubicBezTo>
                    <a:cubicBezTo>
                      <a:pt x="37252" y="87168"/>
                      <a:pt x="30122" y="84649"/>
                      <a:pt x="24769" y="79612"/>
                    </a:cubicBezTo>
                    <a:cubicBezTo>
                      <a:pt x="19417" y="74574"/>
                      <a:pt x="16333" y="67480"/>
                      <a:pt x="15518" y="58331"/>
                    </a:cubicBezTo>
                    <a:lnTo>
                      <a:pt x="72470" y="58442"/>
                    </a:lnTo>
                    <a:close/>
                  </a:path>
                </a:pathLst>
              </a:custGeom>
              <a:solidFill>
                <a:srgbClr val="FFFFFF"/>
              </a:solidFill>
              <a:ln w="28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AE826A94-1589-EFD8-A2BC-37B11CA5D702}"/>
                  </a:ext>
                </a:extLst>
              </p:cNvPr>
              <p:cNvSpPr/>
              <p:nvPr/>
            </p:nvSpPr>
            <p:spPr>
              <a:xfrm flipV="1">
                <a:off x="4737028" y="4982391"/>
                <a:ext cx="12700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12700"/>
                </a:pathLst>
              </a:custGeom>
              <a:solidFill>
                <a:srgbClr val="FFFFFF"/>
              </a:solidFill>
              <a:ln w="28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9BBAAB2C-06A8-F691-AE42-1398BCA36485}"/>
                  </a:ext>
                </a:extLst>
              </p:cNvPr>
              <p:cNvSpPr/>
              <p:nvPr/>
            </p:nvSpPr>
            <p:spPr>
              <a:xfrm flipV="1">
                <a:off x="4808825" y="4847485"/>
                <a:ext cx="39838" cy="158353"/>
              </a:xfrm>
              <a:custGeom>
                <a:avLst/>
                <a:gdLst>
                  <a:gd name="csX0" fmla="*/ 38880 w 39838"/>
                  <a:gd name="csY0" fmla="*/ 156694 h 158353"/>
                  <a:gd name="csX1" fmla="*/ 21600 w 39838"/>
                  <a:gd name="csY1" fmla="*/ 117190 h 158353"/>
                  <a:gd name="csX2" fmla="*/ 15960 w 39838"/>
                  <a:gd name="csY2" fmla="*/ 77601 h 158353"/>
                  <a:gd name="csX3" fmla="*/ 21655 w 39838"/>
                  <a:gd name="csY3" fmla="*/ 37902 h 158353"/>
                  <a:gd name="csX4" fmla="*/ 38880 w 39838"/>
                  <a:gd name="csY4" fmla="*/ -1659 h 158353"/>
                  <a:gd name="csX5" fmla="*/ 24989 w 39838"/>
                  <a:gd name="csY5" fmla="*/ -1659 h 158353"/>
                  <a:gd name="csX6" fmla="*/ 5514 w 39838"/>
                  <a:gd name="csY6" fmla="*/ 38457 h 158353"/>
                  <a:gd name="csX7" fmla="*/ -959 w 39838"/>
                  <a:gd name="csY7" fmla="*/ 77601 h 158353"/>
                  <a:gd name="csX8" fmla="*/ 5459 w 39838"/>
                  <a:gd name="csY8" fmla="*/ 116578 h 158353"/>
                  <a:gd name="csX9" fmla="*/ 24989 w 39838"/>
                  <a:gd name="csY9" fmla="*/ 156694 h 158353"/>
                  <a:gd name="csX10" fmla="*/ 38880 w 39838"/>
                  <a:gd name="csY10" fmla="*/ 156694 h 15835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39838" h="158353">
                    <a:moveTo>
                      <a:pt x="38880" y="156694"/>
                    </a:moveTo>
                    <a:cubicBezTo>
                      <a:pt x="31138" y="143397"/>
                      <a:pt x="25378" y="130228"/>
                      <a:pt x="21600" y="117190"/>
                    </a:cubicBezTo>
                    <a:cubicBezTo>
                      <a:pt x="17840" y="104169"/>
                      <a:pt x="15960" y="90973"/>
                      <a:pt x="15960" y="77601"/>
                    </a:cubicBezTo>
                    <a:cubicBezTo>
                      <a:pt x="15960" y="64248"/>
                      <a:pt x="17858" y="51015"/>
                      <a:pt x="21655" y="37902"/>
                    </a:cubicBezTo>
                    <a:cubicBezTo>
                      <a:pt x="25452" y="24789"/>
                      <a:pt x="31193" y="11602"/>
                      <a:pt x="38880" y="-1659"/>
                    </a:cubicBezTo>
                    <a:lnTo>
                      <a:pt x="24989" y="-1659"/>
                    </a:lnTo>
                    <a:cubicBezTo>
                      <a:pt x="16321" y="11954"/>
                      <a:pt x="9830" y="25326"/>
                      <a:pt x="5514" y="38457"/>
                    </a:cubicBezTo>
                    <a:cubicBezTo>
                      <a:pt x="1199" y="51589"/>
                      <a:pt x="-959" y="64637"/>
                      <a:pt x="-959" y="77601"/>
                    </a:cubicBezTo>
                    <a:cubicBezTo>
                      <a:pt x="-959" y="90510"/>
                      <a:pt x="1180" y="103503"/>
                      <a:pt x="5459" y="116578"/>
                    </a:cubicBezTo>
                    <a:cubicBezTo>
                      <a:pt x="9756" y="129673"/>
                      <a:pt x="16266" y="143045"/>
                      <a:pt x="24989" y="156694"/>
                    </a:cubicBezTo>
                    <a:lnTo>
                      <a:pt x="38880" y="156694"/>
                    </a:lnTo>
                    <a:close/>
                  </a:path>
                </a:pathLst>
              </a:custGeom>
              <a:solidFill>
                <a:srgbClr val="FFFFFF"/>
              </a:solidFill>
              <a:ln w="28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02DAFBCD-4BD5-4248-9530-58DC4F9F4C7E}"/>
                  </a:ext>
                </a:extLst>
              </p:cNvPr>
              <p:cNvSpPr/>
              <p:nvPr/>
            </p:nvSpPr>
            <p:spPr>
              <a:xfrm flipV="1">
                <a:off x="4872551" y="4882823"/>
                <a:ext cx="74314" cy="102096"/>
              </a:xfrm>
              <a:custGeom>
                <a:avLst/>
                <a:gdLst>
                  <a:gd name="csX0" fmla="*/ 67722 w 74314"/>
                  <a:gd name="csY0" fmla="*/ 95502 h 102096"/>
                  <a:gd name="csX1" fmla="*/ 67722 w 74314"/>
                  <a:gd name="csY1" fmla="*/ 80389 h 102096"/>
                  <a:gd name="csX2" fmla="*/ 53665 w 74314"/>
                  <a:gd name="csY2" fmla="*/ 85584 h 102096"/>
                  <a:gd name="csX3" fmla="*/ 38552 w 74314"/>
                  <a:gd name="csY3" fmla="*/ 87335 h 102096"/>
                  <a:gd name="csX4" fmla="*/ 20716 w 74314"/>
                  <a:gd name="csY4" fmla="*/ 83695 h 102096"/>
                  <a:gd name="csX5" fmla="*/ 14771 w 74314"/>
                  <a:gd name="csY5" fmla="*/ 72750 h 102096"/>
                  <a:gd name="csX6" fmla="*/ 19022 w 74314"/>
                  <a:gd name="csY6" fmla="*/ 64026 h 102096"/>
                  <a:gd name="csX7" fmla="*/ 36135 w 74314"/>
                  <a:gd name="csY7" fmla="*/ 57998 h 102096"/>
                  <a:gd name="csX8" fmla="*/ 41608 w 74314"/>
                  <a:gd name="csY8" fmla="*/ 56775 h 102096"/>
                  <a:gd name="csX9" fmla="*/ 65777 w 74314"/>
                  <a:gd name="csY9" fmla="*/ 46496 h 102096"/>
                  <a:gd name="csX10" fmla="*/ 72945 w 74314"/>
                  <a:gd name="csY10" fmla="*/ 27966 h 102096"/>
                  <a:gd name="csX11" fmla="*/ 62221 w 74314"/>
                  <a:gd name="csY11" fmla="*/ 6491 h 102096"/>
                  <a:gd name="csX12" fmla="*/ 32745 w 74314"/>
                  <a:gd name="csY12" fmla="*/ -1399 h 102096"/>
                  <a:gd name="csX13" fmla="*/ 16466 w 74314"/>
                  <a:gd name="csY13" fmla="*/ 129 h 102096"/>
                  <a:gd name="csX14" fmla="*/ -1370 w 74314"/>
                  <a:gd name="csY14" fmla="*/ 4685 h 102096"/>
                  <a:gd name="csX15" fmla="*/ -1370 w 74314"/>
                  <a:gd name="csY15" fmla="*/ 21188 h 102096"/>
                  <a:gd name="csX16" fmla="*/ 16077 w 74314"/>
                  <a:gd name="csY16" fmla="*/ 14270 h 102096"/>
                  <a:gd name="csX17" fmla="*/ 33107 w 74314"/>
                  <a:gd name="csY17" fmla="*/ 11992 h 102096"/>
                  <a:gd name="csX18" fmla="*/ 50442 w 74314"/>
                  <a:gd name="csY18" fmla="*/ 15854 h 102096"/>
                  <a:gd name="csX19" fmla="*/ 56526 w 74314"/>
                  <a:gd name="csY19" fmla="*/ 26744 h 102096"/>
                  <a:gd name="csX20" fmla="*/ 52137 w 74314"/>
                  <a:gd name="csY20" fmla="*/ 36717 h 102096"/>
                  <a:gd name="csX21" fmla="*/ 32912 w 74314"/>
                  <a:gd name="csY21" fmla="*/ 43413 h 102096"/>
                  <a:gd name="csX22" fmla="*/ 27356 w 74314"/>
                  <a:gd name="csY22" fmla="*/ 44718 h 102096"/>
                  <a:gd name="csX23" fmla="*/ 5909 w 74314"/>
                  <a:gd name="csY23" fmla="*/ 54303 h 102096"/>
                  <a:gd name="csX24" fmla="*/ -675 w 74314"/>
                  <a:gd name="csY24" fmla="*/ 72055 h 102096"/>
                  <a:gd name="csX25" fmla="*/ 9048 w 74314"/>
                  <a:gd name="csY25" fmla="*/ 93224 h 102096"/>
                  <a:gd name="csX26" fmla="*/ 36663 w 74314"/>
                  <a:gd name="csY26" fmla="*/ 100697 h 102096"/>
                  <a:gd name="csX27" fmla="*/ 53304 w 74314"/>
                  <a:gd name="csY27" fmla="*/ 99392 h 102096"/>
                  <a:gd name="csX28" fmla="*/ 67722 w 74314"/>
                  <a:gd name="csY28" fmla="*/ 95502 h 10209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</a:cxnLst>
                <a:rect l="l" t="t" r="r" b="b"/>
                <a:pathLst>
                  <a:path w="74314" h="102096">
                    <a:moveTo>
                      <a:pt x="67722" y="95502"/>
                    </a:moveTo>
                    <a:lnTo>
                      <a:pt x="67722" y="80389"/>
                    </a:lnTo>
                    <a:cubicBezTo>
                      <a:pt x="63221" y="82705"/>
                      <a:pt x="58536" y="84436"/>
                      <a:pt x="53665" y="85584"/>
                    </a:cubicBezTo>
                    <a:cubicBezTo>
                      <a:pt x="48812" y="86751"/>
                      <a:pt x="43775" y="87335"/>
                      <a:pt x="38552" y="87335"/>
                    </a:cubicBezTo>
                    <a:cubicBezTo>
                      <a:pt x="30625" y="87335"/>
                      <a:pt x="24680" y="86122"/>
                      <a:pt x="20716" y="83695"/>
                    </a:cubicBezTo>
                    <a:cubicBezTo>
                      <a:pt x="16753" y="81269"/>
                      <a:pt x="14771" y="77621"/>
                      <a:pt x="14771" y="72750"/>
                    </a:cubicBezTo>
                    <a:cubicBezTo>
                      <a:pt x="14771" y="69045"/>
                      <a:pt x="16188" y="66138"/>
                      <a:pt x="19022" y="64026"/>
                    </a:cubicBezTo>
                    <a:cubicBezTo>
                      <a:pt x="21855" y="61915"/>
                      <a:pt x="27560" y="59905"/>
                      <a:pt x="36135" y="57998"/>
                    </a:cubicBezTo>
                    <a:lnTo>
                      <a:pt x="41608" y="56775"/>
                    </a:lnTo>
                    <a:cubicBezTo>
                      <a:pt x="52942" y="54349"/>
                      <a:pt x="60999" y="50923"/>
                      <a:pt x="65777" y="46496"/>
                    </a:cubicBezTo>
                    <a:cubicBezTo>
                      <a:pt x="70556" y="42070"/>
                      <a:pt x="72945" y="35893"/>
                      <a:pt x="72945" y="27966"/>
                    </a:cubicBezTo>
                    <a:cubicBezTo>
                      <a:pt x="72945" y="18928"/>
                      <a:pt x="69370" y="11770"/>
                      <a:pt x="62221" y="6491"/>
                    </a:cubicBezTo>
                    <a:cubicBezTo>
                      <a:pt x="55072" y="1231"/>
                      <a:pt x="45247" y="-1399"/>
                      <a:pt x="32745" y="-1399"/>
                    </a:cubicBezTo>
                    <a:cubicBezTo>
                      <a:pt x="27541" y="-1399"/>
                      <a:pt x="22115" y="-889"/>
                      <a:pt x="16466" y="129"/>
                    </a:cubicBezTo>
                    <a:cubicBezTo>
                      <a:pt x="10817" y="1148"/>
                      <a:pt x="4872" y="2667"/>
                      <a:pt x="-1370" y="4685"/>
                    </a:cubicBezTo>
                    <a:lnTo>
                      <a:pt x="-1370" y="21188"/>
                    </a:lnTo>
                    <a:cubicBezTo>
                      <a:pt x="4538" y="18113"/>
                      <a:pt x="10354" y="15807"/>
                      <a:pt x="16077" y="14270"/>
                    </a:cubicBezTo>
                    <a:cubicBezTo>
                      <a:pt x="21800" y="12751"/>
                      <a:pt x="27476" y="11992"/>
                      <a:pt x="33107" y="11992"/>
                    </a:cubicBezTo>
                    <a:cubicBezTo>
                      <a:pt x="40626" y="11992"/>
                      <a:pt x="46405" y="13279"/>
                      <a:pt x="50442" y="15854"/>
                    </a:cubicBezTo>
                    <a:cubicBezTo>
                      <a:pt x="54498" y="18428"/>
                      <a:pt x="56526" y="22058"/>
                      <a:pt x="56526" y="26744"/>
                    </a:cubicBezTo>
                    <a:cubicBezTo>
                      <a:pt x="56526" y="31078"/>
                      <a:pt x="55063" y="34402"/>
                      <a:pt x="52137" y="36717"/>
                    </a:cubicBezTo>
                    <a:cubicBezTo>
                      <a:pt x="49229" y="39032"/>
                      <a:pt x="42821" y="41264"/>
                      <a:pt x="32912" y="43413"/>
                    </a:cubicBezTo>
                    <a:lnTo>
                      <a:pt x="27356" y="44718"/>
                    </a:lnTo>
                    <a:cubicBezTo>
                      <a:pt x="17466" y="46793"/>
                      <a:pt x="10317" y="49987"/>
                      <a:pt x="5909" y="54303"/>
                    </a:cubicBezTo>
                    <a:cubicBezTo>
                      <a:pt x="1519" y="58618"/>
                      <a:pt x="-675" y="64536"/>
                      <a:pt x="-675" y="72055"/>
                    </a:cubicBezTo>
                    <a:cubicBezTo>
                      <a:pt x="-675" y="81204"/>
                      <a:pt x="2566" y="88261"/>
                      <a:pt x="9048" y="93224"/>
                    </a:cubicBezTo>
                    <a:cubicBezTo>
                      <a:pt x="15530" y="98206"/>
                      <a:pt x="24735" y="100697"/>
                      <a:pt x="36663" y="100697"/>
                    </a:cubicBezTo>
                    <a:cubicBezTo>
                      <a:pt x="42552" y="100697"/>
                      <a:pt x="48099" y="100262"/>
                      <a:pt x="53304" y="99392"/>
                    </a:cubicBezTo>
                    <a:cubicBezTo>
                      <a:pt x="58526" y="98540"/>
                      <a:pt x="63333" y="97243"/>
                      <a:pt x="67722" y="9550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D25CDE15-AAC2-D120-DF4E-3828C5EEC632}"/>
                  </a:ext>
                </a:extLst>
              </p:cNvPr>
              <p:cNvSpPr/>
              <p:nvPr/>
            </p:nvSpPr>
            <p:spPr>
              <a:xfrm flipV="1">
                <a:off x="4969796" y="4847485"/>
                <a:ext cx="39838" cy="158353"/>
              </a:xfrm>
              <a:custGeom>
                <a:avLst/>
                <a:gdLst>
                  <a:gd name="csX0" fmla="*/ -909 w 39838"/>
                  <a:gd name="csY0" fmla="*/ 156694 h 158353"/>
                  <a:gd name="csX1" fmla="*/ 12982 w 39838"/>
                  <a:gd name="csY1" fmla="*/ 156694 h 158353"/>
                  <a:gd name="csX2" fmla="*/ 32456 w 39838"/>
                  <a:gd name="csY2" fmla="*/ 116578 h 158353"/>
                  <a:gd name="csX3" fmla="*/ 38929 w 39838"/>
                  <a:gd name="csY3" fmla="*/ 77601 h 158353"/>
                  <a:gd name="csX4" fmla="*/ 32456 w 39838"/>
                  <a:gd name="csY4" fmla="*/ 38457 h 158353"/>
                  <a:gd name="csX5" fmla="*/ 12982 w 39838"/>
                  <a:gd name="csY5" fmla="*/ -1659 h 158353"/>
                  <a:gd name="csX6" fmla="*/ -909 w 39838"/>
                  <a:gd name="csY6" fmla="*/ -1659 h 158353"/>
                  <a:gd name="csX7" fmla="*/ 16315 w 39838"/>
                  <a:gd name="csY7" fmla="*/ 37902 h 158353"/>
                  <a:gd name="csX8" fmla="*/ 22010 w 39838"/>
                  <a:gd name="csY8" fmla="*/ 77601 h 158353"/>
                  <a:gd name="csX9" fmla="*/ 16315 w 39838"/>
                  <a:gd name="csY9" fmla="*/ 117190 h 158353"/>
                  <a:gd name="csX10" fmla="*/ -909 w 39838"/>
                  <a:gd name="csY10" fmla="*/ 156694 h 15835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39838" h="158353">
                    <a:moveTo>
                      <a:pt x="-909" y="156694"/>
                    </a:moveTo>
                    <a:lnTo>
                      <a:pt x="12982" y="156694"/>
                    </a:lnTo>
                    <a:cubicBezTo>
                      <a:pt x="21649" y="143045"/>
                      <a:pt x="28141" y="129673"/>
                      <a:pt x="32456" y="116578"/>
                    </a:cubicBezTo>
                    <a:cubicBezTo>
                      <a:pt x="36772" y="103503"/>
                      <a:pt x="38929" y="90510"/>
                      <a:pt x="38929" y="77601"/>
                    </a:cubicBezTo>
                    <a:cubicBezTo>
                      <a:pt x="38929" y="64637"/>
                      <a:pt x="36772" y="51589"/>
                      <a:pt x="32456" y="38457"/>
                    </a:cubicBezTo>
                    <a:cubicBezTo>
                      <a:pt x="28141" y="25326"/>
                      <a:pt x="21649" y="11954"/>
                      <a:pt x="12982" y="-1659"/>
                    </a:cubicBezTo>
                    <a:lnTo>
                      <a:pt x="-909" y="-1659"/>
                    </a:lnTo>
                    <a:cubicBezTo>
                      <a:pt x="6777" y="11602"/>
                      <a:pt x="12518" y="24789"/>
                      <a:pt x="16315" y="37902"/>
                    </a:cubicBezTo>
                    <a:cubicBezTo>
                      <a:pt x="20112" y="51015"/>
                      <a:pt x="22010" y="64248"/>
                      <a:pt x="22010" y="77601"/>
                    </a:cubicBezTo>
                    <a:cubicBezTo>
                      <a:pt x="22010" y="90973"/>
                      <a:pt x="20112" y="104169"/>
                      <a:pt x="16315" y="117190"/>
                    </a:cubicBezTo>
                    <a:cubicBezTo>
                      <a:pt x="12518" y="130228"/>
                      <a:pt x="6777" y="143397"/>
                      <a:pt x="-909" y="156694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198" name="Graphic 7">
            <a:extLst>
              <a:ext uri="{FF2B5EF4-FFF2-40B4-BE49-F238E27FC236}">
                <a16:creationId xmlns:a16="http://schemas.microsoft.com/office/drawing/2014/main" id="{B38E0F76-0622-F194-E3E1-A9D7C40CEC11}"/>
              </a:ext>
            </a:extLst>
          </p:cNvPr>
          <p:cNvGrpSpPr/>
          <p:nvPr/>
        </p:nvGrpSpPr>
        <p:grpSpPr>
          <a:xfrm>
            <a:off x="1436218" y="1303797"/>
            <a:ext cx="6061861" cy="3089143"/>
            <a:chOff x="1436218" y="1385571"/>
            <a:chExt cx="6061861" cy="3089143"/>
          </a:xfrm>
        </p:grpSpPr>
        <p:grpSp>
          <p:nvGrpSpPr>
            <p:cNvPr id="199" name="Graphic 7">
              <a:extLst>
                <a:ext uri="{FF2B5EF4-FFF2-40B4-BE49-F238E27FC236}">
                  <a16:creationId xmlns:a16="http://schemas.microsoft.com/office/drawing/2014/main" id="{AFD28F8A-CB1A-AD24-D515-8644BAAE8A1B}"/>
                </a:ext>
              </a:extLst>
            </p:cNvPr>
            <p:cNvGrpSpPr/>
            <p:nvPr/>
          </p:nvGrpSpPr>
          <p:grpSpPr>
            <a:xfrm>
              <a:off x="1667469" y="4378651"/>
              <a:ext cx="5830609" cy="96063"/>
              <a:chOff x="1667469" y="4378651"/>
              <a:chExt cx="5830609" cy="96063"/>
            </a:xfrm>
          </p:grpSpPr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D7448267-D2AC-4C31-07A9-722D51B5E891}"/>
                  </a:ext>
                </a:extLst>
              </p:cNvPr>
              <p:cNvSpPr/>
              <p:nvPr/>
            </p:nvSpPr>
            <p:spPr>
              <a:xfrm>
                <a:off x="1828799" y="4424658"/>
                <a:ext cx="5669280" cy="12700"/>
              </a:xfrm>
              <a:custGeom>
                <a:avLst/>
                <a:gdLst>
                  <a:gd name="csX0" fmla="*/ 0 w 5669280"/>
                  <a:gd name="csY0" fmla="*/ 0 h 12700"/>
                  <a:gd name="csX1" fmla="*/ 5669281 w 5669280"/>
                  <a:gd name="csY1" fmla="*/ 0 h 127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5669280" h="12700">
                    <a:moveTo>
                      <a:pt x="0" y="0"/>
                    </a:moveTo>
                    <a:lnTo>
                      <a:pt x="5669281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30000"/>
                  </a:srgbClr>
                </a:solidFill>
                <a:custDash>
                  <a:ds d="222000" sp="96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DA96ED0B-40DF-E367-FEE9-160216A5D7A0}"/>
                  </a:ext>
                </a:extLst>
              </p:cNvPr>
              <p:cNvSpPr/>
              <p:nvPr/>
            </p:nvSpPr>
            <p:spPr>
              <a:xfrm>
                <a:off x="1784349" y="4424659"/>
                <a:ext cx="44450" cy="12700"/>
              </a:xfrm>
              <a:custGeom>
                <a:avLst/>
                <a:gdLst>
                  <a:gd name="csX0" fmla="*/ 44522 w 44450"/>
                  <a:gd name="csY0" fmla="*/ 308 h 12700"/>
                  <a:gd name="csX1" fmla="*/ 72 w 44450"/>
                  <a:gd name="csY1" fmla="*/ 308 h 127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4450" h="12700">
                    <a:moveTo>
                      <a:pt x="44522" y="308"/>
                    </a:moveTo>
                    <a:lnTo>
                      <a:pt x="72" y="308"/>
                    </a:lnTo>
                  </a:path>
                </a:pathLst>
              </a:custGeom>
              <a:solidFill>
                <a:srgbClr val="FFFFFF"/>
              </a:solidFill>
              <a:ln w="1016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ABCE661B-62FA-0701-A5B8-F36D4B93950C}"/>
                  </a:ext>
                </a:extLst>
              </p:cNvPr>
              <p:cNvSpPr/>
              <p:nvPr/>
            </p:nvSpPr>
            <p:spPr>
              <a:xfrm flipV="1">
                <a:off x="1667469" y="4378651"/>
                <a:ext cx="63996" cy="96063"/>
              </a:xfrm>
              <a:custGeom>
                <a:avLst/>
                <a:gdLst>
                  <a:gd name="csX0" fmla="*/ 30015 w 63996"/>
                  <a:gd name="csY0" fmla="*/ 84120 h 96063"/>
                  <a:gd name="csX1" fmla="*/ 15470 w 63996"/>
                  <a:gd name="csY1" fmla="*/ 74595 h 96063"/>
                  <a:gd name="csX2" fmla="*/ 10608 w 63996"/>
                  <a:gd name="csY2" fmla="*/ 45980 h 96063"/>
                  <a:gd name="csX3" fmla="*/ 15470 w 63996"/>
                  <a:gd name="csY3" fmla="*/ 17425 h 96063"/>
                  <a:gd name="csX4" fmla="*/ 30015 w 63996"/>
                  <a:gd name="csY4" fmla="*/ 7900 h 96063"/>
                  <a:gd name="csX5" fmla="*/ 44620 w 63996"/>
                  <a:gd name="csY5" fmla="*/ 17425 h 96063"/>
                  <a:gd name="csX6" fmla="*/ 49502 w 63996"/>
                  <a:gd name="csY6" fmla="*/ 45980 h 96063"/>
                  <a:gd name="csX7" fmla="*/ 44620 w 63996"/>
                  <a:gd name="csY7" fmla="*/ 74595 h 96063"/>
                  <a:gd name="csX8" fmla="*/ 30015 w 63996"/>
                  <a:gd name="csY8" fmla="*/ 84120 h 96063"/>
                  <a:gd name="csX9" fmla="*/ 30015 w 63996"/>
                  <a:gd name="csY9" fmla="*/ 94042 h 96063"/>
                  <a:gd name="csX10" fmla="*/ 53808 w 63996"/>
                  <a:gd name="csY10" fmla="*/ 81719 h 96063"/>
                  <a:gd name="csX11" fmla="*/ 62023 w 63996"/>
                  <a:gd name="csY11" fmla="*/ 45980 h 96063"/>
                  <a:gd name="csX12" fmla="*/ 53808 w 63996"/>
                  <a:gd name="csY12" fmla="*/ 10282 h 96063"/>
                  <a:gd name="csX13" fmla="*/ 30015 w 63996"/>
                  <a:gd name="csY13" fmla="*/ -2022 h 96063"/>
                  <a:gd name="csX14" fmla="*/ 6243 w 63996"/>
                  <a:gd name="csY14" fmla="*/ 10282 h 96063"/>
                  <a:gd name="csX15" fmla="*/ -1973 w 63996"/>
                  <a:gd name="csY15" fmla="*/ 45980 h 96063"/>
                  <a:gd name="csX16" fmla="*/ 6243 w 63996"/>
                  <a:gd name="csY16" fmla="*/ 81719 h 96063"/>
                  <a:gd name="csX17" fmla="*/ 30015 w 63996"/>
                  <a:gd name="csY17" fmla="*/ 94042 h 9606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</a:cxnLst>
                <a:rect l="l" t="t" r="r" b="b"/>
                <a:pathLst>
                  <a:path w="63996" h="96063">
                    <a:moveTo>
                      <a:pt x="30015" y="84120"/>
                    </a:moveTo>
                    <a:cubicBezTo>
                      <a:pt x="23573" y="84120"/>
                      <a:pt x="18724" y="80945"/>
                      <a:pt x="15470" y="74595"/>
                    </a:cubicBezTo>
                    <a:cubicBezTo>
                      <a:pt x="12229" y="68258"/>
                      <a:pt x="10608" y="58720"/>
                      <a:pt x="10608" y="45980"/>
                    </a:cubicBezTo>
                    <a:cubicBezTo>
                      <a:pt x="10608" y="33294"/>
                      <a:pt x="12229" y="23775"/>
                      <a:pt x="15470" y="17425"/>
                    </a:cubicBezTo>
                    <a:cubicBezTo>
                      <a:pt x="18724" y="11075"/>
                      <a:pt x="23573" y="7900"/>
                      <a:pt x="30015" y="7900"/>
                    </a:cubicBezTo>
                    <a:cubicBezTo>
                      <a:pt x="36511" y="7900"/>
                      <a:pt x="41379" y="11075"/>
                      <a:pt x="44620" y="17425"/>
                    </a:cubicBezTo>
                    <a:cubicBezTo>
                      <a:pt x="47875" y="23775"/>
                      <a:pt x="49502" y="33294"/>
                      <a:pt x="49502" y="45980"/>
                    </a:cubicBezTo>
                    <a:cubicBezTo>
                      <a:pt x="49502" y="58720"/>
                      <a:pt x="47875" y="68258"/>
                      <a:pt x="44620" y="74595"/>
                    </a:cubicBezTo>
                    <a:cubicBezTo>
                      <a:pt x="41379" y="80945"/>
                      <a:pt x="36511" y="84120"/>
                      <a:pt x="30015" y="84120"/>
                    </a:cubicBezTo>
                    <a:close/>
                    <a:moveTo>
                      <a:pt x="30015" y="94042"/>
                    </a:moveTo>
                    <a:cubicBezTo>
                      <a:pt x="40400" y="94042"/>
                      <a:pt x="48331" y="89934"/>
                      <a:pt x="53808" y="81719"/>
                    </a:cubicBezTo>
                    <a:cubicBezTo>
                      <a:pt x="59285" y="73517"/>
                      <a:pt x="62023" y="61604"/>
                      <a:pt x="62023" y="45980"/>
                    </a:cubicBezTo>
                    <a:cubicBezTo>
                      <a:pt x="62023" y="30397"/>
                      <a:pt x="59285" y="18497"/>
                      <a:pt x="53808" y="10282"/>
                    </a:cubicBezTo>
                    <a:cubicBezTo>
                      <a:pt x="48331" y="2080"/>
                      <a:pt x="40400" y="-2022"/>
                      <a:pt x="30015" y="-2022"/>
                    </a:cubicBezTo>
                    <a:cubicBezTo>
                      <a:pt x="19644" y="-2022"/>
                      <a:pt x="11720" y="2080"/>
                      <a:pt x="6243" y="10282"/>
                    </a:cubicBezTo>
                    <a:cubicBezTo>
                      <a:pt x="766" y="18497"/>
                      <a:pt x="-1973" y="30397"/>
                      <a:pt x="-1973" y="45980"/>
                    </a:cubicBezTo>
                    <a:cubicBezTo>
                      <a:pt x="-1973" y="61604"/>
                      <a:pt x="766" y="73517"/>
                      <a:pt x="6243" y="81719"/>
                    </a:cubicBezTo>
                    <a:cubicBezTo>
                      <a:pt x="11720" y="89934"/>
                      <a:pt x="19644" y="94042"/>
                      <a:pt x="30015" y="9404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3" name="Graphic 7">
              <a:extLst>
                <a:ext uri="{FF2B5EF4-FFF2-40B4-BE49-F238E27FC236}">
                  <a16:creationId xmlns:a16="http://schemas.microsoft.com/office/drawing/2014/main" id="{122475D1-1FC2-90C7-4D0C-066250BBB3B5}"/>
                </a:ext>
              </a:extLst>
            </p:cNvPr>
            <p:cNvGrpSpPr/>
            <p:nvPr/>
          </p:nvGrpSpPr>
          <p:grpSpPr>
            <a:xfrm>
              <a:off x="1673045" y="3952497"/>
              <a:ext cx="5825033" cy="92590"/>
              <a:chOff x="1673045" y="3952497"/>
              <a:chExt cx="5825033" cy="92590"/>
            </a:xfrm>
          </p:grpSpPr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2C9F81D8-0276-DD8A-97EC-475DA6655A8C}"/>
                  </a:ext>
                </a:extLst>
              </p:cNvPr>
              <p:cNvSpPr/>
              <p:nvPr/>
            </p:nvSpPr>
            <p:spPr>
              <a:xfrm>
                <a:off x="1828799" y="3996838"/>
                <a:ext cx="5669280" cy="12700"/>
              </a:xfrm>
              <a:custGeom>
                <a:avLst/>
                <a:gdLst>
                  <a:gd name="csX0" fmla="*/ 0 w 5669280"/>
                  <a:gd name="csY0" fmla="*/ 0 h 12700"/>
                  <a:gd name="csX1" fmla="*/ 5669281 w 5669280"/>
                  <a:gd name="csY1" fmla="*/ 0 h 127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5669280" h="12700">
                    <a:moveTo>
                      <a:pt x="0" y="0"/>
                    </a:moveTo>
                    <a:lnTo>
                      <a:pt x="5669281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30000"/>
                  </a:srgbClr>
                </a:solidFill>
                <a:custDash>
                  <a:ds d="222000" sp="96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F06A532A-AB9E-9142-BEC2-6319A535F879}"/>
                  </a:ext>
                </a:extLst>
              </p:cNvPr>
              <p:cNvSpPr/>
              <p:nvPr/>
            </p:nvSpPr>
            <p:spPr>
              <a:xfrm>
                <a:off x="1784349" y="3996837"/>
                <a:ext cx="44450" cy="12700"/>
              </a:xfrm>
              <a:custGeom>
                <a:avLst/>
                <a:gdLst>
                  <a:gd name="csX0" fmla="*/ 44522 w 44450"/>
                  <a:gd name="csY0" fmla="*/ 274 h 12700"/>
                  <a:gd name="csX1" fmla="*/ 72 w 44450"/>
                  <a:gd name="csY1" fmla="*/ 274 h 127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4450" h="12700">
                    <a:moveTo>
                      <a:pt x="44522" y="274"/>
                    </a:moveTo>
                    <a:lnTo>
                      <a:pt x="72" y="274"/>
                    </a:lnTo>
                  </a:path>
                </a:pathLst>
              </a:custGeom>
              <a:solidFill>
                <a:srgbClr val="FFFFFF"/>
              </a:solidFill>
              <a:ln w="1016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54261E59-048D-173A-7038-BD1DB12BD659}"/>
                  </a:ext>
                </a:extLst>
              </p:cNvPr>
              <p:cNvSpPr/>
              <p:nvPr/>
            </p:nvSpPr>
            <p:spPr>
              <a:xfrm flipV="1">
                <a:off x="1673045" y="3952497"/>
                <a:ext cx="55125" cy="92590"/>
              </a:xfrm>
              <a:custGeom>
                <a:avLst/>
                <a:gdLst>
                  <a:gd name="csX0" fmla="*/ -224 w 55125"/>
                  <a:gd name="csY0" fmla="*/ 8478 h 92590"/>
                  <a:gd name="csX1" fmla="*/ 20235 w 55125"/>
                  <a:gd name="csY1" fmla="*/ 8478 h 92590"/>
                  <a:gd name="csX2" fmla="*/ 20235 w 55125"/>
                  <a:gd name="csY2" fmla="*/ 79122 h 92590"/>
                  <a:gd name="csX3" fmla="*/ -2030 w 55125"/>
                  <a:gd name="csY3" fmla="*/ 74657 h 92590"/>
                  <a:gd name="csX4" fmla="*/ -2030 w 55125"/>
                  <a:gd name="csY4" fmla="*/ 86067 h 92590"/>
                  <a:gd name="csX5" fmla="*/ 20116 w 55125"/>
                  <a:gd name="csY5" fmla="*/ 90532 h 92590"/>
                  <a:gd name="csX6" fmla="*/ 32637 w 55125"/>
                  <a:gd name="csY6" fmla="*/ 90532 h 92590"/>
                  <a:gd name="csX7" fmla="*/ 32637 w 55125"/>
                  <a:gd name="csY7" fmla="*/ 8478 h 92590"/>
                  <a:gd name="csX8" fmla="*/ 53096 w 55125"/>
                  <a:gd name="csY8" fmla="*/ 8478 h 92590"/>
                  <a:gd name="csX9" fmla="*/ 53096 w 55125"/>
                  <a:gd name="csY9" fmla="*/ -2059 h 92590"/>
                  <a:gd name="csX10" fmla="*/ -224 w 55125"/>
                  <a:gd name="csY10" fmla="*/ -2059 h 92590"/>
                  <a:gd name="csX11" fmla="*/ -224 w 55125"/>
                  <a:gd name="csY11" fmla="*/ 8478 h 925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55125" h="92590">
                    <a:moveTo>
                      <a:pt x="-224" y="8478"/>
                    </a:moveTo>
                    <a:lnTo>
                      <a:pt x="20235" y="8478"/>
                    </a:lnTo>
                    <a:lnTo>
                      <a:pt x="20235" y="79122"/>
                    </a:lnTo>
                    <a:lnTo>
                      <a:pt x="-2030" y="74657"/>
                    </a:lnTo>
                    <a:lnTo>
                      <a:pt x="-2030" y="86067"/>
                    </a:lnTo>
                    <a:lnTo>
                      <a:pt x="20116" y="90532"/>
                    </a:lnTo>
                    <a:lnTo>
                      <a:pt x="32637" y="90532"/>
                    </a:lnTo>
                    <a:lnTo>
                      <a:pt x="32637" y="8478"/>
                    </a:lnTo>
                    <a:lnTo>
                      <a:pt x="53096" y="8478"/>
                    </a:lnTo>
                    <a:lnTo>
                      <a:pt x="53096" y="-2059"/>
                    </a:lnTo>
                    <a:lnTo>
                      <a:pt x="-224" y="-2059"/>
                    </a:lnTo>
                    <a:lnTo>
                      <a:pt x="-224" y="8478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7" name="Graphic 7">
              <a:extLst>
                <a:ext uri="{FF2B5EF4-FFF2-40B4-BE49-F238E27FC236}">
                  <a16:creationId xmlns:a16="http://schemas.microsoft.com/office/drawing/2014/main" id="{C2ADE66C-6A3C-171E-CE69-4262EB2E1228}"/>
                </a:ext>
              </a:extLst>
            </p:cNvPr>
            <p:cNvGrpSpPr/>
            <p:nvPr/>
          </p:nvGrpSpPr>
          <p:grpSpPr>
            <a:xfrm>
              <a:off x="1668401" y="3523009"/>
              <a:ext cx="5829677" cy="94257"/>
              <a:chOff x="1668401" y="3523009"/>
              <a:chExt cx="5829677" cy="94257"/>
            </a:xfrm>
          </p:grpSpPr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0F67935E-8B22-697B-E109-8D66A050816E}"/>
                  </a:ext>
                </a:extLst>
              </p:cNvPr>
              <p:cNvSpPr/>
              <p:nvPr/>
            </p:nvSpPr>
            <p:spPr>
              <a:xfrm>
                <a:off x="1828799" y="3569017"/>
                <a:ext cx="5669280" cy="12700"/>
              </a:xfrm>
              <a:custGeom>
                <a:avLst/>
                <a:gdLst>
                  <a:gd name="csX0" fmla="*/ 0 w 5669280"/>
                  <a:gd name="csY0" fmla="*/ 0 h 12700"/>
                  <a:gd name="csX1" fmla="*/ 5669281 w 5669280"/>
                  <a:gd name="csY1" fmla="*/ 0 h 127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5669280" h="12700">
                    <a:moveTo>
                      <a:pt x="0" y="0"/>
                    </a:moveTo>
                    <a:lnTo>
                      <a:pt x="5669281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30000"/>
                  </a:srgbClr>
                </a:solidFill>
                <a:custDash>
                  <a:ds d="222000" sp="96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20AC6B9D-2A44-EC56-D916-C4A3F077DD03}"/>
                  </a:ext>
                </a:extLst>
              </p:cNvPr>
              <p:cNvSpPr/>
              <p:nvPr/>
            </p:nvSpPr>
            <p:spPr>
              <a:xfrm>
                <a:off x="1784349" y="3569016"/>
                <a:ext cx="44450" cy="12700"/>
              </a:xfrm>
              <a:custGeom>
                <a:avLst/>
                <a:gdLst>
                  <a:gd name="csX0" fmla="*/ 44522 w 44450"/>
                  <a:gd name="csY0" fmla="*/ 240 h 12700"/>
                  <a:gd name="csX1" fmla="*/ 72 w 44450"/>
                  <a:gd name="csY1" fmla="*/ 240 h 127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4450" h="12700">
                    <a:moveTo>
                      <a:pt x="44522" y="240"/>
                    </a:moveTo>
                    <a:lnTo>
                      <a:pt x="72" y="240"/>
                    </a:lnTo>
                  </a:path>
                </a:pathLst>
              </a:custGeom>
              <a:solidFill>
                <a:srgbClr val="FFFFFF"/>
              </a:solidFill>
              <a:ln w="1016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01DE3D8B-2B82-4244-8FB7-3AB43D80ED8D}"/>
                  </a:ext>
                </a:extLst>
              </p:cNvPr>
              <p:cNvSpPr/>
              <p:nvPr/>
            </p:nvSpPr>
            <p:spPr>
              <a:xfrm flipV="1">
                <a:off x="1668401" y="3523009"/>
                <a:ext cx="58777" cy="94257"/>
              </a:xfrm>
              <a:custGeom>
                <a:avLst/>
                <a:gdLst>
                  <a:gd name="csX0" fmla="*/ 13173 w 58777"/>
                  <a:gd name="csY0" fmla="*/ 8403 h 94257"/>
                  <a:gd name="csX1" fmla="*/ 56889 w 58777"/>
                  <a:gd name="csY1" fmla="*/ 8403 h 94257"/>
                  <a:gd name="csX2" fmla="*/ 56889 w 58777"/>
                  <a:gd name="csY2" fmla="*/ -2134 h 94257"/>
                  <a:gd name="csX3" fmla="*/ -1888 w 58777"/>
                  <a:gd name="csY3" fmla="*/ -2134 h 94257"/>
                  <a:gd name="csX4" fmla="*/ -1888 w 58777"/>
                  <a:gd name="csY4" fmla="*/ 8403 h 94257"/>
                  <a:gd name="csX5" fmla="*/ 17539 w 58777"/>
                  <a:gd name="csY5" fmla="*/ 28207 h 94257"/>
                  <a:gd name="csX6" fmla="*/ 33017 w 58777"/>
                  <a:gd name="csY6" fmla="*/ 44260 h 94257"/>
                  <a:gd name="csX7" fmla="*/ 41411 w 58777"/>
                  <a:gd name="csY7" fmla="*/ 55690 h 94257"/>
                  <a:gd name="csX8" fmla="*/ 43812 w 58777"/>
                  <a:gd name="csY8" fmla="*/ 64898 h 94257"/>
                  <a:gd name="csX9" fmla="*/ 38633 w 58777"/>
                  <a:gd name="csY9" fmla="*/ 76923 h 94257"/>
                  <a:gd name="csX10" fmla="*/ 25139 w 58777"/>
                  <a:gd name="csY10" fmla="*/ 81586 h 94257"/>
                  <a:gd name="csX11" fmla="*/ 12697 w 58777"/>
                  <a:gd name="csY11" fmla="*/ 79542 h 94257"/>
                  <a:gd name="csX12" fmla="*/ -1273 w 58777"/>
                  <a:gd name="csY12" fmla="*/ 73331 h 94257"/>
                  <a:gd name="csX13" fmla="*/ -1273 w 58777"/>
                  <a:gd name="csY13" fmla="*/ 85992 h 94257"/>
                  <a:gd name="csX14" fmla="*/ 12856 w 58777"/>
                  <a:gd name="csY14" fmla="*/ 90576 h 94257"/>
                  <a:gd name="csX15" fmla="*/ 24901 w 58777"/>
                  <a:gd name="csY15" fmla="*/ 92123 h 94257"/>
                  <a:gd name="csX16" fmla="*/ 47840 w 58777"/>
                  <a:gd name="csY16" fmla="*/ 84920 h 94257"/>
                  <a:gd name="csX17" fmla="*/ 56393 w 58777"/>
                  <a:gd name="csY17" fmla="*/ 65711 h 94257"/>
                  <a:gd name="csX18" fmla="*/ 54250 w 58777"/>
                  <a:gd name="csY18" fmla="*/ 54877 h 94257"/>
                  <a:gd name="csX19" fmla="*/ 46471 w 58777"/>
                  <a:gd name="csY19" fmla="*/ 42831 h 94257"/>
                  <a:gd name="csX20" fmla="*/ 36609 w 58777"/>
                  <a:gd name="csY20" fmla="*/ 32433 h 94257"/>
                  <a:gd name="csX21" fmla="*/ 13173 w 58777"/>
                  <a:gd name="csY21" fmla="*/ 8403 h 9425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</a:cxnLst>
                <a:rect l="l" t="t" r="r" b="b"/>
                <a:pathLst>
                  <a:path w="58777" h="94257">
                    <a:moveTo>
                      <a:pt x="13173" y="8403"/>
                    </a:moveTo>
                    <a:lnTo>
                      <a:pt x="56889" y="8403"/>
                    </a:lnTo>
                    <a:lnTo>
                      <a:pt x="56889" y="-2134"/>
                    </a:lnTo>
                    <a:lnTo>
                      <a:pt x="-1888" y="-2134"/>
                    </a:lnTo>
                    <a:lnTo>
                      <a:pt x="-1888" y="8403"/>
                    </a:lnTo>
                    <a:cubicBezTo>
                      <a:pt x="2861" y="13324"/>
                      <a:pt x="9337" y="19925"/>
                      <a:pt x="17539" y="28207"/>
                    </a:cubicBezTo>
                    <a:cubicBezTo>
                      <a:pt x="25754" y="36501"/>
                      <a:pt x="30913" y="41852"/>
                      <a:pt x="33017" y="44260"/>
                    </a:cubicBezTo>
                    <a:cubicBezTo>
                      <a:pt x="37025" y="48758"/>
                      <a:pt x="39823" y="52568"/>
                      <a:pt x="41411" y="55690"/>
                    </a:cubicBezTo>
                    <a:cubicBezTo>
                      <a:pt x="43011" y="58812"/>
                      <a:pt x="43812" y="61881"/>
                      <a:pt x="43812" y="64898"/>
                    </a:cubicBezTo>
                    <a:cubicBezTo>
                      <a:pt x="43812" y="69819"/>
                      <a:pt x="42085" y="73827"/>
                      <a:pt x="38633" y="76923"/>
                    </a:cubicBezTo>
                    <a:cubicBezTo>
                      <a:pt x="35180" y="80032"/>
                      <a:pt x="30682" y="81586"/>
                      <a:pt x="25139" y="81586"/>
                    </a:cubicBezTo>
                    <a:cubicBezTo>
                      <a:pt x="21210" y="81586"/>
                      <a:pt x="17062" y="80905"/>
                      <a:pt x="12697" y="79542"/>
                    </a:cubicBezTo>
                    <a:cubicBezTo>
                      <a:pt x="8344" y="78180"/>
                      <a:pt x="3688" y="76109"/>
                      <a:pt x="-1273" y="73331"/>
                    </a:cubicBezTo>
                    <a:lnTo>
                      <a:pt x="-1273" y="85992"/>
                    </a:lnTo>
                    <a:cubicBezTo>
                      <a:pt x="3767" y="88016"/>
                      <a:pt x="8477" y="89544"/>
                      <a:pt x="12856" y="90576"/>
                    </a:cubicBezTo>
                    <a:cubicBezTo>
                      <a:pt x="17248" y="91607"/>
                      <a:pt x="21263" y="92123"/>
                      <a:pt x="24901" y="92123"/>
                    </a:cubicBezTo>
                    <a:cubicBezTo>
                      <a:pt x="34492" y="92123"/>
                      <a:pt x="42138" y="89722"/>
                      <a:pt x="47840" y="84920"/>
                    </a:cubicBezTo>
                    <a:cubicBezTo>
                      <a:pt x="53542" y="80131"/>
                      <a:pt x="56393" y="73728"/>
                      <a:pt x="56393" y="65711"/>
                    </a:cubicBezTo>
                    <a:cubicBezTo>
                      <a:pt x="56393" y="61901"/>
                      <a:pt x="55678" y="58290"/>
                      <a:pt x="54250" y="54877"/>
                    </a:cubicBezTo>
                    <a:cubicBezTo>
                      <a:pt x="52834" y="51477"/>
                      <a:pt x="50241" y="47462"/>
                      <a:pt x="46471" y="42831"/>
                    </a:cubicBezTo>
                    <a:cubicBezTo>
                      <a:pt x="45439" y="41628"/>
                      <a:pt x="42152" y="38162"/>
                      <a:pt x="36609" y="32433"/>
                    </a:cubicBezTo>
                    <a:cubicBezTo>
                      <a:pt x="31079" y="26705"/>
                      <a:pt x="23267" y="18695"/>
                      <a:pt x="13173" y="8403"/>
                    </a:cubicBez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11" name="Graphic 7">
              <a:extLst>
                <a:ext uri="{FF2B5EF4-FFF2-40B4-BE49-F238E27FC236}">
                  <a16:creationId xmlns:a16="http://schemas.microsoft.com/office/drawing/2014/main" id="{1993C8A3-A768-C43B-7169-6257BD1CF81F}"/>
                </a:ext>
              </a:extLst>
            </p:cNvPr>
            <p:cNvGrpSpPr/>
            <p:nvPr/>
          </p:nvGrpSpPr>
          <p:grpSpPr>
            <a:xfrm>
              <a:off x="1668779" y="3095188"/>
              <a:ext cx="5829300" cy="96063"/>
              <a:chOff x="1668779" y="3095188"/>
              <a:chExt cx="5829300" cy="96063"/>
            </a:xfrm>
          </p:grpSpPr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A7AF02C1-E883-512F-571D-8A63C9FE842C}"/>
                  </a:ext>
                </a:extLst>
              </p:cNvPr>
              <p:cNvSpPr/>
              <p:nvPr/>
            </p:nvSpPr>
            <p:spPr>
              <a:xfrm>
                <a:off x="1828799" y="3141195"/>
                <a:ext cx="5669280" cy="12700"/>
              </a:xfrm>
              <a:custGeom>
                <a:avLst/>
                <a:gdLst>
                  <a:gd name="csX0" fmla="*/ 0 w 5669280"/>
                  <a:gd name="csY0" fmla="*/ 0 h 12700"/>
                  <a:gd name="csX1" fmla="*/ 5669281 w 5669280"/>
                  <a:gd name="csY1" fmla="*/ 0 h 127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5669280" h="12700">
                    <a:moveTo>
                      <a:pt x="0" y="0"/>
                    </a:moveTo>
                    <a:lnTo>
                      <a:pt x="5669281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30000"/>
                  </a:srgbClr>
                </a:solidFill>
                <a:custDash>
                  <a:ds d="222000" sp="96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2AAE882F-EC19-B4DD-8576-4CC87B229153}"/>
                  </a:ext>
                </a:extLst>
              </p:cNvPr>
              <p:cNvSpPr/>
              <p:nvPr/>
            </p:nvSpPr>
            <p:spPr>
              <a:xfrm>
                <a:off x="1784349" y="3141195"/>
                <a:ext cx="44450" cy="12700"/>
              </a:xfrm>
              <a:custGeom>
                <a:avLst/>
                <a:gdLst>
                  <a:gd name="csX0" fmla="*/ 44522 w 44450"/>
                  <a:gd name="csY0" fmla="*/ 207 h 12700"/>
                  <a:gd name="csX1" fmla="*/ 72 w 44450"/>
                  <a:gd name="csY1" fmla="*/ 207 h 127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4450" h="12700">
                    <a:moveTo>
                      <a:pt x="44522" y="207"/>
                    </a:moveTo>
                    <a:lnTo>
                      <a:pt x="72" y="207"/>
                    </a:lnTo>
                  </a:path>
                </a:pathLst>
              </a:custGeom>
              <a:solidFill>
                <a:srgbClr val="FFFFFF"/>
              </a:solidFill>
              <a:ln w="1016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E55D5B82-17DB-9796-C038-E82215AA5E52}"/>
                  </a:ext>
                </a:extLst>
              </p:cNvPr>
              <p:cNvSpPr/>
              <p:nvPr/>
            </p:nvSpPr>
            <p:spPr>
              <a:xfrm flipV="1">
                <a:off x="1668778" y="3095188"/>
                <a:ext cx="60940" cy="96063"/>
              </a:xfrm>
              <a:custGeom>
                <a:avLst/>
                <a:gdLst>
                  <a:gd name="csX0" fmla="*/ 39889 w 60940"/>
                  <a:gd name="csY0" fmla="*/ 49610 h 96063"/>
                  <a:gd name="csX1" fmla="*/ 53918 w 60940"/>
                  <a:gd name="csY1" fmla="*/ 41593 h 96063"/>
                  <a:gd name="csX2" fmla="*/ 58978 w 60940"/>
                  <a:gd name="csY2" fmla="*/ 26591 h 96063"/>
                  <a:gd name="csX3" fmla="*/ 49553 w 60940"/>
                  <a:gd name="csY3" fmla="*/ 5378 h 96063"/>
                  <a:gd name="csX4" fmla="*/ 22764 w 60940"/>
                  <a:gd name="csY4" fmla="*/ -2123 h 96063"/>
                  <a:gd name="csX5" fmla="*/ 10778 w 60940"/>
                  <a:gd name="csY5" fmla="*/ -972 h 96063"/>
                  <a:gd name="csX6" fmla="*/ -1962 w 60940"/>
                  <a:gd name="csY6" fmla="*/ 2481 h 96063"/>
                  <a:gd name="csX7" fmla="*/ -1962 w 60940"/>
                  <a:gd name="csY7" fmla="*/ 14566 h 96063"/>
                  <a:gd name="csX8" fmla="*/ 9429 w 60940"/>
                  <a:gd name="csY8" fmla="*/ 9982 h 96063"/>
                  <a:gd name="csX9" fmla="*/ 22406 w 60940"/>
                  <a:gd name="csY9" fmla="*/ 8434 h 96063"/>
                  <a:gd name="csX10" fmla="*/ 40345 w 60940"/>
                  <a:gd name="csY10" fmla="*/ 13078 h 96063"/>
                  <a:gd name="csX11" fmla="*/ 46517 w 60940"/>
                  <a:gd name="csY11" fmla="*/ 26591 h 96063"/>
                  <a:gd name="csX12" fmla="*/ 40782 w 60940"/>
                  <a:gd name="csY12" fmla="*/ 39391 h 96063"/>
                  <a:gd name="csX13" fmla="*/ 24827 w 60940"/>
                  <a:gd name="csY13" fmla="*/ 44014 h 96063"/>
                  <a:gd name="csX14" fmla="*/ 14032 w 60940"/>
                  <a:gd name="csY14" fmla="*/ 44014 h 96063"/>
                  <a:gd name="csX15" fmla="*/ 14032 w 60940"/>
                  <a:gd name="csY15" fmla="*/ 54313 h 96063"/>
                  <a:gd name="csX16" fmla="*/ 25323 w 60940"/>
                  <a:gd name="csY16" fmla="*/ 54313 h 96063"/>
                  <a:gd name="csX17" fmla="*/ 39452 w 60940"/>
                  <a:gd name="csY17" fmla="*/ 58004 h 96063"/>
                  <a:gd name="csX18" fmla="*/ 44354 w 60940"/>
                  <a:gd name="csY18" fmla="*/ 68640 h 96063"/>
                  <a:gd name="csX19" fmla="*/ 39293 w 60940"/>
                  <a:gd name="csY19" fmla="*/ 79574 h 96063"/>
                  <a:gd name="csX20" fmla="*/ 24827 w 60940"/>
                  <a:gd name="csY20" fmla="*/ 83404 h 96063"/>
                  <a:gd name="csX21" fmla="*/ 13774 w 60940"/>
                  <a:gd name="csY21" fmla="*/ 82273 h 96063"/>
                  <a:gd name="csX22" fmla="*/ 816 w 60940"/>
                  <a:gd name="csY22" fmla="*/ 78820 h 96063"/>
                  <a:gd name="csX23" fmla="*/ 816 w 60940"/>
                  <a:gd name="csY23" fmla="*/ 89972 h 96063"/>
                  <a:gd name="csX24" fmla="*/ 14191 w 60940"/>
                  <a:gd name="csY24" fmla="*/ 92949 h 96063"/>
                  <a:gd name="csX25" fmla="*/ 25939 w 60940"/>
                  <a:gd name="csY25" fmla="*/ 93941 h 96063"/>
                  <a:gd name="csX26" fmla="*/ 48501 w 60940"/>
                  <a:gd name="csY26" fmla="*/ 87452 h 96063"/>
                  <a:gd name="csX27" fmla="*/ 56815 w 60940"/>
                  <a:gd name="csY27" fmla="*/ 69950 h 96063"/>
                  <a:gd name="csX28" fmla="*/ 52410 w 60940"/>
                  <a:gd name="csY28" fmla="*/ 56952 h 96063"/>
                  <a:gd name="csX29" fmla="*/ 39889 w 60940"/>
                  <a:gd name="csY29" fmla="*/ 49610 h 9606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</a:cxnLst>
                <a:rect l="l" t="t" r="r" b="b"/>
                <a:pathLst>
                  <a:path w="60940" h="96063">
                    <a:moveTo>
                      <a:pt x="39889" y="49610"/>
                    </a:moveTo>
                    <a:cubicBezTo>
                      <a:pt x="45882" y="48327"/>
                      <a:pt x="50558" y="45655"/>
                      <a:pt x="53918" y="41593"/>
                    </a:cubicBezTo>
                    <a:cubicBezTo>
                      <a:pt x="57292" y="37545"/>
                      <a:pt x="58978" y="32544"/>
                      <a:pt x="58978" y="26591"/>
                    </a:cubicBezTo>
                    <a:cubicBezTo>
                      <a:pt x="58978" y="17463"/>
                      <a:pt x="55837" y="10392"/>
                      <a:pt x="49553" y="5378"/>
                    </a:cubicBezTo>
                    <a:cubicBezTo>
                      <a:pt x="43269" y="378"/>
                      <a:pt x="34339" y="-2123"/>
                      <a:pt x="22764" y="-2123"/>
                    </a:cubicBezTo>
                    <a:cubicBezTo>
                      <a:pt x="18887" y="-2123"/>
                      <a:pt x="14892" y="-1739"/>
                      <a:pt x="10778" y="-972"/>
                    </a:cubicBezTo>
                    <a:cubicBezTo>
                      <a:pt x="6664" y="-204"/>
                      <a:pt x="2417" y="947"/>
                      <a:pt x="-1962" y="2481"/>
                    </a:cubicBezTo>
                    <a:lnTo>
                      <a:pt x="-1962" y="14566"/>
                    </a:lnTo>
                    <a:cubicBezTo>
                      <a:pt x="1504" y="12542"/>
                      <a:pt x="5301" y="11014"/>
                      <a:pt x="9429" y="9982"/>
                    </a:cubicBezTo>
                    <a:cubicBezTo>
                      <a:pt x="13569" y="8950"/>
                      <a:pt x="17895" y="8434"/>
                      <a:pt x="22406" y="8434"/>
                    </a:cubicBezTo>
                    <a:cubicBezTo>
                      <a:pt x="30251" y="8434"/>
                      <a:pt x="36231" y="9982"/>
                      <a:pt x="40345" y="13078"/>
                    </a:cubicBezTo>
                    <a:cubicBezTo>
                      <a:pt x="44459" y="16173"/>
                      <a:pt x="46517" y="20678"/>
                      <a:pt x="46517" y="26591"/>
                    </a:cubicBezTo>
                    <a:cubicBezTo>
                      <a:pt x="46517" y="32055"/>
                      <a:pt x="44605" y="36321"/>
                      <a:pt x="40782" y="39391"/>
                    </a:cubicBezTo>
                    <a:cubicBezTo>
                      <a:pt x="36959" y="42473"/>
                      <a:pt x="31640" y="44014"/>
                      <a:pt x="24827" y="44014"/>
                    </a:cubicBezTo>
                    <a:lnTo>
                      <a:pt x="14032" y="44014"/>
                    </a:lnTo>
                    <a:lnTo>
                      <a:pt x="14032" y="54313"/>
                    </a:lnTo>
                    <a:lnTo>
                      <a:pt x="25323" y="54313"/>
                    </a:lnTo>
                    <a:cubicBezTo>
                      <a:pt x="31475" y="54313"/>
                      <a:pt x="36185" y="55543"/>
                      <a:pt x="39452" y="58004"/>
                    </a:cubicBezTo>
                    <a:cubicBezTo>
                      <a:pt x="42720" y="60465"/>
                      <a:pt x="44354" y="64010"/>
                      <a:pt x="44354" y="68640"/>
                    </a:cubicBezTo>
                    <a:cubicBezTo>
                      <a:pt x="44354" y="73389"/>
                      <a:pt x="42667" y="77034"/>
                      <a:pt x="39293" y="79574"/>
                    </a:cubicBezTo>
                    <a:cubicBezTo>
                      <a:pt x="35933" y="82127"/>
                      <a:pt x="31111" y="83404"/>
                      <a:pt x="24827" y="83404"/>
                    </a:cubicBezTo>
                    <a:cubicBezTo>
                      <a:pt x="21388" y="83404"/>
                      <a:pt x="17703" y="83027"/>
                      <a:pt x="13774" y="82273"/>
                    </a:cubicBezTo>
                    <a:cubicBezTo>
                      <a:pt x="9845" y="81532"/>
                      <a:pt x="5526" y="80381"/>
                      <a:pt x="816" y="78820"/>
                    </a:cubicBezTo>
                    <a:lnTo>
                      <a:pt x="816" y="89972"/>
                    </a:lnTo>
                    <a:cubicBezTo>
                      <a:pt x="5579" y="91295"/>
                      <a:pt x="10037" y="92287"/>
                      <a:pt x="14191" y="92949"/>
                    </a:cubicBezTo>
                    <a:cubicBezTo>
                      <a:pt x="18345" y="93610"/>
                      <a:pt x="22261" y="93941"/>
                      <a:pt x="25939" y="93941"/>
                    </a:cubicBezTo>
                    <a:cubicBezTo>
                      <a:pt x="35450" y="93941"/>
                      <a:pt x="42971" y="91778"/>
                      <a:pt x="48501" y="87452"/>
                    </a:cubicBezTo>
                    <a:cubicBezTo>
                      <a:pt x="54044" y="83139"/>
                      <a:pt x="56815" y="77305"/>
                      <a:pt x="56815" y="69950"/>
                    </a:cubicBezTo>
                    <a:cubicBezTo>
                      <a:pt x="56815" y="64817"/>
                      <a:pt x="55347" y="60484"/>
                      <a:pt x="52410" y="56952"/>
                    </a:cubicBezTo>
                    <a:cubicBezTo>
                      <a:pt x="49473" y="53420"/>
                      <a:pt x="45300" y="50973"/>
                      <a:pt x="39889" y="4961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15" name="Graphic 7">
              <a:extLst>
                <a:ext uri="{FF2B5EF4-FFF2-40B4-BE49-F238E27FC236}">
                  <a16:creationId xmlns:a16="http://schemas.microsoft.com/office/drawing/2014/main" id="{2FF856BE-250B-0B01-A7BB-1CC2A4022AE5}"/>
                </a:ext>
              </a:extLst>
            </p:cNvPr>
            <p:cNvGrpSpPr/>
            <p:nvPr/>
          </p:nvGrpSpPr>
          <p:grpSpPr>
            <a:xfrm>
              <a:off x="1665306" y="2669034"/>
              <a:ext cx="5832772" cy="92590"/>
              <a:chOff x="1665306" y="2669034"/>
              <a:chExt cx="5832772" cy="92590"/>
            </a:xfrm>
          </p:grpSpPr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0AC718F5-94B3-928B-E541-394C7C2B3A72}"/>
                  </a:ext>
                </a:extLst>
              </p:cNvPr>
              <p:cNvSpPr/>
              <p:nvPr/>
            </p:nvSpPr>
            <p:spPr>
              <a:xfrm>
                <a:off x="1828799" y="2713374"/>
                <a:ext cx="5669280" cy="12700"/>
              </a:xfrm>
              <a:custGeom>
                <a:avLst/>
                <a:gdLst>
                  <a:gd name="csX0" fmla="*/ 0 w 5669280"/>
                  <a:gd name="csY0" fmla="*/ 0 h 12700"/>
                  <a:gd name="csX1" fmla="*/ 5669281 w 5669280"/>
                  <a:gd name="csY1" fmla="*/ 0 h 127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5669280" h="12700">
                    <a:moveTo>
                      <a:pt x="0" y="0"/>
                    </a:moveTo>
                    <a:lnTo>
                      <a:pt x="5669281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30000"/>
                  </a:srgbClr>
                </a:solidFill>
                <a:custDash>
                  <a:ds d="222000" sp="96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F2464CED-549C-15CB-7D92-905214BC66A5}"/>
                  </a:ext>
                </a:extLst>
              </p:cNvPr>
              <p:cNvSpPr/>
              <p:nvPr/>
            </p:nvSpPr>
            <p:spPr>
              <a:xfrm>
                <a:off x="1784349" y="2713374"/>
                <a:ext cx="44450" cy="12700"/>
              </a:xfrm>
              <a:custGeom>
                <a:avLst/>
                <a:gdLst>
                  <a:gd name="csX0" fmla="*/ 44522 w 44450"/>
                  <a:gd name="csY0" fmla="*/ 173 h 12700"/>
                  <a:gd name="csX1" fmla="*/ 72 w 44450"/>
                  <a:gd name="csY1" fmla="*/ 173 h 127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4450" h="12700">
                    <a:moveTo>
                      <a:pt x="44522" y="173"/>
                    </a:moveTo>
                    <a:lnTo>
                      <a:pt x="72" y="173"/>
                    </a:lnTo>
                  </a:path>
                </a:pathLst>
              </a:custGeom>
              <a:solidFill>
                <a:srgbClr val="FFFFFF"/>
              </a:solidFill>
              <a:ln w="1016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929D6756-93FD-CCFA-A55F-65565FDAF9D4}"/>
                  </a:ext>
                </a:extLst>
              </p:cNvPr>
              <p:cNvSpPr/>
              <p:nvPr/>
            </p:nvSpPr>
            <p:spPr>
              <a:xfrm flipV="1">
                <a:off x="1665306" y="2669034"/>
                <a:ext cx="67468" cy="92590"/>
              </a:xfrm>
              <a:custGeom>
                <a:avLst/>
                <a:gdLst>
                  <a:gd name="csX0" fmla="*/ 39840 w 67468"/>
                  <a:gd name="csY0" fmla="*/ 79517 h 92590"/>
                  <a:gd name="csX1" fmla="*/ 8209 w 67468"/>
                  <a:gd name="csY1" fmla="*/ 30086 h 92590"/>
                  <a:gd name="csX2" fmla="*/ 39840 w 67468"/>
                  <a:gd name="csY2" fmla="*/ 30086 h 92590"/>
                  <a:gd name="csX3" fmla="*/ 39840 w 67468"/>
                  <a:gd name="csY3" fmla="*/ 79517 h 92590"/>
                  <a:gd name="csX4" fmla="*/ 36546 w 67468"/>
                  <a:gd name="csY4" fmla="*/ 90431 h 92590"/>
                  <a:gd name="csX5" fmla="*/ 52302 w 67468"/>
                  <a:gd name="csY5" fmla="*/ 90431 h 92590"/>
                  <a:gd name="csX6" fmla="*/ 52302 w 67468"/>
                  <a:gd name="csY6" fmla="*/ 30086 h 92590"/>
                  <a:gd name="csX7" fmla="*/ 65518 w 67468"/>
                  <a:gd name="csY7" fmla="*/ 30086 h 92590"/>
                  <a:gd name="csX8" fmla="*/ 65518 w 67468"/>
                  <a:gd name="csY8" fmla="*/ 19668 h 92590"/>
                  <a:gd name="csX9" fmla="*/ 52302 w 67468"/>
                  <a:gd name="csY9" fmla="*/ 19668 h 92590"/>
                  <a:gd name="csX10" fmla="*/ 52302 w 67468"/>
                  <a:gd name="csY10" fmla="*/ -2160 h 92590"/>
                  <a:gd name="csX11" fmla="*/ 39840 w 67468"/>
                  <a:gd name="csY11" fmla="*/ -2160 h 92590"/>
                  <a:gd name="csX12" fmla="*/ 39840 w 67468"/>
                  <a:gd name="csY12" fmla="*/ 19668 h 92590"/>
                  <a:gd name="csX13" fmla="*/ -1951 w 67468"/>
                  <a:gd name="csY13" fmla="*/ 19668 h 92590"/>
                  <a:gd name="csX14" fmla="*/ -1951 w 67468"/>
                  <a:gd name="csY14" fmla="*/ 31753 h 92590"/>
                  <a:gd name="csX15" fmla="*/ 36546 w 67468"/>
                  <a:gd name="csY15" fmla="*/ 90431 h 925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67468" h="92590">
                    <a:moveTo>
                      <a:pt x="39840" y="79517"/>
                    </a:moveTo>
                    <a:lnTo>
                      <a:pt x="8209" y="30086"/>
                    </a:lnTo>
                    <a:lnTo>
                      <a:pt x="39840" y="30086"/>
                    </a:lnTo>
                    <a:lnTo>
                      <a:pt x="39840" y="79517"/>
                    </a:lnTo>
                    <a:close/>
                    <a:moveTo>
                      <a:pt x="36546" y="90431"/>
                    </a:moveTo>
                    <a:lnTo>
                      <a:pt x="52302" y="90431"/>
                    </a:lnTo>
                    <a:lnTo>
                      <a:pt x="52302" y="30086"/>
                    </a:lnTo>
                    <a:lnTo>
                      <a:pt x="65518" y="30086"/>
                    </a:lnTo>
                    <a:lnTo>
                      <a:pt x="65518" y="19668"/>
                    </a:lnTo>
                    <a:lnTo>
                      <a:pt x="52302" y="19668"/>
                    </a:lnTo>
                    <a:lnTo>
                      <a:pt x="52302" y="-2160"/>
                    </a:lnTo>
                    <a:lnTo>
                      <a:pt x="39840" y="-2160"/>
                    </a:lnTo>
                    <a:lnTo>
                      <a:pt x="39840" y="19668"/>
                    </a:lnTo>
                    <a:lnTo>
                      <a:pt x="-1951" y="19668"/>
                    </a:lnTo>
                    <a:lnTo>
                      <a:pt x="-1951" y="31753"/>
                    </a:lnTo>
                    <a:lnTo>
                      <a:pt x="36546" y="90431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19" name="Graphic 7">
              <a:extLst>
                <a:ext uri="{FF2B5EF4-FFF2-40B4-BE49-F238E27FC236}">
                  <a16:creationId xmlns:a16="http://schemas.microsoft.com/office/drawing/2014/main" id="{3649A3F8-089A-A9C9-F679-E17F9DE82761}"/>
                </a:ext>
              </a:extLst>
            </p:cNvPr>
            <p:cNvGrpSpPr/>
            <p:nvPr/>
          </p:nvGrpSpPr>
          <p:grpSpPr>
            <a:xfrm>
              <a:off x="1668898" y="2241213"/>
              <a:ext cx="5829181" cy="94396"/>
              <a:chOff x="1668898" y="2241213"/>
              <a:chExt cx="5829181" cy="94396"/>
            </a:xfrm>
          </p:grpSpPr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252D01B7-AB9F-AB37-F0B9-C1E1699C02B9}"/>
                  </a:ext>
                </a:extLst>
              </p:cNvPr>
              <p:cNvSpPr/>
              <p:nvPr/>
            </p:nvSpPr>
            <p:spPr>
              <a:xfrm>
                <a:off x="1828799" y="2285553"/>
                <a:ext cx="5669280" cy="12700"/>
              </a:xfrm>
              <a:custGeom>
                <a:avLst/>
                <a:gdLst>
                  <a:gd name="csX0" fmla="*/ 0 w 5669280"/>
                  <a:gd name="csY0" fmla="*/ 0 h 12700"/>
                  <a:gd name="csX1" fmla="*/ 5669281 w 5669280"/>
                  <a:gd name="csY1" fmla="*/ 0 h 127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5669280" h="12700">
                    <a:moveTo>
                      <a:pt x="0" y="0"/>
                    </a:moveTo>
                    <a:lnTo>
                      <a:pt x="5669281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30000"/>
                  </a:srgbClr>
                </a:solidFill>
                <a:custDash>
                  <a:ds d="222000" sp="96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CD3D3D39-37AB-9B25-2781-9BBD8F833F47}"/>
                  </a:ext>
                </a:extLst>
              </p:cNvPr>
              <p:cNvSpPr/>
              <p:nvPr/>
            </p:nvSpPr>
            <p:spPr>
              <a:xfrm>
                <a:off x="1784349" y="2285553"/>
                <a:ext cx="44450" cy="12700"/>
              </a:xfrm>
              <a:custGeom>
                <a:avLst/>
                <a:gdLst>
                  <a:gd name="csX0" fmla="*/ 44522 w 44450"/>
                  <a:gd name="csY0" fmla="*/ 139 h 12700"/>
                  <a:gd name="csX1" fmla="*/ 72 w 44450"/>
                  <a:gd name="csY1" fmla="*/ 139 h 127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4450" h="12700">
                    <a:moveTo>
                      <a:pt x="44522" y="139"/>
                    </a:moveTo>
                    <a:lnTo>
                      <a:pt x="72" y="139"/>
                    </a:lnTo>
                  </a:path>
                </a:pathLst>
              </a:custGeom>
              <a:solidFill>
                <a:srgbClr val="FFFFFF"/>
              </a:solidFill>
              <a:ln w="1016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D758DA34-9523-FBC2-4877-7AD55C8A943F}"/>
                  </a:ext>
                </a:extLst>
              </p:cNvPr>
              <p:cNvSpPr/>
              <p:nvPr/>
            </p:nvSpPr>
            <p:spPr>
              <a:xfrm flipV="1">
                <a:off x="1668898" y="2241213"/>
                <a:ext cx="59908" cy="94396"/>
              </a:xfrm>
              <a:custGeom>
                <a:avLst/>
                <a:gdLst>
                  <a:gd name="csX0" fmla="*/ 1967 w 59908"/>
                  <a:gd name="csY0" fmla="*/ 92249 h 94396"/>
                  <a:gd name="csX1" fmla="*/ 51140 w 59908"/>
                  <a:gd name="csY1" fmla="*/ 92249 h 94396"/>
                  <a:gd name="csX2" fmla="*/ 51140 w 59908"/>
                  <a:gd name="csY2" fmla="*/ 81692 h 94396"/>
                  <a:gd name="csX3" fmla="*/ 13437 w 59908"/>
                  <a:gd name="csY3" fmla="*/ 81692 h 94396"/>
                  <a:gd name="csX4" fmla="*/ 13437 w 59908"/>
                  <a:gd name="csY4" fmla="*/ 59011 h 94396"/>
                  <a:gd name="csX5" fmla="*/ 18874 w 59908"/>
                  <a:gd name="csY5" fmla="*/ 60400 h 94396"/>
                  <a:gd name="csX6" fmla="*/ 24351 w 59908"/>
                  <a:gd name="csY6" fmla="*/ 60856 h 94396"/>
                  <a:gd name="csX7" fmla="*/ 48898 w 59908"/>
                  <a:gd name="csY7" fmla="*/ 52363 h 94396"/>
                  <a:gd name="csX8" fmla="*/ 57967 w 59908"/>
                  <a:gd name="csY8" fmla="*/ 29364 h 94396"/>
                  <a:gd name="csX9" fmla="*/ 48660 w 59908"/>
                  <a:gd name="csY9" fmla="*/ 6127 h 94396"/>
                  <a:gd name="csX10" fmla="*/ 22426 w 59908"/>
                  <a:gd name="csY10" fmla="*/ -2148 h 94396"/>
                  <a:gd name="csX11" fmla="*/ 10540 w 59908"/>
                  <a:gd name="csY11" fmla="*/ -1156 h 94396"/>
                  <a:gd name="csX12" fmla="*/ -1942 w 59908"/>
                  <a:gd name="csY12" fmla="*/ 1821 h 94396"/>
                  <a:gd name="csX13" fmla="*/ -1942 w 59908"/>
                  <a:gd name="csY13" fmla="*/ 14422 h 94396"/>
                  <a:gd name="csX14" fmla="*/ 9587 w 59908"/>
                  <a:gd name="csY14" fmla="*/ 9897 h 94396"/>
                  <a:gd name="csX15" fmla="*/ 22168 w 59908"/>
                  <a:gd name="csY15" fmla="*/ 8409 h 94396"/>
                  <a:gd name="csX16" fmla="*/ 39155 w 59908"/>
                  <a:gd name="csY16" fmla="*/ 14045 h 94396"/>
                  <a:gd name="csX17" fmla="*/ 45425 w 59908"/>
                  <a:gd name="csY17" fmla="*/ 29364 h 94396"/>
                  <a:gd name="csX18" fmla="*/ 39155 w 59908"/>
                  <a:gd name="csY18" fmla="*/ 44663 h 94396"/>
                  <a:gd name="csX19" fmla="*/ 22168 w 59908"/>
                  <a:gd name="csY19" fmla="*/ 50319 h 94396"/>
                  <a:gd name="csX20" fmla="*/ 12147 w 59908"/>
                  <a:gd name="csY20" fmla="*/ 49208 h 94396"/>
                  <a:gd name="csX21" fmla="*/ 1967 w 59908"/>
                  <a:gd name="csY21" fmla="*/ 45735 h 94396"/>
                  <a:gd name="csX22" fmla="*/ 1967 w 59908"/>
                  <a:gd name="csY22" fmla="*/ 92249 h 9439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</a:cxnLst>
                <a:rect l="l" t="t" r="r" b="b"/>
                <a:pathLst>
                  <a:path w="59908" h="94396">
                    <a:moveTo>
                      <a:pt x="1967" y="92249"/>
                    </a:moveTo>
                    <a:lnTo>
                      <a:pt x="51140" y="92249"/>
                    </a:lnTo>
                    <a:lnTo>
                      <a:pt x="51140" y="81692"/>
                    </a:lnTo>
                    <a:lnTo>
                      <a:pt x="13437" y="81692"/>
                    </a:lnTo>
                    <a:lnTo>
                      <a:pt x="13437" y="59011"/>
                    </a:lnTo>
                    <a:cubicBezTo>
                      <a:pt x="15250" y="59632"/>
                      <a:pt x="17062" y="60095"/>
                      <a:pt x="18874" y="60400"/>
                    </a:cubicBezTo>
                    <a:cubicBezTo>
                      <a:pt x="20700" y="60704"/>
                      <a:pt x="22526" y="60856"/>
                      <a:pt x="24351" y="60856"/>
                    </a:cubicBezTo>
                    <a:cubicBezTo>
                      <a:pt x="34683" y="60856"/>
                      <a:pt x="42865" y="58025"/>
                      <a:pt x="48898" y="52363"/>
                    </a:cubicBezTo>
                    <a:cubicBezTo>
                      <a:pt x="54944" y="46701"/>
                      <a:pt x="57967" y="39034"/>
                      <a:pt x="57967" y="29364"/>
                    </a:cubicBezTo>
                    <a:cubicBezTo>
                      <a:pt x="57967" y="19402"/>
                      <a:pt x="54864" y="11657"/>
                      <a:pt x="48660" y="6127"/>
                    </a:cubicBezTo>
                    <a:cubicBezTo>
                      <a:pt x="42455" y="610"/>
                      <a:pt x="33711" y="-2148"/>
                      <a:pt x="22426" y="-2148"/>
                    </a:cubicBezTo>
                    <a:cubicBezTo>
                      <a:pt x="18537" y="-2148"/>
                      <a:pt x="14575" y="-1817"/>
                      <a:pt x="10540" y="-1156"/>
                    </a:cubicBezTo>
                    <a:cubicBezTo>
                      <a:pt x="6518" y="-494"/>
                      <a:pt x="2358" y="498"/>
                      <a:pt x="-1942" y="1821"/>
                    </a:cubicBezTo>
                    <a:lnTo>
                      <a:pt x="-1942" y="14422"/>
                    </a:lnTo>
                    <a:cubicBezTo>
                      <a:pt x="1776" y="12398"/>
                      <a:pt x="5619" y="10889"/>
                      <a:pt x="9587" y="9897"/>
                    </a:cubicBezTo>
                    <a:cubicBezTo>
                      <a:pt x="13556" y="8905"/>
                      <a:pt x="17750" y="8409"/>
                      <a:pt x="22168" y="8409"/>
                    </a:cubicBezTo>
                    <a:cubicBezTo>
                      <a:pt x="29325" y="8409"/>
                      <a:pt x="34987" y="10288"/>
                      <a:pt x="39155" y="14045"/>
                    </a:cubicBezTo>
                    <a:cubicBezTo>
                      <a:pt x="43335" y="17802"/>
                      <a:pt x="45425" y="22908"/>
                      <a:pt x="45425" y="29364"/>
                    </a:cubicBezTo>
                    <a:cubicBezTo>
                      <a:pt x="45425" y="35807"/>
                      <a:pt x="43335" y="40906"/>
                      <a:pt x="39155" y="44663"/>
                    </a:cubicBezTo>
                    <a:cubicBezTo>
                      <a:pt x="34987" y="48434"/>
                      <a:pt x="29325" y="50319"/>
                      <a:pt x="22168" y="50319"/>
                    </a:cubicBezTo>
                    <a:cubicBezTo>
                      <a:pt x="18821" y="50319"/>
                      <a:pt x="15481" y="49949"/>
                      <a:pt x="12147" y="49208"/>
                    </a:cubicBezTo>
                    <a:cubicBezTo>
                      <a:pt x="8827" y="48467"/>
                      <a:pt x="5434" y="47309"/>
                      <a:pt x="1967" y="45735"/>
                    </a:cubicBezTo>
                    <a:lnTo>
                      <a:pt x="1967" y="92249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23" name="Graphic 7">
              <a:extLst>
                <a:ext uri="{FF2B5EF4-FFF2-40B4-BE49-F238E27FC236}">
                  <a16:creationId xmlns:a16="http://schemas.microsoft.com/office/drawing/2014/main" id="{CF6B06CA-FBD0-03A8-F3F2-FCE7C7F06686}"/>
                </a:ext>
              </a:extLst>
            </p:cNvPr>
            <p:cNvGrpSpPr/>
            <p:nvPr/>
          </p:nvGrpSpPr>
          <p:grpSpPr>
            <a:xfrm>
              <a:off x="1667965" y="1811725"/>
              <a:ext cx="5830113" cy="96063"/>
              <a:chOff x="1667965" y="1811725"/>
              <a:chExt cx="5830113" cy="96063"/>
            </a:xfrm>
          </p:grpSpPr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33CC7C28-F36E-1A74-517A-77FB788F57CE}"/>
                  </a:ext>
                </a:extLst>
              </p:cNvPr>
              <p:cNvSpPr/>
              <p:nvPr/>
            </p:nvSpPr>
            <p:spPr>
              <a:xfrm>
                <a:off x="1828799" y="1857732"/>
                <a:ext cx="5669280" cy="12700"/>
              </a:xfrm>
              <a:custGeom>
                <a:avLst/>
                <a:gdLst>
                  <a:gd name="csX0" fmla="*/ 0 w 5669280"/>
                  <a:gd name="csY0" fmla="*/ 0 h 12700"/>
                  <a:gd name="csX1" fmla="*/ 5669281 w 5669280"/>
                  <a:gd name="csY1" fmla="*/ 0 h 127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5669280" h="12700">
                    <a:moveTo>
                      <a:pt x="0" y="0"/>
                    </a:moveTo>
                    <a:lnTo>
                      <a:pt x="5669281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30000"/>
                  </a:srgbClr>
                </a:solidFill>
                <a:custDash>
                  <a:ds d="222000" sp="96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6C90BEFA-615A-18B5-8E86-A3B97E4CF59C}"/>
                  </a:ext>
                </a:extLst>
              </p:cNvPr>
              <p:cNvSpPr/>
              <p:nvPr/>
            </p:nvSpPr>
            <p:spPr>
              <a:xfrm>
                <a:off x="1784349" y="1857732"/>
                <a:ext cx="44450" cy="12700"/>
              </a:xfrm>
              <a:custGeom>
                <a:avLst/>
                <a:gdLst>
                  <a:gd name="csX0" fmla="*/ 44522 w 44450"/>
                  <a:gd name="csY0" fmla="*/ 106 h 12700"/>
                  <a:gd name="csX1" fmla="*/ 72 w 44450"/>
                  <a:gd name="csY1" fmla="*/ 106 h 127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4450" h="12700">
                    <a:moveTo>
                      <a:pt x="44522" y="106"/>
                    </a:moveTo>
                    <a:lnTo>
                      <a:pt x="72" y="106"/>
                    </a:lnTo>
                  </a:path>
                </a:pathLst>
              </a:custGeom>
              <a:solidFill>
                <a:srgbClr val="FFFFFF"/>
              </a:solidFill>
              <a:ln w="1016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19A13305-97DE-CBB0-5C0D-83B59B6C7C01}"/>
                  </a:ext>
                </a:extLst>
              </p:cNvPr>
              <p:cNvSpPr/>
              <p:nvPr/>
            </p:nvSpPr>
            <p:spPr>
              <a:xfrm flipV="1">
                <a:off x="1667965" y="1811725"/>
                <a:ext cx="63936" cy="96063"/>
              </a:xfrm>
              <a:custGeom>
                <a:avLst/>
                <a:gdLst>
                  <a:gd name="csX0" fmla="*/ 31064 w 63936"/>
                  <a:gd name="csY0" fmla="*/ 50858 h 96063"/>
                  <a:gd name="csX1" fmla="*/ 17689 w 63936"/>
                  <a:gd name="csY1" fmla="*/ 45084 h 96063"/>
                  <a:gd name="csX2" fmla="*/ 12768 w 63936"/>
                  <a:gd name="csY2" fmla="*/ 29288 h 96063"/>
                  <a:gd name="csX3" fmla="*/ 17689 w 63936"/>
                  <a:gd name="csY3" fmla="*/ 13493 h 96063"/>
                  <a:gd name="csX4" fmla="*/ 31064 w 63936"/>
                  <a:gd name="csY4" fmla="*/ 7698 h 96063"/>
                  <a:gd name="csX5" fmla="*/ 44418 w 63936"/>
                  <a:gd name="csY5" fmla="*/ 13493 h 96063"/>
                  <a:gd name="csX6" fmla="*/ 49340 w 63936"/>
                  <a:gd name="csY6" fmla="*/ 29288 h 96063"/>
                  <a:gd name="csX7" fmla="*/ 44418 w 63936"/>
                  <a:gd name="csY7" fmla="*/ 45084 h 96063"/>
                  <a:gd name="csX8" fmla="*/ 31064 w 63936"/>
                  <a:gd name="csY8" fmla="*/ 50858 h 96063"/>
                  <a:gd name="csX9" fmla="*/ 55928 w 63936"/>
                  <a:gd name="csY9" fmla="*/ 90129 h 96063"/>
                  <a:gd name="csX10" fmla="*/ 55928 w 63936"/>
                  <a:gd name="csY10" fmla="*/ 78719 h 96063"/>
                  <a:gd name="csX11" fmla="*/ 46403 w 63936"/>
                  <a:gd name="csY11" fmla="*/ 82112 h 96063"/>
                  <a:gd name="csX12" fmla="*/ 36878 w 63936"/>
                  <a:gd name="csY12" fmla="*/ 83303 h 96063"/>
                  <a:gd name="csX13" fmla="*/ 17927 w 63936"/>
                  <a:gd name="csY13" fmla="*/ 74929 h 96063"/>
                  <a:gd name="csX14" fmla="*/ 10466 w 63936"/>
                  <a:gd name="csY14" fmla="*/ 49628 h 96063"/>
                  <a:gd name="csX15" fmla="*/ 19634 w 63936"/>
                  <a:gd name="csY15" fmla="*/ 57903 h 96063"/>
                  <a:gd name="csX16" fmla="*/ 31798 w 63936"/>
                  <a:gd name="csY16" fmla="*/ 60780 h 96063"/>
                  <a:gd name="csX17" fmla="*/ 53844 w 63936"/>
                  <a:gd name="csY17" fmla="*/ 52307 h 96063"/>
                  <a:gd name="csX18" fmla="*/ 61940 w 63936"/>
                  <a:gd name="csY18" fmla="*/ 29288 h 96063"/>
                  <a:gd name="csX19" fmla="*/ 53507 w 63936"/>
                  <a:gd name="csY19" fmla="*/ 6389 h 96063"/>
                  <a:gd name="csX20" fmla="*/ 31064 w 63936"/>
                  <a:gd name="csY20" fmla="*/ -2224 h 96063"/>
                  <a:gd name="csX21" fmla="*/ 6497 w 63936"/>
                  <a:gd name="csY21" fmla="*/ 10079 h 96063"/>
                  <a:gd name="csX22" fmla="*/ -1996 w 63936"/>
                  <a:gd name="csY22" fmla="*/ 45778 h 96063"/>
                  <a:gd name="csX23" fmla="*/ 8422 w 63936"/>
                  <a:gd name="csY23" fmla="*/ 80783 h 96063"/>
                  <a:gd name="csX24" fmla="*/ 36382 w 63936"/>
                  <a:gd name="csY24" fmla="*/ 93840 h 96063"/>
                  <a:gd name="csX25" fmla="*/ 45907 w 63936"/>
                  <a:gd name="csY25" fmla="*/ 92907 h 96063"/>
                  <a:gd name="csX26" fmla="*/ 55928 w 63936"/>
                  <a:gd name="csY26" fmla="*/ 90129 h 9606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</a:cxnLst>
                <a:rect l="l" t="t" r="r" b="b"/>
                <a:pathLst>
                  <a:path w="63936" h="96063">
                    <a:moveTo>
                      <a:pt x="31064" y="50858"/>
                    </a:moveTo>
                    <a:cubicBezTo>
                      <a:pt x="25441" y="50858"/>
                      <a:pt x="20983" y="48934"/>
                      <a:pt x="17689" y="45084"/>
                    </a:cubicBezTo>
                    <a:cubicBezTo>
                      <a:pt x="14408" y="41247"/>
                      <a:pt x="12768" y="35982"/>
                      <a:pt x="12768" y="29288"/>
                    </a:cubicBezTo>
                    <a:cubicBezTo>
                      <a:pt x="12768" y="22634"/>
                      <a:pt x="14408" y="17369"/>
                      <a:pt x="17689" y="13493"/>
                    </a:cubicBezTo>
                    <a:cubicBezTo>
                      <a:pt x="20983" y="9630"/>
                      <a:pt x="25441" y="7698"/>
                      <a:pt x="31064" y="7698"/>
                    </a:cubicBezTo>
                    <a:cubicBezTo>
                      <a:pt x="36686" y="7698"/>
                      <a:pt x="41138" y="9630"/>
                      <a:pt x="44418" y="13493"/>
                    </a:cubicBezTo>
                    <a:cubicBezTo>
                      <a:pt x="47699" y="17369"/>
                      <a:pt x="49340" y="22634"/>
                      <a:pt x="49340" y="29288"/>
                    </a:cubicBezTo>
                    <a:cubicBezTo>
                      <a:pt x="49340" y="35982"/>
                      <a:pt x="47699" y="41247"/>
                      <a:pt x="44418" y="45084"/>
                    </a:cubicBezTo>
                    <a:cubicBezTo>
                      <a:pt x="41138" y="48934"/>
                      <a:pt x="36686" y="50858"/>
                      <a:pt x="31064" y="50858"/>
                    </a:cubicBezTo>
                    <a:close/>
                    <a:moveTo>
                      <a:pt x="55928" y="90129"/>
                    </a:moveTo>
                    <a:lnTo>
                      <a:pt x="55928" y="78719"/>
                    </a:lnTo>
                    <a:cubicBezTo>
                      <a:pt x="52779" y="80201"/>
                      <a:pt x="49604" y="81332"/>
                      <a:pt x="46403" y="82112"/>
                    </a:cubicBezTo>
                    <a:cubicBezTo>
                      <a:pt x="43201" y="82906"/>
                      <a:pt x="40026" y="83303"/>
                      <a:pt x="36878" y="83303"/>
                    </a:cubicBezTo>
                    <a:cubicBezTo>
                      <a:pt x="28610" y="83303"/>
                      <a:pt x="22293" y="80512"/>
                      <a:pt x="17927" y="74929"/>
                    </a:cubicBezTo>
                    <a:cubicBezTo>
                      <a:pt x="13575" y="69346"/>
                      <a:pt x="11088" y="60913"/>
                      <a:pt x="10466" y="49628"/>
                    </a:cubicBezTo>
                    <a:cubicBezTo>
                      <a:pt x="12900" y="53226"/>
                      <a:pt x="15956" y="55985"/>
                      <a:pt x="19634" y="57903"/>
                    </a:cubicBezTo>
                    <a:cubicBezTo>
                      <a:pt x="23324" y="59821"/>
                      <a:pt x="27379" y="60780"/>
                      <a:pt x="31798" y="60780"/>
                    </a:cubicBezTo>
                    <a:cubicBezTo>
                      <a:pt x="41098" y="60780"/>
                      <a:pt x="48447" y="57956"/>
                      <a:pt x="53844" y="52307"/>
                    </a:cubicBezTo>
                    <a:cubicBezTo>
                      <a:pt x="59242" y="46671"/>
                      <a:pt x="61940" y="38998"/>
                      <a:pt x="61940" y="29288"/>
                    </a:cubicBezTo>
                    <a:cubicBezTo>
                      <a:pt x="61940" y="19776"/>
                      <a:pt x="59129" y="12143"/>
                      <a:pt x="53507" y="6389"/>
                    </a:cubicBezTo>
                    <a:cubicBezTo>
                      <a:pt x="47884" y="647"/>
                      <a:pt x="40403" y="-2224"/>
                      <a:pt x="31064" y="-2224"/>
                    </a:cubicBezTo>
                    <a:cubicBezTo>
                      <a:pt x="20348" y="-2224"/>
                      <a:pt x="12159" y="1877"/>
                      <a:pt x="6497" y="10079"/>
                    </a:cubicBezTo>
                    <a:cubicBezTo>
                      <a:pt x="835" y="18295"/>
                      <a:pt x="-1996" y="30194"/>
                      <a:pt x="-1996" y="45778"/>
                    </a:cubicBezTo>
                    <a:cubicBezTo>
                      <a:pt x="-1996" y="60410"/>
                      <a:pt x="1477" y="72078"/>
                      <a:pt x="8422" y="80783"/>
                    </a:cubicBezTo>
                    <a:cubicBezTo>
                      <a:pt x="15367" y="89488"/>
                      <a:pt x="24687" y="93840"/>
                      <a:pt x="36382" y="93840"/>
                    </a:cubicBezTo>
                    <a:cubicBezTo>
                      <a:pt x="39530" y="93840"/>
                      <a:pt x="42705" y="93529"/>
                      <a:pt x="45907" y="92907"/>
                    </a:cubicBezTo>
                    <a:cubicBezTo>
                      <a:pt x="49108" y="92286"/>
                      <a:pt x="52448" y="91359"/>
                      <a:pt x="55928" y="90129"/>
                    </a:cubicBez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27" name="Graphic 7">
              <a:extLst>
                <a:ext uri="{FF2B5EF4-FFF2-40B4-BE49-F238E27FC236}">
                  <a16:creationId xmlns:a16="http://schemas.microsoft.com/office/drawing/2014/main" id="{9442BE7F-ED2B-F513-CF50-CBB57DD4456E}"/>
                </a:ext>
              </a:extLst>
            </p:cNvPr>
            <p:cNvGrpSpPr/>
            <p:nvPr/>
          </p:nvGrpSpPr>
          <p:grpSpPr>
            <a:xfrm>
              <a:off x="1669513" y="1385571"/>
              <a:ext cx="5828566" cy="92590"/>
              <a:chOff x="1669513" y="1385571"/>
              <a:chExt cx="5828566" cy="92590"/>
            </a:xfrm>
          </p:grpSpPr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88C4543D-CB8B-D7D5-C0AC-DF137912D964}"/>
                  </a:ext>
                </a:extLst>
              </p:cNvPr>
              <p:cNvSpPr/>
              <p:nvPr/>
            </p:nvSpPr>
            <p:spPr>
              <a:xfrm>
                <a:off x="1828799" y="1429911"/>
                <a:ext cx="5669280" cy="12700"/>
              </a:xfrm>
              <a:custGeom>
                <a:avLst/>
                <a:gdLst>
                  <a:gd name="csX0" fmla="*/ 0 w 5669280"/>
                  <a:gd name="csY0" fmla="*/ 0 h 12700"/>
                  <a:gd name="csX1" fmla="*/ 5669281 w 5669280"/>
                  <a:gd name="csY1" fmla="*/ 0 h 127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5669280" h="12700">
                    <a:moveTo>
                      <a:pt x="0" y="0"/>
                    </a:moveTo>
                    <a:lnTo>
                      <a:pt x="5669281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30000"/>
                  </a:srgbClr>
                </a:solidFill>
                <a:custDash>
                  <a:ds d="222000" sp="96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42B406B7-CB6D-6BB2-AD3A-AAA48273C971}"/>
                  </a:ext>
                </a:extLst>
              </p:cNvPr>
              <p:cNvSpPr/>
              <p:nvPr/>
            </p:nvSpPr>
            <p:spPr>
              <a:xfrm>
                <a:off x="1784349" y="1429911"/>
                <a:ext cx="44450" cy="12700"/>
              </a:xfrm>
              <a:custGeom>
                <a:avLst/>
                <a:gdLst>
                  <a:gd name="csX0" fmla="*/ 44522 w 44450"/>
                  <a:gd name="csY0" fmla="*/ 72 h 12700"/>
                  <a:gd name="csX1" fmla="*/ 72 w 44450"/>
                  <a:gd name="csY1" fmla="*/ 72 h 127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4450" h="12700">
                    <a:moveTo>
                      <a:pt x="44522" y="72"/>
                    </a:moveTo>
                    <a:lnTo>
                      <a:pt x="72" y="72"/>
                    </a:lnTo>
                  </a:path>
                </a:pathLst>
              </a:custGeom>
              <a:solidFill>
                <a:srgbClr val="FFFFFF"/>
              </a:solidFill>
              <a:ln w="1016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B5DCF4C7-0E2F-0A3C-01BA-FC4D750BE7C7}"/>
                  </a:ext>
                </a:extLst>
              </p:cNvPr>
              <p:cNvSpPr/>
              <p:nvPr/>
            </p:nvSpPr>
            <p:spPr>
              <a:xfrm flipV="1">
                <a:off x="1669513" y="1385571"/>
                <a:ext cx="59531" cy="92590"/>
              </a:xfrm>
              <a:custGeom>
                <a:avLst/>
                <a:gdLst>
                  <a:gd name="csX0" fmla="*/ -1963 w 59531"/>
                  <a:gd name="csY0" fmla="*/ 90330 h 92590"/>
                  <a:gd name="csX1" fmla="*/ 57568 w 59531"/>
                  <a:gd name="csY1" fmla="*/ 90330 h 92590"/>
                  <a:gd name="csX2" fmla="*/ 57568 w 59531"/>
                  <a:gd name="csY2" fmla="*/ 84992 h 92590"/>
                  <a:gd name="csX3" fmla="*/ 23953 w 59531"/>
                  <a:gd name="csY3" fmla="*/ -2261 h 92590"/>
                  <a:gd name="csX4" fmla="*/ 10876 w 59531"/>
                  <a:gd name="csY4" fmla="*/ -2261 h 92590"/>
                  <a:gd name="csX5" fmla="*/ 42507 w 59531"/>
                  <a:gd name="csY5" fmla="*/ 79773 h 92590"/>
                  <a:gd name="csX6" fmla="*/ -1963 w 59531"/>
                  <a:gd name="csY6" fmla="*/ 79773 h 92590"/>
                  <a:gd name="csX7" fmla="*/ -1963 w 59531"/>
                  <a:gd name="csY7" fmla="*/ 90330 h 925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59531" h="92590">
                    <a:moveTo>
                      <a:pt x="-1963" y="90330"/>
                    </a:moveTo>
                    <a:lnTo>
                      <a:pt x="57568" y="90330"/>
                    </a:lnTo>
                    <a:lnTo>
                      <a:pt x="57568" y="84992"/>
                    </a:lnTo>
                    <a:lnTo>
                      <a:pt x="23953" y="-2261"/>
                    </a:lnTo>
                    <a:lnTo>
                      <a:pt x="10876" y="-2261"/>
                    </a:lnTo>
                    <a:lnTo>
                      <a:pt x="42507" y="79773"/>
                    </a:lnTo>
                    <a:lnTo>
                      <a:pt x="-1963" y="79773"/>
                    </a:lnTo>
                    <a:lnTo>
                      <a:pt x="-1963" y="90330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31" name="Graphic 7">
              <a:extLst>
                <a:ext uri="{FF2B5EF4-FFF2-40B4-BE49-F238E27FC236}">
                  <a16:creationId xmlns:a16="http://schemas.microsoft.com/office/drawing/2014/main" id="{D6829365-17DA-EF62-CD51-20A6C0F12BBA}"/>
                </a:ext>
              </a:extLst>
            </p:cNvPr>
            <p:cNvGrpSpPr/>
            <p:nvPr/>
          </p:nvGrpSpPr>
          <p:grpSpPr>
            <a:xfrm>
              <a:off x="1436218" y="2032960"/>
              <a:ext cx="172077" cy="1580846"/>
              <a:chOff x="1436218" y="2032960"/>
              <a:chExt cx="172077" cy="1580846"/>
            </a:xfrm>
            <a:solidFill>
              <a:srgbClr val="FFFFFF"/>
            </a:solidFill>
          </p:grpSpPr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3D9172B2-D75C-7FFC-EFB5-FF3308F65FD8}"/>
                  </a:ext>
                </a:extLst>
              </p:cNvPr>
              <p:cNvSpPr/>
              <p:nvPr/>
            </p:nvSpPr>
            <p:spPr>
              <a:xfrm rot="-5400000" flipV="1">
                <a:off x="1460526" y="3503016"/>
                <a:ext cx="91955" cy="129627"/>
              </a:xfrm>
              <a:custGeom>
                <a:avLst/>
                <a:gdLst>
                  <a:gd name="csX0" fmla="*/ 15294 w 91955"/>
                  <a:gd name="csY0" fmla="*/ 59804 h 129627"/>
                  <a:gd name="csX1" fmla="*/ 15294 w 91955"/>
                  <a:gd name="csY1" fmla="*/ 12326 h 129627"/>
                  <a:gd name="csX2" fmla="*/ 43436 w 91955"/>
                  <a:gd name="csY2" fmla="*/ 12326 h 129627"/>
                  <a:gd name="csX3" fmla="*/ 64383 w 91955"/>
                  <a:gd name="csY3" fmla="*/ 18188 h 129627"/>
                  <a:gd name="csX4" fmla="*/ 71217 w 91955"/>
                  <a:gd name="csY4" fmla="*/ 36107 h 129627"/>
                  <a:gd name="csX5" fmla="*/ 64383 w 91955"/>
                  <a:gd name="csY5" fmla="*/ 54025 h 129627"/>
                  <a:gd name="csX6" fmla="*/ 43436 w 91955"/>
                  <a:gd name="csY6" fmla="*/ 59804 h 129627"/>
                  <a:gd name="csX7" fmla="*/ 15294 w 91955"/>
                  <a:gd name="csY7" fmla="*/ 59804 h 129627"/>
                  <a:gd name="csX8" fmla="*/ 15294 w 91955"/>
                  <a:gd name="csY8" fmla="*/ 113116 h 129627"/>
                  <a:gd name="csX9" fmla="*/ 15294 w 91955"/>
                  <a:gd name="csY9" fmla="*/ 74056 h 129627"/>
                  <a:gd name="csX10" fmla="*/ 41269 w 91955"/>
                  <a:gd name="csY10" fmla="*/ 74056 h 129627"/>
                  <a:gd name="csX11" fmla="*/ 60383 w 91955"/>
                  <a:gd name="csY11" fmla="*/ 78862 h 129627"/>
                  <a:gd name="csX12" fmla="*/ 66689 w 91955"/>
                  <a:gd name="csY12" fmla="*/ 93586 h 129627"/>
                  <a:gd name="csX13" fmla="*/ 60383 w 91955"/>
                  <a:gd name="csY13" fmla="*/ 108254 h 129627"/>
                  <a:gd name="csX14" fmla="*/ 41269 w 91955"/>
                  <a:gd name="csY14" fmla="*/ 113116 h 129627"/>
                  <a:gd name="csX15" fmla="*/ 15294 w 91955"/>
                  <a:gd name="csY15" fmla="*/ 113116 h 129627"/>
                  <a:gd name="csX16" fmla="*/ -2236 w 91955"/>
                  <a:gd name="csY16" fmla="*/ 127535 h 129627"/>
                  <a:gd name="csX17" fmla="*/ 42575 w 91955"/>
                  <a:gd name="csY17" fmla="*/ 127535 h 129627"/>
                  <a:gd name="csX18" fmla="*/ 73468 w 91955"/>
                  <a:gd name="csY18" fmla="*/ 119200 h 129627"/>
                  <a:gd name="csX19" fmla="*/ 84330 w 91955"/>
                  <a:gd name="csY19" fmla="*/ 95503 h 129627"/>
                  <a:gd name="csX20" fmla="*/ 78774 w 91955"/>
                  <a:gd name="csY20" fmla="*/ 76556 h 129627"/>
                  <a:gd name="csX21" fmla="*/ 62438 w 91955"/>
                  <a:gd name="csY21" fmla="*/ 67805 h 129627"/>
                  <a:gd name="csX22" fmla="*/ 82552 w 91955"/>
                  <a:gd name="csY22" fmla="*/ 56192 h 129627"/>
                  <a:gd name="csX23" fmla="*/ 89720 w 91955"/>
                  <a:gd name="csY23" fmla="*/ 34190 h 129627"/>
                  <a:gd name="csX24" fmla="*/ 77913 w 91955"/>
                  <a:gd name="csY24" fmla="*/ 7353 h 129627"/>
                  <a:gd name="csX25" fmla="*/ 44297 w 91955"/>
                  <a:gd name="csY25" fmla="*/ -2093 h 129627"/>
                  <a:gd name="csX26" fmla="*/ -2236 w 91955"/>
                  <a:gd name="csY26" fmla="*/ -2093 h 129627"/>
                  <a:gd name="csX27" fmla="*/ -2236 w 91955"/>
                  <a:gd name="csY27" fmla="*/ 127535 h 12962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</a:cxnLst>
                <a:rect l="l" t="t" r="r" b="b"/>
                <a:pathLst>
                  <a:path w="91955" h="129627">
                    <a:moveTo>
                      <a:pt x="15294" y="59804"/>
                    </a:moveTo>
                    <a:lnTo>
                      <a:pt x="15294" y="12326"/>
                    </a:lnTo>
                    <a:lnTo>
                      <a:pt x="43436" y="12326"/>
                    </a:lnTo>
                    <a:cubicBezTo>
                      <a:pt x="52863" y="12326"/>
                      <a:pt x="59845" y="14280"/>
                      <a:pt x="64383" y="18188"/>
                    </a:cubicBezTo>
                    <a:cubicBezTo>
                      <a:pt x="68939" y="22096"/>
                      <a:pt x="71217" y="28069"/>
                      <a:pt x="71217" y="36107"/>
                    </a:cubicBezTo>
                    <a:cubicBezTo>
                      <a:pt x="71217" y="44219"/>
                      <a:pt x="68939" y="50192"/>
                      <a:pt x="64383" y="54025"/>
                    </a:cubicBezTo>
                    <a:cubicBezTo>
                      <a:pt x="59845" y="57878"/>
                      <a:pt x="52863" y="59804"/>
                      <a:pt x="43436" y="59804"/>
                    </a:cubicBezTo>
                    <a:lnTo>
                      <a:pt x="15294" y="59804"/>
                    </a:lnTo>
                    <a:close/>
                    <a:moveTo>
                      <a:pt x="15294" y="113116"/>
                    </a:moveTo>
                    <a:lnTo>
                      <a:pt x="15294" y="74056"/>
                    </a:lnTo>
                    <a:lnTo>
                      <a:pt x="41269" y="74056"/>
                    </a:lnTo>
                    <a:cubicBezTo>
                      <a:pt x="49826" y="74056"/>
                      <a:pt x="56197" y="75658"/>
                      <a:pt x="60383" y="78862"/>
                    </a:cubicBezTo>
                    <a:cubicBezTo>
                      <a:pt x="64587" y="82085"/>
                      <a:pt x="66689" y="86993"/>
                      <a:pt x="66689" y="93586"/>
                    </a:cubicBezTo>
                    <a:cubicBezTo>
                      <a:pt x="66689" y="100124"/>
                      <a:pt x="64587" y="105013"/>
                      <a:pt x="60383" y="108254"/>
                    </a:cubicBezTo>
                    <a:cubicBezTo>
                      <a:pt x="56197" y="111496"/>
                      <a:pt x="49826" y="113116"/>
                      <a:pt x="41269" y="113116"/>
                    </a:cubicBezTo>
                    <a:lnTo>
                      <a:pt x="15294" y="113116"/>
                    </a:lnTo>
                    <a:close/>
                    <a:moveTo>
                      <a:pt x="-2236" y="127535"/>
                    </a:moveTo>
                    <a:lnTo>
                      <a:pt x="42575" y="127535"/>
                    </a:lnTo>
                    <a:cubicBezTo>
                      <a:pt x="55947" y="127535"/>
                      <a:pt x="66244" y="124757"/>
                      <a:pt x="73468" y="119200"/>
                    </a:cubicBezTo>
                    <a:cubicBezTo>
                      <a:pt x="80709" y="113644"/>
                      <a:pt x="84330" y="105745"/>
                      <a:pt x="84330" y="95503"/>
                    </a:cubicBezTo>
                    <a:cubicBezTo>
                      <a:pt x="84330" y="87557"/>
                      <a:pt x="82478" y="81242"/>
                      <a:pt x="78774" y="76556"/>
                    </a:cubicBezTo>
                    <a:cubicBezTo>
                      <a:pt x="75070" y="71870"/>
                      <a:pt x="69624" y="68953"/>
                      <a:pt x="62438" y="67805"/>
                    </a:cubicBezTo>
                    <a:cubicBezTo>
                      <a:pt x="71069" y="65953"/>
                      <a:pt x="77774" y="62082"/>
                      <a:pt x="82552" y="56192"/>
                    </a:cubicBezTo>
                    <a:cubicBezTo>
                      <a:pt x="87330" y="50321"/>
                      <a:pt x="89720" y="42987"/>
                      <a:pt x="89720" y="34190"/>
                    </a:cubicBezTo>
                    <a:cubicBezTo>
                      <a:pt x="89720" y="22614"/>
                      <a:pt x="85784" y="13669"/>
                      <a:pt x="77913" y="7353"/>
                    </a:cubicBezTo>
                    <a:cubicBezTo>
                      <a:pt x="70041" y="1056"/>
                      <a:pt x="58836" y="-2093"/>
                      <a:pt x="44297" y="-2093"/>
                    </a:cubicBezTo>
                    <a:lnTo>
                      <a:pt x="-2236" y="-2093"/>
                    </a:lnTo>
                    <a:lnTo>
                      <a:pt x="-2236" y="127535"/>
                    </a:lnTo>
                    <a:close/>
                  </a:path>
                </a:pathLst>
              </a:custGeom>
              <a:solidFill>
                <a:srgbClr val="FFFFFF"/>
              </a:solidFill>
              <a:ln w="28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0E6E5967-5FC5-C392-4628-831ECF217A10}"/>
                  </a:ext>
                </a:extLst>
              </p:cNvPr>
              <p:cNvSpPr/>
              <p:nvPr/>
            </p:nvSpPr>
            <p:spPr>
              <a:xfrm rot="-5400000" flipV="1">
                <a:off x="1481723" y="3406486"/>
                <a:ext cx="82149" cy="102096"/>
              </a:xfrm>
              <a:custGeom>
                <a:avLst/>
                <a:gdLst>
                  <a:gd name="csX0" fmla="*/ 48469 w 82149"/>
                  <a:gd name="csY0" fmla="*/ 49880 h 102096"/>
                  <a:gd name="csX1" fmla="*/ 21633 w 82149"/>
                  <a:gd name="csY1" fmla="*/ 45463 h 102096"/>
                  <a:gd name="csX2" fmla="*/ 14160 w 82149"/>
                  <a:gd name="csY2" fmla="*/ 30350 h 102096"/>
                  <a:gd name="csX3" fmla="*/ 19771 w 82149"/>
                  <a:gd name="csY3" fmla="*/ 16849 h 102096"/>
                  <a:gd name="csX4" fmla="*/ 34996 w 82149"/>
                  <a:gd name="csY4" fmla="*/ 11876 h 102096"/>
                  <a:gd name="csX5" fmla="*/ 56332 w 82149"/>
                  <a:gd name="csY5" fmla="*/ 21294 h 102096"/>
                  <a:gd name="csX6" fmla="*/ 64360 w 82149"/>
                  <a:gd name="csY6" fmla="*/ 46324 h 102096"/>
                  <a:gd name="csX7" fmla="*/ 64360 w 82149"/>
                  <a:gd name="csY7" fmla="*/ 49880 h 102096"/>
                  <a:gd name="csX8" fmla="*/ 48469 w 82149"/>
                  <a:gd name="csY8" fmla="*/ 49880 h 102096"/>
                  <a:gd name="csX9" fmla="*/ 80335 w 82149"/>
                  <a:gd name="csY9" fmla="*/ 56492 h 102096"/>
                  <a:gd name="csX10" fmla="*/ 80335 w 82149"/>
                  <a:gd name="csY10" fmla="*/ 1013 h 102096"/>
                  <a:gd name="csX11" fmla="*/ 64360 w 82149"/>
                  <a:gd name="csY11" fmla="*/ 1013 h 102096"/>
                  <a:gd name="csX12" fmla="*/ 64360 w 82149"/>
                  <a:gd name="csY12" fmla="*/ 15765 h 102096"/>
                  <a:gd name="csX13" fmla="*/ 50720 w 82149"/>
                  <a:gd name="csY13" fmla="*/ 2708 h 102096"/>
                  <a:gd name="csX14" fmla="*/ 30745 w 82149"/>
                  <a:gd name="csY14" fmla="*/ -1515 h 102096"/>
                  <a:gd name="csX15" fmla="*/ 6992 w 82149"/>
                  <a:gd name="csY15" fmla="*/ 6875 h 102096"/>
                  <a:gd name="csX16" fmla="*/ -1815 w 82149"/>
                  <a:gd name="csY16" fmla="*/ 29322 h 102096"/>
                  <a:gd name="csX17" fmla="*/ 9159 w 82149"/>
                  <a:gd name="csY17" fmla="*/ 54048 h 102096"/>
                  <a:gd name="csX18" fmla="*/ 41941 w 82149"/>
                  <a:gd name="csY18" fmla="*/ 62382 h 102096"/>
                  <a:gd name="csX19" fmla="*/ 64360 w 82149"/>
                  <a:gd name="csY19" fmla="*/ 62382 h 102096"/>
                  <a:gd name="csX20" fmla="*/ 64360 w 82149"/>
                  <a:gd name="csY20" fmla="*/ 63966 h 102096"/>
                  <a:gd name="csX21" fmla="*/ 57109 w 82149"/>
                  <a:gd name="csY21" fmla="*/ 81023 h 102096"/>
                  <a:gd name="csX22" fmla="*/ 36746 w 82149"/>
                  <a:gd name="csY22" fmla="*/ 87052 h 102096"/>
                  <a:gd name="csX23" fmla="*/ 20494 w 82149"/>
                  <a:gd name="csY23" fmla="*/ 85052 h 102096"/>
                  <a:gd name="csX24" fmla="*/ 5325 w 82149"/>
                  <a:gd name="csY24" fmla="*/ 79051 h 102096"/>
                  <a:gd name="csX25" fmla="*/ 5325 w 82149"/>
                  <a:gd name="csY25" fmla="*/ 93830 h 102096"/>
                  <a:gd name="csX26" fmla="*/ 22327 w 82149"/>
                  <a:gd name="csY26" fmla="*/ 98887 h 102096"/>
                  <a:gd name="csX27" fmla="*/ 38385 w 82149"/>
                  <a:gd name="csY27" fmla="*/ 100581 h 102096"/>
                  <a:gd name="csX28" fmla="*/ 69917 w 82149"/>
                  <a:gd name="csY28" fmla="*/ 89635 h 102096"/>
                  <a:gd name="csX29" fmla="*/ 80335 w 82149"/>
                  <a:gd name="csY29" fmla="*/ 56492 h 10209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</a:cxnLst>
                <a:rect l="l" t="t" r="r" b="b"/>
                <a:pathLst>
                  <a:path w="82149" h="102096">
                    <a:moveTo>
                      <a:pt x="48469" y="49880"/>
                    </a:moveTo>
                    <a:cubicBezTo>
                      <a:pt x="35560" y="49880"/>
                      <a:pt x="26615" y="48408"/>
                      <a:pt x="21633" y="45463"/>
                    </a:cubicBezTo>
                    <a:cubicBezTo>
                      <a:pt x="16651" y="42518"/>
                      <a:pt x="14160" y="37481"/>
                      <a:pt x="14160" y="30350"/>
                    </a:cubicBezTo>
                    <a:cubicBezTo>
                      <a:pt x="14160" y="24683"/>
                      <a:pt x="16030" y="20182"/>
                      <a:pt x="19771" y="16849"/>
                    </a:cubicBezTo>
                    <a:cubicBezTo>
                      <a:pt x="23513" y="13533"/>
                      <a:pt x="28587" y="11876"/>
                      <a:pt x="34996" y="11876"/>
                    </a:cubicBezTo>
                    <a:cubicBezTo>
                      <a:pt x="43867" y="11876"/>
                      <a:pt x="50979" y="15015"/>
                      <a:pt x="56332" y="21294"/>
                    </a:cubicBezTo>
                    <a:cubicBezTo>
                      <a:pt x="61684" y="27572"/>
                      <a:pt x="64360" y="35916"/>
                      <a:pt x="64360" y="46324"/>
                    </a:cubicBezTo>
                    <a:lnTo>
                      <a:pt x="64360" y="49880"/>
                    </a:lnTo>
                    <a:lnTo>
                      <a:pt x="48469" y="49880"/>
                    </a:lnTo>
                    <a:close/>
                    <a:moveTo>
                      <a:pt x="80335" y="56492"/>
                    </a:moveTo>
                    <a:lnTo>
                      <a:pt x="80335" y="1013"/>
                    </a:lnTo>
                    <a:lnTo>
                      <a:pt x="64360" y="1013"/>
                    </a:lnTo>
                    <a:lnTo>
                      <a:pt x="64360" y="15765"/>
                    </a:lnTo>
                    <a:cubicBezTo>
                      <a:pt x="60712" y="9875"/>
                      <a:pt x="56165" y="5523"/>
                      <a:pt x="50720" y="2708"/>
                    </a:cubicBezTo>
                    <a:cubicBezTo>
                      <a:pt x="45275" y="-107"/>
                      <a:pt x="38616" y="-1515"/>
                      <a:pt x="30745" y="-1515"/>
                    </a:cubicBezTo>
                    <a:cubicBezTo>
                      <a:pt x="20799" y="-1515"/>
                      <a:pt x="12882" y="1282"/>
                      <a:pt x="6992" y="6875"/>
                    </a:cubicBezTo>
                    <a:cubicBezTo>
                      <a:pt x="1121" y="12468"/>
                      <a:pt x="-1815" y="19951"/>
                      <a:pt x="-1815" y="29322"/>
                    </a:cubicBezTo>
                    <a:cubicBezTo>
                      <a:pt x="-1815" y="40250"/>
                      <a:pt x="1843" y="48491"/>
                      <a:pt x="9159" y="54048"/>
                    </a:cubicBezTo>
                    <a:cubicBezTo>
                      <a:pt x="16493" y="59604"/>
                      <a:pt x="27421" y="62382"/>
                      <a:pt x="41941" y="62382"/>
                    </a:cubicBezTo>
                    <a:lnTo>
                      <a:pt x="64360" y="62382"/>
                    </a:lnTo>
                    <a:lnTo>
                      <a:pt x="64360" y="63966"/>
                    </a:lnTo>
                    <a:cubicBezTo>
                      <a:pt x="64360" y="71318"/>
                      <a:pt x="61943" y="77004"/>
                      <a:pt x="57109" y="81023"/>
                    </a:cubicBezTo>
                    <a:cubicBezTo>
                      <a:pt x="52276" y="85042"/>
                      <a:pt x="45488" y="87052"/>
                      <a:pt x="36746" y="87052"/>
                    </a:cubicBezTo>
                    <a:cubicBezTo>
                      <a:pt x="31190" y="87052"/>
                      <a:pt x="25772" y="86385"/>
                      <a:pt x="20494" y="85052"/>
                    </a:cubicBezTo>
                    <a:cubicBezTo>
                      <a:pt x="15234" y="83718"/>
                      <a:pt x="10178" y="81718"/>
                      <a:pt x="5325" y="79051"/>
                    </a:cubicBezTo>
                    <a:lnTo>
                      <a:pt x="5325" y="93830"/>
                    </a:lnTo>
                    <a:cubicBezTo>
                      <a:pt x="11159" y="96090"/>
                      <a:pt x="16827" y="97775"/>
                      <a:pt x="22327" y="98887"/>
                    </a:cubicBezTo>
                    <a:cubicBezTo>
                      <a:pt x="27828" y="100016"/>
                      <a:pt x="33181" y="100581"/>
                      <a:pt x="38385" y="100581"/>
                    </a:cubicBezTo>
                    <a:cubicBezTo>
                      <a:pt x="52461" y="100581"/>
                      <a:pt x="62971" y="96933"/>
                      <a:pt x="69917" y="89635"/>
                    </a:cubicBezTo>
                    <a:cubicBezTo>
                      <a:pt x="76862" y="82357"/>
                      <a:pt x="80335" y="71309"/>
                      <a:pt x="80335" y="5649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2879257F-A0FB-A15C-790B-6F8B4FF3E1D3}"/>
                  </a:ext>
                </a:extLst>
              </p:cNvPr>
              <p:cNvSpPr/>
              <p:nvPr/>
            </p:nvSpPr>
            <p:spPr>
              <a:xfrm rot="-5400000" flipV="1">
                <a:off x="1480807" y="3293670"/>
                <a:ext cx="81454" cy="99568"/>
              </a:xfrm>
              <a:custGeom>
                <a:avLst/>
                <a:gdLst>
                  <a:gd name="csX0" fmla="*/ 79455 w 81454"/>
                  <a:gd name="csY0" fmla="*/ 57132 h 99568"/>
                  <a:gd name="csX1" fmla="*/ 79455 w 81454"/>
                  <a:gd name="csY1" fmla="*/ -1569 h 99568"/>
                  <a:gd name="csX2" fmla="*/ 63481 w 81454"/>
                  <a:gd name="csY2" fmla="*/ -1569 h 99568"/>
                  <a:gd name="csX3" fmla="*/ 63481 w 81454"/>
                  <a:gd name="csY3" fmla="*/ 56605 h 99568"/>
                  <a:gd name="csX4" fmla="*/ 58092 w 81454"/>
                  <a:gd name="csY4" fmla="*/ 77246 h 99568"/>
                  <a:gd name="csX5" fmla="*/ 41951 w 81454"/>
                  <a:gd name="csY5" fmla="*/ 84108 h 99568"/>
                  <a:gd name="csX6" fmla="*/ 21532 w 81454"/>
                  <a:gd name="csY6" fmla="*/ 75857 h 99568"/>
                  <a:gd name="csX7" fmla="*/ 14058 w 81454"/>
                  <a:gd name="csY7" fmla="*/ 53382 h 99568"/>
                  <a:gd name="csX8" fmla="*/ 14058 w 81454"/>
                  <a:gd name="csY8" fmla="*/ -1569 h 99568"/>
                  <a:gd name="csX9" fmla="*/ -1999 w 81454"/>
                  <a:gd name="csY9" fmla="*/ -1569 h 99568"/>
                  <a:gd name="csX10" fmla="*/ -1999 w 81454"/>
                  <a:gd name="csY10" fmla="*/ 95665 h 99568"/>
                  <a:gd name="csX11" fmla="*/ 14058 w 81454"/>
                  <a:gd name="csY11" fmla="*/ 95665 h 99568"/>
                  <a:gd name="csX12" fmla="*/ 14058 w 81454"/>
                  <a:gd name="csY12" fmla="*/ 80552 h 99568"/>
                  <a:gd name="csX13" fmla="*/ 27560 w 81454"/>
                  <a:gd name="csY13" fmla="*/ 93665 h 99568"/>
                  <a:gd name="csX14" fmla="*/ 45507 w 81454"/>
                  <a:gd name="csY14" fmla="*/ 97999 h 99568"/>
                  <a:gd name="csX15" fmla="*/ 70843 w 81454"/>
                  <a:gd name="csY15" fmla="*/ 87636 h 99568"/>
                  <a:gd name="csX16" fmla="*/ 79455 w 81454"/>
                  <a:gd name="csY16" fmla="*/ 57132 h 9956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81454" h="99568">
                    <a:moveTo>
                      <a:pt x="79455" y="57132"/>
                    </a:moveTo>
                    <a:lnTo>
                      <a:pt x="79455" y="-1569"/>
                    </a:lnTo>
                    <a:lnTo>
                      <a:pt x="63481" y="-1569"/>
                    </a:lnTo>
                    <a:lnTo>
                      <a:pt x="63481" y="56605"/>
                    </a:lnTo>
                    <a:cubicBezTo>
                      <a:pt x="63481" y="65809"/>
                      <a:pt x="61685" y="72690"/>
                      <a:pt x="58092" y="77246"/>
                    </a:cubicBezTo>
                    <a:cubicBezTo>
                      <a:pt x="54499" y="81821"/>
                      <a:pt x="49118" y="84108"/>
                      <a:pt x="41951" y="84108"/>
                    </a:cubicBezTo>
                    <a:cubicBezTo>
                      <a:pt x="33320" y="84108"/>
                      <a:pt x="26514" y="81358"/>
                      <a:pt x="21532" y="75857"/>
                    </a:cubicBezTo>
                    <a:cubicBezTo>
                      <a:pt x="16549" y="70375"/>
                      <a:pt x="14058" y="62883"/>
                      <a:pt x="14058" y="53382"/>
                    </a:cubicBezTo>
                    <a:lnTo>
                      <a:pt x="14058" y="-1569"/>
                    </a:lnTo>
                    <a:lnTo>
                      <a:pt x="-1999" y="-1569"/>
                    </a:lnTo>
                    <a:lnTo>
                      <a:pt x="-1999" y="95665"/>
                    </a:lnTo>
                    <a:lnTo>
                      <a:pt x="14058" y="95665"/>
                    </a:lnTo>
                    <a:lnTo>
                      <a:pt x="14058" y="80552"/>
                    </a:lnTo>
                    <a:cubicBezTo>
                      <a:pt x="17892" y="86405"/>
                      <a:pt x="22393" y="90776"/>
                      <a:pt x="27560" y="93665"/>
                    </a:cubicBezTo>
                    <a:cubicBezTo>
                      <a:pt x="32746" y="96554"/>
                      <a:pt x="38728" y="97999"/>
                      <a:pt x="45507" y="97999"/>
                    </a:cubicBezTo>
                    <a:cubicBezTo>
                      <a:pt x="56675" y="97999"/>
                      <a:pt x="65120" y="94545"/>
                      <a:pt x="70843" y="87636"/>
                    </a:cubicBezTo>
                    <a:cubicBezTo>
                      <a:pt x="76585" y="80728"/>
                      <a:pt x="79455" y="70560"/>
                      <a:pt x="79455" y="5713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6B3BD04D-BC44-B6AC-654C-3719F23F81FF}"/>
                  </a:ext>
                </a:extLst>
              </p:cNvPr>
              <p:cNvSpPr/>
              <p:nvPr/>
            </p:nvSpPr>
            <p:spPr>
              <a:xfrm rot="-5400000" flipV="1">
                <a:off x="1461582" y="3165564"/>
                <a:ext cx="86899" cy="137628"/>
              </a:xfrm>
              <a:custGeom>
                <a:avLst/>
                <a:gdLst>
                  <a:gd name="csX0" fmla="*/ 69055 w 86899"/>
                  <a:gd name="csY0" fmla="*/ 82839 h 137628"/>
                  <a:gd name="csX1" fmla="*/ 69055 w 86899"/>
                  <a:gd name="csY1" fmla="*/ 135456 h 137628"/>
                  <a:gd name="csX2" fmla="*/ 85029 w 86899"/>
                  <a:gd name="csY2" fmla="*/ 135456 h 137628"/>
                  <a:gd name="csX3" fmla="*/ 85029 w 86899"/>
                  <a:gd name="csY3" fmla="*/ 356 h 137628"/>
                  <a:gd name="csX4" fmla="*/ 69055 w 86899"/>
                  <a:gd name="csY4" fmla="*/ 356 h 137628"/>
                  <a:gd name="csX5" fmla="*/ 69055 w 86899"/>
                  <a:gd name="csY5" fmla="*/ 14941 h 137628"/>
                  <a:gd name="csX6" fmla="*/ 56331 w 86899"/>
                  <a:gd name="csY6" fmla="*/ 2051 h 137628"/>
                  <a:gd name="csX7" fmla="*/ 37884 w 86899"/>
                  <a:gd name="csY7" fmla="*/ -2172 h 137628"/>
                  <a:gd name="csX8" fmla="*/ 9186 w 86899"/>
                  <a:gd name="csY8" fmla="*/ 11885 h 137628"/>
                  <a:gd name="csX9" fmla="*/ -1870 w 86899"/>
                  <a:gd name="csY9" fmla="*/ 48890 h 137628"/>
                  <a:gd name="csX10" fmla="*/ 9186 w 86899"/>
                  <a:gd name="csY10" fmla="*/ 85867 h 137628"/>
                  <a:gd name="csX11" fmla="*/ 37884 w 86899"/>
                  <a:gd name="csY11" fmla="*/ 99924 h 137628"/>
                  <a:gd name="csX12" fmla="*/ 56331 w 86899"/>
                  <a:gd name="csY12" fmla="*/ 95701 h 137628"/>
                  <a:gd name="csX13" fmla="*/ 69055 w 86899"/>
                  <a:gd name="csY13" fmla="*/ 82839 h 137628"/>
                  <a:gd name="csX14" fmla="*/ 14632 w 86899"/>
                  <a:gd name="csY14" fmla="*/ 48890 h 137628"/>
                  <a:gd name="csX15" fmla="*/ 21882 w 86899"/>
                  <a:gd name="csY15" fmla="*/ 21248 h 137628"/>
                  <a:gd name="csX16" fmla="*/ 41802 w 86899"/>
                  <a:gd name="csY16" fmla="*/ 11219 h 137628"/>
                  <a:gd name="csX17" fmla="*/ 61749 w 86899"/>
                  <a:gd name="csY17" fmla="*/ 21248 h 137628"/>
                  <a:gd name="csX18" fmla="*/ 69055 w 86899"/>
                  <a:gd name="csY18" fmla="*/ 48890 h 137628"/>
                  <a:gd name="csX19" fmla="*/ 61749 w 86899"/>
                  <a:gd name="csY19" fmla="*/ 76532 h 137628"/>
                  <a:gd name="csX20" fmla="*/ 41802 w 86899"/>
                  <a:gd name="csY20" fmla="*/ 86561 h 137628"/>
                  <a:gd name="csX21" fmla="*/ 21882 w 86899"/>
                  <a:gd name="csY21" fmla="*/ 76532 h 137628"/>
                  <a:gd name="csX22" fmla="*/ 14632 w 86899"/>
                  <a:gd name="csY22" fmla="*/ 48890 h 13762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</a:cxnLst>
                <a:rect l="l" t="t" r="r" b="b"/>
                <a:pathLst>
                  <a:path w="86899" h="137628">
                    <a:moveTo>
                      <a:pt x="69055" y="82839"/>
                    </a:moveTo>
                    <a:lnTo>
                      <a:pt x="69055" y="135456"/>
                    </a:lnTo>
                    <a:lnTo>
                      <a:pt x="85029" y="135456"/>
                    </a:lnTo>
                    <a:lnTo>
                      <a:pt x="85029" y="356"/>
                    </a:lnTo>
                    <a:lnTo>
                      <a:pt x="69055" y="356"/>
                    </a:lnTo>
                    <a:lnTo>
                      <a:pt x="69055" y="14941"/>
                    </a:lnTo>
                    <a:cubicBezTo>
                      <a:pt x="65703" y="9163"/>
                      <a:pt x="61462" y="4866"/>
                      <a:pt x="56331" y="2051"/>
                    </a:cubicBezTo>
                    <a:cubicBezTo>
                      <a:pt x="51219" y="-764"/>
                      <a:pt x="45071" y="-2172"/>
                      <a:pt x="37884" y="-2172"/>
                    </a:cubicBezTo>
                    <a:cubicBezTo>
                      <a:pt x="26142" y="-2172"/>
                      <a:pt x="16576" y="2514"/>
                      <a:pt x="9186" y="11885"/>
                    </a:cubicBezTo>
                    <a:cubicBezTo>
                      <a:pt x="1815" y="21275"/>
                      <a:pt x="-1870" y="33610"/>
                      <a:pt x="-1870" y="48890"/>
                    </a:cubicBezTo>
                    <a:cubicBezTo>
                      <a:pt x="-1870" y="64170"/>
                      <a:pt x="1815" y="76495"/>
                      <a:pt x="9186" y="85867"/>
                    </a:cubicBezTo>
                    <a:cubicBezTo>
                      <a:pt x="16576" y="95238"/>
                      <a:pt x="26142" y="99924"/>
                      <a:pt x="37884" y="99924"/>
                    </a:cubicBezTo>
                    <a:cubicBezTo>
                      <a:pt x="45071" y="99924"/>
                      <a:pt x="51219" y="98517"/>
                      <a:pt x="56331" y="95701"/>
                    </a:cubicBezTo>
                    <a:cubicBezTo>
                      <a:pt x="61462" y="92905"/>
                      <a:pt x="65703" y="88617"/>
                      <a:pt x="69055" y="82839"/>
                    </a:cubicBezTo>
                    <a:close/>
                    <a:moveTo>
                      <a:pt x="14632" y="48890"/>
                    </a:moveTo>
                    <a:cubicBezTo>
                      <a:pt x="14632" y="37148"/>
                      <a:pt x="17049" y="27934"/>
                      <a:pt x="21882" y="21248"/>
                    </a:cubicBezTo>
                    <a:cubicBezTo>
                      <a:pt x="26716" y="14562"/>
                      <a:pt x="33356" y="11219"/>
                      <a:pt x="41802" y="11219"/>
                    </a:cubicBezTo>
                    <a:cubicBezTo>
                      <a:pt x="50247" y="11219"/>
                      <a:pt x="56896" y="14562"/>
                      <a:pt x="61749" y="21248"/>
                    </a:cubicBezTo>
                    <a:cubicBezTo>
                      <a:pt x="66620" y="27934"/>
                      <a:pt x="69055" y="37148"/>
                      <a:pt x="69055" y="48890"/>
                    </a:cubicBezTo>
                    <a:cubicBezTo>
                      <a:pt x="69055" y="60632"/>
                      <a:pt x="66620" y="69846"/>
                      <a:pt x="61749" y="76532"/>
                    </a:cubicBezTo>
                    <a:cubicBezTo>
                      <a:pt x="56896" y="83218"/>
                      <a:pt x="50247" y="86561"/>
                      <a:pt x="41802" y="86561"/>
                    </a:cubicBezTo>
                    <a:cubicBezTo>
                      <a:pt x="33356" y="86561"/>
                      <a:pt x="26716" y="83218"/>
                      <a:pt x="21882" y="76532"/>
                    </a:cubicBezTo>
                    <a:cubicBezTo>
                      <a:pt x="17049" y="69846"/>
                      <a:pt x="14632" y="60632"/>
                      <a:pt x="14632" y="4889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B18F4F28-2D28-C6BC-A293-B9AE4A7E8A67}"/>
                  </a:ext>
                </a:extLst>
              </p:cNvPr>
              <p:cNvSpPr/>
              <p:nvPr/>
            </p:nvSpPr>
            <p:spPr>
              <a:xfrm rot="-5400000" flipV="1">
                <a:off x="1457456" y="3053439"/>
                <a:ext cx="130488" cy="97234"/>
              </a:xfrm>
              <a:custGeom>
                <a:avLst/>
                <a:gdLst>
                  <a:gd name="csX0" fmla="*/ -2570 w 130488"/>
                  <a:gd name="csY0" fmla="*/ 95688 h 97234"/>
                  <a:gd name="csX1" fmla="*/ 13405 w 130488"/>
                  <a:gd name="csY1" fmla="*/ 95688 h 97234"/>
                  <a:gd name="csX2" fmla="*/ 33379 w 130488"/>
                  <a:gd name="csY2" fmla="*/ 19817 h 97234"/>
                  <a:gd name="csX3" fmla="*/ 53243 w 130488"/>
                  <a:gd name="csY3" fmla="*/ 95688 h 97234"/>
                  <a:gd name="csX4" fmla="*/ 72079 w 130488"/>
                  <a:gd name="csY4" fmla="*/ 95688 h 97234"/>
                  <a:gd name="csX5" fmla="*/ 92053 w 130488"/>
                  <a:gd name="csY5" fmla="*/ 19817 h 97234"/>
                  <a:gd name="csX6" fmla="*/ 111945 w 130488"/>
                  <a:gd name="csY6" fmla="*/ 95688 h 97234"/>
                  <a:gd name="csX7" fmla="*/ 127919 w 130488"/>
                  <a:gd name="csY7" fmla="*/ 95688 h 97234"/>
                  <a:gd name="csX8" fmla="*/ 102471 w 130488"/>
                  <a:gd name="csY8" fmla="*/ -1546 h 97234"/>
                  <a:gd name="csX9" fmla="*/ 83636 w 130488"/>
                  <a:gd name="csY9" fmla="*/ -1546 h 97234"/>
                  <a:gd name="csX10" fmla="*/ 62716 w 130488"/>
                  <a:gd name="csY10" fmla="*/ 78158 h 97234"/>
                  <a:gd name="csX11" fmla="*/ 41714 w 130488"/>
                  <a:gd name="csY11" fmla="*/ -1546 h 97234"/>
                  <a:gd name="csX12" fmla="*/ 22850 w 130488"/>
                  <a:gd name="csY12" fmla="*/ -1546 h 97234"/>
                  <a:gd name="csX13" fmla="*/ -2570 w 130488"/>
                  <a:gd name="csY13" fmla="*/ 95688 h 9723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130488" h="97234">
                    <a:moveTo>
                      <a:pt x="-2570" y="95688"/>
                    </a:moveTo>
                    <a:lnTo>
                      <a:pt x="13405" y="95688"/>
                    </a:lnTo>
                    <a:lnTo>
                      <a:pt x="33379" y="19817"/>
                    </a:lnTo>
                    <a:lnTo>
                      <a:pt x="53243" y="95688"/>
                    </a:lnTo>
                    <a:lnTo>
                      <a:pt x="72079" y="95688"/>
                    </a:lnTo>
                    <a:lnTo>
                      <a:pt x="92053" y="19817"/>
                    </a:lnTo>
                    <a:lnTo>
                      <a:pt x="111945" y="95688"/>
                    </a:lnTo>
                    <a:lnTo>
                      <a:pt x="127919" y="95688"/>
                    </a:lnTo>
                    <a:lnTo>
                      <a:pt x="102471" y="-1546"/>
                    </a:lnTo>
                    <a:lnTo>
                      <a:pt x="83636" y="-1546"/>
                    </a:lnTo>
                    <a:lnTo>
                      <a:pt x="62716" y="78158"/>
                    </a:lnTo>
                    <a:lnTo>
                      <a:pt x="41714" y="-1546"/>
                    </a:lnTo>
                    <a:lnTo>
                      <a:pt x="22850" y="-1546"/>
                    </a:lnTo>
                    <a:lnTo>
                      <a:pt x="-2570" y="95688"/>
                    </a:lnTo>
                    <a:close/>
                  </a:path>
                </a:pathLst>
              </a:custGeom>
              <a:solidFill>
                <a:srgbClr val="FFFFFF"/>
              </a:solidFill>
              <a:ln w="28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8C152E6D-A5B4-CBEA-B9B3-5BE77C967EDE}"/>
                  </a:ext>
                </a:extLst>
              </p:cNvPr>
              <p:cNvSpPr/>
              <p:nvPr/>
            </p:nvSpPr>
            <p:spPr>
              <a:xfrm rot="-5400000" flipV="1">
                <a:off x="1495781" y="2937066"/>
                <a:ext cx="15974" cy="135100"/>
              </a:xfrm>
              <a:custGeom>
                <a:avLst/>
                <a:gdLst>
                  <a:gd name="csX0" fmla="*/ -844 w 15974"/>
                  <a:gd name="csY0" fmla="*/ 94999 h 135100"/>
                  <a:gd name="csX1" fmla="*/ 15130 w 15974"/>
                  <a:gd name="csY1" fmla="*/ 94999 h 135100"/>
                  <a:gd name="csX2" fmla="*/ 15130 w 15974"/>
                  <a:gd name="csY2" fmla="*/ -2236 h 135100"/>
                  <a:gd name="csX3" fmla="*/ -844 w 15974"/>
                  <a:gd name="csY3" fmla="*/ -2236 h 135100"/>
                  <a:gd name="csX4" fmla="*/ -844 w 15974"/>
                  <a:gd name="csY4" fmla="*/ 94999 h 135100"/>
                  <a:gd name="csX5" fmla="*/ -844 w 15974"/>
                  <a:gd name="csY5" fmla="*/ 132865 h 135100"/>
                  <a:gd name="csX6" fmla="*/ 15130 w 15974"/>
                  <a:gd name="csY6" fmla="*/ 132865 h 135100"/>
                  <a:gd name="csX7" fmla="*/ 15130 w 15974"/>
                  <a:gd name="csY7" fmla="*/ 112612 h 135100"/>
                  <a:gd name="csX8" fmla="*/ -844 w 15974"/>
                  <a:gd name="csY8" fmla="*/ 112612 h 135100"/>
                  <a:gd name="csX9" fmla="*/ -844 w 15974"/>
                  <a:gd name="csY9" fmla="*/ 132865 h 1351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5974" h="135100">
                    <a:moveTo>
                      <a:pt x="-844" y="94999"/>
                    </a:moveTo>
                    <a:lnTo>
                      <a:pt x="15130" y="94999"/>
                    </a:lnTo>
                    <a:lnTo>
                      <a:pt x="15130" y="-2236"/>
                    </a:lnTo>
                    <a:lnTo>
                      <a:pt x="-844" y="-2236"/>
                    </a:lnTo>
                    <a:lnTo>
                      <a:pt x="-844" y="94999"/>
                    </a:lnTo>
                    <a:close/>
                    <a:moveTo>
                      <a:pt x="-844" y="132865"/>
                    </a:moveTo>
                    <a:lnTo>
                      <a:pt x="15130" y="132865"/>
                    </a:lnTo>
                    <a:lnTo>
                      <a:pt x="15130" y="112612"/>
                    </a:lnTo>
                    <a:lnTo>
                      <a:pt x="-844" y="112612"/>
                    </a:lnTo>
                    <a:lnTo>
                      <a:pt x="-844" y="132865"/>
                    </a:lnTo>
                    <a:close/>
                  </a:path>
                </a:pathLst>
              </a:custGeom>
              <a:solidFill>
                <a:srgbClr val="FFFFFF"/>
              </a:solidFill>
              <a:ln w="28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0ABEA731-951B-739E-C2B1-0A0A23106979}"/>
                  </a:ext>
                </a:extLst>
              </p:cNvPr>
              <p:cNvSpPr/>
              <p:nvPr/>
            </p:nvSpPr>
            <p:spPr>
              <a:xfrm rot="-5400000" flipV="1">
                <a:off x="1461582" y="2857886"/>
                <a:ext cx="86899" cy="137628"/>
              </a:xfrm>
              <a:custGeom>
                <a:avLst/>
                <a:gdLst>
                  <a:gd name="csX0" fmla="*/ 69055 w 86899"/>
                  <a:gd name="csY0" fmla="*/ 82814 h 137628"/>
                  <a:gd name="csX1" fmla="*/ 69055 w 86899"/>
                  <a:gd name="csY1" fmla="*/ 135432 h 137628"/>
                  <a:gd name="csX2" fmla="*/ 85029 w 86899"/>
                  <a:gd name="csY2" fmla="*/ 135432 h 137628"/>
                  <a:gd name="csX3" fmla="*/ 85029 w 86899"/>
                  <a:gd name="csY3" fmla="*/ 332 h 137628"/>
                  <a:gd name="csX4" fmla="*/ 69055 w 86899"/>
                  <a:gd name="csY4" fmla="*/ 332 h 137628"/>
                  <a:gd name="csX5" fmla="*/ 69055 w 86899"/>
                  <a:gd name="csY5" fmla="*/ 14917 h 137628"/>
                  <a:gd name="csX6" fmla="*/ 56331 w 86899"/>
                  <a:gd name="csY6" fmla="*/ 2027 h 137628"/>
                  <a:gd name="csX7" fmla="*/ 37884 w 86899"/>
                  <a:gd name="csY7" fmla="*/ -2196 h 137628"/>
                  <a:gd name="csX8" fmla="*/ 9186 w 86899"/>
                  <a:gd name="csY8" fmla="*/ 11861 h 137628"/>
                  <a:gd name="csX9" fmla="*/ -1870 w 86899"/>
                  <a:gd name="csY9" fmla="*/ 48866 h 137628"/>
                  <a:gd name="csX10" fmla="*/ 9186 w 86899"/>
                  <a:gd name="csY10" fmla="*/ 85843 h 137628"/>
                  <a:gd name="csX11" fmla="*/ 37884 w 86899"/>
                  <a:gd name="csY11" fmla="*/ 99900 h 137628"/>
                  <a:gd name="csX12" fmla="*/ 56331 w 86899"/>
                  <a:gd name="csY12" fmla="*/ 95677 h 137628"/>
                  <a:gd name="csX13" fmla="*/ 69055 w 86899"/>
                  <a:gd name="csY13" fmla="*/ 82814 h 137628"/>
                  <a:gd name="csX14" fmla="*/ 14632 w 86899"/>
                  <a:gd name="csY14" fmla="*/ 48866 h 137628"/>
                  <a:gd name="csX15" fmla="*/ 21882 w 86899"/>
                  <a:gd name="csY15" fmla="*/ 21223 h 137628"/>
                  <a:gd name="csX16" fmla="*/ 41802 w 86899"/>
                  <a:gd name="csY16" fmla="*/ 11194 h 137628"/>
                  <a:gd name="csX17" fmla="*/ 61749 w 86899"/>
                  <a:gd name="csY17" fmla="*/ 21223 h 137628"/>
                  <a:gd name="csX18" fmla="*/ 69055 w 86899"/>
                  <a:gd name="csY18" fmla="*/ 48866 h 137628"/>
                  <a:gd name="csX19" fmla="*/ 61749 w 86899"/>
                  <a:gd name="csY19" fmla="*/ 76508 h 137628"/>
                  <a:gd name="csX20" fmla="*/ 41802 w 86899"/>
                  <a:gd name="csY20" fmla="*/ 86537 h 137628"/>
                  <a:gd name="csX21" fmla="*/ 21882 w 86899"/>
                  <a:gd name="csY21" fmla="*/ 76508 h 137628"/>
                  <a:gd name="csX22" fmla="*/ 14632 w 86899"/>
                  <a:gd name="csY22" fmla="*/ 48866 h 13762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</a:cxnLst>
                <a:rect l="l" t="t" r="r" b="b"/>
                <a:pathLst>
                  <a:path w="86899" h="137628">
                    <a:moveTo>
                      <a:pt x="69055" y="82814"/>
                    </a:moveTo>
                    <a:lnTo>
                      <a:pt x="69055" y="135432"/>
                    </a:lnTo>
                    <a:lnTo>
                      <a:pt x="85029" y="135432"/>
                    </a:lnTo>
                    <a:lnTo>
                      <a:pt x="85029" y="332"/>
                    </a:lnTo>
                    <a:lnTo>
                      <a:pt x="69055" y="332"/>
                    </a:lnTo>
                    <a:lnTo>
                      <a:pt x="69055" y="14917"/>
                    </a:lnTo>
                    <a:cubicBezTo>
                      <a:pt x="65703" y="9139"/>
                      <a:pt x="61462" y="4842"/>
                      <a:pt x="56331" y="2027"/>
                    </a:cubicBezTo>
                    <a:cubicBezTo>
                      <a:pt x="51219" y="-789"/>
                      <a:pt x="45071" y="-2196"/>
                      <a:pt x="37884" y="-2196"/>
                    </a:cubicBezTo>
                    <a:cubicBezTo>
                      <a:pt x="26142" y="-2196"/>
                      <a:pt x="16576" y="2490"/>
                      <a:pt x="9186" y="11861"/>
                    </a:cubicBezTo>
                    <a:cubicBezTo>
                      <a:pt x="1815" y="21251"/>
                      <a:pt x="-1870" y="33586"/>
                      <a:pt x="-1870" y="48866"/>
                    </a:cubicBezTo>
                    <a:cubicBezTo>
                      <a:pt x="-1870" y="64145"/>
                      <a:pt x="1815" y="76471"/>
                      <a:pt x="9186" y="85843"/>
                    </a:cubicBezTo>
                    <a:cubicBezTo>
                      <a:pt x="16576" y="95214"/>
                      <a:pt x="26142" y="99900"/>
                      <a:pt x="37884" y="99900"/>
                    </a:cubicBezTo>
                    <a:cubicBezTo>
                      <a:pt x="45071" y="99900"/>
                      <a:pt x="51219" y="98492"/>
                      <a:pt x="56331" y="95677"/>
                    </a:cubicBezTo>
                    <a:cubicBezTo>
                      <a:pt x="61462" y="92881"/>
                      <a:pt x="65703" y="88593"/>
                      <a:pt x="69055" y="82814"/>
                    </a:cubicBezTo>
                    <a:close/>
                    <a:moveTo>
                      <a:pt x="14632" y="48866"/>
                    </a:moveTo>
                    <a:cubicBezTo>
                      <a:pt x="14632" y="37124"/>
                      <a:pt x="17049" y="27909"/>
                      <a:pt x="21882" y="21223"/>
                    </a:cubicBezTo>
                    <a:cubicBezTo>
                      <a:pt x="26716" y="14537"/>
                      <a:pt x="33356" y="11194"/>
                      <a:pt x="41802" y="11194"/>
                    </a:cubicBezTo>
                    <a:cubicBezTo>
                      <a:pt x="50247" y="11194"/>
                      <a:pt x="56896" y="14537"/>
                      <a:pt x="61749" y="21223"/>
                    </a:cubicBezTo>
                    <a:cubicBezTo>
                      <a:pt x="66620" y="27909"/>
                      <a:pt x="69055" y="37124"/>
                      <a:pt x="69055" y="48866"/>
                    </a:cubicBezTo>
                    <a:cubicBezTo>
                      <a:pt x="69055" y="60608"/>
                      <a:pt x="66620" y="69822"/>
                      <a:pt x="61749" y="76508"/>
                    </a:cubicBezTo>
                    <a:cubicBezTo>
                      <a:pt x="56896" y="83194"/>
                      <a:pt x="50247" y="86537"/>
                      <a:pt x="41802" y="86537"/>
                    </a:cubicBezTo>
                    <a:cubicBezTo>
                      <a:pt x="33356" y="86537"/>
                      <a:pt x="26716" y="83194"/>
                      <a:pt x="21882" y="76508"/>
                    </a:cubicBezTo>
                    <a:cubicBezTo>
                      <a:pt x="17049" y="69822"/>
                      <a:pt x="14632" y="60608"/>
                      <a:pt x="14632" y="48866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F7C4D794-480D-E2D3-80E4-EF7A6FD7E173}"/>
                  </a:ext>
                </a:extLst>
              </p:cNvPr>
              <p:cNvSpPr/>
              <p:nvPr/>
            </p:nvSpPr>
            <p:spPr>
              <a:xfrm rot="-5400000" flipV="1">
                <a:off x="1478556" y="2769556"/>
                <a:ext cx="60674" cy="124848"/>
              </a:xfrm>
              <a:custGeom>
                <a:avLst/>
                <a:gdLst>
                  <a:gd name="csX0" fmla="*/ 26564 w 60674"/>
                  <a:gd name="csY0" fmla="*/ 122784 h 124848"/>
                  <a:gd name="csX1" fmla="*/ 26564 w 60674"/>
                  <a:gd name="csY1" fmla="*/ 95170 h 124848"/>
                  <a:gd name="csX2" fmla="*/ 59457 w 60674"/>
                  <a:gd name="csY2" fmla="*/ 95170 h 124848"/>
                  <a:gd name="csX3" fmla="*/ 59457 w 60674"/>
                  <a:gd name="csY3" fmla="*/ 82752 h 124848"/>
                  <a:gd name="csX4" fmla="*/ 26564 w 60674"/>
                  <a:gd name="csY4" fmla="*/ 82752 h 124848"/>
                  <a:gd name="csX5" fmla="*/ 26564 w 60674"/>
                  <a:gd name="csY5" fmla="*/ 29967 h 124848"/>
                  <a:gd name="csX6" fmla="*/ 29814 w 60674"/>
                  <a:gd name="csY6" fmla="*/ 14687 h 124848"/>
                  <a:gd name="csX7" fmla="*/ 43066 w 60674"/>
                  <a:gd name="csY7" fmla="*/ 11298 h 124848"/>
                  <a:gd name="csX8" fmla="*/ 59457 w 60674"/>
                  <a:gd name="csY8" fmla="*/ 11298 h 124848"/>
                  <a:gd name="csX9" fmla="*/ 59457 w 60674"/>
                  <a:gd name="csY9" fmla="*/ -2065 h 124848"/>
                  <a:gd name="csX10" fmla="*/ 43066 w 60674"/>
                  <a:gd name="csY10" fmla="*/ -2065 h 124848"/>
                  <a:gd name="csX11" fmla="*/ 17535 w 60674"/>
                  <a:gd name="csY11" fmla="*/ 4825 h 124848"/>
                  <a:gd name="csX12" fmla="*/ 10506 w 60674"/>
                  <a:gd name="csY12" fmla="*/ 29967 h 124848"/>
                  <a:gd name="csX13" fmla="*/ 10506 w 60674"/>
                  <a:gd name="csY13" fmla="*/ 82752 h 124848"/>
                  <a:gd name="csX14" fmla="*/ -1217 w 60674"/>
                  <a:gd name="csY14" fmla="*/ 82752 h 124848"/>
                  <a:gd name="csX15" fmla="*/ -1217 w 60674"/>
                  <a:gd name="csY15" fmla="*/ 95170 h 124848"/>
                  <a:gd name="csX16" fmla="*/ 10506 w 60674"/>
                  <a:gd name="csY16" fmla="*/ 95170 h 124848"/>
                  <a:gd name="csX17" fmla="*/ 10506 w 60674"/>
                  <a:gd name="csY17" fmla="*/ 122784 h 124848"/>
                  <a:gd name="csX18" fmla="*/ 26564 w 60674"/>
                  <a:gd name="csY18" fmla="*/ 122784 h 12484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</a:cxnLst>
                <a:rect l="l" t="t" r="r" b="b"/>
                <a:pathLst>
                  <a:path w="60674" h="124848">
                    <a:moveTo>
                      <a:pt x="26564" y="122784"/>
                    </a:moveTo>
                    <a:lnTo>
                      <a:pt x="26564" y="95170"/>
                    </a:lnTo>
                    <a:lnTo>
                      <a:pt x="59457" y="95170"/>
                    </a:lnTo>
                    <a:lnTo>
                      <a:pt x="59457" y="82752"/>
                    </a:lnTo>
                    <a:lnTo>
                      <a:pt x="26564" y="82752"/>
                    </a:lnTo>
                    <a:lnTo>
                      <a:pt x="26564" y="29967"/>
                    </a:lnTo>
                    <a:cubicBezTo>
                      <a:pt x="26564" y="22040"/>
                      <a:pt x="27648" y="16947"/>
                      <a:pt x="29814" y="14687"/>
                    </a:cubicBezTo>
                    <a:cubicBezTo>
                      <a:pt x="31981" y="12428"/>
                      <a:pt x="36399" y="11298"/>
                      <a:pt x="43066" y="11298"/>
                    </a:cubicBezTo>
                    <a:lnTo>
                      <a:pt x="59457" y="11298"/>
                    </a:lnTo>
                    <a:lnTo>
                      <a:pt x="59457" y="-2065"/>
                    </a:lnTo>
                    <a:lnTo>
                      <a:pt x="43066" y="-2065"/>
                    </a:lnTo>
                    <a:cubicBezTo>
                      <a:pt x="30731" y="-2065"/>
                      <a:pt x="22221" y="232"/>
                      <a:pt x="17535" y="4825"/>
                    </a:cubicBezTo>
                    <a:cubicBezTo>
                      <a:pt x="12849" y="9437"/>
                      <a:pt x="10506" y="17818"/>
                      <a:pt x="10506" y="29967"/>
                    </a:cubicBezTo>
                    <a:lnTo>
                      <a:pt x="10506" y="82752"/>
                    </a:lnTo>
                    <a:lnTo>
                      <a:pt x="-1217" y="82752"/>
                    </a:lnTo>
                    <a:lnTo>
                      <a:pt x="-1217" y="95170"/>
                    </a:lnTo>
                    <a:lnTo>
                      <a:pt x="10506" y="95170"/>
                    </a:lnTo>
                    <a:lnTo>
                      <a:pt x="10506" y="122784"/>
                    </a:lnTo>
                    <a:lnTo>
                      <a:pt x="26564" y="122784"/>
                    </a:lnTo>
                    <a:close/>
                  </a:path>
                </a:pathLst>
              </a:custGeom>
              <a:solidFill>
                <a:srgbClr val="FFFFFF"/>
              </a:solidFill>
              <a:ln w="28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C6167765-DF76-3B4F-0F00-749394297156}"/>
                  </a:ext>
                </a:extLst>
              </p:cNvPr>
              <p:cNvSpPr/>
              <p:nvPr/>
            </p:nvSpPr>
            <p:spPr>
              <a:xfrm rot="-5400000" flipV="1">
                <a:off x="1463040" y="2672964"/>
                <a:ext cx="81454" cy="135100"/>
              </a:xfrm>
              <a:custGeom>
                <a:avLst/>
                <a:gdLst>
                  <a:gd name="csX0" fmla="*/ 79454 w 81454"/>
                  <a:gd name="csY0" fmla="*/ 56445 h 135100"/>
                  <a:gd name="csX1" fmla="*/ 79454 w 81454"/>
                  <a:gd name="csY1" fmla="*/ -2256 h 135100"/>
                  <a:gd name="csX2" fmla="*/ 63480 w 81454"/>
                  <a:gd name="csY2" fmla="*/ -2256 h 135100"/>
                  <a:gd name="csX3" fmla="*/ 63480 w 81454"/>
                  <a:gd name="csY3" fmla="*/ 55918 h 135100"/>
                  <a:gd name="csX4" fmla="*/ 58090 w 81454"/>
                  <a:gd name="csY4" fmla="*/ 76559 h 135100"/>
                  <a:gd name="csX5" fmla="*/ 41949 w 81454"/>
                  <a:gd name="csY5" fmla="*/ 83421 h 135100"/>
                  <a:gd name="csX6" fmla="*/ 21530 w 81454"/>
                  <a:gd name="csY6" fmla="*/ 75170 h 135100"/>
                  <a:gd name="csX7" fmla="*/ 14057 w 81454"/>
                  <a:gd name="csY7" fmla="*/ 52695 h 135100"/>
                  <a:gd name="csX8" fmla="*/ 14057 w 81454"/>
                  <a:gd name="csY8" fmla="*/ -2256 h 135100"/>
                  <a:gd name="csX9" fmla="*/ -2001 w 81454"/>
                  <a:gd name="csY9" fmla="*/ -2256 h 135100"/>
                  <a:gd name="csX10" fmla="*/ -2001 w 81454"/>
                  <a:gd name="csY10" fmla="*/ 132844 h 135100"/>
                  <a:gd name="csX11" fmla="*/ 14057 w 81454"/>
                  <a:gd name="csY11" fmla="*/ 132844 h 135100"/>
                  <a:gd name="csX12" fmla="*/ 14057 w 81454"/>
                  <a:gd name="csY12" fmla="*/ 79865 h 135100"/>
                  <a:gd name="csX13" fmla="*/ 27559 w 81454"/>
                  <a:gd name="csY13" fmla="*/ 92978 h 135100"/>
                  <a:gd name="csX14" fmla="*/ 45505 w 81454"/>
                  <a:gd name="csY14" fmla="*/ 97312 h 135100"/>
                  <a:gd name="csX15" fmla="*/ 70842 w 81454"/>
                  <a:gd name="csY15" fmla="*/ 86949 h 135100"/>
                  <a:gd name="csX16" fmla="*/ 79454 w 81454"/>
                  <a:gd name="csY16" fmla="*/ 56445 h 1351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81454" h="135100">
                    <a:moveTo>
                      <a:pt x="79454" y="56445"/>
                    </a:moveTo>
                    <a:lnTo>
                      <a:pt x="79454" y="-2256"/>
                    </a:lnTo>
                    <a:lnTo>
                      <a:pt x="63480" y="-2256"/>
                    </a:lnTo>
                    <a:lnTo>
                      <a:pt x="63480" y="55918"/>
                    </a:lnTo>
                    <a:cubicBezTo>
                      <a:pt x="63480" y="65122"/>
                      <a:pt x="61683" y="72003"/>
                      <a:pt x="58090" y="76559"/>
                    </a:cubicBezTo>
                    <a:cubicBezTo>
                      <a:pt x="54497" y="81134"/>
                      <a:pt x="49117" y="83421"/>
                      <a:pt x="41949" y="83421"/>
                    </a:cubicBezTo>
                    <a:cubicBezTo>
                      <a:pt x="33319" y="83421"/>
                      <a:pt x="26512" y="80671"/>
                      <a:pt x="21530" y="75170"/>
                    </a:cubicBezTo>
                    <a:cubicBezTo>
                      <a:pt x="16548" y="69688"/>
                      <a:pt x="14057" y="62196"/>
                      <a:pt x="14057" y="52695"/>
                    </a:cubicBezTo>
                    <a:lnTo>
                      <a:pt x="14057" y="-2256"/>
                    </a:lnTo>
                    <a:lnTo>
                      <a:pt x="-2001" y="-2256"/>
                    </a:lnTo>
                    <a:lnTo>
                      <a:pt x="-2001" y="132844"/>
                    </a:lnTo>
                    <a:lnTo>
                      <a:pt x="14057" y="132844"/>
                    </a:lnTo>
                    <a:lnTo>
                      <a:pt x="14057" y="79865"/>
                    </a:lnTo>
                    <a:cubicBezTo>
                      <a:pt x="17891" y="85718"/>
                      <a:pt x="22391" y="90089"/>
                      <a:pt x="27559" y="92978"/>
                    </a:cubicBezTo>
                    <a:cubicBezTo>
                      <a:pt x="32744" y="95867"/>
                      <a:pt x="38727" y="97312"/>
                      <a:pt x="45505" y="97312"/>
                    </a:cubicBezTo>
                    <a:cubicBezTo>
                      <a:pt x="56673" y="97312"/>
                      <a:pt x="65119" y="93858"/>
                      <a:pt x="70842" y="86949"/>
                    </a:cubicBezTo>
                    <a:cubicBezTo>
                      <a:pt x="76583" y="80041"/>
                      <a:pt x="79454" y="69873"/>
                      <a:pt x="79454" y="56445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7540792E-5170-27B1-2301-2953A9807307}"/>
                  </a:ext>
                </a:extLst>
              </p:cNvPr>
              <p:cNvSpPr/>
              <p:nvPr/>
            </p:nvSpPr>
            <p:spPr>
              <a:xfrm rot="-5400000" flipV="1">
                <a:off x="1571318" y="2684694"/>
                <a:ext cx="12700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12700"/>
                </a:pathLst>
              </a:custGeom>
              <a:solidFill>
                <a:srgbClr val="FFFFFF"/>
              </a:solidFill>
              <a:ln w="28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A69CAB6E-B80D-F922-4C6E-6BAE291AEC68}"/>
                  </a:ext>
                </a:extLst>
              </p:cNvPr>
              <p:cNvSpPr/>
              <p:nvPr/>
            </p:nvSpPr>
            <p:spPr>
              <a:xfrm rot="-5400000" flipV="1">
                <a:off x="1495670" y="2513802"/>
                <a:ext cx="39838" cy="158353"/>
              </a:xfrm>
              <a:custGeom>
                <a:avLst/>
                <a:gdLst>
                  <a:gd name="csX0" fmla="*/ 38619 w 39838"/>
                  <a:gd name="csY0" fmla="*/ 156511 h 158353"/>
                  <a:gd name="csX1" fmla="*/ 21339 w 39838"/>
                  <a:gd name="csY1" fmla="*/ 117006 h 158353"/>
                  <a:gd name="csX2" fmla="*/ 15699 w 39838"/>
                  <a:gd name="csY2" fmla="*/ 77417 h 158353"/>
                  <a:gd name="csX3" fmla="*/ 21394 w 39838"/>
                  <a:gd name="csY3" fmla="*/ 37718 h 158353"/>
                  <a:gd name="csX4" fmla="*/ 38619 w 39838"/>
                  <a:gd name="csY4" fmla="*/ -1842 h 158353"/>
                  <a:gd name="csX5" fmla="*/ 24728 w 39838"/>
                  <a:gd name="csY5" fmla="*/ -1842 h 158353"/>
                  <a:gd name="csX6" fmla="*/ 5253 w 39838"/>
                  <a:gd name="csY6" fmla="*/ 38274 h 158353"/>
                  <a:gd name="csX7" fmla="*/ -1220 w 39838"/>
                  <a:gd name="csY7" fmla="*/ 77417 h 158353"/>
                  <a:gd name="csX8" fmla="*/ 5198 w 39838"/>
                  <a:gd name="csY8" fmla="*/ 116395 h 158353"/>
                  <a:gd name="csX9" fmla="*/ 24728 w 39838"/>
                  <a:gd name="csY9" fmla="*/ 156511 h 158353"/>
                  <a:gd name="csX10" fmla="*/ 38619 w 39838"/>
                  <a:gd name="csY10" fmla="*/ 156511 h 15835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39838" h="158353">
                    <a:moveTo>
                      <a:pt x="38619" y="156511"/>
                    </a:moveTo>
                    <a:cubicBezTo>
                      <a:pt x="30877" y="143213"/>
                      <a:pt x="25117" y="130044"/>
                      <a:pt x="21339" y="117006"/>
                    </a:cubicBezTo>
                    <a:cubicBezTo>
                      <a:pt x="17579" y="103986"/>
                      <a:pt x="15699" y="90790"/>
                      <a:pt x="15699" y="77417"/>
                    </a:cubicBezTo>
                    <a:cubicBezTo>
                      <a:pt x="15699" y="64064"/>
                      <a:pt x="17598" y="50831"/>
                      <a:pt x="21394" y="37718"/>
                    </a:cubicBezTo>
                    <a:cubicBezTo>
                      <a:pt x="25191" y="24605"/>
                      <a:pt x="30933" y="11418"/>
                      <a:pt x="38619" y="-1842"/>
                    </a:cubicBezTo>
                    <a:lnTo>
                      <a:pt x="24728" y="-1842"/>
                    </a:lnTo>
                    <a:cubicBezTo>
                      <a:pt x="16060" y="11770"/>
                      <a:pt x="9569" y="25142"/>
                      <a:pt x="5253" y="38274"/>
                    </a:cubicBezTo>
                    <a:cubicBezTo>
                      <a:pt x="938" y="51405"/>
                      <a:pt x="-1220" y="64453"/>
                      <a:pt x="-1220" y="77417"/>
                    </a:cubicBezTo>
                    <a:cubicBezTo>
                      <a:pt x="-1220" y="90327"/>
                      <a:pt x="919" y="103319"/>
                      <a:pt x="5198" y="116395"/>
                    </a:cubicBezTo>
                    <a:cubicBezTo>
                      <a:pt x="9495" y="129489"/>
                      <a:pt x="16005" y="142861"/>
                      <a:pt x="24728" y="156511"/>
                    </a:cubicBezTo>
                    <a:lnTo>
                      <a:pt x="38619" y="156511"/>
                    </a:lnTo>
                    <a:close/>
                  </a:path>
                </a:pathLst>
              </a:custGeom>
              <a:solidFill>
                <a:srgbClr val="FFFFFF"/>
              </a:solidFill>
              <a:ln w="28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6D1C007B-5006-E896-FE85-5CEFEDE0CBBA}"/>
                  </a:ext>
                </a:extLst>
              </p:cNvPr>
              <p:cNvSpPr/>
              <p:nvPr/>
            </p:nvSpPr>
            <p:spPr>
              <a:xfrm rot="-5400000" flipV="1">
                <a:off x="1447205" y="2417251"/>
                <a:ext cx="118598" cy="129627"/>
              </a:xfrm>
              <a:custGeom>
                <a:avLst/>
                <a:gdLst>
                  <a:gd name="csX0" fmla="*/ -2716 w 118598"/>
                  <a:gd name="csY0" fmla="*/ 127449 h 129627"/>
                  <a:gd name="csX1" fmla="*/ 23426 w 118598"/>
                  <a:gd name="csY1" fmla="*/ 127449 h 129627"/>
                  <a:gd name="csX2" fmla="*/ 56486 w 118598"/>
                  <a:gd name="csY2" fmla="*/ 39244 h 129627"/>
                  <a:gd name="csX3" fmla="*/ 89740 w 118598"/>
                  <a:gd name="csY3" fmla="*/ 127449 h 129627"/>
                  <a:gd name="csX4" fmla="*/ 115882 w 118598"/>
                  <a:gd name="csY4" fmla="*/ 127449 h 129627"/>
                  <a:gd name="csX5" fmla="*/ 115882 w 118598"/>
                  <a:gd name="csY5" fmla="*/ -2178 h 129627"/>
                  <a:gd name="csX6" fmla="*/ 98769 w 118598"/>
                  <a:gd name="csY6" fmla="*/ -2178 h 129627"/>
                  <a:gd name="csX7" fmla="*/ 98769 w 118598"/>
                  <a:gd name="csY7" fmla="*/ 111642 h 129627"/>
                  <a:gd name="csX8" fmla="*/ 65348 w 118598"/>
                  <a:gd name="csY8" fmla="*/ 22742 h 129627"/>
                  <a:gd name="csX9" fmla="*/ 47735 w 118598"/>
                  <a:gd name="csY9" fmla="*/ 22742 h 129627"/>
                  <a:gd name="csX10" fmla="*/ 14314 w 118598"/>
                  <a:gd name="csY10" fmla="*/ 111642 h 129627"/>
                  <a:gd name="csX11" fmla="*/ 14314 w 118598"/>
                  <a:gd name="csY11" fmla="*/ -2178 h 129627"/>
                  <a:gd name="csX12" fmla="*/ -2716 w 118598"/>
                  <a:gd name="csY12" fmla="*/ -2178 h 129627"/>
                  <a:gd name="csX13" fmla="*/ -2716 w 118598"/>
                  <a:gd name="csY13" fmla="*/ 127449 h 12962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118598" h="129627">
                    <a:moveTo>
                      <a:pt x="-2716" y="127449"/>
                    </a:moveTo>
                    <a:lnTo>
                      <a:pt x="23426" y="127449"/>
                    </a:lnTo>
                    <a:lnTo>
                      <a:pt x="56486" y="39244"/>
                    </a:lnTo>
                    <a:lnTo>
                      <a:pt x="89740" y="127449"/>
                    </a:lnTo>
                    <a:lnTo>
                      <a:pt x="115882" y="127449"/>
                    </a:lnTo>
                    <a:lnTo>
                      <a:pt x="115882" y="-2178"/>
                    </a:lnTo>
                    <a:lnTo>
                      <a:pt x="98769" y="-2178"/>
                    </a:lnTo>
                    <a:lnTo>
                      <a:pt x="98769" y="111642"/>
                    </a:lnTo>
                    <a:lnTo>
                      <a:pt x="65348" y="22742"/>
                    </a:lnTo>
                    <a:lnTo>
                      <a:pt x="47735" y="22742"/>
                    </a:lnTo>
                    <a:lnTo>
                      <a:pt x="14314" y="111642"/>
                    </a:lnTo>
                    <a:lnTo>
                      <a:pt x="14314" y="-2178"/>
                    </a:lnTo>
                    <a:lnTo>
                      <a:pt x="-2716" y="-2178"/>
                    </a:lnTo>
                    <a:lnTo>
                      <a:pt x="-2716" y="127449"/>
                    </a:lnTo>
                    <a:close/>
                  </a:path>
                </a:pathLst>
              </a:custGeom>
              <a:solidFill>
                <a:srgbClr val="FFFFFF"/>
              </a:solidFill>
              <a:ln w="28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6CC0928B-144D-6C21-B655-F0F7C9DB9FAE}"/>
                  </a:ext>
                </a:extLst>
              </p:cNvPr>
              <p:cNvSpPr/>
              <p:nvPr/>
            </p:nvSpPr>
            <p:spPr>
              <a:xfrm rot="-5400000" flipV="1">
                <a:off x="1461526" y="2276946"/>
                <a:ext cx="87010" cy="137628"/>
              </a:xfrm>
              <a:custGeom>
                <a:avLst/>
                <a:gdLst>
                  <a:gd name="csX0" fmla="*/ 68325 w 87010"/>
                  <a:gd name="csY0" fmla="*/ 48820 h 137628"/>
                  <a:gd name="csX1" fmla="*/ 61074 w 87010"/>
                  <a:gd name="csY1" fmla="*/ 76462 h 137628"/>
                  <a:gd name="csX2" fmla="*/ 41155 w 87010"/>
                  <a:gd name="csY2" fmla="*/ 86491 h 137628"/>
                  <a:gd name="csX3" fmla="*/ 21208 w 87010"/>
                  <a:gd name="csY3" fmla="*/ 76462 h 137628"/>
                  <a:gd name="csX4" fmla="*/ 13957 w 87010"/>
                  <a:gd name="csY4" fmla="*/ 48820 h 137628"/>
                  <a:gd name="csX5" fmla="*/ 21208 w 87010"/>
                  <a:gd name="csY5" fmla="*/ 21178 h 137628"/>
                  <a:gd name="csX6" fmla="*/ 41155 w 87010"/>
                  <a:gd name="csY6" fmla="*/ 11149 h 137628"/>
                  <a:gd name="csX7" fmla="*/ 61074 w 87010"/>
                  <a:gd name="csY7" fmla="*/ 21178 h 137628"/>
                  <a:gd name="csX8" fmla="*/ 68325 w 87010"/>
                  <a:gd name="csY8" fmla="*/ 48820 h 137628"/>
                  <a:gd name="csX9" fmla="*/ 13957 w 87010"/>
                  <a:gd name="csY9" fmla="*/ 82769 h 137628"/>
                  <a:gd name="csX10" fmla="*/ 26681 w 87010"/>
                  <a:gd name="csY10" fmla="*/ 95631 h 137628"/>
                  <a:gd name="csX11" fmla="*/ 45044 w 87010"/>
                  <a:gd name="csY11" fmla="*/ 99854 h 137628"/>
                  <a:gd name="csX12" fmla="*/ 73826 w 87010"/>
                  <a:gd name="csY12" fmla="*/ 85797 h 137628"/>
                  <a:gd name="csX13" fmla="*/ 84910 w 87010"/>
                  <a:gd name="csY13" fmla="*/ 48820 h 137628"/>
                  <a:gd name="csX14" fmla="*/ 73826 w 87010"/>
                  <a:gd name="csY14" fmla="*/ 11815 h 137628"/>
                  <a:gd name="csX15" fmla="*/ 45044 w 87010"/>
                  <a:gd name="csY15" fmla="*/ -2242 h 137628"/>
                  <a:gd name="csX16" fmla="*/ 26681 w 87010"/>
                  <a:gd name="csY16" fmla="*/ 1981 h 137628"/>
                  <a:gd name="csX17" fmla="*/ 13957 w 87010"/>
                  <a:gd name="csY17" fmla="*/ 14871 h 137628"/>
                  <a:gd name="csX18" fmla="*/ 13957 w 87010"/>
                  <a:gd name="csY18" fmla="*/ 286 h 137628"/>
                  <a:gd name="csX19" fmla="*/ -2100 w 87010"/>
                  <a:gd name="csY19" fmla="*/ 286 h 137628"/>
                  <a:gd name="csX20" fmla="*/ -2100 w 87010"/>
                  <a:gd name="csY20" fmla="*/ 135386 h 137628"/>
                  <a:gd name="csX21" fmla="*/ 13957 w 87010"/>
                  <a:gd name="csY21" fmla="*/ 135386 h 137628"/>
                  <a:gd name="csX22" fmla="*/ 13957 w 87010"/>
                  <a:gd name="csY22" fmla="*/ 82769 h 13762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</a:cxnLst>
                <a:rect l="l" t="t" r="r" b="b"/>
                <a:pathLst>
                  <a:path w="87010" h="137628">
                    <a:moveTo>
                      <a:pt x="68325" y="48820"/>
                    </a:moveTo>
                    <a:cubicBezTo>
                      <a:pt x="68325" y="60562"/>
                      <a:pt x="65908" y="69776"/>
                      <a:pt x="61074" y="76462"/>
                    </a:cubicBezTo>
                    <a:cubicBezTo>
                      <a:pt x="56240" y="83148"/>
                      <a:pt x="49600" y="86491"/>
                      <a:pt x="41155" y="86491"/>
                    </a:cubicBezTo>
                    <a:cubicBezTo>
                      <a:pt x="32691" y="86491"/>
                      <a:pt x="26042" y="83148"/>
                      <a:pt x="21208" y="76462"/>
                    </a:cubicBezTo>
                    <a:cubicBezTo>
                      <a:pt x="16374" y="69776"/>
                      <a:pt x="13957" y="60562"/>
                      <a:pt x="13957" y="48820"/>
                    </a:cubicBezTo>
                    <a:cubicBezTo>
                      <a:pt x="13957" y="37078"/>
                      <a:pt x="16374" y="27864"/>
                      <a:pt x="21208" y="21178"/>
                    </a:cubicBezTo>
                    <a:cubicBezTo>
                      <a:pt x="26042" y="14492"/>
                      <a:pt x="32691" y="11149"/>
                      <a:pt x="41155" y="11149"/>
                    </a:cubicBezTo>
                    <a:cubicBezTo>
                      <a:pt x="49600" y="11149"/>
                      <a:pt x="56240" y="14492"/>
                      <a:pt x="61074" y="21178"/>
                    </a:cubicBezTo>
                    <a:cubicBezTo>
                      <a:pt x="65908" y="27864"/>
                      <a:pt x="68325" y="37078"/>
                      <a:pt x="68325" y="48820"/>
                    </a:cubicBezTo>
                    <a:close/>
                    <a:moveTo>
                      <a:pt x="13957" y="82769"/>
                    </a:moveTo>
                    <a:cubicBezTo>
                      <a:pt x="17328" y="88547"/>
                      <a:pt x="21569" y="92835"/>
                      <a:pt x="26681" y="95631"/>
                    </a:cubicBezTo>
                    <a:cubicBezTo>
                      <a:pt x="31811" y="98447"/>
                      <a:pt x="37932" y="99854"/>
                      <a:pt x="45044" y="99854"/>
                    </a:cubicBezTo>
                    <a:cubicBezTo>
                      <a:pt x="56861" y="99854"/>
                      <a:pt x="66454" y="95168"/>
                      <a:pt x="73826" y="85797"/>
                    </a:cubicBezTo>
                    <a:cubicBezTo>
                      <a:pt x="81215" y="76425"/>
                      <a:pt x="84910" y="64100"/>
                      <a:pt x="84910" y="48820"/>
                    </a:cubicBezTo>
                    <a:cubicBezTo>
                      <a:pt x="84910" y="33540"/>
                      <a:pt x="81215" y="21205"/>
                      <a:pt x="73826" y="11815"/>
                    </a:cubicBezTo>
                    <a:cubicBezTo>
                      <a:pt x="66454" y="2444"/>
                      <a:pt x="56861" y="-2242"/>
                      <a:pt x="45044" y="-2242"/>
                    </a:cubicBezTo>
                    <a:cubicBezTo>
                      <a:pt x="37932" y="-2242"/>
                      <a:pt x="31811" y="-834"/>
                      <a:pt x="26681" y="1981"/>
                    </a:cubicBezTo>
                    <a:cubicBezTo>
                      <a:pt x="21569" y="4796"/>
                      <a:pt x="17328" y="9093"/>
                      <a:pt x="13957" y="14871"/>
                    </a:cubicBezTo>
                    <a:lnTo>
                      <a:pt x="13957" y="286"/>
                    </a:lnTo>
                    <a:lnTo>
                      <a:pt x="-2100" y="286"/>
                    </a:lnTo>
                    <a:lnTo>
                      <a:pt x="-2100" y="135386"/>
                    </a:lnTo>
                    <a:lnTo>
                      <a:pt x="13957" y="135386"/>
                    </a:lnTo>
                    <a:lnTo>
                      <a:pt x="13957" y="82769"/>
                    </a:lnTo>
                    <a:close/>
                  </a:path>
                </a:pathLst>
              </a:custGeom>
              <a:solidFill>
                <a:srgbClr val="FFFFFF"/>
              </a:solidFill>
              <a:ln w="28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033DC103-0846-9A01-F58B-4A9C4AAA3B6A}"/>
                  </a:ext>
                </a:extLst>
              </p:cNvPr>
              <p:cNvSpPr/>
              <p:nvPr/>
            </p:nvSpPr>
            <p:spPr>
              <a:xfrm rot="-5400000" flipV="1">
                <a:off x="1496517" y="2164626"/>
                <a:ext cx="87010" cy="136544"/>
              </a:xfrm>
              <a:custGeom>
                <a:avLst/>
                <a:gdLst>
                  <a:gd name="csX0" fmla="*/ 13960 w 87010"/>
                  <a:gd name="csY0" fmla="*/ 50571 h 136544"/>
                  <a:gd name="csX1" fmla="*/ 13960 w 87010"/>
                  <a:gd name="csY1" fmla="*/ -991 h 136544"/>
                  <a:gd name="csX2" fmla="*/ -2098 w 87010"/>
                  <a:gd name="csY2" fmla="*/ -991 h 136544"/>
                  <a:gd name="csX3" fmla="*/ -2098 w 87010"/>
                  <a:gd name="csY3" fmla="*/ 133220 h 136544"/>
                  <a:gd name="csX4" fmla="*/ 13960 w 87010"/>
                  <a:gd name="csY4" fmla="*/ 133220 h 136544"/>
                  <a:gd name="csX5" fmla="*/ 13960 w 87010"/>
                  <a:gd name="csY5" fmla="*/ 118468 h 136544"/>
                  <a:gd name="csX6" fmla="*/ 26684 w 87010"/>
                  <a:gd name="csY6" fmla="*/ 131331 h 136544"/>
                  <a:gd name="csX7" fmla="*/ 45047 w 87010"/>
                  <a:gd name="csY7" fmla="*/ 135554 h 136544"/>
                  <a:gd name="csX8" fmla="*/ 73828 w 87010"/>
                  <a:gd name="csY8" fmla="*/ 121496 h 136544"/>
                  <a:gd name="csX9" fmla="*/ 84913 w 87010"/>
                  <a:gd name="csY9" fmla="*/ 84519 h 136544"/>
                  <a:gd name="csX10" fmla="*/ 73828 w 87010"/>
                  <a:gd name="csY10" fmla="*/ 47515 h 136544"/>
                  <a:gd name="csX11" fmla="*/ 45047 w 87010"/>
                  <a:gd name="csY11" fmla="*/ 33457 h 136544"/>
                  <a:gd name="csX12" fmla="*/ 26684 w 87010"/>
                  <a:gd name="csY12" fmla="*/ 37680 h 136544"/>
                  <a:gd name="csX13" fmla="*/ 13960 w 87010"/>
                  <a:gd name="csY13" fmla="*/ 50571 h 136544"/>
                  <a:gd name="csX14" fmla="*/ 68328 w 87010"/>
                  <a:gd name="csY14" fmla="*/ 84519 h 136544"/>
                  <a:gd name="csX15" fmla="*/ 61077 w 87010"/>
                  <a:gd name="csY15" fmla="*/ 112162 h 136544"/>
                  <a:gd name="csX16" fmla="*/ 41158 w 87010"/>
                  <a:gd name="csY16" fmla="*/ 122191 h 136544"/>
                  <a:gd name="csX17" fmla="*/ 21211 w 87010"/>
                  <a:gd name="csY17" fmla="*/ 112162 h 136544"/>
                  <a:gd name="csX18" fmla="*/ 13960 w 87010"/>
                  <a:gd name="csY18" fmla="*/ 84519 h 136544"/>
                  <a:gd name="csX19" fmla="*/ 21211 w 87010"/>
                  <a:gd name="csY19" fmla="*/ 56877 h 136544"/>
                  <a:gd name="csX20" fmla="*/ 41158 w 87010"/>
                  <a:gd name="csY20" fmla="*/ 46848 h 136544"/>
                  <a:gd name="csX21" fmla="*/ 61077 w 87010"/>
                  <a:gd name="csY21" fmla="*/ 56877 h 136544"/>
                  <a:gd name="csX22" fmla="*/ 68328 w 87010"/>
                  <a:gd name="csY22" fmla="*/ 84519 h 13654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</a:cxnLst>
                <a:rect l="l" t="t" r="r" b="b"/>
                <a:pathLst>
                  <a:path w="87010" h="136544">
                    <a:moveTo>
                      <a:pt x="13960" y="50571"/>
                    </a:moveTo>
                    <a:lnTo>
                      <a:pt x="13960" y="-991"/>
                    </a:lnTo>
                    <a:lnTo>
                      <a:pt x="-2098" y="-991"/>
                    </a:lnTo>
                    <a:lnTo>
                      <a:pt x="-2098" y="133220"/>
                    </a:lnTo>
                    <a:lnTo>
                      <a:pt x="13960" y="133220"/>
                    </a:lnTo>
                    <a:lnTo>
                      <a:pt x="13960" y="118468"/>
                    </a:lnTo>
                    <a:cubicBezTo>
                      <a:pt x="17331" y="124247"/>
                      <a:pt x="21572" y="128534"/>
                      <a:pt x="26684" y="131331"/>
                    </a:cubicBezTo>
                    <a:cubicBezTo>
                      <a:pt x="31814" y="134146"/>
                      <a:pt x="37935" y="135554"/>
                      <a:pt x="45047" y="135554"/>
                    </a:cubicBezTo>
                    <a:cubicBezTo>
                      <a:pt x="56863" y="135554"/>
                      <a:pt x="66457" y="130868"/>
                      <a:pt x="73828" y="121496"/>
                    </a:cubicBezTo>
                    <a:cubicBezTo>
                      <a:pt x="81218" y="112125"/>
                      <a:pt x="84913" y="99799"/>
                      <a:pt x="84913" y="84519"/>
                    </a:cubicBezTo>
                    <a:cubicBezTo>
                      <a:pt x="84913" y="69240"/>
                      <a:pt x="81218" y="56905"/>
                      <a:pt x="73828" y="47515"/>
                    </a:cubicBezTo>
                    <a:cubicBezTo>
                      <a:pt x="66457" y="38143"/>
                      <a:pt x="56863" y="33457"/>
                      <a:pt x="45047" y="33457"/>
                    </a:cubicBezTo>
                    <a:cubicBezTo>
                      <a:pt x="37935" y="33457"/>
                      <a:pt x="31814" y="34865"/>
                      <a:pt x="26684" y="37680"/>
                    </a:cubicBezTo>
                    <a:cubicBezTo>
                      <a:pt x="21572" y="40495"/>
                      <a:pt x="17331" y="44792"/>
                      <a:pt x="13960" y="50571"/>
                    </a:cubicBezTo>
                    <a:close/>
                    <a:moveTo>
                      <a:pt x="68328" y="84519"/>
                    </a:moveTo>
                    <a:cubicBezTo>
                      <a:pt x="68328" y="96262"/>
                      <a:pt x="65911" y="105476"/>
                      <a:pt x="61077" y="112162"/>
                    </a:cubicBezTo>
                    <a:cubicBezTo>
                      <a:pt x="56243" y="118848"/>
                      <a:pt x="49603" y="122191"/>
                      <a:pt x="41158" y="122191"/>
                    </a:cubicBezTo>
                    <a:cubicBezTo>
                      <a:pt x="32694" y="122191"/>
                      <a:pt x="26045" y="118848"/>
                      <a:pt x="21211" y="112162"/>
                    </a:cubicBezTo>
                    <a:cubicBezTo>
                      <a:pt x="16377" y="105476"/>
                      <a:pt x="13960" y="96262"/>
                      <a:pt x="13960" y="84519"/>
                    </a:cubicBezTo>
                    <a:cubicBezTo>
                      <a:pt x="13960" y="72777"/>
                      <a:pt x="16377" y="63563"/>
                      <a:pt x="21211" y="56877"/>
                    </a:cubicBezTo>
                    <a:cubicBezTo>
                      <a:pt x="26045" y="50191"/>
                      <a:pt x="32694" y="46848"/>
                      <a:pt x="41158" y="46848"/>
                    </a:cubicBezTo>
                    <a:cubicBezTo>
                      <a:pt x="49603" y="46848"/>
                      <a:pt x="56243" y="50191"/>
                      <a:pt x="61077" y="56877"/>
                    </a:cubicBezTo>
                    <a:cubicBezTo>
                      <a:pt x="65911" y="63563"/>
                      <a:pt x="68328" y="72777"/>
                      <a:pt x="68328" y="84519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81B4CF43-6200-5DE5-6F76-8D8854B3DFBE}"/>
                  </a:ext>
                </a:extLst>
              </p:cNvPr>
              <p:cNvSpPr/>
              <p:nvPr/>
            </p:nvSpPr>
            <p:spPr>
              <a:xfrm rot="-5400000" flipV="1">
                <a:off x="1485641" y="2081838"/>
                <a:ext cx="74314" cy="102096"/>
              </a:xfrm>
              <a:custGeom>
                <a:avLst/>
                <a:gdLst>
                  <a:gd name="csX0" fmla="*/ 67455 w 74314"/>
                  <a:gd name="csY0" fmla="*/ 95282 h 102096"/>
                  <a:gd name="csX1" fmla="*/ 67455 w 74314"/>
                  <a:gd name="csY1" fmla="*/ 80169 h 102096"/>
                  <a:gd name="csX2" fmla="*/ 53398 w 74314"/>
                  <a:gd name="csY2" fmla="*/ 85364 h 102096"/>
                  <a:gd name="csX3" fmla="*/ 38285 w 74314"/>
                  <a:gd name="csY3" fmla="*/ 87114 h 102096"/>
                  <a:gd name="csX4" fmla="*/ 20450 w 74314"/>
                  <a:gd name="csY4" fmla="*/ 83475 h 102096"/>
                  <a:gd name="csX5" fmla="*/ 14504 w 74314"/>
                  <a:gd name="csY5" fmla="*/ 72529 h 102096"/>
                  <a:gd name="csX6" fmla="*/ 18755 w 74314"/>
                  <a:gd name="csY6" fmla="*/ 63806 h 102096"/>
                  <a:gd name="csX7" fmla="*/ 35868 w 74314"/>
                  <a:gd name="csY7" fmla="*/ 57777 h 102096"/>
                  <a:gd name="csX8" fmla="*/ 41341 w 74314"/>
                  <a:gd name="csY8" fmla="*/ 56555 h 102096"/>
                  <a:gd name="csX9" fmla="*/ 65511 w 74314"/>
                  <a:gd name="csY9" fmla="*/ 46276 h 102096"/>
                  <a:gd name="csX10" fmla="*/ 72678 w 74314"/>
                  <a:gd name="csY10" fmla="*/ 27746 h 102096"/>
                  <a:gd name="csX11" fmla="*/ 61955 w 74314"/>
                  <a:gd name="csY11" fmla="*/ 6271 h 102096"/>
                  <a:gd name="csX12" fmla="*/ 32479 w 74314"/>
                  <a:gd name="csY12" fmla="*/ -1619 h 102096"/>
                  <a:gd name="csX13" fmla="*/ 16199 w 74314"/>
                  <a:gd name="csY13" fmla="*/ -91 h 102096"/>
                  <a:gd name="csX14" fmla="*/ -1637 w 74314"/>
                  <a:gd name="csY14" fmla="*/ 4465 h 102096"/>
                  <a:gd name="csX15" fmla="*/ -1637 w 74314"/>
                  <a:gd name="csY15" fmla="*/ 20967 h 102096"/>
                  <a:gd name="csX16" fmla="*/ 15810 w 74314"/>
                  <a:gd name="csY16" fmla="*/ 14049 h 102096"/>
                  <a:gd name="csX17" fmla="*/ 32840 w 74314"/>
                  <a:gd name="csY17" fmla="*/ 11771 h 102096"/>
                  <a:gd name="csX18" fmla="*/ 50175 w 74314"/>
                  <a:gd name="csY18" fmla="*/ 15633 h 102096"/>
                  <a:gd name="csX19" fmla="*/ 56260 w 74314"/>
                  <a:gd name="csY19" fmla="*/ 26523 h 102096"/>
                  <a:gd name="csX20" fmla="*/ 51870 w 74314"/>
                  <a:gd name="csY20" fmla="*/ 36497 h 102096"/>
                  <a:gd name="csX21" fmla="*/ 32645 w 74314"/>
                  <a:gd name="csY21" fmla="*/ 43192 h 102096"/>
                  <a:gd name="csX22" fmla="*/ 27089 w 74314"/>
                  <a:gd name="csY22" fmla="*/ 44498 h 102096"/>
                  <a:gd name="csX23" fmla="*/ 5642 w 74314"/>
                  <a:gd name="csY23" fmla="*/ 54082 h 102096"/>
                  <a:gd name="csX24" fmla="*/ -942 w 74314"/>
                  <a:gd name="csY24" fmla="*/ 71834 h 102096"/>
                  <a:gd name="csX25" fmla="*/ 8781 w 74314"/>
                  <a:gd name="csY25" fmla="*/ 93004 h 102096"/>
                  <a:gd name="csX26" fmla="*/ 36396 w 74314"/>
                  <a:gd name="csY26" fmla="*/ 100477 h 102096"/>
                  <a:gd name="csX27" fmla="*/ 53037 w 74314"/>
                  <a:gd name="csY27" fmla="*/ 99171 h 102096"/>
                  <a:gd name="csX28" fmla="*/ 67455 w 74314"/>
                  <a:gd name="csY28" fmla="*/ 95282 h 10209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</a:cxnLst>
                <a:rect l="l" t="t" r="r" b="b"/>
                <a:pathLst>
                  <a:path w="74314" h="102096">
                    <a:moveTo>
                      <a:pt x="67455" y="95282"/>
                    </a:moveTo>
                    <a:lnTo>
                      <a:pt x="67455" y="80169"/>
                    </a:lnTo>
                    <a:cubicBezTo>
                      <a:pt x="62955" y="82484"/>
                      <a:pt x="58269" y="84216"/>
                      <a:pt x="53398" y="85364"/>
                    </a:cubicBezTo>
                    <a:cubicBezTo>
                      <a:pt x="48546" y="86531"/>
                      <a:pt x="43508" y="87114"/>
                      <a:pt x="38285" y="87114"/>
                    </a:cubicBezTo>
                    <a:cubicBezTo>
                      <a:pt x="30358" y="87114"/>
                      <a:pt x="24413" y="85901"/>
                      <a:pt x="20450" y="83475"/>
                    </a:cubicBezTo>
                    <a:cubicBezTo>
                      <a:pt x="16486" y="81049"/>
                      <a:pt x="14504" y="77400"/>
                      <a:pt x="14504" y="72529"/>
                    </a:cubicBezTo>
                    <a:cubicBezTo>
                      <a:pt x="14504" y="68825"/>
                      <a:pt x="15921" y="65917"/>
                      <a:pt x="18755" y="63806"/>
                    </a:cubicBezTo>
                    <a:cubicBezTo>
                      <a:pt x="21589" y="61694"/>
                      <a:pt x="27293" y="59685"/>
                      <a:pt x="35868" y="57777"/>
                    </a:cubicBezTo>
                    <a:lnTo>
                      <a:pt x="41341" y="56555"/>
                    </a:lnTo>
                    <a:cubicBezTo>
                      <a:pt x="52676" y="54129"/>
                      <a:pt x="60732" y="50702"/>
                      <a:pt x="65511" y="46276"/>
                    </a:cubicBezTo>
                    <a:cubicBezTo>
                      <a:pt x="70289" y="41849"/>
                      <a:pt x="72678" y="35673"/>
                      <a:pt x="72678" y="27746"/>
                    </a:cubicBezTo>
                    <a:cubicBezTo>
                      <a:pt x="72678" y="18707"/>
                      <a:pt x="69104" y="11549"/>
                      <a:pt x="61955" y="6271"/>
                    </a:cubicBezTo>
                    <a:cubicBezTo>
                      <a:pt x="54806" y="1011"/>
                      <a:pt x="44980" y="-1619"/>
                      <a:pt x="32479" y="-1619"/>
                    </a:cubicBezTo>
                    <a:cubicBezTo>
                      <a:pt x="27274" y="-1619"/>
                      <a:pt x="21848" y="-1110"/>
                      <a:pt x="16199" y="-91"/>
                    </a:cubicBezTo>
                    <a:cubicBezTo>
                      <a:pt x="10550" y="927"/>
                      <a:pt x="4605" y="2446"/>
                      <a:pt x="-1637" y="4465"/>
                    </a:cubicBezTo>
                    <a:lnTo>
                      <a:pt x="-1637" y="20967"/>
                    </a:lnTo>
                    <a:cubicBezTo>
                      <a:pt x="4272" y="17893"/>
                      <a:pt x="10087" y="15587"/>
                      <a:pt x="15810" y="14049"/>
                    </a:cubicBezTo>
                    <a:cubicBezTo>
                      <a:pt x="21533" y="12531"/>
                      <a:pt x="27210" y="11771"/>
                      <a:pt x="32840" y="11771"/>
                    </a:cubicBezTo>
                    <a:cubicBezTo>
                      <a:pt x="40359" y="11771"/>
                      <a:pt x="46138" y="13059"/>
                      <a:pt x="50175" y="15633"/>
                    </a:cubicBezTo>
                    <a:cubicBezTo>
                      <a:pt x="54232" y="18207"/>
                      <a:pt x="56260" y="21837"/>
                      <a:pt x="56260" y="26523"/>
                    </a:cubicBezTo>
                    <a:cubicBezTo>
                      <a:pt x="56260" y="30857"/>
                      <a:pt x="54796" y="34182"/>
                      <a:pt x="51870" y="36497"/>
                    </a:cubicBezTo>
                    <a:cubicBezTo>
                      <a:pt x="48962" y="38812"/>
                      <a:pt x="42554" y="41044"/>
                      <a:pt x="32645" y="43192"/>
                    </a:cubicBezTo>
                    <a:lnTo>
                      <a:pt x="27089" y="44498"/>
                    </a:lnTo>
                    <a:cubicBezTo>
                      <a:pt x="17199" y="46572"/>
                      <a:pt x="10050" y="49767"/>
                      <a:pt x="5642" y="54082"/>
                    </a:cubicBezTo>
                    <a:cubicBezTo>
                      <a:pt x="1253" y="58398"/>
                      <a:pt x="-942" y="64315"/>
                      <a:pt x="-942" y="71834"/>
                    </a:cubicBezTo>
                    <a:cubicBezTo>
                      <a:pt x="-942" y="80984"/>
                      <a:pt x="2299" y="88040"/>
                      <a:pt x="8781" y="93004"/>
                    </a:cubicBezTo>
                    <a:cubicBezTo>
                      <a:pt x="15264" y="97986"/>
                      <a:pt x="24469" y="100477"/>
                      <a:pt x="36396" y="100477"/>
                    </a:cubicBezTo>
                    <a:cubicBezTo>
                      <a:pt x="42286" y="100477"/>
                      <a:pt x="47833" y="100042"/>
                      <a:pt x="53037" y="99171"/>
                    </a:cubicBezTo>
                    <a:cubicBezTo>
                      <a:pt x="58260" y="98319"/>
                      <a:pt x="63066" y="97023"/>
                      <a:pt x="67455" y="9528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B4ADBD7A-2654-6253-6CE9-9F4B1FFFACC3}"/>
                  </a:ext>
                </a:extLst>
              </p:cNvPr>
              <p:cNvSpPr/>
              <p:nvPr/>
            </p:nvSpPr>
            <p:spPr>
              <a:xfrm rot="-5400000" flipV="1">
                <a:off x="1495670" y="1973703"/>
                <a:ext cx="39838" cy="158353"/>
              </a:xfrm>
              <a:custGeom>
                <a:avLst/>
                <a:gdLst>
                  <a:gd name="csX0" fmla="*/ -1183 w 39838"/>
                  <a:gd name="csY0" fmla="*/ 156468 h 158353"/>
                  <a:gd name="csX1" fmla="*/ 12708 w 39838"/>
                  <a:gd name="csY1" fmla="*/ 156468 h 158353"/>
                  <a:gd name="csX2" fmla="*/ 32183 w 39838"/>
                  <a:gd name="csY2" fmla="*/ 116352 h 158353"/>
                  <a:gd name="csX3" fmla="*/ 38656 w 39838"/>
                  <a:gd name="csY3" fmla="*/ 77375 h 158353"/>
                  <a:gd name="csX4" fmla="*/ 32183 w 39838"/>
                  <a:gd name="csY4" fmla="*/ 38231 h 158353"/>
                  <a:gd name="csX5" fmla="*/ 12708 w 39838"/>
                  <a:gd name="csY5" fmla="*/ -1885 h 158353"/>
                  <a:gd name="csX6" fmla="*/ -1183 w 39838"/>
                  <a:gd name="csY6" fmla="*/ -1885 h 158353"/>
                  <a:gd name="csX7" fmla="*/ 16042 w 39838"/>
                  <a:gd name="csY7" fmla="*/ 37676 h 158353"/>
                  <a:gd name="csX8" fmla="*/ 21737 w 39838"/>
                  <a:gd name="csY8" fmla="*/ 77375 h 158353"/>
                  <a:gd name="csX9" fmla="*/ 16042 w 39838"/>
                  <a:gd name="csY9" fmla="*/ 116963 h 158353"/>
                  <a:gd name="csX10" fmla="*/ -1183 w 39838"/>
                  <a:gd name="csY10" fmla="*/ 156468 h 15835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39838" h="158353">
                    <a:moveTo>
                      <a:pt x="-1183" y="156468"/>
                    </a:moveTo>
                    <a:lnTo>
                      <a:pt x="12708" y="156468"/>
                    </a:lnTo>
                    <a:cubicBezTo>
                      <a:pt x="21376" y="142818"/>
                      <a:pt x="27867" y="129446"/>
                      <a:pt x="32183" y="116352"/>
                    </a:cubicBezTo>
                    <a:cubicBezTo>
                      <a:pt x="36498" y="103276"/>
                      <a:pt x="38656" y="90284"/>
                      <a:pt x="38656" y="77375"/>
                    </a:cubicBezTo>
                    <a:cubicBezTo>
                      <a:pt x="38656" y="64410"/>
                      <a:pt x="36498" y="51362"/>
                      <a:pt x="32183" y="38231"/>
                    </a:cubicBezTo>
                    <a:cubicBezTo>
                      <a:pt x="27867" y="25100"/>
                      <a:pt x="21376" y="11728"/>
                      <a:pt x="12708" y="-1885"/>
                    </a:cubicBezTo>
                    <a:lnTo>
                      <a:pt x="-1183" y="-1885"/>
                    </a:lnTo>
                    <a:cubicBezTo>
                      <a:pt x="6503" y="11376"/>
                      <a:pt x="12245" y="24563"/>
                      <a:pt x="16042" y="37676"/>
                    </a:cubicBezTo>
                    <a:cubicBezTo>
                      <a:pt x="19838" y="50788"/>
                      <a:pt x="21737" y="64021"/>
                      <a:pt x="21737" y="77375"/>
                    </a:cubicBezTo>
                    <a:cubicBezTo>
                      <a:pt x="21737" y="90747"/>
                      <a:pt x="19838" y="103943"/>
                      <a:pt x="16042" y="116963"/>
                    </a:cubicBezTo>
                    <a:cubicBezTo>
                      <a:pt x="12245" y="130002"/>
                      <a:pt x="6503" y="143170"/>
                      <a:pt x="-1183" y="156468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48" name="Freeform: Shape 247">
            <a:extLst>
              <a:ext uri="{FF2B5EF4-FFF2-40B4-BE49-F238E27FC236}">
                <a16:creationId xmlns:a16="http://schemas.microsoft.com/office/drawing/2014/main" id="{B15FBBDC-950F-B2B6-EFE9-3A25510AF7BE}"/>
              </a:ext>
            </a:extLst>
          </p:cNvPr>
          <p:cNvSpPr/>
          <p:nvPr/>
        </p:nvSpPr>
        <p:spPr>
          <a:xfrm>
            <a:off x="2086493" y="1864921"/>
            <a:ext cx="5153887" cy="2477963"/>
          </a:xfrm>
          <a:custGeom>
            <a:avLst/>
            <a:gdLst>
              <a:gd name="csX0" fmla="*/ 0 w 5153887"/>
              <a:gd name="csY0" fmla="*/ 794026 h 2477963"/>
              <a:gd name="csX1" fmla="*/ 10331 w 5153887"/>
              <a:gd name="csY1" fmla="*/ 743493 h 2477963"/>
              <a:gd name="csX2" fmla="*/ 20655 w 5153887"/>
              <a:gd name="csY2" fmla="*/ 842410 h 2477963"/>
              <a:gd name="csX3" fmla="*/ 30979 w 5153887"/>
              <a:gd name="csY3" fmla="*/ 792932 h 2477963"/>
              <a:gd name="csX4" fmla="*/ 61952 w 5153887"/>
              <a:gd name="csY4" fmla="*/ 792898 h 2477963"/>
              <a:gd name="csX5" fmla="*/ 72276 w 5153887"/>
              <a:gd name="csY5" fmla="*/ 743458 h 2477963"/>
              <a:gd name="csX6" fmla="*/ 82600 w 5153887"/>
              <a:gd name="csY6" fmla="*/ 792864 h 2477963"/>
              <a:gd name="csX7" fmla="*/ 92924 w 5153887"/>
              <a:gd name="csY7" fmla="*/ 879965 h 2477963"/>
              <a:gd name="csX8" fmla="*/ 103490 w 5153887"/>
              <a:gd name="csY8" fmla="*/ 701809 h 2477963"/>
              <a:gd name="csX9" fmla="*/ 113572 w 5153887"/>
              <a:gd name="csY9" fmla="*/ 793033 h 2477963"/>
              <a:gd name="csX10" fmla="*/ 123897 w 5153887"/>
              <a:gd name="csY10" fmla="*/ 794245 h 2477963"/>
              <a:gd name="csX11" fmla="*/ 134229 w 5153887"/>
              <a:gd name="csY11" fmla="*/ 791616 h 2477963"/>
              <a:gd name="csX12" fmla="*/ 154869 w 5153887"/>
              <a:gd name="csY12" fmla="*/ 792948 h 2477963"/>
              <a:gd name="csX13" fmla="*/ 196166 w 5153887"/>
              <a:gd name="csY13" fmla="*/ 793555 h 2477963"/>
              <a:gd name="csX14" fmla="*/ 206496 w 5153887"/>
              <a:gd name="csY14" fmla="*/ 1511 h 2477963"/>
              <a:gd name="csX15" fmla="*/ 216827 w 5153887"/>
              <a:gd name="csY15" fmla="*/ 49632 h 2477963"/>
              <a:gd name="csX16" fmla="*/ 227151 w 5153887"/>
              <a:gd name="csY16" fmla="*/ 49559 h 2477963"/>
              <a:gd name="csX17" fmla="*/ 237475 w 5153887"/>
              <a:gd name="csY17" fmla="*/ 25 h 2477963"/>
              <a:gd name="csX18" fmla="*/ 247799 w 5153887"/>
              <a:gd name="csY18" fmla="*/ 49656 h 2477963"/>
              <a:gd name="csX19" fmla="*/ 258124 w 5153887"/>
              <a:gd name="csY19" fmla="*/ 124 h 2477963"/>
              <a:gd name="csX20" fmla="*/ 268448 w 5153887"/>
              <a:gd name="csY20" fmla="*/ 49438 h 2477963"/>
              <a:gd name="csX21" fmla="*/ 278772 w 5153887"/>
              <a:gd name="csY21" fmla="*/ 124 h 2477963"/>
              <a:gd name="csX22" fmla="*/ 289096 w 5153887"/>
              <a:gd name="csY22" fmla="*/ 49486 h 2477963"/>
              <a:gd name="csX23" fmla="*/ 299420 w 5153887"/>
              <a:gd name="csY23" fmla="*/ 25 h 2477963"/>
              <a:gd name="csX24" fmla="*/ 309744 w 5153887"/>
              <a:gd name="csY24" fmla="*/ 49584 h 2477963"/>
              <a:gd name="csX25" fmla="*/ 320069 w 5153887"/>
              <a:gd name="csY25" fmla="*/ 25 h 2477963"/>
              <a:gd name="csX26" fmla="*/ 330393 w 5153887"/>
              <a:gd name="csY26" fmla="*/ 49608 h 2477963"/>
              <a:gd name="csX27" fmla="*/ 340717 w 5153887"/>
              <a:gd name="csY27" fmla="*/ 0 h 2477963"/>
              <a:gd name="csX28" fmla="*/ 351041 w 5153887"/>
              <a:gd name="csY28" fmla="*/ 49559 h 2477963"/>
              <a:gd name="csX29" fmla="*/ 361365 w 5153887"/>
              <a:gd name="csY29" fmla="*/ 25 h 2477963"/>
              <a:gd name="csX30" fmla="*/ 371689 w 5153887"/>
              <a:gd name="csY30" fmla="*/ 49584 h 2477963"/>
              <a:gd name="csX31" fmla="*/ 382014 w 5153887"/>
              <a:gd name="csY31" fmla="*/ 25 h 2477963"/>
              <a:gd name="csX32" fmla="*/ 392338 w 5153887"/>
              <a:gd name="csY32" fmla="*/ 49608 h 2477963"/>
              <a:gd name="csX33" fmla="*/ 402662 w 5153887"/>
              <a:gd name="csY33" fmla="*/ 6377 h 2477963"/>
              <a:gd name="csX34" fmla="*/ 412993 w 5153887"/>
              <a:gd name="csY34" fmla="*/ 199672 h 2477963"/>
              <a:gd name="csX35" fmla="*/ 423323 w 5153887"/>
              <a:gd name="csY35" fmla="*/ 247819 h 2477963"/>
              <a:gd name="csX36" fmla="*/ 433647 w 5153887"/>
              <a:gd name="csY36" fmla="*/ 198237 h 2477963"/>
              <a:gd name="csX37" fmla="*/ 443971 w 5153887"/>
              <a:gd name="csY37" fmla="*/ 247819 h 2477963"/>
              <a:gd name="csX38" fmla="*/ 454296 w 5153887"/>
              <a:gd name="csY38" fmla="*/ 248198 h 2477963"/>
              <a:gd name="csX39" fmla="*/ 464621 w 5153887"/>
              <a:gd name="csY39" fmla="*/ 197918 h 2477963"/>
              <a:gd name="csX40" fmla="*/ 474944 w 5153887"/>
              <a:gd name="csY40" fmla="*/ 248398 h 2477963"/>
              <a:gd name="csX41" fmla="*/ 485271 w 5153887"/>
              <a:gd name="csY41" fmla="*/ 197735 h 2477963"/>
              <a:gd name="csX42" fmla="*/ 495593 w 5153887"/>
              <a:gd name="csY42" fmla="*/ 247819 h 2477963"/>
              <a:gd name="csX43" fmla="*/ 505917 w 5153887"/>
              <a:gd name="csY43" fmla="*/ 199923 h 2477963"/>
              <a:gd name="csX44" fmla="*/ 516249 w 5153887"/>
              <a:gd name="csY44" fmla="*/ 246279 h 2477963"/>
              <a:gd name="csX45" fmla="*/ 526566 w 5153887"/>
              <a:gd name="csY45" fmla="*/ 198055 h 2477963"/>
              <a:gd name="csX46" fmla="*/ 536889 w 5153887"/>
              <a:gd name="csY46" fmla="*/ 247819 h 2477963"/>
              <a:gd name="csX47" fmla="*/ 547213 w 5153887"/>
              <a:gd name="csY47" fmla="*/ 198716 h 2477963"/>
              <a:gd name="csX48" fmla="*/ 557539 w 5153887"/>
              <a:gd name="csY48" fmla="*/ 247372 h 2477963"/>
              <a:gd name="csX49" fmla="*/ 567861 w 5153887"/>
              <a:gd name="csY49" fmla="*/ 199422 h 2477963"/>
              <a:gd name="csX50" fmla="*/ 578191 w 5153887"/>
              <a:gd name="csY50" fmla="*/ 246681 h 2477963"/>
              <a:gd name="csX51" fmla="*/ 588510 w 5153887"/>
              <a:gd name="csY51" fmla="*/ 198283 h 2477963"/>
              <a:gd name="csX52" fmla="*/ 598834 w 5153887"/>
              <a:gd name="csY52" fmla="*/ 247796 h 2477963"/>
              <a:gd name="csX53" fmla="*/ 609158 w 5153887"/>
              <a:gd name="csY53" fmla="*/ 199763 h 2477963"/>
              <a:gd name="csX54" fmla="*/ 619489 w 5153887"/>
              <a:gd name="csY54" fmla="*/ 1536912 h 2477963"/>
              <a:gd name="csX55" fmla="*/ 629819 w 5153887"/>
              <a:gd name="csY55" fmla="*/ 1585933 h 2477963"/>
              <a:gd name="csX56" fmla="*/ 640143 w 5153887"/>
              <a:gd name="csY56" fmla="*/ 1536309 h 2477963"/>
              <a:gd name="csX57" fmla="*/ 650467 w 5153887"/>
              <a:gd name="csY57" fmla="*/ 1536366 h 2477963"/>
              <a:gd name="csX58" fmla="*/ 660791 w 5153887"/>
              <a:gd name="csY58" fmla="*/ 1585906 h 2477963"/>
              <a:gd name="csX59" fmla="*/ 671116 w 5153887"/>
              <a:gd name="csY59" fmla="*/ 1536432 h 2477963"/>
              <a:gd name="csX60" fmla="*/ 681441 w 5153887"/>
              <a:gd name="csY60" fmla="*/ 1585852 h 2477963"/>
              <a:gd name="csX61" fmla="*/ 691764 w 5153887"/>
              <a:gd name="csY61" fmla="*/ 1536319 h 2477963"/>
              <a:gd name="csX62" fmla="*/ 702088 w 5153887"/>
              <a:gd name="csY62" fmla="*/ 1585906 h 2477963"/>
              <a:gd name="csX63" fmla="*/ 712412 w 5153887"/>
              <a:gd name="csY63" fmla="*/ 1536357 h 2477963"/>
              <a:gd name="csX64" fmla="*/ 722737 w 5153887"/>
              <a:gd name="csY64" fmla="*/ 1536385 h 2477963"/>
              <a:gd name="csX65" fmla="*/ 733061 w 5153887"/>
              <a:gd name="csY65" fmla="*/ 1585924 h 2477963"/>
              <a:gd name="csX66" fmla="*/ 743386 w 5153887"/>
              <a:gd name="csY66" fmla="*/ 1536281 h 2477963"/>
              <a:gd name="csX67" fmla="*/ 753709 w 5153887"/>
              <a:gd name="csY67" fmla="*/ 1585897 h 2477963"/>
              <a:gd name="csX68" fmla="*/ 764033 w 5153887"/>
              <a:gd name="csY68" fmla="*/ 1536347 h 2477963"/>
              <a:gd name="csX69" fmla="*/ 774357 w 5153887"/>
              <a:gd name="csY69" fmla="*/ 1585915 h 2477963"/>
              <a:gd name="csX70" fmla="*/ 784682 w 5153887"/>
              <a:gd name="csY70" fmla="*/ 1537654 h 2477963"/>
              <a:gd name="csX71" fmla="*/ 795020 w 5153887"/>
              <a:gd name="csY71" fmla="*/ 1535084 h 2477963"/>
              <a:gd name="csX72" fmla="*/ 805331 w 5153887"/>
              <a:gd name="csY72" fmla="*/ 1586066 h 2477963"/>
              <a:gd name="csX73" fmla="*/ 815656 w 5153887"/>
              <a:gd name="csY73" fmla="*/ 1536149 h 2477963"/>
              <a:gd name="csX74" fmla="*/ 825987 w 5153887"/>
              <a:gd name="csY74" fmla="*/ 1437864 h 2477963"/>
              <a:gd name="csX75" fmla="*/ 856966 w 5153887"/>
              <a:gd name="csY75" fmla="*/ 1437240 h 2477963"/>
              <a:gd name="csX76" fmla="*/ 867290 w 5153887"/>
              <a:gd name="csY76" fmla="*/ 1437240 h 2477963"/>
              <a:gd name="csX77" fmla="*/ 877614 w 5153887"/>
              <a:gd name="csY77" fmla="*/ 1487016 h 2477963"/>
              <a:gd name="csX78" fmla="*/ 887941 w 5153887"/>
              <a:gd name="csY78" fmla="*/ 1436969 h 2477963"/>
              <a:gd name="csX79" fmla="*/ 939559 w 5153887"/>
              <a:gd name="csY79" fmla="*/ 1437219 h 2477963"/>
              <a:gd name="csX80" fmla="*/ 949883 w 5153887"/>
              <a:gd name="csY80" fmla="*/ 1486788 h 2477963"/>
              <a:gd name="csX81" fmla="*/ 960208 w 5153887"/>
              <a:gd name="csY81" fmla="*/ 1437229 h 2477963"/>
              <a:gd name="csX82" fmla="*/ 1001505 w 5153887"/>
              <a:gd name="csY82" fmla="*/ 1437198 h 2477963"/>
              <a:gd name="csX83" fmla="*/ 1011828 w 5153887"/>
              <a:gd name="csY83" fmla="*/ 1486798 h 2477963"/>
              <a:gd name="csX84" fmla="*/ 1022153 w 5153887"/>
              <a:gd name="csY84" fmla="*/ 1437261 h 2477963"/>
              <a:gd name="csX85" fmla="*/ 1032494 w 5153887"/>
              <a:gd name="csY85" fmla="*/ 2131628 h 2477963"/>
              <a:gd name="csX86" fmla="*/ 1042835 w 5153887"/>
              <a:gd name="csY86" fmla="*/ 2180302 h 2477963"/>
              <a:gd name="csX87" fmla="*/ 1084129 w 5153887"/>
              <a:gd name="csY87" fmla="*/ 2180382 h 2477963"/>
              <a:gd name="csX88" fmla="*/ 1094445 w 5153887"/>
              <a:gd name="csY88" fmla="*/ 2131053 h 2477963"/>
              <a:gd name="csX89" fmla="*/ 1104770 w 5153887"/>
              <a:gd name="csY89" fmla="*/ 2187529 h 2477963"/>
              <a:gd name="csX90" fmla="*/ 1115340 w 5153887"/>
              <a:gd name="csY90" fmla="*/ 2173374 h 2477963"/>
              <a:gd name="csX91" fmla="*/ 1125419 w 5153887"/>
              <a:gd name="csY91" fmla="*/ 2180596 h 2477963"/>
              <a:gd name="csX92" fmla="*/ 1156391 w 5153887"/>
              <a:gd name="csY92" fmla="*/ 2180608 h 2477963"/>
              <a:gd name="csX93" fmla="*/ 1166715 w 5153887"/>
              <a:gd name="csY93" fmla="*/ 2131056 h 2477963"/>
              <a:gd name="csX94" fmla="*/ 1177039 w 5153887"/>
              <a:gd name="csY94" fmla="*/ 2180611 h 2477963"/>
              <a:gd name="csX95" fmla="*/ 1208011 w 5153887"/>
              <a:gd name="csY95" fmla="*/ 2180611 h 2477963"/>
              <a:gd name="csX96" fmla="*/ 1218336 w 5153887"/>
              <a:gd name="csY96" fmla="*/ 2183290 h 2477963"/>
              <a:gd name="csX97" fmla="*/ 1228754 w 5153887"/>
              <a:gd name="csY97" fmla="*/ 2128079 h 2477963"/>
              <a:gd name="csX98" fmla="*/ 1239084 w 5153887"/>
              <a:gd name="csY98" fmla="*/ 1437864 h 2477963"/>
              <a:gd name="csX99" fmla="*/ 1249414 w 5153887"/>
              <a:gd name="csY99" fmla="*/ 1486818 h 2477963"/>
              <a:gd name="csX100" fmla="*/ 1259739 w 5153887"/>
              <a:gd name="csY100" fmla="*/ 1437198 h 2477963"/>
              <a:gd name="csX101" fmla="*/ 1270063 w 5153887"/>
              <a:gd name="csY101" fmla="*/ 1486788 h 2477963"/>
              <a:gd name="csX102" fmla="*/ 1280387 w 5153887"/>
              <a:gd name="csY102" fmla="*/ 1437292 h 2477963"/>
              <a:gd name="csX103" fmla="*/ 1290712 w 5153887"/>
              <a:gd name="csY103" fmla="*/ 1486729 h 2477963"/>
              <a:gd name="csX104" fmla="*/ 1301035 w 5153887"/>
              <a:gd name="csY104" fmla="*/ 1437229 h 2477963"/>
              <a:gd name="csX105" fmla="*/ 1311360 w 5153887"/>
              <a:gd name="csY105" fmla="*/ 1507555 h 2477963"/>
              <a:gd name="csX106" fmla="*/ 1321905 w 5153887"/>
              <a:gd name="csY106" fmla="*/ 1414503 h 2477963"/>
              <a:gd name="csX107" fmla="*/ 1332008 w 5153887"/>
              <a:gd name="csY107" fmla="*/ 1437854 h 2477963"/>
              <a:gd name="csX108" fmla="*/ 1342339 w 5153887"/>
              <a:gd name="csY108" fmla="*/ 1486173 h 2477963"/>
              <a:gd name="csX109" fmla="*/ 1352656 w 5153887"/>
              <a:gd name="csY109" fmla="*/ 1437209 h 2477963"/>
              <a:gd name="csX110" fmla="*/ 1362980 w 5153887"/>
              <a:gd name="csY110" fmla="*/ 1486808 h 2477963"/>
              <a:gd name="csX111" fmla="*/ 1373305 w 5153887"/>
              <a:gd name="csY111" fmla="*/ 1437833 h 2477963"/>
              <a:gd name="csX112" fmla="*/ 1383635 w 5153887"/>
              <a:gd name="csY112" fmla="*/ 1486233 h 2477963"/>
              <a:gd name="csX113" fmla="*/ 1393953 w 5153887"/>
              <a:gd name="csY113" fmla="*/ 1437240 h 2477963"/>
              <a:gd name="csX114" fmla="*/ 1404278 w 5153887"/>
              <a:gd name="csY114" fmla="*/ 1486778 h 2477963"/>
              <a:gd name="csX115" fmla="*/ 1414602 w 5153887"/>
              <a:gd name="csY115" fmla="*/ 1437209 h 2477963"/>
              <a:gd name="csX116" fmla="*/ 1424926 w 5153887"/>
              <a:gd name="csY116" fmla="*/ 1486788 h 2477963"/>
              <a:gd name="csX117" fmla="*/ 1435250 w 5153887"/>
              <a:gd name="csY117" fmla="*/ 1558124 h 2477963"/>
              <a:gd name="csX118" fmla="*/ 1445580 w 5153887"/>
              <a:gd name="csY118" fmla="*/ 2428436 h 2477963"/>
              <a:gd name="csX119" fmla="*/ 1507532 w 5153887"/>
              <a:gd name="csY119" fmla="*/ 2428406 h 2477963"/>
              <a:gd name="csX120" fmla="*/ 1517856 w 5153887"/>
              <a:gd name="csY120" fmla="*/ 2477964 h 2477963"/>
              <a:gd name="csX121" fmla="*/ 1528180 w 5153887"/>
              <a:gd name="csY121" fmla="*/ 2428405 h 2477963"/>
              <a:gd name="csX122" fmla="*/ 1579801 w 5153887"/>
              <a:gd name="csY122" fmla="*/ 2428405 h 2477963"/>
              <a:gd name="csX123" fmla="*/ 1590125 w 5153887"/>
              <a:gd name="csY123" fmla="*/ 2477964 h 2477963"/>
              <a:gd name="csX124" fmla="*/ 1600449 w 5153887"/>
              <a:gd name="csY124" fmla="*/ 2428405 h 2477963"/>
              <a:gd name="csX125" fmla="*/ 1714029 w 5153887"/>
              <a:gd name="csY125" fmla="*/ 2428407 h 2477963"/>
              <a:gd name="csX126" fmla="*/ 1724354 w 5153887"/>
              <a:gd name="csY126" fmla="*/ 2477964 h 2477963"/>
              <a:gd name="csX127" fmla="*/ 1734677 w 5153887"/>
              <a:gd name="csY127" fmla="*/ 2428406 h 2477963"/>
              <a:gd name="csX128" fmla="*/ 1786299 w 5153887"/>
              <a:gd name="csY128" fmla="*/ 2428401 h 2477963"/>
              <a:gd name="csX129" fmla="*/ 1796622 w 5153887"/>
              <a:gd name="csY129" fmla="*/ 2477964 h 2477963"/>
              <a:gd name="csX130" fmla="*/ 1806949 w 5153887"/>
              <a:gd name="csY130" fmla="*/ 2428395 h 2477963"/>
              <a:gd name="csX131" fmla="*/ 1848243 w 5153887"/>
              <a:gd name="csY131" fmla="*/ 2428434 h 2477963"/>
              <a:gd name="csX132" fmla="*/ 1858580 w 5153887"/>
              <a:gd name="csY132" fmla="*/ 1982980 h 2477963"/>
              <a:gd name="csX133" fmla="*/ 1868917 w 5153887"/>
              <a:gd name="csY133" fmla="*/ 2031667 h 2477963"/>
              <a:gd name="csX134" fmla="*/ 1879235 w 5153887"/>
              <a:gd name="csY134" fmla="*/ 1982371 h 2477963"/>
              <a:gd name="csX135" fmla="*/ 1889559 w 5153887"/>
              <a:gd name="csY135" fmla="*/ 2031935 h 2477963"/>
              <a:gd name="csX136" fmla="*/ 1899883 w 5153887"/>
              <a:gd name="csY136" fmla="*/ 1982381 h 2477963"/>
              <a:gd name="csX137" fmla="*/ 1910207 w 5153887"/>
              <a:gd name="csY137" fmla="*/ 2031953 h 2477963"/>
              <a:gd name="csX138" fmla="*/ 1920532 w 5153887"/>
              <a:gd name="csY138" fmla="*/ 2031917 h 2477963"/>
              <a:gd name="csX139" fmla="*/ 1930856 w 5153887"/>
              <a:gd name="csY139" fmla="*/ 1982371 h 2477963"/>
              <a:gd name="csX140" fmla="*/ 1941180 w 5153887"/>
              <a:gd name="csY140" fmla="*/ 2031935 h 2477963"/>
              <a:gd name="csX141" fmla="*/ 1951504 w 5153887"/>
              <a:gd name="csY141" fmla="*/ 1982376 h 2477963"/>
              <a:gd name="csX142" fmla="*/ 1961828 w 5153887"/>
              <a:gd name="csY142" fmla="*/ 2031940 h 2477963"/>
              <a:gd name="csX143" fmla="*/ 1972152 w 5153887"/>
              <a:gd name="csY143" fmla="*/ 2035255 h 2477963"/>
              <a:gd name="csX144" fmla="*/ 1982554 w 5153887"/>
              <a:gd name="csY144" fmla="*/ 1978631 h 2477963"/>
              <a:gd name="csX145" fmla="*/ 1992801 w 5153887"/>
              <a:gd name="csY145" fmla="*/ 2031931 h 2477963"/>
              <a:gd name="csX146" fmla="*/ 2003125 w 5153887"/>
              <a:gd name="csY146" fmla="*/ 1982376 h 2477963"/>
              <a:gd name="csX147" fmla="*/ 2013449 w 5153887"/>
              <a:gd name="csY147" fmla="*/ 2031944 h 2477963"/>
              <a:gd name="csX148" fmla="*/ 2023773 w 5153887"/>
              <a:gd name="csY148" fmla="*/ 1982361 h 2477963"/>
              <a:gd name="csX149" fmla="*/ 2034097 w 5153887"/>
              <a:gd name="csY149" fmla="*/ 2031944 h 2477963"/>
              <a:gd name="csX150" fmla="*/ 2044422 w 5153887"/>
              <a:gd name="csY150" fmla="*/ 2032243 h 2477963"/>
              <a:gd name="csX151" fmla="*/ 2054753 w 5153887"/>
              <a:gd name="csY151" fmla="*/ 1982049 h 2477963"/>
              <a:gd name="csX152" fmla="*/ 2065084 w 5153887"/>
              <a:gd name="csY152" fmla="*/ 1487402 h 2477963"/>
              <a:gd name="csX153" fmla="*/ 2075414 w 5153887"/>
              <a:gd name="csY153" fmla="*/ 1486778 h 2477963"/>
              <a:gd name="csX154" fmla="*/ 2085738 w 5153887"/>
              <a:gd name="csY154" fmla="*/ 1536366 h 2477963"/>
              <a:gd name="csX155" fmla="*/ 2096063 w 5153887"/>
              <a:gd name="csY155" fmla="*/ 1486759 h 2477963"/>
              <a:gd name="csX156" fmla="*/ 2106386 w 5153887"/>
              <a:gd name="csY156" fmla="*/ 1536366 h 2477963"/>
              <a:gd name="csX157" fmla="*/ 2116711 w 5153887"/>
              <a:gd name="csY157" fmla="*/ 1486788 h 2477963"/>
              <a:gd name="csX158" fmla="*/ 2127035 w 5153887"/>
              <a:gd name="csY158" fmla="*/ 1486778 h 2477963"/>
              <a:gd name="csX159" fmla="*/ 2137359 w 5153887"/>
              <a:gd name="csY159" fmla="*/ 1536357 h 2477963"/>
              <a:gd name="csX160" fmla="*/ 2147683 w 5153887"/>
              <a:gd name="csY160" fmla="*/ 1486788 h 2477963"/>
              <a:gd name="csX161" fmla="*/ 2158007 w 5153887"/>
              <a:gd name="csY161" fmla="*/ 1486788 h 2477963"/>
              <a:gd name="csX162" fmla="*/ 2168332 w 5153887"/>
              <a:gd name="csY162" fmla="*/ 1536357 h 2477963"/>
              <a:gd name="csX163" fmla="*/ 2178656 w 5153887"/>
              <a:gd name="csY163" fmla="*/ 1486967 h 2477963"/>
              <a:gd name="csX164" fmla="*/ 2188982 w 5153887"/>
              <a:gd name="csY164" fmla="*/ 1486600 h 2477963"/>
              <a:gd name="csX165" fmla="*/ 2199304 w 5153887"/>
              <a:gd name="csY165" fmla="*/ 1536338 h 2477963"/>
              <a:gd name="csX166" fmla="*/ 2209628 w 5153887"/>
              <a:gd name="csY166" fmla="*/ 1547614 h 2477963"/>
              <a:gd name="csX167" fmla="*/ 2220078 w 5153887"/>
              <a:gd name="csY167" fmla="*/ 1474648 h 2477963"/>
              <a:gd name="csX168" fmla="*/ 2230277 w 5153887"/>
              <a:gd name="csY168" fmla="*/ 1486788 h 2477963"/>
              <a:gd name="csX169" fmla="*/ 2240601 w 5153887"/>
              <a:gd name="csY169" fmla="*/ 1486778 h 2477963"/>
              <a:gd name="csX170" fmla="*/ 2250925 w 5153887"/>
              <a:gd name="csY170" fmla="*/ 1536357 h 2477963"/>
              <a:gd name="csX171" fmla="*/ 2261249 w 5153887"/>
              <a:gd name="csY171" fmla="*/ 1488747 h 2477963"/>
              <a:gd name="csX172" fmla="*/ 2271581 w 5153887"/>
              <a:gd name="csY172" fmla="*/ 1239935 h 2477963"/>
              <a:gd name="csX173" fmla="*/ 2292236 w 5153887"/>
              <a:gd name="csY173" fmla="*/ 1238994 h 2477963"/>
              <a:gd name="csX174" fmla="*/ 2467747 w 5153887"/>
              <a:gd name="csY174" fmla="*/ 1239094 h 2477963"/>
              <a:gd name="csX175" fmla="*/ 2478077 w 5153887"/>
              <a:gd name="csY175" fmla="*/ 2131264 h 2477963"/>
              <a:gd name="csX176" fmla="*/ 2498733 w 5153887"/>
              <a:gd name="csY176" fmla="*/ 2131015 h 2477963"/>
              <a:gd name="csX177" fmla="*/ 2509056 w 5153887"/>
              <a:gd name="csY177" fmla="*/ 2180608 h 2477963"/>
              <a:gd name="csX178" fmla="*/ 2519380 w 5153887"/>
              <a:gd name="csY178" fmla="*/ 2131053 h 2477963"/>
              <a:gd name="csX179" fmla="*/ 2529704 w 5153887"/>
              <a:gd name="csY179" fmla="*/ 2131049 h 2477963"/>
              <a:gd name="csX180" fmla="*/ 2540029 w 5153887"/>
              <a:gd name="csY180" fmla="*/ 2180614 h 2477963"/>
              <a:gd name="csX181" fmla="*/ 2550353 w 5153887"/>
              <a:gd name="csY181" fmla="*/ 2131049 h 2477963"/>
              <a:gd name="csX182" fmla="*/ 2571001 w 5153887"/>
              <a:gd name="csY182" fmla="*/ 2131049 h 2477963"/>
              <a:gd name="csX183" fmla="*/ 2581325 w 5153887"/>
              <a:gd name="csY183" fmla="*/ 2180614 h 2477963"/>
              <a:gd name="csX184" fmla="*/ 2591649 w 5153887"/>
              <a:gd name="csY184" fmla="*/ 2131049 h 2477963"/>
              <a:gd name="csX185" fmla="*/ 2601974 w 5153887"/>
              <a:gd name="csY185" fmla="*/ 2131056 h 2477963"/>
              <a:gd name="csX186" fmla="*/ 2612298 w 5153887"/>
              <a:gd name="csY186" fmla="*/ 2180608 h 2477963"/>
              <a:gd name="csX187" fmla="*/ 2622622 w 5153887"/>
              <a:gd name="csY187" fmla="*/ 2131053 h 2477963"/>
              <a:gd name="csX188" fmla="*/ 2632946 w 5153887"/>
              <a:gd name="csY188" fmla="*/ 2131056 h 2477963"/>
              <a:gd name="csX189" fmla="*/ 2643270 w 5153887"/>
              <a:gd name="csY189" fmla="*/ 2180611 h 2477963"/>
              <a:gd name="csX190" fmla="*/ 2653595 w 5153887"/>
              <a:gd name="csY190" fmla="*/ 2131053 h 2477963"/>
              <a:gd name="csX191" fmla="*/ 2663919 w 5153887"/>
              <a:gd name="csY191" fmla="*/ 2222309 h 2477963"/>
              <a:gd name="csX192" fmla="*/ 2675927 w 5153887"/>
              <a:gd name="csY192" fmla="*/ 2004295 h 2477963"/>
              <a:gd name="csX193" fmla="*/ 2686257 w 5153887"/>
              <a:gd name="csY193" fmla="*/ 1735028 h 2477963"/>
              <a:gd name="csX194" fmla="*/ 2696588 w 5153887"/>
              <a:gd name="csY194" fmla="*/ 1735740 h 2477963"/>
              <a:gd name="csX195" fmla="*/ 2706928 w 5153887"/>
              <a:gd name="csY195" fmla="*/ 1783064 h 2477963"/>
              <a:gd name="csX196" fmla="*/ 2717236 w 5153887"/>
              <a:gd name="csY196" fmla="*/ 1734582 h 2477963"/>
              <a:gd name="csX197" fmla="*/ 2727560 w 5153887"/>
              <a:gd name="csY197" fmla="*/ 1784141 h 2477963"/>
              <a:gd name="csX198" fmla="*/ 2737884 w 5153887"/>
              <a:gd name="csY198" fmla="*/ 1734582 h 2477963"/>
              <a:gd name="csX199" fmla="*/ 2748209 w 5153887"/>
              <a:gd name="csY199" fmla="*/ 1734612 h 2477963"/>
              <a:gd name="csX200" fmla="*/ 2758533 w 5153887"/>
              <a:gd name="csY200" fmla="*/ 1784113 h 2477963"/>
              <a:gd name="csX201" fmla="*/ 2768857 w 5153887"/>
              <a:gd name="csY201" fmla="*/ 1734575 h 2477963"/>
              <a:gd name="csX202" fmla="*/ 2779181 w 5153887"/>
              <a:gd name="csY202" fmla="*/ 1784183 h 2477963"/>
              <a:gd name="csX203" fmla="*/ 2789506 w 5153887"/>
              <a:gd name="csY203" fmla="*/ 1734545 h 2477963"/>
              <a:gd name="csX204" fmla="*/ 2799829 w 5153887"/>
              <a:gd name="csY204" fmla="*/ 1734582 h 2477963"/>
              <a:gd name="csX205" fmla="*/ 2810154 w 5153887"/>
              <a:gd name="csY205" fmla="*/ 1784190 h 2477963"/>
              <a:gd name="csX206" fmla="*/ 2820479 w 5153887"/>
              <a:gd name="csY206" fmla="*/ 1734530 h 2477963"/>
              <a:gd name="csX207" fmla="*/ 2830802 w 5153887"/>
              <a:gd name="csY207" fmla="*/ 1784176 h 2477963"/>
              <a:gd name="csX208" fmla="*/ 2841127 w 5153887"/>
              <a:gd name="csY208" fmla="*/ 1734545 h 2477963"/>
              <a:gd name="csX209" fmla="*/ 2851450 w 5153887"/>
              <a:gd name="csY209" fmla="*/ 1734679 h 2477963"/>
              <a:gd name="csX210" fmla="*/ 2861776 w 5153887"/>
              <a:gd name="csY210" fmla="*/ 1784044 h 2477963"/>
              <a:gd name="csX211" fmla="*/ 2872099 w 5153887"/>
              <a:gd name="csY211" fmla="*/ 1734612 h 2477963"/>
              <a:gd name="csX212" fmla="*/ 2882423 w 5153887"/>
              <a:gd name="csY212" fmla="*/ 1784287 h 2477963"/>
              <a:gd name="csX213" fmla="*/ 2892754 w 5153887"/>
              <a:gd name="csY213" fmla="*/ 2032211 h 2477963"/>
              <a:gd name="csX214" fmla="*/ 2903084 w 5153887"/>
              <a:gd name="csY214" fmla="*/ 2032211 h 2477963"/>
              <a:gd name="csX215" fmla="*/ 2913415 w 5153887"/>
              <a:gd name="csY215" fmla="*/ 2081244 h 2477963"/>
              <a:gd name="csX216" fmla="*/ 2923733 w 5153887"/>
              <a:gd name="csY216" fmla="*/ 2031935 h 2477963"/>
              <a:gd name="csX217" fmla="*/ 2934057 w 5153887"/>
              <a:gd name="csY217" fmla="*/ 2031935 h 2477963"/>
              <a:gd name="csX218" fmla="*/ 2944381 w 5153887"/>
              <a:gd name="csY218" fmla="*/ 2081494 h 2477963"/>
              <a:gd name="csX219" fmla="*/ 2954705 w 5153887"/>
              <a:gd name="csY219" fmla="*/ 2031940 h 2477963"/>
              <a:gd name="csX220" fmla="*/ 2965029 w 5153887"/>
              <a:gd name="csY220" fmla="*/ 2031931 h 2477963"/>
              <a:gd name="csX221" fmla="*/ 2975354 w 5153887"/>
              <a:gd name="csY221" fmla="*/ 2081557 h 2477963"/>
              <a:gd name="csX222" fmla="*/ 2985679 w 5153887"/>
              <a:gd name="csY222" fmla="*/ 2031859 h 2477963"/>
              <a:gd name="csX223" fmla="*/ 2996002 w 5153887"/>
              <a:gd name="csY223" fmla="*/ 2031944 h 2477963"/>
              <a:gd name="csX224" fmla="*/ 3006326 w 5153887"/>
              <a:gd name="csY224" fmla="*/ 2081494 h 2477963"/>
              <a:gd name="csX225" fmla="*/ 3016650 w 5153887"/>
              <a:gd name="csY225" fmla="*/ 2031944 h 2477963"/>
              <a:gd name="csX226" fmla="*/ 3026974 w 5153887"/>
              <a:gd name="csY226" fmla="*/ 2031917 h 2477963"/>
              <a:gd name="csX227" fmla="*/ 3037298 w 5153887"/>
              <a:gd name="csY227" fmla="*/ 2081498 h 2477963"/>
              <a:gd name="csX228" fmla="*/ 3047623 w 5153887"/>
              <a:gd name="csY228" fmla="*/ 2031940 h 2477963"/>
              <a:gd name="csX229" fmla="*/ 3057947 w 5153887"/>
              <a:gd name="csY229" fmla="*/ 2032060 h 2477963"/>
              <a:gd name="csX230" fmla="*/ 3068274 w 5153887"/>
              <a:gd name="csY230" fmla="*/ 2081383 h 2477963"/>
              <a:gd name="csX231" fmla="*/ 3078595 w 5153887"/>
              <a:gd name="csY231" fmla="*/ 2031948 h 2477963"/>
              <a:gd name="csX232" fmla="*/ 3088920 w 5153887"/>
              <a:gd name="csY232" fmla="*/ 2031953 h 2477963"/>
              <a:gd name="csX233" fmla="*/ 3099251 w 5153887"/>
              <a:gd name="csY233" fmla="*/ 2428439 h 2477963"/>
              <a:gd name="csX234" fmla="*/ 3140554 w 5153887"/>
              <a:gd name="csY234" fmla="*/ 2428406 h 2477963"/>
              <a:gd name="csX235" fmla="*/ 3150878 w 5153887"/>
              <a:gd name="csY235" fmla="*/ 2430771 h 2477963"/>
              <a:gd name="csX236" fmla="*/ 3161720 w 5153887"/>
              <a:gd name="csY236" fmla="*/ 2425790 h 2477963"/>
              <a:gd name="csX237" fmla="*/ 3171526 w 5153887"/>
              <a:gd name="csY237" fmla="*/ 2477964 h 2477963"/>
              <a:gd name="csX238" fmla="*/ 3181851 w 5153887"/>
              <a:gd name="csY238" fmla="*/ 2428405 h 2477963"/>
              <a:gd name="csX239" fmla="*/ 3233472 w 5153887"/>
              <a:gd name="csY239" fmla="*/ 2428407 h 2477963"/>
              <a:gd name="csX240" fmla="*/ 3243796 w 5153887"/>
              <a:gd name="csY240" fmla="*/ 2477964 h 2477963"/>
              <a:gd name="csX241" fmla="*/ 3254121 w 5153887"/>
              <a:gd name="csY241" fmla="*/ 2428403 h 2477963"/>
              <a:gd name="csX242" fmla="*/ 3295417 w 5153887"/>
              <a:gd name="csY242" fmla="*/ 2428414 h 2477963"/>
              <a:gd name="csX243" fmla="*/ 3305747 w 5153887"/>
              <a:gd name="csY243" fmla="*/ 2279854 h 2477963"/>
              <a:gd name="csX244" fmla="*/ 3316078 w 5153887"/>
              <a:gd name="csY244" fmla="*/ 2329292 h 2477963"/>
              <a:gd name="csX245" fmla="*/ 3326403 w 5153887"/>
              <a:gd name="csY245" fmla="*/ 2329280 h 2477963"/>
              <a:gd name="csX246" fmla="*/ 3336726 w 5153887"/>
              <a:gd name="csY246" fmla="*/ 2279953 h 2477963"/>
              <a:gd name="csX247" fmla="*/ 3347062 w 5153887"/>
              <a:gd name="csY247" fmla="*/ 2329121 h 2477963"/>
              <a:gd name="csX248" fmla="*/ 3357375 w 5153887"/>
              <a:gd name="csY248" fmla="*/ 2329300 h 2477963"/>
              <a:gd name="csX249" fmla="*/ 3367700 w 5153887"/>
              <a:gd name="csY249" fmla="*/ 2279729 h 2477963"/>
              <a:gd name="csX250" fmla="*/ 3378024 w 5153887"/>
              <a:gd name="csY250" fmla="*/ 2329280 h 2477963"/>
              <a:gd name="csX251" fmla="*/ 3398672 w 5153887"/>
              <a:gd name="csY251" fmla="*/ 2329361 h 2477963"/>
              <a:gd name="csX252" fmla="*/ 3409001 w 5153887"/>
              <a:gd name="csY252" fmla="*/ 2279626 h 2477963"/>
              <a:gd name="csX253" fmla="*/ 3419320 w 5153887"/>
              <a:gd name="csY253" fmla="*/ 2329298 h 2477963"/>
              <a:gd name="csX254" fmla="*/ 3429644 w 5153887"/>
              <a:gd name="csY254" fmla="*/ 2329283 h 2477963"/>
              <a:gd name="csX255" fmla="*/ 3439968 w 5153887"/>
              <a:gd name="csY255" fmla="*/ 2279735 h 2477963"/>
              <a:gd name="csX256" fmla="*/ 3450293 w 5153887"/>
              <a:gd name="csY256" fmla="*/ 2329286 h 2477963"/>
              <a:gd name="csX257" fmla="*/ 3460617 w 5153887"/>
              <a:gd name="csY257" fmla="*/ 2329294 h 2477963"/>
              <a:gd name="csX258" fmla="*/ 3470942 w 5153887"/>
              <a:gd name="csY258" fmla="*/ 2279723 h 2477963"/>
              <a:gd name="csX259" fmla="*/ 3481265 w 5153887"/>
              <a:gd name="csY259" fmla="*/ 2329289 h 2477963"/>
              <a:gd name="csX260" fmla="*/ 3491590 w 5153887"/>
              <a:gd name="csY260" fmla="*/ 2329283 h 2477963"/>
              <a:gd name="csX261" fmla="*/ 3501914 w 5153887"/>
              <a:gd name="csY261" fmla="*/ 2279733 h 2477963"/>
              <a:gd name="csX262" fmla="*/ 3512244 w 5153887"/>
              <a:gd name="csY262" fmla="*/ 2131268 h 2477963"/>
              <a:gd name="csX263" fmla="*/ 3522575 w 5153887"/>
              <a:gd name="csY263" fmla="*/ 2180611 h 2477963"/>
              <a:gd name="csX264" fmla="*/ 3553547 w 5153887"/>
              <a:gd name="csY264" fmla="*/ 2180608 h 2477963"/>
              <a:gd name="csX265" fmla="*/ 3563872 w 5153887"/>
              <a:gd name="csY265" fmla="*/ 2131053 h 2477963"/>
              <a:gd name="csX266" fmla="*/ 3574196 w 5153887"/>
              <a:gd name="csY266" fmla="*/ 2180626 h 2477963"/>
              <a:gd name="csX267" fmla="*/ 3605168 w 5153887"/>
              <a:gd name="csY267" fmla="*/ 2180614 h 2477963"/>
              <a:gd name="csX268" fmla="*/ 3615492 w 5153887"/>
              <a:gd name="csY268" fmla="*/ 2131053 h 2477963"/>
              <a:gd name="csX269" fmla="*/ 3625817 w 5153887"/>
              <a:gd name="csY269" fmla="*/ 2180611 h 2477963"/>
              <a:gd name="csX270" fmla="*/ 3636141 w 5153887"/>
              <a:gd name="csY270" fmla="*/ 2180608 h 2477963"/>
              <a:gd name="csX271" fmla="*/ 3646465 w 5153887"/>
              <a:gd name="csY271" fmla="*/ 2202897 h 2477963"/>
              <a:gd name="csX272" fmla="*/ 3657626 w 5153887"/>
              <a:gd name="csY272" fmla="*/ 2154396 h 2477963"/>
              <a:gd name="csX273" fmla="*/ 3667113 w 5153887"/>
              <a:gd name="csY273" fmla="*/ 2131056 h 2477963"/>
              <a:gd name="csX274" fmla="*/ 3677437 w 5153887"/>
              <a:gd name="csY274" fmla="*/ 2180632 h 2477963"/>
              <a:gd name="csX275" fmla="*/ 3708410 w 5153887"/>
              <a:gd name="csY275" fmla="*/ 2180635 h 2477963"/>
              <a:gd name="csX276" fmla="*/ 3718740 w 5153887"/>
              <a:gd name="csY276" fmla="*/ 1834093 h 2477963"/>
              <a:gd name="csX277" fmla="*/ 3729071 w 5153887"/>
              <a:gd name="csY277" fmla="*/ 1883259 h 2477963"/>
              <a:gd name="csX278" fmla="*/ 3760049 w 5153887"/>
              <a:gd name="csY278" fmla="*/ 1882967 h 2477963"/>
              <a:gd name="csX279" fmla="*/ 3770368 w 5153887"/>
              <a:gd name="csY279" fmla="*/ 1833667 h 2477963"/>
              <a:gd name="csX280" fmla="*/ 3780691 w 5153887"/>
              <a:gd name="csY280" fmla="*/ 1883288 h 2477963"/>
              <a:gd name="csX281" fmla="*/ 3811664 w 5153887"/>
              <a:gd name="csY281" fmla="*/ 1883276 h 2477963"/>
              <a:gd name="csX282" fmla="*/ 3821988 w 5153887"/>
              <a:gd name="csY282" fmla="*/ 1833700 h 2477963"/>
              <a:gd name="csX283" fmla="*/ 3832313 w 5153887"/>
              <a:gd name="csY283" fmla="*/ 1883276 h 2477963"/>
              <a:gd name="csX284" fmla="*/ 3863285 w 5153887"/>
              <a:gd name="csY284" fmla="*/ 1883318 h 2477963"/>
              <a:gd name="csX285" fmla="*/ 3873610 w 5153887"/>
              <a:gd name="csY285" fmla="*/ 1833648 h 2477963"/>
              <a:gd name="csX286" fmla="*/ 3883933 w 5153887"/>
              <a:gd name="csY286" fmla="*/ 1883252 h 2477963"/>
              <a:gd name="csX287" fmla="*/ 3914907 w 5153887"/>
              <a:gd name="csY287" fmla="*/ 1883485 h 2477963"/>
              <a:gd name="csX288" fmla="*/ 3925237 w 5153887"/>
              <a:gd name="csY288" fmla="*/ 744481 h 2477963"/>
              <a:gd name="csX289" fmla="*/ 3935568 w 5153887"/>
              <a:gd name="csY289" fmla="*/ 793841 h 2477963"/>
              <a:gd name="csX290" fmla="*/ 3945897 w 5153887"/>
              <a:gd name="csY290" fmla="*/ 792089 h 2477963"/>
              <a:gd name="csX291" fmla="*/ 3956216 w 5153887"/>
              <a:gd name="csY291" fmla="*/ 743528 h 2477963"/>
              <a:gd name="csX292" fmla="*/ 3966541 w 5153887"/>
              <a:gd name="csY292" fmla="*/ 792830 h 2477963"/>
              <a:gd name="csX293" fmla="*/ 3976865 w 5153887"/>
              <a:gd name="csY293" fmla="*/ 1139864 h 2477963"/>
              <a:gd name="csX294" fmla="*/ 3987188 w 5153887"/>
              <a:gd name="csY294" fmla="*/ 1239069 h 2477963"/>
              <a:gd name="csX295" fmla="*/ 3997513 w 5153887"/>
              <a:gd name="csY295" fmla="*/ 1238932 h 2477963"/>
              <a:gd name="csX296" fmla="*/ 4007837 w 5153887"/>
              <a:gd name="csY296" fmla="*/ 1189436 h 2477963"/>
              <a:gd name="csX297" fmla="*/ 4018161 w 5153887"/>
              <a:gd name="csY297" fmla="*/ 1239094 h 2477963"/>
              <a:gd name="csX298" fmla="*/ 4049135 w 5153887"/>
              <a:gd name="csY298" fmla="*/ 1238870 h 2477963"/>
              <a:gd name="csX299" fmla="*/ 4059458 w 5153887"/>
              <a:gd name="csY299" fmla="*/ 1288553 h 2477963"/>
              <a:gd name="csX300" fmla="*/ 4069782 w 5153887"/>
              <a:gd name="csY300" fmla="*/ 1189410 h 2477963"/>
              <a:gd name="csX301" fmla="*/ 4080106 w 5153887"/>
              <a:gd name="csY301" fmla="*/ 1288565 h 2477963"/>
              <a:gd name="csX302" fmla="*/ 4090430 w 5153887"/>
              <a:gd name="csY302" fmla="*/ 1189178 h 2477963"/>
              <a:gd name="csX303" fmla="*/ 4100752 w 5153887"/>
              <a:gd name="csY303" fmla="*/ 1239292 h 2477963"/>
              <a:gd name="csX304" fmla="*/ 4121403 w 5153887"/>
              <a:gd name="csY304" fmla="*/ 1239056 h 2477963"/>
              <a:gd name="csX305" fmla="*/ 4131736 w 5153887"/>
              <a:gd name="csY305" fmla="*/ 546909 h 2477963"/>
              <a:gd name="csX306" fmla="*/ 4142070 w 5153887"/>
              <a:gd name="csY306" fmla="*/ 544611 h 2477963"/>
              <a:gd name="csX307" fmla="*/ 4152391 w 5153887"/>
              <a:gd name="csY307" fmla="*/ 545191 h 2477963"/>
              <a:gd name="csX308" fmla="*/ 4162716 w 5153887"/>
              <a:gd name="csY308" fmla="*/ 595069 h 2477963"/>
              <a:gd name="csX309" fmla="*/ 4173041 w 5153887"/>
              <a:gd name="csY309" fmla="*/ 544862 h 2477963"/>
              <a:gd name="csX310" fmla="*/ 4214337 w 5153887"/>
              <a:gd name="csY310" fmla="*/ 545596 h 2477963"/>
              <a:gd name="csX311" fmla="*/ 4224663 w 5153887"/>
              <a:gd name="csY311" fmla="*/ 594071 h 2477963"/>
              <a:gd name="csX312" fmla="*/ 4234983 w 5153887"/>
              <a:gd name="csY312" fmla="*/ 545384 h 2477963"/>
              <a:gd name="csX313" fmla="*/ 4265957 w 5153887"/>
              <a:gd name="csY313" fmla="*/ 545191 h 2477963"/>
              <a:gd name="csX314" fmla="*/ 4276282 w 5153887"/>
              <a:gd name="csY314" fmla="*/ 546350 h 2477963"/>
              <a:gd name="csX315" fmla="*/ 4286612 w 5153887"/>
              <a:gd name="csY315" fmla="*/ 593562 h 2477963"/>
              <a:gd name="csX316" fmla="*/ 4296930 w 5153887"/>
              <a:gd name="csY316" fmla="*/ 545191 h 2477963"/>
              <a:gd name="csX317" fmla="*/ 4327902 w 5153887"/>
              <a:gd name="csY317" fmla="*/ 545519 h 2477963"/>
              <a:gd name="csX318" fmla="*/ 4338233 w 5153887"/>
              <a:gd name="csY318" fmla="*/ 1338818 h 2477963"/>
              <a:gd name="csX319" fmla="*/ 4358887 w 5153887"/>
              <a:gd name="csY319" fmla="*/ 1338101 h 2477963"/>
              <a:gd name="csX320" fmla="*/ 4369212 w 5153887"/>
              <a:gd name="csY320" fmla="*/ 1344955 h 2477963"/>
              <a:gd name="csX321" fmla="*/ 4379598 w 5153887"/>
              <a:gd name="csY321" fmla="*/ 1331428 h 2477963"/>
              <a:gd name="csX322" fmla="*/ 4389862 w 5153887"/>
              <a:gd name="csY322" fmla="*/ 1337884 h 2477963"/>
              <a:gd name="csX323" fmla="*/ 4451805 w 5153887"/>
              <a:gd name="csY323" fmla="*/ 1338101 h 2477963"/>
              <a:gd name="csX324" fmla="*/ 4503426 w 5153887"/>
              <a:gd name="csY324" fmla="*/ 1338112 h 2477963"/>
              <a:gd name="csX325" fmla="*/ 4513750 w 5153887"/>
              <a:gd name="csY325" fmla="*/ 1387660 h 2477963"/>
              <a:gd name="csX326" fmla="*/ 4524074 w 5153887"/>
              <a:gd name="csY326" fmla="*/ 1338112 h 2477963"/>
              <a:gd name="csX327" fmla="*/ 4534398 w 5153887"/>
              <a:gd name="csY327" fmla="*/ 1338146 h 2477963"/>
              <a:gd name="csX328" fmla="*/ 4544729 w 5153887"/>
              <a:gd name="csY328" fmla="*/ 1239774 h 2477963"/>
              <a:gd name="csX329" fmla="*/ 4565384 w 5153887"/>
              <a:gd name="csY329" fmla="*/ 1238982 h 2477963"/>
              <a:gd name="csX330" fmla="*/ 4575708 w 5153887"/>
              <a:gd name="csY330" fmla="*/ 1239081 h 2477963"/>
              <a:gd name="csX331" fmla="*/ 4586033 w 5153887"/>
              <a:gd name="csY331" fmla="*/ 1288517 h 2477963"/>
              <a:gd name="csX332" fmla="*/ 4596357 w 5153887"/>
              <a:gd name="csY332" fmla="*/ 1238945 h 2477963"/>
              <a:gd name="csX333" fmla="*/ 4637653 w 5153887"/>
              <a:gd name="csY333" fmla="*/ 1239056 h 2477963"/>
              <a:gd name="csX334" fmla="*/ 4647978 w 5153887"/>
              <a:gd name="csY334" fmla="*/ 1288494 h 2477963"/>
              <a:gd name="csX335" fmla="*/ 4658301 w 5153887"/>
              <a:gd name="csY335" fmla="*/ 1238660 h 2477963"/>
              <a:gd name="csX336" fmla="*/ 4678949 w 5153887"/>
              <a:gd name="csY336" fmla="*/ 1239069 h 2477963"/>
              <a:gd name="csX337" fmla="*/ 4699598 w 5153887"/>
              <a:gd name="csY337" fmla="*/ 1239007 h 2477963"/>
              <a:gd name="csX338" fmla="*/ 4709922 w 5153887"/>
              <a:gd name="csY338" fmla="*/ 1288624 h 2477963"/>
              <a:gd name="csX339" fmla="*/ 4720247 w 5153887"/>
              <a:gd name="csY339" fmla="*/ 1238982 h 2477963"/>
              <a:gd name="csX340" fmla="*/ 4740895 w 5153887"/>
              <a:gd name="csY340" fmla="*/ 1239094 h 2477963"/>
              <a:gd name="csX341" fmla="*/ 4751226 w 5153887"/>
              <a:gd name="csY341" fmla="*/ 1536921 h 2477963"/>
              <a:gd name="csX342" fmla="*/ 4782205 w 5153887"/>
              <a:gd name="csY342" fmla="*/ 1536347 h 2477963"/>
              <a:gd name="csX343" fmla="*/ 4885446 w 5153887"/>
              <a:gd name="csY343" fmla="*/ 1536403 h 2477963"/>
              <a:gd name="csX344" fmla="*/ 4895771 w 5153887"/>
              <a:gd name="csY344" fmla="*/ 1585861 h 2477963"/>
              <a:gd name="csX345" fmla="*/ 4906095 w 5153887"/>
              <a:gd name="csY345" fmla="*/ 1536347 h 2477963"/>
              <a:gd name="csX346" fmla="*/ 4947391 w 5153887"/>
              <a:gd name="csY346" fmla="*/ 1537043 h 2477963"/>
              <a:gd name="csX347" fmla="*/ 4957722 w 5153887"/>
              <a:gd name="csY347" fmla="*/ 1982683 h 2477963"/>
              <a:gd name="csX348" fmla="*/ 5009349 w 5153887"/>
              <a:gd name="csY348" fmla="*/ 1982371 h 2477963"/>
              <a:gd name="csX349" fmla="*/ 5143563 w 5153887"/>
              <a:gd name="csY349" fmla="*/ 1982381 h 2477963"/>
              <a:gd name="csX350" fmla="*/ 5153888 w 5153887"/>
              <a:gd name="csY350" fmla="*/ 1984326 h 2477963"/>
              <a:gd name="csX351" fmla="*/ 5153888 w 5153887"/>
              <a:gd name="csY351" fmla="*/ 1984326 h 24779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</a:cxnLst>
            <a:rect l="l" t="t" r="r" b="b"/>
            <a:pathLst>
              <a:path w="5153887" h="2477963">
                <a:moveTo>
                  <a:pt x="0" y="794026"/>
                </a:moveTo>
                <a:lnTo>
                  <a:pt x="10331" y="743493"/>
                </a:lnTo>
                <a:lnTo>
                  <a:pt x="20655" y="842410"/>
                </a:lnTo>
                <a:lnTo>
                  <a:pt x="30979" y="792932"/>
                </a:lnTo>
                <a:lnTo>
                  <a:pt x="61952" y="792898"/>
                </a:lnTo>
                <a:lnTo>
                  <a:pt x="72276" y="743458"/>
                </a:lnTo>
                <a:lnTo>
                  <a:pt x="82600" y="792864"/>
                </a:lnTo>
                <a:lnTo>
                  <a:pt x="92924" y="879965"/>
                </a:lnTo>
                <a:lnTo>
                  <a:pt x="103490" y="701809"/>
                </a:lnTo>
                <a:lnTo>
                  <a:pt x="113572" y="793033"/>
                </a:lnTo>
                <a:lnTo>
                  <a:pt x="123897" y="794245"/>
                </a:lnTo>
                <a:lnTo>
                  <a:pt x="134229" y="791616"/>
                </a:lnTo>
                <a:lnTo>
                  <a:pt x="154869" y="792948"/>
                </a:lnTo>
                <a:lnTo>
                  <a:pt x="196166" y="793555"/>
                </a:lnTo>
                <a:lnTo>
                  <a:pt x="206496" y="1511"/>
                </a:lnTo>
                <a:lnTo>
                  <a:pt x="216827" y="49632"/>
                </a:lnTo>
                <a:lnTo>
                  <a:pt x="227151" y="49559"/>
                </a:lnTo>
                <a:lnTo>
                  <a:pt x="237475" y="25"/>
                </a:lnTo>
                <a:lnTo>
                  <a:pt x="247799" y="49656"/>
                </a:lnTo>
                <a:lnTo>
                  <a:pt x="258124" y="124"/>
                </a:lnTo>
                <a:lnTo>
                  <a:pt x="268448" y="49438"/>
                </a:lnTo>
                <a:lnTo>
                  <a:pt x="278772" y="124"/>
                </a:lnTo>
                <a:lnTo>
                  <a:pt x="289096" y="49486"/>
                </a:lnTo>
                <a:lnTo>
                  <a:pt x="299420" y="25"/>
                </a:lnTo>
                <a:lnTo>
                  <a:pt x="309744" y="49584"/>
                </a:lnTo>
                <a:lnTo>
                  <a:pt x="320069" y="25"/>
                </a:lnTo>
                <a:lnTo>
                  <a:pt x="330393" y="49608"/>
                </a:lnTo>
                <a:lnTo>
                  <a:pt x="340717" y="0"/>
                </a:lnTo>
                <a:lnTo>
                  <a:pt x="351041" y="49559"/>
                </a:lnTo>
                <a:lnTo>
                  <a:pt x="361365" y="25"/>
                </a:lnTo>
                <a:lnTo>
                  <a:pt x="371689" y="49584"/>
                </a:lnTo>
                <a:lnTo>
                  <a:pt x="382014" y="25"/>
                </a:lnTo>
                <a:lnTo>
                  <a:pt x="392338" y="49608"/>
                </a:lnTo>
                <a:lnTo>
                  <a:pt x="402662" y="6377"/>
                </a:lnTo>
                <a:lnTo>
                  <a:pt x="412993" y="199672"/>
                </a:lnTo>
                <a:lnTo>
                  <a:pt x="423323" y="247819"/>
                </a:lnTo>
                <a:lnTo>
                  <a:pt x="433647" y="198237"/>
                </a:lnTo>
                <a:lnTo>
                  <a:pt x="443971" y="247819"/>
                </a:lnTo>
                <a:lnTo>
                  <a:pt x="454296" y="248198"/>
                </a:lnTo>
                <a:lnTo>
                  <a:pt x="464621" y="197918"/>
                </a:lnTo>
                <a:lnTo>
                  <a:pt x="474944" y="248398"/>
                </a:lnTo>
                <a:lnTo>
                  <a:pt x="485271" y="197735"/>
                </a:lnTo>
                <a:lnTo>
                  <a:pt x="495593" y="247819"/>
                </a:lnTo>
                <a:lnTo>
                  <a:pt x="505917" y="199923"/>
                </a:lnTo>
                <a:lnTo>
                  <a:pt x="516249" y="246279"/>
                </a:lnTo>
                <a:lnTo>
                  <a:pt x="526566" y="198055"/>
                </a:lnTo>
                <a:lnTo>
                  <a:pt x="536889" y="247819"/>
                </a:lnTo>
                <a:lnTo>
                  <a:pt x="547213" y="198716"/>
                </a:lnTo>
                <a:lnTo>
                  <a:pt x="557539" y="247372"/>
                </a:lnTo>
                <a:lnTo>
                  <a:pt x="567861" y="199422"/>
                </a:lnTo>
                <a:lnTo>
                  <a:pt x="578191" y="246681"/>
                </a:lnTo>
                <a:lnTo>
                  <a:pt x="588510" y="198283"/>
                </a:lnTo>
                <a:lnTo>
                  <a:pt x="598834" y="247796"/>
                </a:lnTo>
                <a:lnTo>
                  <a:pt x="609158" y="199763"/>
                </a:lnTo>
                <a:lnTo>
                  <a:pt x="619489" y="1536912"/>
                </a:lnTo>
                <a:lnTo>
                  <a:pt x="629819" y="1585933"/>
                </a:lnTo>
                <a:lnTo>
                  <a:pt x="640143" y="1536309"/>
                </a:lnTo>
                <a:lnTo>
                  <a:pt x="650467" y="1536366"/>
                </a:lnTo>
                <a:lnTo>
                  <a:pt x="660791" y="1585906"/>
                </a:lnTo>
                <a:lnTo>
                  <a:pt x="671116" y="1536432"/>
                </a:lnTo>
                <a:lnTo>
                  <a:pt x="681441" y="1585852"/>
                </a:lnTo>
                <a:lnTo>
                  <a:pt x="691764" y="1536319"/>
                </a:lnTo>
                <a:lnTo>
                  <a:pt x="702088" y="1585906"/>
                </a:lnTo>
                <a:lnTo>
                  <a:pt x="712412" y="1536357"/>
                </a:lnTo>
                <a:lnTo>
                  <a:pt x="722737" y="1536385"/>
                </a:lnTo>
                <a:lnTo>
                  <a:pt x="733061" y="1585924"/>
                </a:lnTo>
                <a:lnTo>
                  <a:pt x="743386" y="1536281"/>
                </a:lnTo>
                <a:lnTo>
                  <a:pt x="753709" y="1585897"/>
                </a:lnTo>
                <a:lnTo>
                  <a:pt x="764033" y="1536347"/>
                </a:lnTo>
                <a:lnTo>
                  <a:pt x="774357" y="1585915"/>
                </a:lnTo>
                <a:lnTo>
                  <a:pt x="784682" y="1537654"/>
                </a:lnTo>
                <a:lnTo>
                  <a:pt x="795020" y="1535084"/>
                </a:lnTo>
                <a:lnTo>
                  <a:pt x="805331" y="1586066"/>
                </a:lnTo>
                <a:lnTo>
                  <a:pt x="815656" y="1536149"/>
                </a:lnTo>
                <a:lnTo>
                  <a:pt x="825987" y="1437864"/>
                </a:lnTo>
                <a:lnTo>
                  <a:pt x="856966" y="1437240"/>
                </a:lnTo>
                <a:lnTo>
                  <a:pt x="867290" y="1437240"/>
                </a:lnTo>
                <a:lnTo>
                  <a:pt x="877614" y="1487016"/>
                </a:lnTo>
                <a:lnTo>
                  <a:pt x="887941" y="1436969"/>
                </a:lnTo>
                <a:lnTo>
                  <a:pt x="939559" y="1437219"/>
                </a:lnTo>
                <a:lnTo>
                  <a:pt x="949883" y="1486788"/>
                </a:lnTo>
                <a:lnTo>
                  <a:pt x="960208" y="1437229"/>
                </a:lnTo>
                <a:lnTo>
                  <a:pt x="1001505" y="1437198"/>
                </a:lnTo>
                <a:lnTo>
                  <a:pt x="1011828" y="1486798"/>
                </a:lnTo>
                <a:lnTo>
                  <a:pt x="1022153" y="1437261"/>
                </a:lnTo>
                <a:lnTo>
                  <a:pt x="1032494" y="2131628"/>
                </a:lnTo>
                <a:lnTo>
                  <a:pt x="1042835" y="2180302"/>
                </a:lnTo>
                <a:lnTo>
                  <a:pt x="1084129" y="2180382"/>
                </a:lnTo>
                <a:lnTo>
                  <a:pt x="1094445" y="2131053"/>
                </a:lnTo>
                <a:lnTo>
                  <a:pt x="1104770" y="2187529"/>
                </a:lnTo>
                <a:lnTo>
                  <a:pt x="1115340" y="2173374"/>
                </a:lnTo>
                <a:lnTo>
                  <a:pt x="1125419" y="2180596"/>
                </a:lnTo>
                <a:lnTo>
                  <a:pt x="1156391" y="2180608"/>
                </a:lnTo>
                <a:lnTo>
                  <a:pt x="1166715" y="2131056"/>
                </a:lnTo>
                <a:lnTo>
                  <a:pt x="1177039" y="2180611"/>
                </a:lnTo>
                <a:lnTo>
                  <a:pt x="1208011" y="2180611"/>
                </a:lnTo>
                <a:lnTo>
                  <a:pt x="1218336" y="2183290"/>
                </a:lnTo>
                <a:lnTo>
                  <a:pt x="1228754" y="2128079"/>
                </a:lnTo>
                <a:lnTo>
                  <a:pt x="1239084" y="1437864"/>
                </a:lnTo>
                <a:lnTo>
                  <a:pt x="1249414" y="1486818"/>
                </a:lnTo>
                <a:lnTo>
                  <a:pt x="1259739" y="1437198"/>
                </a:lnTo>
                <a:lnTo>
                  <a:pt x="1270063" y="1486788"/>
                </a:lnTo>
                <a:lnTo>
                  <a:pt x="1280387" y="1437292"/>
                </a:lnTo>
                <a:lnTo>
                  <a:pt x="1290712" y="1486729"/>
                </a:lnTo>
                <a:lnTo>
                  <a:pt x="1301035" y="1437229"/>
                </a:lnTo>
                <a:lnTo>
                  <a:pt x="1311360" y="1507555"/>
                </a:lnTo>
                <a:lnTo>
                  <a:pt x="1321905" y="1414503"/>
                </a:lnTo>
                <a:lnTo>
                  <a:pt x="1332008" y="1437854"/>
                </a:lnTo>
                <a:lnTo>
                  <a:pt x="1342339" y="1486173"/>
                </a:lnTo>
                <a:lnTo>
                  <a:pt x="1352656" y="1437209"/>
                </a:lnTo>
                <a:lnTo>
                  <a:pt x="1362980" y="1486808"/>
                </a:lnTo>
                <a:lnTo>
                  <a:pt x="1373305" y="1437833"/>
                </a:lnTo>
                <a:lnTo>
                  <a:pt x="1383635" y="1486233"/>
                </a:lnTo>
                <a:lnTo>
                  <a:pt x="1393953" y="1437240"/>
                </a:lnTo>
                <a:lnTo>
                  <a:pt x="1404278" y="1486778"/>
                </a:lnTo>
                <a:lnTo>
                  <a:pt x="1414602" y="1437209"/>
                </a:lnTo>
                <a:lnTo>
                  <a:pt x="1424926" y="1486788"/>
                </a:lnTo>
                <a:lnTo>
                  <a:pt x="1435250" y="1558124"/>
                </a:lnTo>
                <a:lnTo>
                  <a:pt x="1445580" y="2428436"/>
                </a:lnTo>
                <a:lnTo>
                  <a:pt x="1507532" y="2428406"/>
                </a:lnTo>
                <a:lnTo>
                  <a:pt x="1517856" y="2477964"/>
                </a:lnTo>
                <a:lnTo>
                  <a:pt x="1528180" y="2428405"/>
                </a:lnTo>
                <a:lnTo>
                  <a:pt x="1579801" y="2428405"/>
                </a:lnTo>
                <a:lnTo>
                  <a:pt x="1590125" y="2477964"/>
                </a:lnTo>
                <a:lnTo>
                  <a:pt x="1600449" y="2428405"/>
                </a:lnTo>
                <a:lnTo>
                  <a:pt x="1714029" y="2428407"/>
                </a:lnTo>
                <a:lnTo>
                  <a:pt x="1724354" y="2477964"/>
                </a:lnTo>
                <a:lnTo>
                  <a:pt x="1734677" y="2428406"/>
                </a:lnTo>
                <a:lnTo>
                  <a:pt x="1786299" y="2428401"/>
                </a:lnTo>
                <a:lnTo>
                  <a:pt x="1796622" y="2477964"/>
                </a:lnTo>
                <a:lnTo>
                  <a:pt x="1806949" y="2428395"/>
                </a:lnTo>
                <a:lnTo>
                  <a:pt x="1848243" y="2428434"/>
                </a:lnTo>
                <a:lnTo>
                  <a:pt x="1858580" y="1982980"/>
                </a:lnTo>
                <a:lnTo>
                  <a:pt x="1868917" y="2031667"/>
                </a:lnTo>
                <a:lnTo>
                  <a:pt x="1879235" y="1982371"/>
                </a:lnTo>
                <a:lnTo>
                  <a:pt x="1889559" y="2031935"/>
                </a:lnTo>
                <a:lnTo>
                  <a:pt x="1899883" y="1982381"/>
                </a:lnTo>
                <a:lnTo>
                  <a:pt x="1910207" y="2031953"/>
                </a:lnTo>
                <a:lnTo>
                  <a:pt x="1920532" y="2031917"/>
                </a:lnTo>
                <a:lnTo>
                  <a:pt x="1930856" y="1982371"/>
                </a:lnTo>
                <a:lnTo>
                  <a:pt x="1941180" y="2031935"/>
                </a:lnTo>
                <a:lnTo>
                  <a:pt x="1951504" y="1982376"/>
                </a:lnTo>
                <a:lnTo>
                  <a:pt x="1961828" y="2031940"/>
                </a:lnTo>
                <a:lnTo>
                  <a:pt x="1972152" y="2035255"/>
                </a:lnTo>
                <a:lnTo>
                  <a:pt x="1982554" y="1978631"/>
                </a:lnTo>
                <a:lnTo>
                  <a:pt x="1992801" y="2031931"/>
                </a:lnTo>
                <a:lnTo>
                  <a:pt x="2003125" y="1982376"/>
                </a:lnTo>
                <a:lnTo>
                  <a:pt x="2013449" y="2031944"/>
                </a:lnTo>
                <a:lnTo>
                  <a:pt x="2023773" y="1982361"/>
                </a:lnTo>
                <a:lnTo>
                  <a:pt x="2034097" y="2031944"/>
                </a:lnTo>
                <a:lnTo>
                  <a:pt x="2044422" y="2032243"/>
                </a:lnTo>
                <a:lnTo>
                  <a:pt x="2054753" y="1982049"/>
                </a:lnTo>
                <a:lnTo>
                  <a:pt x="2065084" y="1487402"/>
                </a:lnTo>
                <a:lnTo>
                  <a:pt x="2075414" y="1486778"/>
                </a:lnTo>
                <a:lnTo>
                  <a:pt x="2085738" y="1536366"/>
                </a:lnTo>
                <a:lnTo>
                  <a:pt x="2096063" y="1486759"/>
                </a:lnTo>
                <a:lnTo>
                  <a:pt x="2106386" y="1536366"/>
                </a:lnTo>
                <a:lnTo>
                  <a:pt x="2116711" y="1486788"/>
                </a:lnTo>
                <a:lnTo>
                  <a:pt x="2127035" y="1486778"/>
                </a:lnTo>
                <a:lnTo>
                  <a:pt x="2137359" y="1536357"/>
                </a:lnTo>
                <a:lnTo>
                  <a:pt x="2147683" y="1486788"/>
                </a:lnTo>
                <a:lnTo>
                  <a:pt x="2158007" y="1486788"/>
                </a:lnTo>
                <a:lnTo>
                  <a:pt x="2168332" y="1536357"/>
                </a:lnTo>
                <a:lnTo>
                  <a:pt x="2178656" y="1486967"/>
                </a:lnTo>
                <a:lnTo>
                  <a:pt x="2188982" y="1486600"/>
                </a:lnTo>
                <a:lnTo>
                  <a:pt x="2199304" y="1536338"/>
                </a:lnTo>
                <a:lnTo>
                  <a:pt x="2209628" y="1547614"/>
                </a:lnTo>
                <a:lnTo>
                  <a:pt x="2220078" y="1474648"/>
                </a:lnTo>
                <a:lnTo>
                  <a:pt x="2230277" y="1486788"/>
                </a:lnTo>
                <a:lnTo>
                  <a:pt x="2240601" y="1486778"/>
                </a:lnTo>
                <a:lnTo>
                  <a:pt x="2250925" y="1536357"/>
                </a:lnTo>
                <a:lnTo>
                  <a:pt x="2261249" y="1488747"/>
                </a:lnTo>
                <a:lnTo>
                  <a:pt x="2271581" y="1239935"/>
                </a:lnTo>
                <a:lnTo>
                  <a:pt x="2292236" y="1238994"/>
                </a:lnTo>
                <a:lnTo>
                  <a:pt x="2467747" y="1239094"/>
                </a:lnTo>
                <a:lnTo>
                  <a:pt x="2478077" y="2131264"/>
                </a:lnTo>
                <a:lnTo>
                  <a:pt x="2498733" y="2131015"/>
                </a:lnTo>
                <a:lnTo>
                  <a:pt x="2509056" y="2180608"/>
                </a:lnTo>
                <a:lnTo>
                  <a:pt x="2519380" y="2131053"/>
                </a:lnTo>
                <a:lnTo>
                  <a:pt x="2529704" y="2131049"/>
                </a:lnTo>
                <a:lnTo>
                  <a:pt x="2540029" y="2180614"/>
                </a:lnTo>
                <a:lnTo>
                  <a:pt x="2550353" y="2131049"/>
                </a:lnTo>
                <a:lnTo>
                  <a:pt x="2571001" y="2131049"/>
                </a:lnTo>
                <a:lnTo>
                  <a:pt x="2581325" y="2180614"/>
                </a:lnTo>
                <a:lnTo>
                  <a:pt x="2591649" y="2131049"/>
                </a:lnTo>
                <a:lnTo>
                  <a:pt x="2601974" y="2131056"/>
                </a:lnTo>
                <a:lnTo>
                  <a:pt x="2612298" y="2180608"/>
                </a:lnTo>
                <a:lnTo>
                  <a:pt x="2622622" y="2131053"/>
                </a:lnTo>
                <a:lnTo>
                  <a:pt x="2632946" y="2131056"/>
                </a:lnTo>
                <a:lnTo>
                  <a:pt x="2643270" y="2180611"/>
                </a:lnTo>
                <a:lnTo>
                  <a:pt x="2653595" y="2131053"/>
                </a:lnTo>
                <a:lnTo>
                  <a:pt x="2663919" y="2222309"/>
                </a:lnTo>
                <a:lnTo>
                  <a:pt x="2675927" y="2004295"/>
                </a:lnTo>
                <a:lnTo>
                  <a:pt x="2686257" y="1735028"/>
                </a:lnTo>
                <a:lnTo>
                  <a:pt x="2696588" y="1735740"/>
                </a:lnTo>
                <a:lnTo>
                  <a:pt x="2706928" y="1783064"/>
                </a:lnTo>
                <a:lnTo>
                  <a:pt x="2717236" y="1734582"/>
                </a:lnTo>
                <a:lnTo>
                  <a:pt x="2727560" y="1784141"/>
                </a:lnTo>
                <a:lnTo>
                  <a:pt x="2737884" y="1734582"/>
                </a:lnTo>
                <a:lnTo>
                  <a:pt x="2748209" y="1734612"/>
                </a:lnTo>
                <a:lnTo>
                  <a:pt x="2758533" y="1784113"/>
                </a:lnTo>
                <a:lnTo>
                  <a:pt x="2768857" y="1734575"/>
                </a:lnTo>
                <a:lnTo>
                  <a:pt x="2779181" y="1784183"/>
                </a:lnTo>
                <a:lnTo>
                  <a:pt x="2789506" y="1734545"/>
                </a:lnTo>
                <a:lnTo>
                  <a:pt x="2799829" y="1734582"/>
                </a:lnTo>
                <a:lnTo>
                  <a:pt x="2810154" y="1784190"/>
                </a:lnTo>
                <a:lnTo>
                  <a:pt x="2820479" y="1734530"/>
                </a:lnTo>
                <a:lnTo>
                  <a:pt x="2830802" y="1784176"/>
                </a:lnTo>
                <a:lnTo>
                  <a:pt x="2841127" y="1734545"/>
                </a:lnTo>
                <a:lnTo>
                  <a:pt x="2851450" y="1734679"/>
                </a:lnTo>
                <a:lnTo>
                  <a:pt x="2861776" y="1784044"/>
                </a:lnTo>
                <a:lnTo>
                  <a:pt x="2872099" y="1734612"/>
                </a:lnTo>
                <a:lnTo>
                  <a:pt x="2882423" y="1784287"/>
                </a:lnTo>
                <a:lnTo>
                  <a:pt x="2892754" y="2032211"/>
                </a:lnTo>
                <a:lnTo>
                  <a:pt x="2903084" y="2032211"/>
                </a:lnTo>
                <a:lnTo>
                  <a:pt x="2913415" y="2081244"/>
                </a:lnTo>
                <a:lnTo>
                  <a:pt x="2923733" y="2031935"/>
                </a:lnTo>
                <a:lnTo>
                  <a:pt x="2934057" y="2031935"/>
                </a:lnTo>
                <a:lnTo>
                  <a:pt x="2944381" y="2081494"/>
                </a:lnTo>
                <a:lnTo>
                  <a:pt x="2954705" y="2031940"/>
                </a:lnTo>
                <a:lnTo>
                  <a:pt x="2965029" y="2031931"/>
                </a:lnTo>
                <a:lnTo>
                  <a:pt x="2975354" y="2081557"/>
                </a:lnTo>
                <a:lnTo>
                  <a:pt x="2985679" y="2031859"/>
                </a:lnTo>
                <a:lnTo>
                  <a:pt x="2996002" y="2031944"/>
                </a:lnTo>
                <a:lnTo>
                  <a:pt x="3006326" y="2081494"/>
                </a:lnTo>
                <a:lnTo>
                  <a:pt x="3016650" y="2031944"/>
                </a:lnTo>
                <a:lnTo>
                  <a:pt x="3026974" y="2031917"/>
                </a:lnTo>
                <a:lnTo>
                  <a:pt x="3037298" y="2081498"/>
                </a:lnTo>
                <a:lnTo>
                  <a:pt x="3047623" y="2031940"/>
                </a:lnTo>
                <a:lnTo>
                  <a:pt x="3057947" y="2032060"/>
                </a:lnTo>
                <a:lnTo>
                  <a:pt x="3068274" y="2081383"/>
                </a:lnTo>
                <a:lnTo>
                  <a:pt x="3078595" y="2031948"/>
                </a:lnTo>
                <a:lnTo>
                  <a:pt x="3088920" y="2031953"/>
                </a:lnTo>
                <a:lnTo>
                  <a:pt x="3099251" y="2428439"/>
                </a:lnTo>
                <a:lnTo>
                  <a:pt x="3140554" y="2428406"/>
                </a:lnTo>
                <a:lnTo>
                  <a:pt x="3150878" y="2430771"/>
                </a:lnTo>
                <a:lnTo>
                  <a:pt x="3161720" y="2425790"/>
                </a:lnTo>
                <a:lnTo>
                  <a:pt x="3171526" y="2477964"/>
                </a:lnTo>
                <a:lnTo>
                  <a:pt x="3181851" y="2428405"/>
                </a:lnTo>
                <a:lnTo>
                  <a:pt x="3233472" y="2428407"/>
                </a:lnTo>
                <a:lnTo>
                  <a:pt x="3243796" y="2477964"/>
                </a:lnTo>
                <a:lnTo>
                  <a:pt x="3254121" y="2428403"/>
                </a:lnTo>
                <a:lnTo>
                  <a:pt x="3295417" y="2428414"/>
                </a:lnTo>
                <a:lnTo>
                  <a:pt x="3305747" y="2279854"/>
                </a:lnTo>
                <a:lnTo>
                  <a:pt x="3316078" y="2329292"/>
                </a:lnTo>
                <a:lnTo>
                  <a:pt x="3326403" y="2329280"/>
                </a:lnTo>
                <a:lnTo>
                  <a:pt x="3336726" y="2279953"/>
                </a:lnTo>
                <a:lnTo>
                  <a:pt x="3347062" y="2329121"/>
                </a:lnTo>
                <a:lnTo>
                  <a:pt x="3357375" y="2329300"/>
                </a:lnTo>
                <a:lnTo>
                  <a:pt x="3367700" y="2279729"/>
                </a:lnTo>
                <a:lnTo>
                  <a:pt x="3378024" y="2329280"/>
                </a:lnTo>
                <a:lnTo>
                  <a:pt x="3398672" y="2329361"/>
                </a:lnTo>
                <a:lnTo>
                  <a:pt x="3409001" y="2279626"/>
                </a:lnTo>
                <a:lnTo>
                  <a:pt x="3419320" y="2329298"/>
                </a:lnTo>
                <a:lnTo>
                  <a:pt x="3429644" y="2329283"/>
                </a:lnTo>
                <a:lnTo>
                  <a:pt x="3439968" y="2279735"/>
                </a:lnTo>
                <a:lnTo>
                  <a:pt x="3450293" y="2329286"/>
                </a:lnTo>
                <a:lnTo>
                  <a:pt x="3460617" y="2329294"/>
                </a:lnTo>
                <a:lnTo>
                  <a:pt x="3470942" y="2279723"/>
                </a:lnTo>
                <a:lnTo>
                  <a:pt x="3481265" y="2329289"/>
                </a:lnTo>
                <a:lnTo>
                  <a:pt x="3491590" y="2329283"/>
                </a:lnTo>
                <a:lnTo>
                  <a:pt x="3501914" y="2279733"/>
                </a:lnTo>
                <a:lnTo>
                  <a:pt x="3512244" y="2131268"/>
                </a:lnTo>
                <a:lnTo>
                  <a:pt x="3522575" y="2180611"/>
                </a:lnTo>
                <a:lnTo>
                  <a:pt x="3553547" y="2180608"/>
                </a:lnTo>
                <a:lnTo>
                  <a:pt x="3563872" y="2131053"/>
                </a:lnTo>
                <a:lnTo>
                  <a:pt x="3574196" y="2180626"/>
                </a:lnTo>
                <a:lnTo>
                  <a:pt x="3605168" y="2180614"/>
                </a:lnTo>
                <a:lnTo>
                  <a:pt x="3615492" y="2131053"/>
                </a:lnTo>
                <a:lnTo>
                  <a:pt x="3625817" y="2180611"/>
                </a:lnTo>
                <a:lnTo>
                  <a:pt x="3636141" y="2180608"/>
                </a:lnTo>
                <a:lnTo>
                  <a:pt x="3646465" y="2202897"/>
                </a:lnTo>
                <a:lnTo>
                  <a:pt x="3657626" y="2154396"/>
                </a:lnTo>
                <a:lnTo>
                  <a:pt x="3667113" y="2131056"/>
                </a:lnTo>
                <a:lnTo>
                  <a:pt x="3677437" y="2180632"/>
                </a:lnTo>
                <a:lnTo>
                  <a:pt x="3708410" y="2180635"/>
                </a:lnTo>
                <a:lnTo>
                  <a:pt x="3718740" y="1834093"/>
                </a:lnTo>
                <a:lnTo>
                  <a:pt x="3729071" y="1883259"/>
                </a:lnTo>
                <a:lnTo>
                  <a:pt x="3760049" y="1882967"/>
                </a:lnTo>
                <a:lnTo>
                  <a:pt x="3770368" y="1833667"/>
                </a:lnTo>
                <a:lnTo>
                  <a:pt x="3780691" y="1883288"/>
                </a:lnTo>
                <a:lnTo>
                  <a:pt x="3811664" y="1883276"/>
                </a:lnTo>
                <a:lnTo>
                  <a:pt x="3821988" y="1833700"/>
                </a:lnTo>
                <a:lnTo>
                  <a:pt x="3832313" y="1883276"/>
                </a:lnTo>
                <a:lnTo>
                  <a:pt x="3863285" y="1883318"/>
                </a:lnTo>
                <a:lnTo>
                  <a:pt x="3873610" y="1833648"/>
                </a:lnTo>
                <a:lnTo>
                  <a:pt x="3883933" y="1883252"/>
                </a:lnTo>
                <a:lnTo>
                  <a:pt x="3914907" y="1883485"/>
                </a:lnTo>
                <a:lnTo>
                  <a:pt x="3925237" y="744481"/>
                </a:lnTo>
                <a:lnTo>
                  <a:pt x="3935568" y="793841"/>
                </a:lnTo>
                <a:lnTo>
                  <a:pt x="3945897" y="792089"/>
                </a:lnTo>
                <a:lnTo>
                  <a:pt x="3956216" y="743528"/>
                </a:lnTo>
                <a:lnTo>
                  <a:pt x="3966541" y="792830"/>
                </a:lnTo>
                <a:lnTo>
                  <a:pt x="3976865" y="1139864"/>
                </a:lnTo>
                <a:lnTo>
                  <a:pt x="3987188" y="1239069"/>
                </a:lnTo>
                <a:lnTo>
                  <a:pt x="3997513" y="1238932"/>
                </a:lnTo>
                <a:lnTo>
                  <a:pt x="4007837" y="1189436"/>
                </a:lnTo>
                <a:lnTo>
                  <a:pt x="4018161" y="1239094"/>
                </a:lnTo>
                <a:lnTo>
                  <a:pt x="4049135" y="1238870"/>
                </a:lnTo>
                <a:lnTo>
                  <a:pt x="4059458" y="1288553"/>
                </a:lnTo>
                <a:lnTo>
                  <a:pt x="4069782" y="1189410"/>
                </a:lnTo>
                <a:lnTo>
                  <a:pt x="4080106" y="1288565"/>
                </a:lnTo>
                <a:lnTo>
                  <a:pt x="4090430" y="1189178"/>
                </a:lnTo>
                <a:lnTo>
                  <a:pt x="4100752" y="1239292"/>
                </a:lnTo>
                <a:lnTo>
                  <a:pt x="4121403" y="1239056"/>
                </a:lnTo>
                <a:lnTo>
                  <a:pt x="4131736" y="546909"/>
                </a:lnTo>
                <a:lnTo>
                  <a:pt x="4142070" y="544611"/>
                </a:lnTo>
                <a:lnTo>
                  <a:pt x="4152391" y="545191"/>
                </a:lnTo>
                <a:lnTo>
                  <a:pt x="4162716" y="595069"/>
                </a:lnTo>
                <a:lnTo>
                  <a:pt x="4173041" y="544862"/>
                </a:lnTo>
                <a:lnTo>
                  <a:pt x="4214337" y="545596"/>
                </a:lnTo>
                <a:lnTo>
                  <a:pt x="4224663" y="594071"/>
                </a:lnTo>
                <a:lnTo>
                  <a:pt x="4234983" y="545384"/>
                </a:lnTo>
                <a:lnTo>
                  <a:pt x="4265957" y="545191"/>
                </a:lnTo>
                <a:lnTo>
                  <a:pt x="4276282" y="546350"/>
                </a:lnTo>
                <a:lnTo>
                  <a:pt x="4286612" y="593562"/>
                </a:lnTo>
                <a:lnTo>
                  <a:pt x="4296930" y="545191"/>
                </a:lnTo>
                <a:lnTo>
                  <a:pt x="4327902" y="545519"/>
                </a:lnTo>
                <a:lnTo>
                  <a:pt x="4338233" y="1338818"/>
                </a:lnTo>
                <a:lnTo>
                  <a:pt x="4358887" y="1338101"/>
                </a:lnTo>
                <a:lnTo>
                  <a:pt x="4369212" y="1344955"/>
                </a:lnTo>
                <a:lnTo>
                  <a:pt x="4379598" y="1331428"/>
                </a:lnTo>
                <a:lnTo>
                  <a:pt x="4389862" y="1337884"/>
                </a:lnTo>
                <a:lnTo>
                  <a:pt x="4451805" y="1338101"/>
                </a:lnTo>
                <a:lnTo>
                  <a:pt x="4503426" y="1338112"/>
                </a:lnTo>
                <a:lnTo>
                  <a:pt x="4513750" y="1387660"/>
                </a:lnTo>
                <a:lnTo>
                  <a:pt x="4524074" y="1338112"/>
                </a:lnTo>
                <a:lnTo>
                  <a:pt x="4534398" y="1338146"/>
                </a:lnTo>
                <a:lnTo>
                  <a:pt x="4544729" y="1239774"/>
                </a:lnTo>
                <a:lnTo>
                  <a:pt x="4565384" y="1238982"/>
                </a:lnTo>
                <a:lnTo>
                  <a:pt x="4575708" y="1239081"/>
                </a:lnTo>
                <a:lnTo>
                  <a:pt x="4586033" y="1288517"/>
                </a:lnTo>
                <a:lnTo>
                  <a:pt x="4596357" y="1238945"/>
                </a:lnTo>
                <a:lnTo>
                  <a:pt x="4637653" y="1239056"/>
                </a:lnTo>
                <a:lnTo>
                  <a:pt x="4647978" y="1288494"/>
                </a:lnTo>
                <a:lnTo>
                  <a:pt x="4658301" y="1238660"/>
                </a:lnTo>
                <a:lnTo>
                  <a:pt x="4678949" y="1239069"/>
                </a:lnTo>
                <a:lnTo>
                  <a:pt x="4699598" y="1239007"/>
                </a:lnTo>
                <a:lnTo>
                  <a:pt x="4709922" y="1288624"/>
                </a:lnTo>
                <a:lnTo>
                  <a:pt x="4720247" y="1238982"/>
                </a:lnTo>
                <a:lnTo>
                  <a:pt x="4740895" y="1239094"/>
                </a:lnTo>
                <a:lnTo>
                  <a:pt x="4751226" y="1536921"/>
                </a:lnTo>
                <a:lnTo>
                  <a:pt x="4782205" y="1536347"/>
                </a:lnTo>
                <a:lnTo>
                  <a:pt x="4885446" y="1536403"/>
                </a:lnTo>
                <a:lnTo>
                  <a:pt x="4895771" y="1585861"/>
                </a:lnTo>
                <a:lnTo>
                  <a:pt x="4906095" y="1536347"/>
                </a:lnTo>
                <a:lnTo>
                  <a:pt x="4947391" y="1537043"/>
                </a:lnTo>
                <a:lnTo>
                  <a:pt x="4957722" y="1982683"/>
                </a:lnTo>
                <a:lnTo>
                  <a:pt x="5009349" y="1982371"/>
                </a:lnTo>
                <a:lnTo>
                  <a:pt x="5143563" y="1982381"/>
                </a:lnTo>
                <a:lnTo>
                  <a:pt x="5153888" y="1984326"/>
                </a:lnTo>
                <a:lnTo>
                  <a:pt x="5153888" y="1984326"/>
                </a:lnTo>
              </a:path>
            </a:pathLst>
          </a:custGeom>
          <a:noFill/>
          <a:ln w="19050" cap="sq">
            <a:solidFill>
              <a:srgbClr val="8DD3C7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49" name="Freeform: Shape 248">
            <a:extLst>
              <a:ext uri="{FF2B5EF4-FFF2-40B4-BE49-F238E27FC236}">
                <a16:creationId xmlns:a16="http://schemas.microsoft.com/office/drawing/2014/main" id="{F53E133D-6FE2-2F03-D570-6F9D3520E5A1}"/>
              </a:ext>
            </a:extLst>
          </p:cNvPr>
          <p:cNvSpPr/>
          <p:nvPr/>
        </p:nvSpPr>
        <p:spPr>
          <a:xfrm>
            <a:off x="2086493" y="1142484"/>
            <a:ext cx="5153891" cy="2274051"/>
          </a:xfrm>
          <a:custGeom>
            <a:avLst/>
            <a:gdLst>
              <a:gd name="csX0" fmla="*/ 0 w 5153891"/>
              <a:gd name="csY0" fmla="*/ 922973 h 2274051"/>
              <a:gd name="csX1" fmla="*/ 10335 w 5153891"/>
              <a:gd name="csY1" fmla="*/ 870904 h 2274051"/>
              <a:gd name="csX2" fmla="*/ 20658 w 5153891"/>
              <a:gd name="csY2" fmla="*/ 970545 h 2274051"/>
              <a:gd name="csX3" fmla="*/ 41303 w 5153891"/>
              <a:gd name="csY3" fmla="*/ 871160 h 2274051"/>
              <a:gd name="csX4" fmla="*/ 51627 w 5153891"/>
              <a:gd name="csY4" fmla="*/ 920924 h 2274051"/>
              <a:gd name="csX5" fmla="*/ 82603 w 5153891"/>
              <a:gd name="csY5" fmla="*/ 920035 h 2274051"/>
              <a:gd name="csX6" fmla="*/ 92924 w 5153891"/>
              <a:gd name="csY6" fmla="*/ 974039 h 2274051"/>
              <a:gd name="csX7" fmla="*/ 103495 w 5153891"/>
              <a:gd name="csY7" fmla="*/ 864757 h 2274051"/>
              <a:gd name="csX8" fmla="*/ 113572 w 5153891"/>
              <a:gd name="csY8" fmla="*/ 921198 h 2274051"/>
              <a:gd name="csX9" fmla="*/ 123899 w 5153891"/>
              <a:gd name="csY9" fmla="*/ 870671 h 2274051"/>
              <a:gd name="csX10" fmla="*/ 134221 w 5153891"/>
              <a:gd name="csY10" fmla="*/ 920628 h 2274051"/>
              <a:gd name="csX11" fmla="*/ 196168 w 5153891"/>
              <a:gd name="csY11" fmla="*/ 921926 h 2274051"/>
              <a:gd name="csX12" fmla="*/ 206499 w 5153891"/>
              <a:gd name="csY12" fmla="*/ 1764086 h 2274051"/>
              <a:gd name="csX13" fmla="*/ 227153 w 5153891"/>
              <a:gd name="csY13" fmla="*/ 1763167 h 2274051"/>
              <a:gd name="csX14" fmla="*/ 237477 w 5153891"/>
              <a:gd name="csY14" fmla="*/ 1812754 h 2274051"/>
              <a:gd name="csX15" fmla="*/ 247802 w 5153891"/>
              <a:gd name="csY15" fmla="*/ 1763210 h 2274051"/>
              <a:gd name="csX16" fmla="*/ 278774 w 5153891"/>
              <a:gd name="csY16" fmla="*/ 1763411 h 2274051"/>
              <a:gd name="csX17" fmla="*/ 289100 w 5153891"/>
              <a:gd name="csY17" fmla="*/ 1812546 h 2274051"/>
              <a:gd name="csX18" fmla="*/ 299423 w 5153891"/>
              <a:gd name="csY18" fmla="*/ 1763238 h 2274051"/>
              <a:gd name="csX19" fmla="*/ 330395 w 5153891"/>
              <a:gd name="csY19" fmla="*/ 1763210 h 2274051"/>
              <a:gd name="csX20" fmla="*/ 340719 w 5153891"/>
              <a:gd name="csY20" fmla="*/ 1812754 h 2274051"/>
              <a:gd name="csX21" fmla="*/ 351044 w 5153891"/>
              <a:gd name="csY21" fmla="*/ 1763181 h 2274051"/>
              <a:gd name="csX22" fmla="*/ 382023 w 5153891"/>
              <a:gd name="csY22" fmla="*/ 1762189 h 2274051"/>
              <a:gd name="csX23" fmla="*/ 392340 w 5153891"/>
              <a:gd name="csY23" fmla="*/ 1812768 h 2274051"/>
              <a:gd name="csX24" fmla="*/ 402664 w 5153891"/>
              <a:gd name="csY24" fmla="*/ 1763253 h 2274051"/>
              <a:gd name="csX25" fmla="*/ 412995 w 5153891"/>
              <a:gd name="csY25" fmla="*/ 1665030 h 2274051"/>
              <a:gd name="csX26" fmla="*/ 423325 w 5153891"/>
              <a:gd name="csY26" fmla="*/ 1713666 h 2274051"/>
              <a:gd name="csX27" fmla="*/ 433650 w 5153891"/>
              <a:gd name="csY27" fmla="*/ 1664047 h 2274051"/>
              <a:gd name="csX28" fmla="*/ 443974 w 5153891"/>
              <a:gd name="csY28" fmla="*/ 1713622 h 2274051"/>
              <a:gd name="csX29" fmla="*/ 454298 w 5153891"/>
              <a:gd name="csY29" fmla="*/ 1713651 h 2274051"/>
              <a:gd name="csX30" fmla="*/ 464622 w 5153891"/>
              <a:gd name="csY30" fmla="*/ 1664170 h 2274051"/>
              <a:gd name="csX31" fmla="*/ 474947 w 5153891"/>
              <a:gd name="csY31" fmla="*/ 1713726 h 2274051"/>
              <a:gd name="csX32" fmla="*/ 485272 w 5153891"/>
              <a:gd name="csY32" fmla="*/ 1663909 h 2274051"/>
              <a:gd name="csX33" fmla="*/ 495595 w 5153891"/>
              <a:gd name="csY33" fmla="*/ 1713607 h 2274051"/>
              <a:gd name="csX34" fmla="*/ 505919 w 5153891"/>
              <a:gd name="csY34" fmla="*/ 1665045 h 2274051"/>
              <a:gd name="csX35" fmla="*/ 516250 w 5153891"/>
              <a:gd name="csY35" fmla="*/ 1712848 h 2274051"/>
              <a:gd name="csX36" fmla="*/ 526568 w 5153891"/>
              <a:gd name="csY36" fmla="*/ 1663924 h 2274051"/>
              <a:gd name="csX37" fmla="*/ 536891 w 5153891"/>
              <a:gd name="csY37" fmla="*/ 1713651 h 2274051"/>
              <a:gd name="csX38" fmla="*/ 547216 w 5153891"/>
              <a:gd name="csY38" fmla="*/ 1714543 h 2274051"/>
              <a:gd name="csX39" fmla="*/ 557546 w 5153891"/>
              <a:gd name="csY39" fmla="*/ 1663125 h 2274051"/>
              <a:gd name="csX40" fmla="*/ 567864 w 5153891"/>
              <a:gd name="csY40" fmla="*/ 1713637 h 2274051"/>
              <a:gd name="csX41" fmla="*/ 578188 w 5153891"/>
              <a:gd name="csY41" fmla="*/ 1664093 h 2274051"/>
              <a:gd name="csX42" fmla="*/ 588512 w 5153891"/>
              <a:gd name="csY42" fmla="*/ 1713622 h 2274051"/>
              <a:gd name="csX43" fmla="*/ 598836 w 5153891"/>
              <a:gd name="csY43" fmla="*/ 1664093 h 2274051"/>
              <a:gd name="csX44" fmla="*/ 609161 w 5153891"/>
              <a:gd name="csY44" fmla="*/ 1714172 h 2274051"/>
              <a:gd name="csX45" fmla="*/ 619491 w 5153891"/>
              <a:gd name="csY45" fmla="*/ 773476 h 2274051"/>
              <a:gd name="csX46" fmla="*/ 629821 w 5153891"/>
              <a:gd name="csY46" fmla="*/ 773306 h 2274051"/>
              <a:gd name="csX47" fmla="*/ 640151 w 5153891"/>
              <a:gd name="csY47" fmla="*/ 770732 h 2274051"/>
              <a:gd name="csX48" fmla="*/ 650470 w 5153891"/>
              <a:gd name="csY48" fmla="*/ 821602 h 2274051"/>
              <a:gd name="csX49" fmla="*/ 660794 w 5153891"/>
              <a:gd name="csY49" fmla="*/ 771995 h 2274051"/>
              <a:gd name="csX50" fmla="*/ 712415 w 5153891"/>
              <a:gd name="csY50" fmla="*/ 771995 h 2274051"/>
              <a:gd name="csX51" fmla="*/ 722739 w 5153891"/>
              <a:gd name="csY51" fmla="*/ 821602 h 2274051"/>
              <a:gd name="csX52" fmla="*/ 733063 w 5153891"/>
              <a:gd name="csY52" fmla="*/ 771995 h 2274051"/>
              <a:gd name="csX53" fmla="*/ 774360 w 5153891"/>
              <a:gd name="csY53" fmla="*/ 772044 h 2274051"/>
              <a:gd name="csX54" fmla="*/ 784684 w 5153891"/>
              <a:gd name="csY54" fmla="*/ 821626 h 2274051"/>
              <a:gd name="csX55" fmla="*/ 795008 w 5153891"/>
              <a:gd name="csY55" fmla="*/ 772068 h 2274051"/>
              <a:gd name="csX56" fmla="*/ 815657 w 5153891"/>
              <a:gd name="csY56" fmla="*/ 771947 h 2274051"/>
              <a:gd name="csX57" fmla="*/ 825988 w 5153891"/>
              <a:gd name="csY57" fmla="*/ 1120200 h 2274051"/>
              <a:gd name="csX58" fmla="*/ 836318 w 5153891"/>
              <a:gd name="csY58" fmla="*/ 1069394 h 2274051"/>
              <a:gd name="csX59" fmla="*/ 846643 w 5153891"/>
              <a:gd name="csY59" fmla="*/ 1118889 h 2274051"/>
              <a:gd name="csX60" fmla="*/ 856967 w 5153891"/>
              <a:gd name="csY60" fmla="*/ 1118952 h 2274051"/>
              <a:gd name="csX61" fmla="*/ 867291 w 5153891"/>
              <a:gd name="csY61" fmla="*/ 1069372 h 2274051"/>
              <a:gd name="csX62" fmla="*/ 877615 w 5153891"/>
              <a:gd name="csY62" fmla="*/ 1118993 h 2274051"/>
              <a:gd name="csX63" fmla="*/ 887939 w 5153891"/>
              <a:gd name="csY63" fmla="*/ 1118869 h 2274051"/>
              <a:gd name="csX64" fmla="*/ 898263 w 5153891"/>
              <a:gd name="csY64" fmla="*/ 1069458 h 2274051"/>
              <a:gd name="csX65" fmla="*/ 908588 w 5153891"/>
              <a:gd name="csY65" fmla="*/ 1118848 h 2274051"/>
              <a:gd name="csX66" fmla="*/ 918912 w 5153891"/>
              <a:gd name="csY66" fmla="*/ 1118973 h 2274051"/>
              <a:gd name="csX67" fmla="*/ 929236 w 5153891"/>
              <a:gd name="csY67" fmla="*/ 1069351 h 2274051"/>
              <a:gd name="csX68" fmla="*/ 939560 w 5153891"/>
              <a:gd name="csY68" fmla="*/ 1118889 h 2274051"/>
              <a:gd name="csX69" fmla="*/ 949884 w 5153891"/>
              <a:gd name="csY69" fmla="*/ 1118931 h 2274051"/>
              <a:gd name="csX70" fmla="*/ 960208 w 5153891"/>
              <a:gd name="csY70" fmla="*/ 1069394 h 2274051"/>
              <a:gd name="csX71" fmla="*/ 970532 w 5153891"/>
              <a:gd name="csY71" fmla="*/ 1118952 h 2274051"/>
              <a:gd name="csX72" fmla="*/ 980857 w 5153891"/>
              <a:gd name="csY72" fmla="*/ 1120034 h 2274051"/>
              <a:gd name="csX73" fmla="*/ 991186 w 5153891"/>
              <a:gd name="csY73" fmla="*/ 1068370 h 2274051"/>
              <a:gd name="csX74" fmla="*/ 1001506 w 5153891"/>
              <a:gd name="csY74" fmla="*/ 1118806 h 2274051"/>
              <a:gd name="csX75" fmla="*/ 1011829 w 5153891"/>
              <a:gd name="csY75" fmla="*/ 1118931 h 2274051"/>
              <a:gd name="csX76" fmla="*/ 1022154 w 5153891"/>
              <a:gd name="csY76" fmla="*/ 1069436 h 2274051"/>
              <a:gd name="csX77" fmla="*/ 1032484 w 5153891"/>
              <a:gd name="csY77" fmla="*/ 922063 h 2274051"/>
              <a:gd name="csX78" fmla="*/ 1053140 w 5153891"/>
              <a:gd name="csY78" fmla="*/ 920445 h 2274051"/>
              <a:gd name="csX79" fmla="*/ 1073787 w 5153891"/>
              <a:gd name="csY79" fmla="*/ 920833 h 2274051"/>
              <a:gd name="csX80" fmla="*/ 1084112 w 5153891"/>
              <a:gd name="csY80" fmla="*/ 970121 h 2274051"/>
              <a:gd name="csX81" fmla="*/ 1094435 w 5153891"/>
              <a:gd name="csY81" fmla="*/ 920696 h 2274051"/>
              <a:gd name="csX82" fmla="*/ 1104759 w 5153891"/>
              <a:gd name="csY82" fmla="*/ 921972 h 2274051"/>
              <a:gd name="csX83" fmla="*/ 1115089 w 5153891"/>
              <a:gd name="csY83" fmla="*/ 919738 h 2274051"/>
              <a:gd name="csX84" fmla="*/ 1146056 w 5153891"/>
              <a:gd name="csY84" fmla="*/ 920696 h 2274051"/>
              <a:gd name="csX85" fmla="*/ 1187353 w 5153891"/>
              <a:gd name="csY85" fmla="*/ 920810 h 2274051"/>
              <a:gd name="csX86" fmla="*/ 1197677 w 5153891"/>
              <a:gd name="csY86" fmla="*/ 970210 h 2274051"/>
              <a:gd name="csX87" fmla="*/ 1208001 w 5153891"/>
              <a:gd name="csY87" fmla="*/ 920628 h 2274051"/>
              <a:gd name="csX88" fmla="*/ 1218325 w 5153891"/>
              <a:gd name="csY88" fmla="*/ 942306 h 2274051"/>
              <a:gd name="csX89" fmla="*/ 1228748 w 5153891"/>
              <a:gd name="csY89" fmla="*/ 898761 h 2274051"/>
              <a:gd name="csX90" fmla="*/ 1239079 w 5153891"/>
              <a:gd name="csY90" fmla="*/ 2110761 h 2274051"/>
              <a:gd name="csX91" fmla="*/ 1249409 w 5153891"/>
              <a:gd name="csY91" fmla="*/ 2159790 h 2274051"/>
              <a:gd name="csX92" fmla="*/ 1259734 w 5153891"/>
              <a:gd name="csY92" fmla="*/ 2109987 h 2274051"/>
              <a:gd name="csX93" fmla="*/ 1270057 w 5153891"/>
              <a:gd name="csY93" fmla="*/ 2110107 h 2274051"/>
              <a:gd name="csX94" fmla="*/ 1280382 w 5153891"/>
              <a:gd name="csY94" fmla="*/ 2159811 h 2274051"/>
              <a:gd name="csX95" fmla="*/ 1290707 w 5153891"/>
              <a:gd name="csY95" fmla="*/ 2109954 h 2274051"/>
              <a:gd name="csX96" fmla="*/ 1301030 w 5153891"/>
              <a:gd name="csY96" fmla="*/ 2159655 h 2274051"/>
              <a:gd name="csX97" fmla="*/ 1311354 w 5153891"/>
              <a:gd name="csY97" fmla="*/ 2135380 h 2274051"/>
              <a:gd name="csX98" fmla="*/ 1321923 w 5153891"/>
              <a:gd name="csY98" fmla="*/ 2134401 h 2274051"/>
              <a:gd name="csX99" fmla="*/ 1332003 w 5153891"/>
              <a:gd name="csY99" fmla="*/ 2110085 h 2274051"/>
              <a:gd name="csX100" fmla="*/ 1342327 w 5153891"/>
              <a:gd name="csY100" fmla="*/ 2159655 h 2274051"/>
              <a:gd name="csX101" fmla="*/ 1352651 w 5153891"/>
              <a:gd name="csY101" fmla="*/ 2110107 h 2274051"/>
              <a:gd name="csX102" fmla="*/ 1362975 w 5153891"/>
              <a:gd name="csY102" fmla="*/ 2110118 h 2274051"/>
              <a:gd name="csX103" fmla="*/ 1373299 w 5153891"/>
              <a:gd name="csY103" fmla="*/ 2159655 h 2274051"/>
              <a:gd name="csX104" fmla="*/ 1383623 w 5153891"/>
              <a:gd name="csY104" fmla="*/ 2110281 h 2274051"/>
              <a:gd name="csX105" fmla="*/ 1393949 w 5153891"/>
              <a:gd name="csY105" fmla="*/ 2159510 h 2274051"/>
              <a:gd name="csX106" fmla="*/ 1404272 w 5153891"/>
              <a:gd name="csY106" fmla="*/ 2110140 h 2274051"/>
              <a:gd name="csX107" fmla="*/ 1414596 w 5153891"/>
              <a:gd name="csY107" fmla="*/ 2159645 h 2274051"/>
              <a:gd name="csX108" fmla="*/ 1424920 w 5153891"/>
              <a:gd name="csY108" fmla="*/ 2110096 h 2274051"/>
              <a:gd name="csX109" fmla="*/ 1435244 w 5153891"/>
              <a:gd name="csY109" fmla="*/ 2274051 h 2274051"/>
              <a:gd name="csX110" fmla="*/ 1445575 w 5153891"/>
              <a:gd name="csY110" fmla="*/ 1813628 h 2274051"/>
              <a:gd name="csX111" fmla="*/ 1455906 w 5153891"/>
              <a:gd name="csY111" fmla="*/ 1812851 h 2274051"/>
              <a:gd name="csX112" fmla="*/ 1466231 w 5153891"/>
              <a:gd name="csY112" fmla="*/ 1862192 h 2274051"/>
              <a:gd name="csX113" fmla="*/ 1476554 w 5153891"/>
              <a:gd name="csY113" fmla="*/ 1812740 h 2274051"/>
              <a:gd name="csX114" fmla="*/ 1497202 w 5153891"/>
              <a:gd name="csY114" fmla="*/ 1812754 h 2274051"/>
              <a:gd name="csX115" fmla="*/ 1507526 w 5153891"/>
              <a:gd name="csY115" fmla="*/ 1862300 h 2274051"/>
              <a:gd name="csX116" fmla="*/ 1517850 w 5153891"/>
              <a:gd name="csY116" fmla="*/ 1812934 h 2274051"/>
              <a:gd name="csX117" fmla="*/ 1538499 w 5153891"/>
              <a:gd name="csY117" fmla="*/ 1812754 h 2274051"/>
              <a:gd name="csX118" fmla="*/ 1548823 w 5153891"/>
              <a:gd name="csY118" fmla="*/ 1862300 h 2274051"/>
              <a:gd name="csX119" fmla="*/ 1559147 w 5153891"/>
              <a:gd name="csY119" fmla="*/ 1812782 h 2274051"/>
              <a:gd name="csX120" fmla="*/ 1579795 w 5153891"/>
              <a:gd name="csY120" fmla="*/ 1812754 h 2274051"/>
              <a:gd name="csX121" fmla="*/ 1590120 w 5153891"/>
              <a:gd name="csY121" fmla="*/ 1862447 h 2274051"/>
              <a:gd name="csX122" fmla="*/ 1600445 w 5153891"/>
              <a:gd name="csY122" fmla="*/ 1812601 h 2274051"/>
              <a:gd name="csX123" fmla="*/ 1610768 w 5153891"/>
              <a:gd name="csY123" fmla="*/ 1813683 h 2274051"/>
              <a:gd name="csX124" fmla="*/ 1621099 w 5153891"/>
              <a:gd name="csY124" fmla="*/ 1811838 h 2274051"/>
              <a:gd name="csX125" fmla="*/ 1631416 w 5153891"/>
              <a:gd name="csY125" fmla="*/ 1862300 h 2274051"/>
              <a:gd name="csX126" fmla="*/ 1641740 w 5153891"/>
              <a:gd name="csY126" fmla="*/ 1812810 h 2274051"/>
              <a:gd name="csX127" fmla="*/ 1652071 w 5153891"/>
              <a:gd name="csY127" fmla="*/ 2110772 h 2274051"/>
              <a:gd name="csX128" fmla="*/ 1672725 w 5153891"/>
              <a:gd name="csY128" fmla="*/ 2110205 h 2274051"/>
              <a:gd name="csX129" fmla="*/ 1683051 w 5153891"/>
              <a:gd name="csY129" fmla="*/ 2159759 h 2274051"/>
              <a:gd name="csX130" fmla="*/ 1693376 w 5153891"/>
              <a:gd name="csY130" fmla="*/ 2109998 h 2274051"/>
              <a:gd name="csX131" fmla="*/ 1734676 w 5153891"/>
              <a:gd name="csY131" fmla="*/ 2109518 h 2274051"/>
              <a:gd name="csX132" fmla="*/ 1744995 w 5153891"/>
              <a:gd name="csY132" fmla="*/ 2159936 h 2274051"/>
              <a:gd name="csX133" fmla="*/ 1755322 w 5153891"/>
              <a:gd name="csY133" fmla="*/ 2109834 h 2274051"/>
              <a:gd name="csX134" fmla="*/ 1786292 w 5153891"/>
              <a:gd name="csY134" fmla="*/ 2110041 h 2274051"/>
              <a:gd name="csX135" fmla="*/ 1796616 w 5153891"/>
              <a:gd name="csY135" fmla="*/ 2160186 h 2274051"/>
              <a:gd name="csX136" fmla="*/ 1806945 w 5153891"/>
              <a:gd name="csY136" fmla="*/ 2109550 h 2274051"/>
              <a:gd name="csX137" fmla="*/ 1837912 w 5153891"/>
              <a:gd name="csY137" fmla="*/ 2110107 h 2274051"/>
              <a:gd name="csX138" fmla="*/ 1848236 w 5153891"/>
              <a:gd name="csY138" fmla="*/ 2160009 h 2274051"/>
              <a:gd name="csX139" fmla="*/ 1858567 w 5153891"/>
              <a:gd name="csY139" fmla="*/ 1466865 h 2274051"/>
              <a:gd name="csX140" fmla="*/ 1868897 w 5153891"/>
              <a:gd name="csY140" fmla="*/ 1515452 h 2274051"/>
              <a:gd name="csX141" fmla="*/ 1879222 w 5153891"/>
              <a:gd name="csY141" fmla="*/ 1465825 h 2274051"/>
              <a:gd name="csX142" fmla="*/ 1889546 w 5153891"/>
              <a:gd name="csY142" fmla="*/ 1465843 h 2274051"/>
              <a:gd name="csX143" fmla="*/ 1899870 w 5153891"/>
              <a:gd name="csY143" fmla="*/ 1515401 h 2274051"/>
              <a:gd name="csX144" fmla="*/ 1910194 w 5153891"/>
              <a:gd name="csY144" fmla="*/ 1465860 h 2274051"/>
              <a:gd name="csX145" fmla="*/ 1920518 w 5153891"/>
              <a:gd name="csY145" fmla="*/ 1466883 h 2274051"/>
              <a:gd name="csX146" fmla="*/ 1930849 w 5153891"/>
              <a:gd name="csY146" fmla="*/ 1514339 h 2274051"/>
              <a:gd name="csX147" fmla="*/ 1941166 w 5153891"/>
              <a:gd name="csY147" fmla="*/ 1465860 h 2274051"/>
              <a:gd name="csX148" fmla="*/ 1951491 w 5153891"/>
              <a:gd name="csY148" fmla="*/ 1465860 h 2274051"/>
              <a:gd name="csX149" fmla="*/ 1961815 w 5153891"/>
              <a:gd name="csY149" fmla="*/ 1515401 h 2274051"/>
              <a:gd name="csX150" fmla="*/ 1972139 w 5153891"/>
              <a:gd name="csY150" fmla="*/ 1479114 h 2274051"/>
              <a:gd name="csX151" fmla="*/ 1982543 w 5153891"/>
              <a:gd name="csY151" fmla="*/ 1452365 h 2274051"/>
              <a:gd name="csX152" fmla="*/ 1992787 w 5153891"/>
              <a:gd name="csY152" fmla="*/ 1515401 h 2274051"/>
              <a:gd name="csX153" fmla="*/ 2003112 w 5153891"/>
              <a:gd name="csY153" fmla="*/ 1465843 h 2274051"/>
              <a:gd name="csX154" fmla="*/ 2013436 w 5153891"/>
              <a:gd name="csY154" fmla="*/ 1465843 h 2274051"/>
              <a:gd name="csX155" fmla="*/ 2023760 w 5153891"/>
              <a:gd name="csY155" fmla="*/ 1515385 h 2274051"/>
              <a:gd name="csX156" fmla="*/ 2034084 w 5153891"/>
              <a:gd name="csY156" fmla="*/ 1465860 h 2274051"/>
              <a:gd name="csX157" fmla="*/ 2044408 w 5153891"/>
              <a:gd name="csY157" fmla="*/ 1465860 h 2274051"/>
              <a:gd name="csX158" fmla="*/ 2054733 w 5153891"/>
              <a:gd name="csY158" fmla="*/ 1516580 h 2274051"/>
              <a:gd name="csX159" fmla="*/ 2065063 w 5153891"/>
              <a:gd name="csY159" fmla="*/ 1813600 h 2274051"/>
              <a:gd name="csX160" fmla="*/ 2075394 w 5153891"/>
              <a:gd name="csY160" fmla="*/ 1763181 h 2274051"/>
              <a:gd name="csX161" fmla="*/ 2085718 w 5153891"/>
              <a:gd name="csY161" fmla="*/ 1812768 h 2274051"/>
              <a:gd name="csX162" fmla="*/ 2116691 w 5153891"/>
              <a:gd name="csY162" fmla="*/ 1812657 h 2274051"/>
              <a:gd name="csX163" fmla="*/ 2127014 w 5153891"/>
              <a:gd name="csY163" fmla="*/ 1763195 h 2274051"/>
              <a:gd name="csX164" fmla="*/ 2137338 w 5153891"/>
              <a:gd name="csY164" fmla="*/ 1812782 h 2274051"/>
              <a:gd name="csX165" fmla="*/ 2168312 w 5153891"/>
              <a:gd name="csY165" fmla="*/ 1813572 h 2274051"/>
              <a:gd name="csX166" fmla="*/ 2178642 w 5153891"/>
              <a:gd name="csY166" fmla="*/ 1762304 h 2274051"/>
              <a:gd name="csX167" fmla="*/ 2188960 w 5153891"/>
              <a:gd name="csY167" fmla="*/ 1812726 h 2274051"/>
              <a:gd name="csX168" fmla="*/ 2199284 w 5153891"/>
              <a:gd name="csY168" fmla="*/ 1812754 h 2274051"/>
              <a:gd name="csX169" fmla="*/ 2209608 w 5153891"/>
              <a:gd name="csY169" fmla="*/ 1833625 h 2274051"/>
              <a:gd name="csX170" fmla="*/ 2220090 w 5153891"/>
              <a:gd name="csY170" fmla="*/ 1791250 h 2274051"/>
              <a:gd name="csX171" fmla="*/ 2230256 w 5153891"/>
              <a:gd name="csY171" fmla="*/ 1812740 h 2274051"/>
              <a:gd name="csX172" fmla="*/ 2240580 w 5153891"/>
              <a:gd name="csY172" fmla="*/ 1763195 h 2274051"/>
              <a:gd name="csX173" fmla="*/ 2250904 w 5153891"/>
              <a:gd name="csY173" fmla="*/ 1812768 h 2274051"/>
              <a:gd name="csX174" fmla="*/ 2261229 w 5153891"/>
              <a:gd name="csY174" fmla="*/ 1812782 h 2274051"/>
              <a:gd name="csX175" fmla="*/ 2271560 w 5153891"/>
              <a:gd name="csY175" fmla="*/ 1070863 h 2274051"/>
              <a:gd name="csX176" fmla="*/ 2292216 w 5153891"/>
              <a:gd name="csY176" fmla="*/ 1069159 h 2274051"/>
              <a:gd name="csX177" fmla="*/ 2302539 w 5153891"/>
              <a:gd name="csY177" fmla="*/ 1069372 h 2274051"/>
              <a:gd name="csX178" fmla="*/ 2312863 w 5153891"/>
              <a:gd name="csY178" fmla="*/ 1118993 h 2274051"/>
              <a:gd name="csX179" fmla="*/ 2323188 w 5153891"/>
              <a:gd name="csY179" fmla="*/ 1069308 h 2274051"/>
              <a:gd name="csX180" fmla="*/ 2385133 w 5153891"/>
              <a:gd name="csY180" fmla="*/ 1069330 h 2274051"/>
              <a:gd name="csX181" fmla="*/ 2395456 w 5153891"/>
              <a:gd name="csY181" fmla="*/ 1118952 h 2274051"/>
              <a:gd name="csX182" fmla="*/ 2405781 w 5153891"/>
              <a:gd name="csY182" fmla="*/ 1069394 h 2274051"/>
              <a:gd name="csX183" fmla="*/ 2467726 w 5153891"/>
              <a:gd name="csY183" fmla="*/ 1069585 h 2274051"/>
              <a:gd name="csX184" fmla="*/ 2478056 w 5153891"/>
              <a:gd name="csY184" fmla="*/ 922086 h 2274051"/>
              <a:gd name="csX185" fmla="*/ 2488387 w 5153891"/>
              <a:gd name="csY185" fmla="*/ 970366 h 2274051"/>
              <a:gd name="csX186" fmla="*/ 2498711 w 5153891"/>
              <a:gd name="csY186" fmla="*/ 920605 h 2274051"/>
              <a:gd name="csX187" fmla="*/ 2509035 w 5153891"/>
              <a:gd name="csY187" fmla="*/ 970321 h 2274051"/>
              <a:gd name="csX188" fmla="*/ 2519360 w 5153891"/>
              <a:gd name="csY188" fmla="*/ 920582 h 2274051"/>
              <a:gd name="csX189" fmla="*/ 2529684 w 5153891"/>
              <a:gd name="csY189" fmla="*/ 970277 h 2274051"/>
              <a:gd name="csX190" fmla="*/ 2540008 w 5153891"/>
              <a:gd name="csY190" fmla="*/ 920696 h 2274051"/>
              <a:gd name="csX191" fmla="*/ 2550332 w 5153891"/>
              <a:gd name="csY191" fmla="*/ 970255 h 2274051"/>
              <a:gd name="csX192" fmla="*/ 2560656 w 5153891"/>
              <a:gd name="csY192" fmla="*/ 920719 h 2274051"/>
              <a:gd name="csX193" fmla="*/ 2570980 w 5153891"/>
              <a:gd name="csY193" fmla="*/ 970255 h 2274051"/>
              <a:gd name="csX194" fmla="*/ 2581304 w 5153891"/>
              <a:gd name="csY194" fmla="*/ 920787 h 2274051"/>
              <a:gd name="csX195" fmla="*/ 2591629 w 5153891"/>
              <a:gd name="csY195" fmla="*/ 970143 h 2274051"/>
              <a:gd name="csX196" fmla="*/ 2601953 w 5153891"/>
              <a:gd name="csY196" fmla="*/ 920719 h 2274051"/>
              <a:gd name="csX197" fmla="*/ 2612277 w 5153891"/>
              <a:gd name="csY197" fmla="*/ 970233 h 2274051"/>
              <a:gd name="csX198" fmla="*/ 2622601 w 5153891"/>
              <a:gd name="csY198" fmla="*/ 920696 h 2274051"/>
              <a:gd name="csX199" fmla="*/ 2632925 w 5153891"/>
              <a:gd name="csY199" fmla="*/ 970277 h 2274051"/>
              <a:gd name="csX200" fmla="*/ 2643249 w 5153891"/>
              <a:gd name="csY200" fmla="*/ 920673 h 2274051"/>
              <a:gd name="csX201" fmla="*/ 2653574 w 5153891"/>
              <a:gd name="csY201" fmla="*/ 970277 h 2274051"/>
              <a:gd name="csX202" fmla="*/ 2663898 w 5153891"/>
              <a:gd name="csY202" fmla="*/ 1624888 h 2274051"/>
              <a:gd name="csX203" fmla="*/ 2675914 w 5153891"/>
              <a:gd name="csY203" fmla="*/ 0 h 2274051"/>
              <a:gd name="csX204" fmla="*/ 2686244 w 5153891"/>
              <a:gd name="csY204" fmla="*/ 575360 h 2274051"/>
              <a:gd name="csX205" fmla="*/ 2696574 w 5153891"/>
              <a:gd name="csY205" fmla="*/ 531645 h 2274051"/>
              <a:gd name="csX206" fmla="*/ 2706927 w 5153891"/>
              <a:gd name="csY206" fmla="*/ 566488 h 2274051"/>
              <a:gd name="csX207" fmla="*/ 2717223 w 5153891"/>
              <a:gd name="csY207" fmla="*/ 573784 h 2274051"/>
              <a:gd name="csX208" fmla="*/ 2727547 w 5153891"/>
              <a:gd name="csY208" fmla="*/ 524520 h 2274051"/>
              <a:gd name="csX209" fmla="*/ 2737872 w 5153891"/>
              <a:gd name="csY209" fmla="*/ 573495 h 2274051"/>
              <a:gd name="csX210" fmla="*/ 2748195 w 5153891"/>
              <a:gd name="csY210" fmla="*/ 524467 h 2274051"/>
              <a:gd name="csX211" fmla="*/ 2758520 w 5153891"/>
              <a:gd name="csY211" fmla="*/ 573574 h 2274051"/>
              <a:gd name="csX212" fmla="*/ 2768844 w 5153891"/>
              <a:gd name="csY212" fmla="*/ 573732 h 2274051"/>
              <a:gd name="csX213" fmla="*/ 2779168 w 5153891"/>
              <a:gd name="csY213" fmla="*/ 526258 h 2274051"/>
              <a:gd name="csX214" fmla="*/ 2789500 w 5153891"/>
              <a:gd name="csY214" fmla="*/ 571839 h 2274051"/>
              <a:gd name="csX215" fmla="*/ 2799816 w 5153891"/>
              <a:gd name="csY215" fmla="*/ 573784 h 2274051"/>
              <a:gd name="csX216" fmla="*/ 2810140 w 5153891"/>
              <a:gd name="csY216" fmla="*/ 524199 h 2274051"/>
              <a:gd name="csX217" fmla="*/ 2820465 w 5153891"/>
              <a:gd name="csY217" fmla="*/ 573758 h 2274051"/>
              <a:gd name="csX218" fmla="*/ 2830789 w 5153891"/>
              <a:gd name="csY218" fmla="*/ 525429 h 2274051"/>
              <a:gd name="csX219" fmla="*/ 2841118 w 5153891"/>
              <a:gd name="csY219" fmla="*/ 572602 h 2274051"/>
              <a:gd name="csX220" fmla="*/ 2851437 w 5153891"/>
              <a:gd name="csY220" fmla="*/ 573942 h 2274051"/>
              <a:gd name="csX221" fmla="*/ 2861762 w 5153891"/>
              <a:gd name="csY221" fmla="*/ 525643 h 2274051"/>
              <a:gd name="csX222" fmla="*/ 2872092 w 5153891"/>
              <a:gd name="csY222" fmla="*/ 572286 h 2274051"/>
              <a:gd name="csX223" fmla="*/ 2882410 w 5153891"/>
              <a:gd name="csY223" fmla="*/ 574257 h 2274051"/>
              <a:gd name="csX224" fmla="*/ 2892740 w 5153891"/>
              <a:gd name="csY224" fmla="*/ 1070650 h 2274051"/>
              <a:gd name="csX225" fmla="*/ 2903070 w 5153891"/>
              <a:gd name="csY225" fmla="*/ 1070501 h 2274051"/>
              <a:gd name="csX226" fmla="*/ 2913400 w 5153891"/>
              <a:gd name="csY226" fmla="*/ 1018657 h 2274051"/>
              <a:gd name="csX227" fmla="*/ 2923719 w 5153891"/>
              <a:gd name="csY227" fmla="*/ 1069372 h 2274051"/>
              <a:gd name="csX228" fmla="*/ 2965016 w 5153891"/>
              <a:gd name="csY228" fmla="*/ 1069351 h 2274051"/>
              <a:gd name="csX229" fmla="*/ 2975340 w 5153891"/>
              <a:gd name="csY229" fmla="*/ 1020097 h 2274051"/>
              <a:gd name="csX230" fmla="*/ 2985665 w 5153891"/>
              <a:gd name="csY230" fmla="*/ 1069074 h 2274051"/>
              <a:gd name="csX231" fmla="*/ 3037285 w 5153891"/>
              <a:gd name="csY231" fmla="*/ 1069394 h 2274051"/>
              <a:gd name="csX232" fmla="*/ 3047609 w 5153891"/>
              <a:gd name="csY232" fmla="*/ 1019814 h 2274051"/>
              <a:gd name="csX233" fmla="*/ 3057933 w 5153891"/>
              <a:gd name="csY233" fmla="*/ 1069479 h 2274051"/>
              <a:gd name="csX234" fmla="*/ 3088906 w 5153891"/>
              <a:gd name="csY234" fmla="*/ 1069415 h 2274051"/>
              <a:gd name="csX235" fmla="*/ 3099244 w 5153891"/>
              <a:gd name="csY235" fmla="*/ 775390 h 2274051"/>
              <a:gd name="csX236" fmla="*/ 3109583 w 5153891"/>
              <a:gd name="csY236" fmla="*/ 770075 h 2274051"/>
              <a:gd name="csX237" fmla="*/ 3119899 w 5153891"/>
              <a:gd name="csY237" fmla="*/ 821626 h 2274051"/>
              <a:gd name="csX238" fmla="*/ 3130223 w 5153891"/>
              <a:gd name="csY238" fmla="*/ 771995 h 2274051"/>
              <a:gd name="csX239" fmla="*/ 3140547 w 5153891"/>
              <a:gd name="csY239" fmla="*/ 772020 h 2274051"/>
              <a:gd name="csX240" fmla="*/ 3150871 w 5153891"/>
              <a:gd name="csY240" fmla="*/ 940280 h 2274051"/>
              <a:gd name="csX241" fmla="*/ 3161738 w 5153891"/>
              <a:gd name="csY241" fmla="*/ 637384 h 2274051"/>
              <a:gd name="csX242" fmla="*/ 3171520 w 5153891"/>
              <a:gd name="csY242" fmla="*/ 772068 h 2274051"/>
              <a:gd name="csX243" fmla="*/ 3192168 w 5153891"/>
              <a:gd name="csY243" fmla="*/ 772189 h 2274051"/>
              <a:gd name="csX244" fmla="*/ 3202493 w 5153891"/>
              <a:gd name="csY244" fmla="*/ 821412 h 2274051"/>
              <a:gd name="csX245" fmla="*/ 3212816 w 5153891"/>
              <a:gd name="csY245" fmla="*/ 772020 h 2274051"/>
              <a:gd name="csX246" fmla="*/ 3233465 w 5153891"/>
              <a:gd name="csY246" fmla="*/ 771995 h 2274051"/>
              <a:gd name="csX247" fmla="*/ 3243789 w 5153891"/>
              <a:gd name="csY247" fmla="*/ 821650 h 2274051"/>
              <a:gd name="csX248" fmla="*/ 3254113 w 5153891"/>
              <a:gd name="csY248" fmla="*/ 771995 h 2274051"/>
              <a:gd name="csX249" fmla="*/ 3264437 w 5153891"/>
              <a:gd name="csY249" fmla="*/ 772092 h 2274051"/>
              <a:gd name="csX250" fmla="*/ 3274762 w 5153891"/>
              <a:gd name="csY250" fmla="*/ 790001 h 2274051"/>
              <a:gd name="csX251" fmla="*/ 3285163 w 5153891"/>
              <a:gd name="csY251" fmla="*/ 753669 h 2274051"/>
              <a:gd name="csX252" fmla="*/ 3295410 w 5153891"/>
              <a:gd name="csY252" fmla="*/ 821792 h 2274051"/>
              <a:gd name="csX253" fmla="*/ 3305740 w 5153891"/>
              <a:gd name="csY253" fmla="*/ 823029 h 2274051"/>
              <a:gd name="csX254" fmla="*/ 3326395 w 5153891"/>
              <a:gd name="csY254" fmla="*/ 821531 h 2274051"/>
              <a:gd name="csX255" fmla="*/ 3336719 w 5153891"/>
              <a:gd name="csY255" fmla="*/ 823599 h 2274051"/>
              <a:gd name="csX256" fmla="*/ 3347052 w 5153891"/>
              <a:gd name="csY256" fmla="*/ 820983 h 2274051"/>
              <a:gd name="csX257" fmla="*/ 3357374 w 5153891"/>
              <a:gd name="csY257" fmla="*/ 820150 h 2274051"/>
              <a:gd name="csX258" fmla="*/ 3367692 w 5153891"/>
              <a:gd name="csY258" fmla="*/ 821602 h 2274051"/>
              <a:gd name="csX259" fmla="*/ 3501906 w 5153891"/>
              <a:gd name="csY259" fmla="*/ 821674 h 2274051"/>
              <a:gd name="csX260" fmla="*/ 3512236 w 5153891"/>
              <a:gd name="csY260" fmla="*/ 1615502 h 2274051"/>
              <a:gd name="csX261" fmla="*/ 3522567 w 5153891"/>
              <a:gd name="csY261" fmla="*/ 1614487 h 2274051"/>
              <a:gd name="csX262" fmla="*/ 3532891 w 5153891"/>
              <a:gd name="csY262" fmla="*/ 1565908 h 2274051"/>
              <a:gd name="csX263" fmla="*/ 3543221 w 5153891"/>
              <a:gd name="csY263" fmla="*/ 1613678 h 2274051"/>
              <a:gd name="csX264" fmla="*/ 3563864 w 5153891"/>
              <a:gd name="csY264" fmla="*/ 1614519 h 2274051"/>
              <a:gd name="csX265" fmla="*/ 3615485 w 5153891"/>
              <a:gd name="csY265" fmla="*/ 1614487 h 2274051"/>
              <a:gd name="csX266" fmla="*/ 3625808 w 5153891"/>
              <a:gd name="csY266" fmla="*/ 1565826 h 2274051"/>
              <a:gd name="csX267" fmla="*/ 3636138 w 5153891"/>
              <a:gd name="csY267" fmla="*/ 1613678 h 2274051"/>
              <a:gd name="csX268" fmla="*/ 3646457 w 5153891"/>
              <a:gd name="csY268" fmla="*/ 1759832 h 2274051"/>
              <a:gd name="csX269" fmla="*/ 3657467 w 5153891"/>
              <a:gd name="csY269" fmla="*/ 1448512 h 2274051"/>
              <a:gd name="csX270" fmla="*/ 3667105 w 5153891"/>
              <a:gd name="csY270" fmla="*/ 1614519 h 2274051"/>
              <a:gd name="csX271" fmla="*/ 3698078 w 5153891"/>
              <a:gd name="csY271" fmla="*/ 1615391 h 2274051"/>
              <a:gd name="csX272" fmla="*/ 3708408 w 5153891"/>
              <a:gd name="csY272" fmla="*/ 1564093 h 2274051"/>
              <a:gd name="csX273" fmla="*/ 3718738 w 5153891"/>
              <a:gd name="csY273" fmla="*/ 1070671 h 2274051"/>
              <a:gd name="csX274" fmla="*/ 3729068 w 5153891"/>
              <a:gd name="csY274" fmla="*/ 1118931 h 2274051"/>
              <a:gd name="csX275" fmla="*/ 3739393 w 5153891"/>
              <a:gd name="csY275" fmla="*/ 1119118 h 2274051"/>
              <a:gd name="csX276" fmla="*/ 3749718 w 5153891"/>
              <a:gd name="csY276" fmla="*/ 1070288 h 2274051"/>
              <a:gd name="csX277" fmla="*/ 3760046 w 5153891"/>
              <a:gd name="csY277" fmla="*/ 1117806 h 2274051"/>
              <a:gd name="csX278" fmla="*/ 3770365 w 5153891"/>
              <a:gd name="csY278" fmla="*/ 1069372 h 2274051"/>
              <a:gd name="csX279" fmla="*/ 3780689 w 5153891"/>
              <a:gd name="csY279" fmla="*/ 1119035 h 2274051"/>
              <a:gd name="csX280" fmla="*/ 3791014 w 5153891"/>
              <a:gd name="csY280" fmla="*/ 1070437 h 2274051"/>
              <a:gd name="csX281" fmla="*/ 3801343 w 5153891"/>
              <a:gd name="csY281" fmla="*/ 1117786 h 2274051"/>
              <a:gd name="csX282" fmla="*/ 3811662 w 5153891"/>
              <a:gd name="csY282" fmla="*/ 1120075 h 2274051"/>
              <a:gd name="csX283" fmla="*/ 3821992 w 5153891"/>
              <a:gd name="csY283" fmla="*/ 1068221 h 2274051"/>
              <a:gd name="csX284" fmla="*/ 3832310 w 5153891"/>
              <a:gd name="csY284" fmla="*/ 1118952 h 2274051"/>
              <a:gd name="csX285" fmla="*/ 3842634 w 5153891"/>
              <a:gd name="csY285" fmla="*/ 1069458 h 2274051"/>
              <a:gd name="csX286" fmla="*/ 3852959 w 5153891"/>
              <a:gd name="csY286" fmla="*/ 1118806 h 2274051"/>
              <a:gd name="csX287" fmla="*/ 3863283 w 5153891"/>
              <a:gd name="csY287" fmla="*/ 1119014 h 2274051"/>
              <a:gd name="csX288" fmla="*/ 3873607 w 5153891"/>
              <a:gd name="csY288" fmla="*/ 1069330 h 2274051"/>
              <a:gd name="csX289" fmla="*/ 3883931 w 5153891"/>
              <a:gd name="csY289" fmla="*/ 1118931 h 2274051"/>
              <a:gd name="csX290" fmla="*/ 3894255 w 5153891"/>
              <a:gd name="csY290" fmla="*/ 1069351 h 2274051"/>
              <a:gd name="csX291" fmla="*/ 3904579 w 5153891"/>
              <a:gd name="csY291" fmla="*/ 1118952 h 2274051"/>
              <a:gd name="csX292" fmla="*/ 3935565 w 5153891"/>
              <a:gd name="csY292" fmla="*/ 970478 h 2274051"/>
              <a:gd name="csX293" fmla="*/ 3945890 w 5153891"/>
              <a:gd name="csY293" fmla="*/ 1019595 h 2274051"/>
              <a:gd name="csX294" fmla="*/ 3956213 w 5153891"/>
              <a:gd name="csY294" fmla="*/ 970321 h 2274051"/>
              <a:gd name="csX295" fmla="*/ 3966538 w 5153891"/>
              <a:gd name="csY295" fmla="*/ 1019705 h 2274051"/>
              <a:gd name="csX296" fmla="*/ 3976861 w 5153891"/>
              <a:gd name="csY296" fmla="*/ 1019814 h 2274051"/>
              <a:gd name="csX297" fmla="*/ 3987186 w 5153891"/>
              <a:gd name="csY297" fmla="*/ 970321 h 2274051"/>
              <a:gd name="csX298" fmla="*/ 3997510 w 5153891"/>
              <a:gd name="csY298" fmla="*/ 1019748 h 2274051"/>
              <a:gd name="csX299" fmla="*/ 4007834 w 5153891"/>
              <a:gd name="csY299" fmla="*/ 970299 h 2274051"/>
              <a:gd name="csX300" fmla="*/ 4018158 w 5153891"/>
              <a:gd name="csY300" fmla="*/ 1019814 h 2274051"/>
              <a:gd name="csX301" fmla="*/ 4028482 w 5153891"/>
              <a:gd name="csY301" fmla="*/ 1019835 h 2274051"/>
              <a:gd name="csX302" fmla="*/ 4038807 w 5153891"/>
              <a:gd name="csY302" fmla="*/ 970299 h 2274051"/>
              <a:gd name="csX303" fmla="*/ 4049131 w 5153891"/>
              <a:gd name="csY303" fmla="*/ 1019748 h 2274051"/>
              <a:gd name="csX304" fmla="*/ 4059455 w 5153891"/>
              <a:gd name="csY304" fmla="*/ 970233 h 2274051"/>
              <a:gd name="csX305" fmla="*/ 4069779 w 5153891"/>
              <a:gd name="csY305" fmla="*/ 1019814 h 2274051"/>
              <a:gd name="csX306" fmla="*/ 4080103 w 5153891"/>
              <a:gd name="csY306" fmla="*/ 1019835 h 2274051"/>
              <a:gd name="csX307" fmla="*/ 4090427 w 5153891"/>
              <a:gd name="csY307" fmla="*/ 970924 h 2274051"/>
              <a:gd name="csX308" fmla="*/ 4100755 w 5153891"/>
              <a:gd name="csY308" fmla="*/ 1019116 h 2274051"/>
              <a:gd name="csX309" fmla="*/ 4111076 w 5153891"/>
              <a:gd name="csY309" fmla="*/ 970277 h 2274051"/>
              <a:gd name="csX310" fmla="*/ 4121400 w 5153891"/>
              <a:gd name="csY310" fmla="*/ 1020380 h 2274051"/>
              <a:gd name="csX311" fmla="*/ 4131731 w 5153891"/>
              <a:gd name="csY311" fmla="*/ 1268844 h 2274051"/>
              <a:gd name="csX312" fmla="*/ 4142061 w 5153891"/>
              <a:gd name="csY312" fmla="*/ 1317091 h 2274051"/>
              <a:gd name="csX313" fmla="*/ 4152385 w 5153891"/>
              <a:gd name="csY313" fmla="*/ 1267607 h 2274051"/>
              <a:gd name="csX314" fmla="*/ 4162709 w 5153891"/>
              <a:gd name="csY314" fmla="*/ 1267685 h 2274051"/>
              <a:gd name="csX315" fmla="*/ 4173034 w 5153891"/>
              <a:gd name="csY315" fmla="*/ 1318032 h 2274051"/>
              <a:gd name="csX316" fmla="*/ 4183363 w 5153891"/>
              <a:gd name="csY316" fmla="*/ 1266641 h 2274051"/>
              <a:gd name="csX317" fmla="*/ 4193682 w 5153891"/>
              <a:gd name="csY317" fmla="*/ 1267704 h 2274051"/>
              <a:gd name="csX318" fmla="*/ 4204007 w 5153891"/>
              <a:gd name="csY318" fmla="*/ 1317091 h 2274051"/>
              <a:gd name="csX319" fmla="*/ 4214330 w 5153891"/>
              <a:gd name="csY319" fmla="*/ 1267665 h 2274051"/>
              <a:gd name="csX320" fmla="*/ 4224655 w 5153891"/>
              <a:gd name="csY320" fmla="*/ 1267646 h 2274051"/>
              <a:gd name="csX321" fmla="*/ 4234980 w 5153891"/>
              <a:gd name="csY321" fmla="*/ 1317072 h 2274051"/>
              <a:gd name="csX322" fmla="*/ 4245303 w 5153891"/>
              <a:gd name="csY322" fmla="*/ 1267607 h 2274051"/>
              <a:gd name="csX323" fmla="*/ 4255627 w 5153891"/>
              <a:gd name="csY323" fmla="*/ 1267839 h 2274051"/>
              <a:gd name="csX324" fmla="*/ 4265953 w 5153891"/>
              <a:gd name="csY324" fmla="*/ 1316940 h 2274051"/>
              <a:gd name="csX325" fmla="*/ 4276275 w 5153891"/>
              <a:gd name="csY325" fmla="*/ 1267588 h 2274051"/>
              <a:gd name="csX326" fmla="*/ 4286600 w 5153891"/>
              <a:gd name="csY326" fmla="*/ 1317185 h 2274051"/>
              <a:gd name="csX327" fmla="*/ 4296924 w 5153891"/>
              <a:gd name="csY327" fmla="*/ 1267607 h 2274051"/>
              <a:gd name="csX328" fmla="*/ 4307248 w 5153891"/>
              <a:gd name="csY328" fmla="*/ 1267646 h 2274051"/>
              <a:gd name="csX329" fmla="*/ 4317573 w 5153891"/>
              <a:gd name="csY329" fmla="*/ 1317128 h 2274051"/>
              <a:gd name="csX330" fmla="*/ 4327896 w 5153891"/>
              <a:gd name="csY330" fmla="*/ 1267762 h 2274051"/>
              <a:gd name="csX331" fmla="*/ 4338227 w 5153891"/>
              <a:gd name="csY331" fmla="*/ 1021121 h 2274051"/>
              <a:gd name="csX332" fmla="*/ 4348557 w 5153891"/>
              <a:gd name="csY332" fmla="*/ 970299 h 2274051"/>
              <a:gd name="csX333" fmla="*/ 4358882 w 5153891"/>
              <a:gd name="csY333" fmla="*/ 1019770 h 2274051"/>
              <a:gd name="csX334" fmla="*/ 4369205 w 5153891"/>
              <a:gd name="csY334" fmla="*/ 1019094 h 2274051"/>
              <a:gd name="csX335" fmla="*/ 4379526 w 5153891"/>
              <a:gd name="csY335" fmla="*/ 971035 h 2274051"/>
              <a:gd name="csX336" fmla="*/ 4389854 w 5153891"/>
              <a:gd name="csY336" fmla="*/ 1019770 h 2274051"/>
              <a:gd name="csX337" fmla="*/ 4400178 w 5153891"/>
              <a:gd name="csY337" fmla="*/ 1019835 h 2274051"/>
              <a:gd name="csX338" fmla="*/ 4410503 w 5153891"/>
              <a:gd name="csY338" fmla="*/ 970233 h 2274051"/>
              <a:gd name="csX339" fmla="*/ 4420826 w 5153891"/>
              <a:gd name="csY339" fmla="*/ 1019814 h 2274051"/>
              <a:gd name="csX340" fmla="*/ 4431151 w 5153891"/>
              <a:gd name="csY340" fmla="*/ 1019857 h 2274051"/>
              <a:gd name="csX341" fmla="*/ 4441475 w 5153891"/>
              <a:gd name="csY341" fmla="*/ 970545 h 2274051"/>
              <a:gd name="csX342" fmla="*/ 4451800 w 5153891"/>
              <a:gd name="csY342" fmla="*/ 1019617 h 2274051"/>
              <a:gd name="csX343" fmla="*/ 4462124 w 5153891"/>
              <a:gd name="csY343" fmla="*/ 1019726 h 2274051"/>
              <a:gd name="csX344" fmla="*/ 4472448 w 5153891"/>
              <a:gd name="csY344" fmla="*/ 970255 h 2274051"/>
              <a:gd name="csX345" fmla="*/ 4482772 w 5153891"/>
              <a:gd name="csY345" fmla="*/ 1019814 h 2274051"/>
              <a:gd name="csX346" fmla="*/ 4503420 w 5153891"/>
              <a:gd name="csY346" fmla="*/ 1019770 h 2274051"/>
              <a:gd name="csX347" fmla="*/ 4513744 w 5153891"/>
              <a:gd name="csY347" fmla="*/ 970233 h 2274051"/>
              <a:gd name="csX348" fmla="*/ 4524068 w 5153891"/>
              <a:gd name="csY348" fmla="*/ 1019814 h 2274051"/>
              <a:gd name="csX349" fmla="*/ 4534392 w 5153891"/>
              <a:gd name="csY349" fmla="*/ 1021099 h 2274051"/>
              <a:gd name="csX350" fmla="*/ 4544732 w 5153891"/>
              <a:gd name="csY350" fmla="*/ 429182 h 2274051"/>
              <a:gd name="csX351" fmla="*/ 4555071 w 5153891"/>
              <a:gd name="csY351" fmla="*/ 422719 h 2274051"/>
              <a:gd name="csX352" fmla="*/ 4565387 w 5153891"/>
              <a:gd name="csY352" fmla="*/ 474667 h 2274051"/>
              <a:gd name="csX353" fmla="*/ 4575711 w 5153891"/>
              <a:gd name="csY353" fmla="*/ 425108 h 2274051"/>
              <a:gd name="csX354" fmla="*/ 4606683 w 5153891"/>
              <a:gd name="csY354" fmla="*/ 425108 h 2274051"/>
              <a:gd name="csX355" fmla="*/ 4617007 w 5153891"/>
              <a:gd name="csY355" fmla="*/ 474640 h 2274051"/>
              <a:gd name="csX356" fmla="*/ 4627331 w 5153891"/>
              <a:gd name="csY356" fmla="*/ 425136 h 2274051"/>
              <a:gd name="csX357" fmla="*/ 4647980 w 5153891"/>
              <a:gd name="csY357" fmla="*/ 424997 h 2274051"/>
              <a:gd name="csX358" fmla="*/ 4658304 w 5153891"/>
              <a:gd name="csY358" fmla="*/ 474694 h 2274051"/>
              <a:gd name="csX359" fmla="*/ 4668628 w 5153891"/>
              <a:gd name="csY359" fmla="*/ 425080 h 2274051"/>
              <a:gd name="csX360" fmla="*/ 4699601 w 5153891"/>
              <a:gd name="csY360" fmla="*/ 424053 h 2274051"/>
              <a:gd name="csX361" fmla="*/ 4709921 w 5153891"/>
              <a:gd name="csY361" fmla="*/ 475593 h 2274051"/>
              <a:gd name="csX362" fmla="*/ 4720249 w 5153891"/>
              <a:gd name="csY362" fmla="*/ 425080 h 2274051"/>
              <a:gd name="csX363" fmla="*/ 4740898 w 5153891"/>
              <a:gd name="csY363" fmla="*/ 425219 h 2274051"/>
              <a:gd name="csX364" fmla="*/ 4751228 w 5153891"/>
              <a:gd name="csY364" fmla="*/ 1120221 h 2274051"/>
              <a:gd name="csX365" fmla="*/ 4761559 w 5153891"/>
              <a:gd name="csY365" fmla="*/ 1168734 h 2274051"/>
              <a:gd name="csX366" fmla="*/ 4771884 w 5153891"/>
              <a:gd name="csY366" fmla="*/ 1119743 h 2274051"/>
              <a:gd name="csX367" fmla="*/ 4782212 w 5153891"/>
              <a:gd name="csY367" fmla="*/ 1167555 h 2274051"/>
              <a:gd name="csX368" fmla="*/ 4792532 w 5153891"/>
              <a:gd name="csY368" fmla="*/ 1118889 h 2274051"/>
              <a:gd name="csX369" fmla="*/ 4802856 w 5153891"/>
              <a:gd name="csY369" fmla="*/ 1168632 h 2274051"/>
              <a:gd name="csX370" fmla="*/ 4813181 w 5153891"/>
              <a:gd name="csY370" fmla="*/ 1119098 h 2274051"/>
              <a:gd name="csX371" fmla="*/ 4823506 w 5153891"/>
              <a:gd name="csY371" fmla="*/ 1168104 h 2274051"/>
              <a:gd name="csX372" fmla="*/ 4833828 w 5153891"/>
              <a:gd name="csY372" fmla="*/ 1118931 h 2274051"/>
              <a:gd name="csX373" fmla="*/ 4844152 w 5153891"/>
              <a:gd name="csY373" fmla="*/ 1118952 h 2274051"/>
              <a:gd name="csX374" fmla="*/ 4854477 w 5153891"/>
              <a:gd name="csY374" fmla="*/ 1168531 h 2274051"/>
              <a:gd name="csX375" fmla="*/ 4864801 w 5153891"/>
              <a:gd name="csY375" fmla="*/ 1119930 h 2274051"/>
              <a:gd name="csX376" fmla="*/ 4875130 w 5153891"/>
              <a:gd name="csY376" fmla="*/ 1167534 h 2274051"/>
              <a:gd name="csX377" fmla="*/ 4885449 w 5153891"/>
              <a:gd name="csY377" fmla="*/ 1119368 h 2274051"/>
              <a:gd name="csX378" fmla="*/ 4895776 w 5153891"/>
              <a:gd name="csY378" fmla="*/ 1168246 h 2274051"/>
              <a:gd name="csX379" fmla="*/ 4906099 w 5153891"/>
              <a:gd name="csY379" fmla="*/ 1119202 h 2274051"/>
              <a:gd name="csX380" fmla="*/ 4916424 w 5153891"/>
              <a:gd name="csY380" fmla="*/ 1167941 h 2274051"/>
              <a:gd name="csX381" fmla="*/ 4926745 w 5153891"/>
              <a:gd name="csY381" fmla="*/ 1118973 h 2274051"/>
              <a:gd name="csX382" fmla="*/ 4937070 w 5153891"/>
              <a:gd name="csY382" fmla="*/ 1168673 h 2274051"/>
              <a:gd name="csX383" fmla="*/ 4947395 w 5153891"/>
              <a:gd name="csY383" fmla="*/ 1120699 h 2274051"/>
              <a:gd name="csX384" fmla="*/ 4957725 w 5153891"/>
              <a:gd name="csY384" fmla="*/ 1764086 h 2274051"/>
              <a:gd name="csX385" fmla="*/ 4968056 w 5153891"/>
              <a:gd name="csY385" fmla="*/ 1812754 h 2274051"/>
              <a:gd name="csX386" fmla="*/ 4978380 w 5153891"/>
              <a:gd name="csY386" fmla="*/ 1763181 h 2274051"/>
              <a:gd name="csX387" fmla="*/ 4988704 w 5153891"/>
              <a:gd name="csY387" fmla="*/ 1763210 h 2274051"/>
              <a:gd name="csX388" fmla="*/ 4999029 w 5153891"/>
              <a:gd name="csY388" fmla="*/ 1812865 h 2274051"/>
              <a:gd name="csX389" fmla="*/ 5009354 w 5153891"/>
              <a:gd name="csY389" fmla="*/ 1763080 h 2274051"/>
              <a:gd name="csX390" fmla="*/ 5019677 w 5153891"/>
              <a:gd name="csY390" fmla="*/ 1812740 h 2274051"/>
              <a:gd name="csX391" fmla="*/ 5030001 w 5153891"/>
              <a:gd name="csY391" fmla="*/ 1763195 h 2274051"/>
              <a:gd name="csX392" fmla="*/ 5040325 w 5153891"/>
              <a:gd name="csY392" fmla="*/ 1763210 h 2274051"/>
              <a:gd name="csX393" fmla="*/ 5050650 w 5153891"/>
              <a:gd name="csY393" fmla="*/ 1812865 h 2274051"/>
              <a:gd name="csX394" fmla="*/ 5060974 w 5153891"/>
              <a:gd name="csY394" fmla="*/ 1763066 h 2274051"/>
              <a:gd name="csX395" fmla="*/ 5071298 w 5153891"/>
              <a:gd name="csY395" fmla="*/ 1812768 h 2274051"/>
              <a:gd name="csX396" fmla="*/ 5081622 w 5153891"/>
              <a:gd name="csY396" fmla="*/ 1764043 h 2274051"/>
              <a:gd name="csX397" fmla="*/ 5091952 w 5153891"/>
              <a:gd name="csY397" fmla="*/ 1762347 h 2274051"/>
              <a:gd name="csX398" fmla="*/ 5102270 w 5153891"/>
              <a:gd name="csY398" fmla="*/ 1812851 h 2274051"/>
              <a:gd name="csX399" fmla="*/ 5112595 w 5153891"/>
              <a:gd name="csY399" fmla="*/ 1763095 h 2274051"/>
              <a:gd name="csX400" fmla="*/ 5122919 w 5153891"/>
              <a:gd name="csY400" fmla="*/ 1812754 h 2274051"/>
              <a:gd name="csX401" fmla="*/ 5133243 w 5153891"/>
              <a:gd name="csY401" fmla="*/ 1763942 h 2274051"/>
              <a:gd name="csX402" fmla="*/ 5143573 w 5153891"/>
              <a:gd name="csY402" fmla="*/ 1762433 h 2274051"/>
              <a:gd name="csX403" fmla="*/ 5153891 w 5153891"/>
              <a:gd name="csY403" fmla="*/ 1818159 h 2274051"/>
              <a:gd name="csX404" fmla="*/ 5153891 w 5153891"/>
              <a:gd name="csY404" fmla="*/ 1818159 h 227405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</a:cxnLst>
            <a:rect l="l" t="t" r="r" b="b"/>
            <a:pathLst>
              <a:path w="5153891" h="2274051">
                <a:moveTo>
                  <a:pt x="0" y="922973"/>
                </a:moveTo>
                <a:lnTo>
                  <a:pt x="10335" y="870904"/>
                </a:lnTo>
                <a:lnTo>
                  <a:pt x="20658" y="970545"/>
                </a:lnTo>
                <a:lnTo>
                  <a:pt x="41303" y="871160"/>
                </a:lnTo>
                <a:lnTo>
                  <a:pt x="51627" y="920924"/>
                </a:lnTo>
                <a:lnTo>
                  <a:pt x="82603" y="920035"/>
                </a:lnTo>
                <a:lnTo>
                  <a:pt x="92924" y="974039"/>
                </a:lnTo>
                <a:lnTo>
                  <a:pt x="103495" y="864757"/>
                </a:lnTo>
                <a:lnTo>
                  <a:pt x="113572" y="921198"/>
                </a:lnTo>
                <a:lnTo>
                  <a:pt x="123899" y="870671"/>
                </a:lnTo>
                <a:lnTo>
                  <a:pt x="134221" y="920628"/>
                </a:lnTo>
                <a:lnTo>
                  <a:pt x="196168" y="921926"/>
                </a:lnTo>
                <a:lnTo>
                  <a:pt x="206499" y="1764086"/>
                </a:lnTo>
                <a:lnTo>
                  <a:pt x="227153" y="1763167"/>
                </a:lnTo>
                <a:lnTo>
                  <a:pt x="237477" y="1812754"/>
                </a:lnTo>
                <a:lnTo>
                  <a:pt x="247802" y="1763210"/>
                </a:lnTo>
                <a:lnTo>
                  <a:pt x="278774" y="1763411"/>
                </a:lnTo>
                <a:lnTo>
                  <a:pt x="289100" y="1812546"/>
                </a:lnTo>
                <a:lnTo>
                  <a:pt x="299423" y="1763238"/>
                </a:lnTo>
                <a:lnTo>
                  <a:pt x="330395" y="1763210"/>
                </a:lnTo>
                <a:lnTo>
                  <a:pt x="340719" y="1812754"/>
                </a:lnTo>
                <a:lnTo>
                  <a:pt x="351044" y="1763181"/>
                </a:lnTo>
                <a:lnTo>
                  <a:pt x="382023" y="1762189"/>
                </a:lnTo>
                <a:lnTo>
                  <a:pt x="392340" y="1812768"/>
                </a:lnTo>
                <a:lnTo>
                  <a:pt x="402664" y="1763253"/>
                </a:lnTo>
                <a:lnTo>
                  <a:pt x="412995" y="1665030"/>
                </a:lnTo>
                <a:lnTo>
                  <a:pt x="423325" y="1713666"/>
                </a:lnTo>
                <a:lnTo>
                  <a:pt x="433650" y="1664047"/>
                </a:lnTo>
                <a:lnTo>
                  <a:pt x="443974" y="1713622"/>
                </a:lnTo>
                <a:lnTo>
                  <a:pt x="454298" y="1713651"/>
                </a:lnTo>
                <a:lnTo>
                  <a:pt x="464622" y="1664170"/>
                </a:lnTo>
                <a:lnTo>
                  <a:pt x="474947" y="1713726"/>
                </a:lnTo>
                <a:lnTo>
                  <a:pt x="485272" y="1663909"/>
                </a:lnTo>
                <a:lnTo>
                  <a:pt x="495595" y="1713607"/>
                </a:lnTo>
                <a:lnTo>
                  <a:pt x="505919" y="1665045"/>
                </a:lnTo>
                <a:lnTo>
                  <a:pt x="516250" y="1712848"/>
                </a:lnTo>
                <a:lnTo>
                  <a:pt x="526568" y="1663924"/>
                </a:lnTo>
                <a:lnTo>
                  <a:pt x="536891" y="1713651"/>
                </a:lnTo>
                <a:lnTo>
                  <a:pt x="547216" y="1714543"/>
                </a:lnTo>
                <a:lnTo>
                  <a:pt x="557546" y="1663125"/>
                </a:lnTo>
                <a:lnTo>
                  <a:pt x="567864" y="1713637"/>
                </a:lnTo>
                <a:lnTo>
                  <a:pt x="578188" y="1664093"/>
                </a:lnTo>
                <a:lnTo>
                  <a:pt x="588512" y="1713622"/>
                </a:lnTo>
                <a:lnTo>
                  <a:pt x="598836" y="1664093"/>
                </a:lnTo>
                <a:lnTo>
                  <a:pt x="609161" y="1714172"/>
                </a:lnTo>
                <a:lnTo>
                  <a:pt x="619491" y="773476"/>
                </a:lnTo>
                <a:lnTo>
                  <a:pt x="629821" y="773306"/>
                </a:lnTo>
                <a:lnTo>
                  <a:pt x="640151" y="770732"/>
                </a:lnTo>
                <a:lnTo>
                  <a:pt x="650470" y="821602"/>
                </a:lnTo>
                <a:lnTo>
                  <a:pt x="660794" y="771995"/>
                </a:lnTo>
                <a:lnTo>
                  <a:pt x="712415" y="771995"/>
                </a:lnTo>
                <a:lnTo>
                  <a:pt x="722739" y="821602"/>
                </a:lnTo>
                <a:lnTo>
                  <a:pt x="733063" y="771995"/>
                </a:lnTo>
                <a:lnTo>
                  <a:pt x="774360" y="772044"/>
                </a:lnTo>
                <a:lnTo>
                  <a:pt x="784684" y="821626"/>
                </a:lnTo>
                <a:lnTo>
                  <a:pt x="795008" y="772068"/>
                </a:lnTo>
                <a:lnTo>
                  <a:pt x="815657" y="771947"/>
                </a:lnTo>
                <a:lnTo>
                  <a:pt x="825988" y="1120200"/>
                </a:lnTo>
                <a:lnTo>
                  <a:pt x="836318" y="1069394"/>
                </a:lnTo>
                <a:lnTo>
                  <a:pt x="846643" y="1118889"/>
                </a:lnTo>
                <a:lnTo>
                  <a:pt x="856967" y="1118952"/>
                </a:lnTo>
                <a:lnTo>
                  <a:pt x="867291" y="1069372"/>
                </a:lnTo>
                <a:lnTo>
                  <a:pt x="877615" y="1118993"/>
                </a:lnTo>
                <a:lnTo>
                  <a:pt x="887939" y="1118869"/>
                </a:lnTo>
                <a:lnTo>
                  <a:pt x="898263" y="1069458"/>
                </a:lnTo>
                <a:lnTo>
                  <a:pt x="908588" y="1118848"/>
                </a:lnTo>
                <a:lnTo>
                  <a:pt x="918912" y="1118973"/>
                </a:lnTo>
                <a:lnTo>
                  <a:pt x="929236" y="1069351"/>
                </a:lnTo>
                <a:lnTo>
                  <a:pt x="939560" y="1118889"/>
                </a:lnTo>
                <a:lnTo>
                  <a:pt x="949884" y="1118931"/>
                </a:lnTo>
                <a:lnTo>
                  <a:pt x="960208" y="1069394"/>
                </a:lnTo>
                <a:lnTo>
                  <a:pt x="970532" y="1118952"/>
                </a:lnTo>
                <a:lnTo>
                  <a:pt x="980857" y="1120034"/>
                </a:lnTo>
                <a:lnTo>
                  <a:pt x="991186" y="1068370"/>
                </a:lnTo>
                <a:lnTo>
                  <a:pt x="1001506" y="1118806"/>
                </a:lnTo>
                <a:lnTo>
                  <a:pt x="1011829" y="1118931"/>
                </a:lnTo>
                <a:lnTo>
                  <a:pt x="1022154" y="1069436"/>
                </a:lnTo>
                <a:lnTo>
                  <a:pt x="1032484" y="922063"/>
                </a:lnTo>
                <a:lnTo>
                  <a:pt x="1053140" y="920445"/>
                </a:lnTo>
                <a:lnTo>
                  <a:pt x="1073787" y="920833"/>
                </a:lnTo>
                <a:lnTo>
                  <a:pt x="1084112" y="970121"/>
                </a:lnTo>
                <a:lnTo>
                  <a:pt x="1094435" y="920696"/>
                </a:lnTo>
                <a:lnTo>
                  <a:pt x="1104759" y="921972"/>
                </a:lnTo>
                <a:lnTo>
                  <a:pt x="1115089" y="919738"/>
                </a:lnTo>
                <a:lnTo>
                  <a:pt x="1146056" y="920696"/>
                </a:lnTo>
                <a:lnTo>
                  <a:pt x="1187353" y="920810"/>
                </a:lnTo>
                <a:lnTo>
                  <a:pt x="1197677" y="970210"/>
                </a:lnTo>
                <a:lnTo>
                  <a:pt x="1208001" y="920628"/>
                </a:lnTo>
                <a:lnTo>
                  <a:pt x="1218325" y="942306"/>
                </a:lnTo>
                <a:lnTo>
                  <a:pt x="1228748" y="898761"/>
                </a:lnTo>
                <a:lnTo>
                  <a:pt x="1239079" y="2110761"/>
                </a:lnTo>
                <a:lnTo>
                  <a:pt x="1249409" y="2159790"/>
                </a:lnTo>
                <a:lnTo>
                  <a:pt x="1259734" y="2109987"/>
                </a:lnTo>
                <a:lnTo>
                  <a:pt x="1270057" y="2110107"/>
                </a:lnTo>
                <a:lnTo>
                  <a:pt x="1280382" y="2159811"/>
                </a:lnTo>
                <a:lnTo>
                  <a:pt x="1290707" y="2109954"/>
                </a:lnTo>
                <a:lnTo>
                  <a:pt x="1301030" y="2159655"/>
                </a:lnTo>
                <a:lnTo>
                  <a:pt x="1311354" y="2135380"/>
                </a:lnTo>
                <a:lnTo>
                  <a:pt x="1321923" y="2134401"/>
                </a:lnTo>
                <a:lnTo>
                  <a:pt x="1332003" y="2110085"/>
                </a:lnTo>
                <a:lnTo>
                  <a:pt x="1342327" y="2159655"/>
                </a:lnTo>
                <a:lnTo>
                  <a:pt x="1352651" y="2110107"/>
                </a:lnTo>
                <a:lnTo>
                  <a:pt x="1362975" y="2110118"/>
                </a:lnTo>
                <a:lnTo>
                  <a:pt x="1373299" y="2159655"/>
                </a:lnTo>
                <a:lnTo>
                  <a:pt x="1383623" y="2110281"/>
                </a:lnTo>
                <a:lnTo>
                  <a:pt x="1393949" y="2159510"/>
                </a:lnTo>
                <a:lnTo>
                  <a:pt x="1404272" y="2110140"/>
                </a:lnTo>
                <a:lnTo>
                  <a:pt x="1414596" y="2159645"/>
                </a:lnTo>
                <a:lnTo>
                  <a:pt x="1424920" y="2110096"/>
                </a:lnTo>
                <a:lnTo>
                  <a:pt x="1435244" y="2274051"/>
                </a:lnTo>
                <a:lnTo>
                  <a:pt x="1445575" y="1813628"/>
                </a:lnTo>
                <a:lnTo>
                  <a:pt x="1455906" y="1812851"/>
                </a:lnTo>
                <a:lnTo>
                  <a:pt x="1466231" y="1862192"/>
                </a:lnTo>
                <a:lnTo>
                  <a:pt x="1476554" y="1812740"/>
                </a:lnTo>
                <a:lnTo>
                  <a:pt x="1497202" y="1812754"/>
                </a:lnTo>
                <a:lnTo>
                  <a:pt x="1507526" y="1862300"/>
                </a:lnTo>
                <a:lnTo>
                  <a:pt x="1517850" y="1812934"/>
                </a:lnTo>
                <a:lnTo>
                  <a:pt x="1538499" y="1812754"/>
                </a:lnTo>
                <a:lnTo>
                  <a:pt x="1548823" y="1862300"/>
                </a:lnTo>
                <a:lnTo>
                  <a:pt x="1559147" y="1812782"/>
                </a:lnTo>
                <a:lnTo>
                  <a:pt x="1579795" y="1812754"/>
                </a:lnTo>
                <a:lnTo>
                  <a:pt x="1590120" y="1862447"/>
                </a:lnTo>
                <a:lnTo>
                  <a:pt x="1600445" y="1812601"/>
                </a:lnTo>
                <a:lnTo>
                  <a:pt x="1610768" y="1813683"/>
                </a:lnTo>
                <a:lnTo>
                  <a:pt x="1621099" y="1811838"/>
                </a:lnTo>
                <a:lnTo>
                  <a:pt x="1631416" y="1862300"/>
                </a:lnTo>
                <a:lnTo>
                  <a:pt x="1641740" y="1812810"/>
                </a:lnTo>
                <a:lnTo>
                  <a:pt x="1652071" y="2110772"/>
                </a:lnTo>
                <a:lnTo>
                  <a:pt x="1672725" y="2110205"/>
                </a:lnTo>
                <a:lnTo>
                  <a:pt x="1683051" y="2159759"/>
                </a:lnTo>
                <a:lnTo>
                  <a:pt x="1693376" y="2109998"/>
                </a:lnTo>
                <a:lnTo>
                  <a:pt x="1734676" y="2109518"/>
                </a:lnTo>
                <a:lnTo>
                  <a:pt x="1744995" y="2159936"/>
                </a:lnTo>
                <a:lnTo>
                  <a:pt x="1755322" y="2109834"/>
                </a:lnTo>
                <a:lnTo>
                  <a:pt x="1786292" y="2110041"/>
                </a:lnTo>
                <a:lnTo>
                  <a:pt x="1796616" y="2160186"/>
                </a:lnTo>
                <a:lnTo>
                  <a:pt x="1806945" y="2109550"/>
                </a:lnTo>
                <a:lnTo>
                  <a:pt x="1837912" y="2110107"/>
                </a:lnTo>
                <a:lnTo>
                  <a:pt x="1848236" y="2160009"/>
                </a:lnTo>
                <a:lnTo>
                  <a:pt x="1858567" y="1466865"/>
                </a:lnTo>
                <a:lnTo>
                  <a:pt x="1868897" y="1515452"/>
                </a:lnTo>
                <a:lnTo>
                  <a:pt x="1879222" y="1465825"/>
                </a:lnTo>
                <a:lnTo>
                  <a:pt x="1889546" y="1465843"/>
                </a:lnTo>
                <a:lnTo>
                  <a:pt x="1899870" y="1515401"/>
                </a:lnTo>
                <a:lnTo>
                  <a:pt x="1910194" y="1465860"/>
                </a:lnTo>
                <a:lnTo>
                  <a:pt x="1920518" y="1466883"/>
                </a:lnTo>
                <a:lnTo>
                  <a:pt x="1930849" y="1514339"/>
                </a:lnTo>
                <a:lnTo>
                  <a:pt x="1941166" y="1465860"/>
                </a:lnTo>
                <a:lnTo>
                  <a:pt x="1951491" y="1465860"/>
                </a:lnTo>
                <a:lnTo>
                  <a:pt x="1961815" y="1515401"/>
                </a:lnTo>
                <a:lnTo>
                  <a:pt x="1972139" y="1479114"/>
                </a:lnTo>
                <a:lnTo>
                  <a:pt x="1982543" y="1452365"/>
                </a:lnTo>
                <a:lnTo>
                  <a:pt x="1992787" y="1515401"/>
                </a:lnTo>
                <a:lnTo>
                  <a:pt x="2003112" y="1465843"/>
                </a:lnTo>
                <a:lnTo>
                  <a:pt x="2013436" y="1465843"/>
                </a:lnTo>
                <a:lnTo>
                  <a:pt x="2023760" y="1515385"/>
                </a:lnTo>
                <a:lnTo>
                  <a:pt x="2034084" y="1465860"/>
                </a:lnTo>
                <a:lnTo>
                  <a:pt x="2044408" y="1465860"/>
                </a:lnTo>
                <a:lnTo>
                  <a:pt x="2054733" y="1516580"/>
                </a:lnTo>
                <a:lnTo>
                  <a:pt x="2065063" y="1813600"/>
                </a:lnTo>
                <a:lnTo>
                  <a:pt x="2075394" y="1763181"/>
                </a:lnTo>
                <a:lnTo>
                  <a:pt x="2085718" y="1812768"/>
                </a:lnTo>
                <a:lnTo>
                  <a:pt x="2116691" y="1812657"/>
                </a:lnTo>
                <a:lnTo>
                  <a:pt x="2127014" y="1763195"/>
                </a:lnTo>
                <a:lnTo>
                  <a:pt x="2137338" y="1812782"/>
                </a:lnTo>
                <a:lnTo>
                  <a:pt x="2168312" y="1813572"/>
                </a:lnTo>
                <a:lnTo>
                  <a:pt x="2178642" y="1762304"/>
                </a:lnTo>
                <a:lnTo>
                  <a:pt x="2188960" y="1812726"/>
                </a:lnTo>
                <a:lnTo>
                  <a:pt x="2199284" y="1812754"/>
                </a:lnTo>
                <a:lnTo>
                  <a:pt x="2209608" y="1833625"/>
                </a:lnTo>
                <a:lnTo>
                  <a:pt x="2220090" y="1791250"/>
                </a:lnTo>
                <a:lnTo>
                  <a:pt x="2230256" y="1812740"/>
                </a:lnTo>
                <a:lnTo>
                  <a:pt x="2240580" y="1763195"/>
                </a:lnTo>
                <a:lnTo>
                  <a:pt x="2250904" y="1812768"/>
                </a:lnTo>
                <a:lnTo>
                  <a:pt x="2261229" y="1812782"/>
                </a:lnTo>
                <a:lnTo>
                  <a:pt x="2271560" y="1070863"/>
                </a:lnTo>
                <a:lnTo>
                  <a:pt x="2292216" y="1069159"/>
                </a:lnTo>
                <a:lnTo>
                  <a:pt x="2302539" y="1069372"/>
                </a:lnTo>
                <a:lnTo>
                  <a:pt x="2312863" y="1118993"/>
                </a:lnTo>
                <a:lnTo>
                  <a:pt x="2323188" y="1069308"/>
                </a:lnTo>
                <a:lnTo>
                  <a:pt x="2385133" y="1069330"/>
                </a:lnTo>
                <a:lnTo>
                  <a:pt x="2395456" y="1118952"/>
                </a:lnTo>
                <a:lnTo>
                  <a:pt x="2405781" y="1069394"/>
                </a:lnTo>
                <a:lnTo>
                  <a:pt x="2467726" y="1069585"/>
                </a:lnTo>
                <a:lnTo>
                  <a:pt x="2478056" y="922086"/>
                </a:lnTo>
                <a:lnTo>
                  <a:pt x="2488387" y="970366"/>
                </a:lnTo>
                <a:lnTo>
                  <a:pt x="2498711" y="920605"/>
                </a:lnTo>
                <a:lnTo>
                  <a:pt x="2509035" y="970321"/>
                </a:lnTo>
                <a:lnTo>
                  <a:pt x="2519360" y="920582"/>
                </a:lnTo>
                <a:lnTo>
                  <a:pt x="2529684" y="970277"/>
                </a:lnTo>
                <a:lnTo>
                  <a:pt x="2540008" y="920696"/>
                </a:lnTo>
                <a:lnTo>
                  <a:pt x="2550332" y="970255"/>
                </a:lnTo>
                <a:lnTo>
                  <a:pt x="2560656" y="920719"/>
                </a:lnTo>
                <a:lnTo>
                  <a:pt x="2570980" y="970255"/>
                </a:lnTo>
                <a:lnTo>
                  <a:pt x="2581304" y="920787"/>
                </a:lnTo>
                <a:lnTo>
                  <a:pt x="2591629" y="970143"/>
                </a:lnTo>
                <a:lnTo>
                  <a:pt x="2601953" y="920719"/>
                </a:lnTo>
                <a:lnTo>
                  <a:pt x="2612277" y="970233"/>
                </a:lnTo>
                <a:lnTo>
                  <a:pt x="2622601" y="920696"/>
                </a:lnTo>
                <a:lnTo>
                  <a:pt x="2632925" y="970277"/>
                </a:lnTo>
                <a:lnTo>
                  <a:pt x="2643249" y="920673"/>
                </a:lnTo>
                <a:lnTo>
                  <a:pt x="2653574" y="970277"/>
                </a:lnTo>
                <a:lnTo>
                  <a:pt x="2663898" y="1624888"/>
                </a:lnTo>
                <a:lnTo>
                  <a:pt x="2675914" y="0"/>
                </a:lnTo>
                <a:lnTo>
                  <a:pt x="2686244" y="575360"/>
                </a:lnTo>
                <a:lnTo>
                  <a:pt x="2696574" y="531645"/>
                </a:lnTo>
                <a:lnTo>
                  <a:pt x="2706927" y="566488"/>
                </a:lnTo>
                <a:lnTo>
                  <a:pt x="2717223" y="573784"/>
                </a:lnTo>
                <a:lnTo>
                  <a:pt x="2727547" y="524520"/>
                </a:lnTo>
                <a:lnTo>
                  <a:pt x="2737872" y="573495"/>
                </a:lnTo>
                <a:lnTo>
                  <a:pt x="2748195" y="524467"/>
                </a:lnTo>
                <a:lnTo>
                  <a:pt x="2758520" y="573574"/>
                </a:lnTo>
                <a:lnTo>
                  <a:pt x="2768844" y="573732"/>
                </a:lnTo>
                <a:lnTo>
                  <a:pt x="2779168" y="526258"/>
                </a:lnTo>
                <a:lnTo>
                  <a:pt x="2789500" y="571839"/>
                </a:lnTo>
                <a:lnTo>
                  <a:pt x="2799816" y="573784"/>
                </a:lnTo>
                <a:lnTo>
                  <a:pt x="2810140" y="524199"/>
                </a:lnTo>
                <a:lnTo>
                  <a:pt x="2820465" y="573758"/>
                </a:lnTo>
                <a:lnTo>
                  <a:pt x="2830789" y="525429"/>
                </a:lnTo>
                <a:lnTo>
                  <a:pt x="2841118" y="572602"/>
                </a:lnTo>
                <a:lnTo>
                  <a:pt x="2851437" y="573942"/>
                </a:lnTo>
                <a:lnTo>
                  <a:pt x="2861762" y="525643"/>
                </a:lnTo>
                <a:lnTo>
                  <a:pt x="2872092" y="572286"/>
                </a:lnTo>
                <a:lnTo>
                  <a:pt x="2882410" y="574257"/>
                </a:lnTo>
                <a:lnTo>
                  <a:pt x="2892740" y="1070650"/>
                </a:lnTo>
                <a:lnTo>
                  <a:pt x="2903070" y="1070501"/>
                </a:lnTo>
                <a:lnTo>
                  <a:pt x="2913400" y="1018657"/>
                </a:lnTo>
                <a:lnTo>
                  <a:pt x="2923719" y="1069372"/>
                </a:lnTo>
                <a:lnTo>
                  <a:pt x="2965016" y="1069351"/>
                </a:lnTo>
                <a:lnTo>
                  <a:pt x="2975340" y="1020097"/>
                </a:lnTo>
                <a:lnTo>
                  <a:pt x="2985665" y="1069074"/>
                </a:lnTo>
                <a:lnTo>
                  <a:pt x="3037285" y="1069394"/>
                </a:lnTo>
                <a:lnTo>
                  <a:pt x="3047609" y="1019814"/>
                </a:lnTo>
                <a:lnTo>
                  <a:pt x="3057933" y="1069479"/>
                </a:lnTo>
                <a:lnTo>
                  <a:pt x="3088906" y="1069415"/>
                </a:lnTo>
                <a:lnTo>
                  <a:pt x="3099244" y="775390"/>
                </a:lnTo>
                <a:lnTo>
                  <a:pt x="3109583" y="770075"/>
                </a:lnTo>
                <a:lnTo>
                  <a:pt x="3119899" y="821626"/>
                </a:lnTo>
                <a:lnTo>
                  <a:pt x="3130223" y="771995"/>
                </a:lnTo>
                <a:lnTo>
                  <a:pt x="3140547" y="772020"/>
                </a:lnTo>
                <a:lnTo>
                  <a:pt x="3150871" y="940280"/>
                </a:lnTo>
                <a:lnTo>
                  <a:pt x="3161738" y="637384"/>
                </a:lnTo>
                <a:lnTo>
                  <a:pt x="3171520" y="772068"/>
                </a:lnTo>
                <a:lnTo>
                  <a:pt x="3192168" y="772189"/>
                </a:lnTo>
                <a:lnTo>
                  <a:pt x="3202493" y="821412"/>
                </a:lnTo>
                <a:lnTo>
                  <a:pt x="3212816" y="772020"/>
                </a:lnTo>
                <a:lnTo>
                  <a:pt x="3233465" y="771995"/>
                </a:lnTo>
                <a:lnTo>
                  <a:pt x="3243789" y="821650"/>
                </a:lnTo>
                <a:lnTo>
                  <a:pt x="3254113" y="771995"/>
                </a:lnTo>
                <a:lnTo>
                  <a:pt x="3264437" y="772092"/>
                </a:lnTo>
                <a:lnTo>
                  <a:pt x="3274762" y="790001"/>
                </a:lnTo>
                <a:lnTo>
                  <a:pt x="3285163" y="753669"/>
                </a:lnTo>
                <a:lnTo>
                  <a:pt x="3295410" y="821792"/>
                </a:lnTo>
                <a:lnTo>
                  <a:pt x="3305740" y="823029"/>
                </a:lnTo>
                <a:lnTo>
                  <a:pt x="3326395" y="821531"/>
                </a:lnTo>
                <a:lnTo>
                  <a:pt x="3336719" y="823599"/>
                </a:lnTo>
                <a:lnTo>
                  <a:pt x="3347052" y="820983"/>
                </a:lnTo>
                <a:lnTo>
                  <a:pt x="3357374" y="820150"/>
                </a:lnTo>
                <a:lnTo>
                  <a:pt x="3367692" y="821602"/>
                </a:lnTo>
                <a:lnTo>
                  <a:pt x="3501906" y="821674"/>
                </a:lnTo>
                <a:lnTo>
                  <a:pt x="3512236" y="1615502"/>
                </a:lnTo>
                <a:lnTo>
                  <a:pt x="3522567" y="1614487"/>
                </a:lnTo>
                <a:lnTo>
                  <a:pt x="3532891" y="1565908"/>
                </a:lnTo>
                <a:lnTo>
                  <a:pt x="3543221" y="1613678"/>
                </a:lnTo>
                <a:lnTo>
                  <a:pt x="3563864" y="1614519"/>
                </a:lnTo>
                <a:lnTo>
                  <a:pt x="3615485" y="1614487"/>
                </a:lnTo>
                <a:lnTo>
                  <a:pt x="3625808" y="1565826"/>
                </a:lnTo>
                <a:lnTo>
                  <a:pt x="3636138" y="1613678"/>
                </a:lnTo>
                <a:lnTo>
                  <a:pt x="3646457" y="1759832"/>
                </a:lnTo>
                <a:lnTo>
                  <a:pt x="3657467" y="1448512"/>
                </a:lnTo>
                <a:lnTo>
                  <a:pt x="3667105" y="1614519"/>
                </a:lnTo>
                <a:lnTo>
                  <a:pt x="3698078" y="1615391"/>
                </a:lnTo>
                <a:lnTo>
                  <a:pt x="3708408" y="1564093"/>
                </a:lnTo>
                <a:lnTo>
                  <a:pt x="3718738" y="1070671"/>
                </a:lnTo>
                <a:lnTo>
                  <a:pt x="3729068" y="1118931"/>
                </a:lnTo>
                <a:lnTo>
                  <a:pt x="3739393" y="1119118"/>
                </a:lnTo>
                <a:lnTo>
                  <a:pt x="3749718" y="1070288"/>
                </a:lnTo>
                <a:lnTo>
                  <a:pt x="3760046" y="1117806"/>
                </a:lnTo>
                <a:lnTo>
                  <a:pt x="3770365" y="1069372"/>
                </a:lnTo>
                <a:lnTo>
                  <a:pt x="3780689" y="1119035"/>
                </a:lnTo>
                <a:lnTo>
                  <a:pt x="3791014" y="1070437"/>
                </a:lnTo>
                <a:lnTo>
                  <a:pt x="3801343" y="1117786"/>
                </a:lnTo>
                <a:lnTo>
                  <a:pt x="3811662" y="1120075"/>
                </a:lnTo>
                <a:lnTo>
                  <a:pt x="3821992" y="1068221"/>
                </a:lnTo>
                <a:lnTo>
                  <a:pt x="3832310" y="1118952"/>
                </a:lnTo>
                <a:lnTo>
                  <a:pt x="3842634" y="1069458"/>
                </a:lnTo>
                <a:lnTo>
                  <a:pt x="3852959" y="1118806"/>
                </a:lnTo>
                <a:lnTo>
                  <a:pt x="3863283" y="1119014"/>
                </a:lnTo>
                <a:lnTo>
                  <a:pt x="3873607" y="1069330"/>
                </a:lnTo>
                <a:lnTo>
                  <a:pt x="3883931" y="1118931"/>
                </a:lnTo>
                <a:lnTo>
                  <a:pt x="3894255" y="1069351"/>
                </a:lnTo>
                <a:lnTo>
                  <a:pt x="3904579" y="1118952"/>
                </a:lnTo>
                <a:lnTo>
                  <a:pt x="3935565" y="970478"/>
                </a:lnTo>
                <a:lnTo>
                  <a:pt x="3945890" y="1019595"/>
                </a:lnTo>
                <a:lnTo>
                  <a:pt x="3956213" y="970321"/>
                </a:lnTo>
                <a:lnTo>
                  <a:pt x="3966538" y="1019705"/>
                </a:lnTo>
                <a:lnTo>
                  <a:pt x="3976861" y="1019814"/>
                </a:lnTo>
                <a:lnTo>
                  <a:pt x="3987186" y="970321"/>
                </a:lnTo>
                <a:lnTo>
                  <a:pt x="3997510" y="1019748"/>
                </a:lnTo>
                <a:lnTo>
                  <a:pt x="4007834" y="970299"/>
                </a:lnTo>
                <a:lnTo>
                  <a:pt x="4018158" y="1019814"/>
                </a:lnTo>
                <a:lnTo>
                  <a:pt x="4028482" y="1019835"/>
                </a:lnTo>
                <a:lnTo>
                  <a:pt x="4038807" y="970299"/>
                </a:lnTo>
                <a:lnTo>
                  <a:pt x="4049131" y="1019748"/>
                </a:lnTo>
                <a:lnTo>
                  <a:pt x="4059455" y="970233"/>
                </a:lnTo>
                <a:lnTo>
                  <a:pt x="4069779" y="1019814"/>
                </a:lnTo>
                <a:lnTo>
                  <a:pt x="4080103" y="1019835"/>
                </a:lnTo>
                <a:lnTo>
                  <a:pt x="4090427" y="970924"/>
                </a:lnTo>
                <a:lnTo>
                  <a:pt x="4100755" y="1019116"/>
                </a:lnTo>
                <a:lnTo>
                  <a:pt x="4111076" y="970277"/>
                </a:lnTo>
                <a:lnTo>
                  <a:pt x="4121400" y="1020380"/>
                </a:lnTo>
                <a:lnTo>
                  <a:pt x="4131731" y="1268844"/>
                </a:lnTo>
                <a:lnTo>
                  <a:pt x="4142061" y="1317091"/>
                </a:lnTo>
                <a:lnTo>
                  <a:pt x="4152385" y="1267607"/>
                </a:lnTo>
                <a:lnTo>
                  <a:pt x="4162709" y="1267685"/>
                </a:lnTo>
                <a:lnTo>
                  <a:pt x="4173034" y="1318032"/>
                </a:lnTo>
                <a:lnTo>
                  <a:pt x="4183363" y="1266641"/>
                </a:lnTo>
                <a:lnTo>
                  <a:pt x="4193682" y="1267704"/>
                </a:lnTo>
                <a:lnTo>
                  <a:pt x="4204007" y="1317091"/>
                </a:lnTo>
                <a:lnTo>
                  <a:pt x="4214330" y="1267665"/>
                </a:lnTo>
                <a:lnTo>
                  <a:pt x="4224655" y="1267646"/>
                </a:lnTo>
                <a:lnTo>
                  <a:pt x="4234980" y="1317072"/>
                </a:lnTo>
                <a:lnTo>
                  <a:pt x="4245303" y="1267607"/>
                </a:lnTo>
                <a:lnTo>
                  <a:pt x="4255627" y="1267839"/>
                </a:lnTo>
                <a:lnTo>
                  <a:pt x="4265953" y="1316940"/>
                </a:lnTo>
                <a:lnTo>
                  <a:pt x="4276275" y="1267588"/>
                </a:lnTo>
                <a:lnTo>
                  <a:pt x="4286600" y="1317185"/>
                </a:lnTo>
                <a:lnTo>
                  <a:pt x="4296924" y="1267607"/>
                </a:lnTo>
                <a:lnTo>
                  <a:pt x="4307248" y="1267646"/>
                </a:lnTo>
                <a:lnTo>
                  <a:pt x="4317573" y="1317128"/>
                </a:lnTo>
                <a:lnTo>
                  <a:pt x="4327896" y="1267762"/>
                </a:lnTo>
                <a:lnTo>
                  <a:pt x="4338227" y="1021121"/>
                </a:lnTo>
                <a:lnTo>
                  <a:pt x="4348557" y="970299"/>
                </a:lnTo>
                <a:lnTo>
                  <a:pt x="4358882" y="1019770"/>
                </a:lnTo>
                <a:lnTo>
                  <a:pt x="4369205" y="1019094"/>
                </a:lnTo>
                <a:lnTo>
                  <a:pt x="4379526" y="971035"/>
                </a:lnTo>
                <a:lnTo>
                  <a:pt x="4389854" y="1019770"/>
                </a:lnTo>
                <a:lnTo>
                  <a:pt x="4400178" y="1019835"/>
                </a:lnTo>
                <a:lnTo>
                  <a:pt x="4410503" y="970233"/>
                </a:lnTo>
                <a:lnTo>
                  <a:pt x="4420826" y="1019814"/>
                </a:lnTo>
                <a:lnTo>
                  <a:pt x="4431151" y="1019857"/>
                </a:lnTo>
                <a:lnTo>
                  <a:pt x="4441475" y="970545"/>
                </a:lnTo>
                <a:lnTo>
                  <a:pt x="4451800" y="1019617"/>
                </a:lnTo>
                <a:lnTo>
                  <a:pt x="4462124" y="1019726"/>
                </a:lnTo>
                <a:lnTo>
                  <a:pt x="4472448" y="970255"/>
                </a:lnTo>
                <a:lnTo>
                  <a:pt x="4482772" y="1019814"/>
                </a:lnTo>
                <a:lnTo>
                  <a:pt x="4503420" y="1019770"/>
                </a:lnTo>
                <a:lnTo>
                  <a:pt x="4513744" y="970233"/>
                </a:lnTo>
                <a:lnTo>
                  <a:pt x="4524068" y="1019814"/>
                </a:lnTo>
                <a:lnTo>
                  <a:pt x="4534392" y="1021099"/>
                </a:lnTo>
                <a:lnTo>
                  <a:pt x="4544732" y="429182"/>
                </a:lnTo>
                <a:lnTo>
                  <a:pt x="4555071" y="422719"/>
                </a:lnTo>
                <a:lnTo>
                  <a:pt x="4565387" y="474667"/>
                </a:lnTo>
                <a:lnTo>
                  <a:pt x="4575711" y="425108"/>
                </a:lnTo>
                <a:lnTo>
                  <a:pt x="4606683" y="425108"/>
                </a:lnTo>
                <a:lnTo>
                  <a:pt x="4617007" y="474640"/>
                </a:lnTo>
                <a:lnTo>
                  <a:pt x="4627331" y="425136"/>
                </a:lnTo>
                <a:lnTo>
                  <a:pt x="4647980" y="424997"/>
                </a:lnTo>
                <a:lnTo>
                  <a:pt x="4658304" y="474694"/>
                </a:lnTo>
                <a:lnTo>
                  <a:pt x="4668628" y="425080"/>
                </a:lnTo>
                <a:lnTo>
                  <a:pt x="4699601" y="424053"/>
                </a:lnTo>
                <a:lnTo>
                  <a:pt x="4709921" y="475593"/>
                </a:lnTo>
                <a:lnTo>
                  <a:pt x="4720249" y="425080"/>
                </a:lnTo>
                <a:lnTo>
                  <a:pt x="4740898" y="425219"/>
                </a:lnTo>
                <a:lnTo>
                  <a:pt x="4751228" y="1120221"/>
                </a:lnTo>
                <a:lnTo>
                  <a:pt x="4761559" y="1168734"/>
                </a:lnTo>
                <a:lnTo>
                  <a:pt x="4771884" y="1119743"/>
                </a:lnTo>
                <a:lnTo>
                  <a:pt x="4782212" y="1167555"/>
                </a:lnTo>
                <a:lnTo>
                  <a:pt x="4792532" y="1118889"/>
                </a:lnTo>
                <a:lnTo>
                  <a:pt x="4802856" y="1168632"/>
                </a:lnTo>
                <a:lnTo>
                  <a:pt x="4813181" y="1119098"/>
                </a:lnTo>
                <a:lnTo>
                  <a:pt x="4823506" y="1168104"/>
                </a:lnTo>
                <a:lnTo>
                  <a:pt x="4833828" y="1118931"/>
                </a:lnTo>
                <a:lnTo>
                  <a:pt x="4844152" y="1118952"/>
                </a:lnTo>
                <a:lnTo>
                  <a:pt x="4854477" y="1168531"/>
                </a:lnTo>
                <a:lnTo>
                  <a:pt x="4864801" y="1119930"/>
                </a:lnTo>
                <a:lnTo>
                  <a:pt x="4875130" y="1167534"/>
                </a:lnTo>
                <a:lnTo>
                  <a:pt x="4885449" y="1119368"/>
                </a:lnTo>
                <a:lnTo>
                  <a:pt x="4895776" y="1168246"/>
                </a:lnTo>
                <a:lnTo>
                  <a:pt x="4906099" y="1119202"/>
                </a:lnTo>
                <a:lnTo>
                  <a:pt x="4916424" y="1167941"/>
                </a:lnTo>
                <a:lnTo>
                  <a:pt x="4926745" y="1118973"/>
                </a:lnTo>
                <a:lnTo>
                  <a:pt x="4937070" y="1168673"/>
                </a:lnTo>
                <a:lnTo>
                  <a:pt x="4947395" y="1120699"/>
                </a:lnTo>
                <a:lnTo>
                  <a:pt x="4957725" y="1764086"/>
                </a:lnTo>
                <a:lnTo>
                  <a:pt x="4968056" y="1812754"/>
                </a:lnTo>
                <a:lnTo>
                  <a:pt x="4978380" y="1763181"/>
                </a:lnTo>
                <a:lnTo>
                  <a:pt x="4988704" y="1763210"/>
                </a:lnTo>
                <a:lnTo>
                  <a:pt x="4999029" y="1812865"/>
                </a:lnTo>
                <a:lnTo>
                  <a:pt x="5009354" y="1763080"/>
                </a:lnTo>
                <a:lnTo>
                  <a:pt x="5019677" y="1812740"/>
                </a:lnTo>
                <a:lnTo>
                  <a:pt x="5030001" y="1763195"/>
                </a:lnTo>
                <a:lnTo>
                  <a:pt x="5040325" y="1763210"/>
                </a:lnTo>
                <a:lnTo>
                  <a:pt x="5050650" y="1812865"/>
                </a:lnTo>
                <a:lnTo>
                  <a:pt x="5060974" y="1763066"/>
                </a:lnTo>
                <a:lnTo>
                  <a:pt x="5071298" y="1812768"/>
                </a:lnTo>
                <a:lnTo>
                  <a:pt x="5081622" y="1764043"/>
                </a:lnTo>
                <a:lnTo>
                  <a:pt x="5091952" y="1762347"/>
                </a:lnTo>
                <a:lnTo>
                  <a:pt x="5102270" y="1812851"/>
                </a:lnTo>
                <a:lnTo>
                  <a:pt x="5112595" y="1763095"/>
                </a:lnTo>
                <a:lnTo>
                  <a:pt x="5122919" y="1812754"/>
                </a:lnTo>
                <a:lnTo>
                  <a:pt x="5133243" y="1763942"/>
                </a:lnTo>
                <a:lnTo>
                  <a:pt x="5143573" y="1762433"/>
                </a:lnTo>
                <a:lnTo>
                  <a:pt x="5153891" y="1818159"/>
                </a:lnTo>
                <a:lnTo>
                  <a:pt x="5153891" y="1818159"/>
                </a:lnTo>
              </a:path>
            </a:pathLst>
          </a:custGeom>
          <a:noFill/>
          <a:ln w="19050" cap="sq">
            <a:solidFill>
              <a:srgbClr val="FEFFB3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50" name="Freeform: Shape 249">
            <a:extLst>
              <a:ext uri="{FF2B5EF4-FFF2-40B4-BE49-F238E27FC236}">
                <a16:creationId xmlns:a16="http://schemas.microsoft.com/office/drawing/2014/main" id="{EAEACD59-16C9-691F-3B33-4A5A8EEAAEC1}"/>
              </a:ext>
            </a:extLst>
          </p:cNvPr>
          <p:cNvSpPr/>
          <p:nvPr/>
        </p:nvSpPr>
        <p:spPr>
          <a:xfrm>
            <a:off x="2086493" y="1890864"/>
            <a:ext cx="4955603" cy="2409238"/>
          </a:xfrm>
          <a:custGeom>
            <a:avLst/>
            <a:gdLst>
              <a:gd name="csX0" fmla="*/ 0 w 4955603"/>
              <a:gd name="csY0" fmla="*/ 764892 h 2409238"/>
              <a:gd name="csX1" fmla="*/ 206484 w 4955603"/>
              <a:gd name="csY1" fmla="*/ 0 h 2409238"/>
              <a:gd name="csX2" fmla="*/ 412967 w 4955603"/>
              <a:gd name="csY2" fmla="*/ 198239 h 2409238"/>
              <a:gd name="csX3" fmla="*/ 619451 w 4955603"/>
              <a:gd name="csY3" fmla="*/ 1531730 h 2409238"/>
              <a:gd name="csX4" fmla="*/ 825934 w 4955603"/>
              <a:gd name="csY4" fmla="*/ 1418601 h 2409238"/>
              <a:gd name="csX5" fmla="*/ 1032417 w 4955603"/>
              <a:gd name="csY5" fmla="*/ 2146994 h 2409238"/>
              <a:gd name="csX6" fmla="*/ 1238901 w 4955603"/>
              <a:gd name="csY6" fmla="*/ 1434491 h 2409238"/>
              <a:gd name="csX7" fmla="*/ 1445385 w 4955603"/>
              <a:gd name="csY7" fmla="*/ 2409239 h 2409238"/>
              <a:gd name="csX8" fmla="*/ 1651868 w 4955603"/>
              <a:gd name="csY8" fmla="*/ 2409239 h 2409238"/>
              <a:gd name="csX9" fmla="*/ 1858352 w 4955603"/>
              <a:gd name="csY9" fmla="*/ 1985042 h 2409238"/>
              <a:gd name="csX10" fmla="*/ 2064835 w 4955603"/>
              <a:gd name="csY10" fmla="*/ 1479021 h 2409238"/>
              <a:gd name="csX11" fmla="*/ 2271319 w 4955603"/>
              <a:gd name="csY11" fmla="*/ 1214367 h 2409238"/>
              <a:gd name="csX12" fmla="*/ 2477802 w 4955603"/>
              <a:gd name="csY12" fmla="*/ 2119629 h 2409238"/>
              <a:gd name="csX13" fmla="*/ 2684286 w 4955603"/>
              <a:gd name="csY13" fmla="*/ 1728293 h 2409238"/>
              <a:gd name="csX14" fmla="*/ 2890769 w 4955603"/>
              <a:gd name="csY14" fmla="*/ 2022305 h 2409238"/>
              <a:gd name="csX15" fmla="*/ 3097253 w 4955603"/>
              <a:gd name="csY15" fmla="*/ 2409239 h 2409238"/>
              <a:gd name="csX16" fmla="*/ 3303736 w 4955603"/>
              <a:gd name="csY16" fmla="*/ 2288339 h 2409238"/>
              <a:gd name="csX17" fmla="*/ 3510219 w 4955603"/>
              <a:gd name="csY17" fmla="*/ 2144910 h 2409238"/>
              <a:gd name="csX18" fmla="*/ 3716703 w 4955603"/>
              <a:gd name="csY18" fmla="*/ 1847654 h 2409238"/>
              <a:gd name="csX19" fmla="*/ 3923186 w 4955603"/>
              <a:gd name="csY19" fmla="*/ 750479 h 2409238"/>
              <a:gd name="csX20" fmla="*/ 4129670 w 4955603"/>
              <a:gd name="csY20" fmla="*/ 527922 h 2409238"/>
              <a:gd name="csX21" fmla="*/ 4336154 w 4955603"/>
              <a:gd name="csY21" fmla="*/ 1314342 h 2409238"/>
              <a:gd name="csX22" fmla="*/ 4542637 w 4955603"/>
              <a:gd name="csY22" fmla="*/ 1221316 h 2409238"/>
              <a:gd name="csX23" fmla="*/ 4749121 w 4955603"/>
              <a:gd name="csY23" fmla="*/ 1513291 h 2409238"/>
              <a:gd name="csX24" fmla="*/ 4955604 w 4955603"/>
              <a:gd name="csY24" fmla="*/ 1956753 h 24092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4955603" h="2409238">
                <a:moveTo>
                  <a:pt x="0" y="764892"/>
                </a:moveTo>
                <a:lnTo>
                  <a:pt x="206484" y="0"/>
                </a:lnTo>
                <a:lnTo>
                  <a:pt x="412967" y="198239"/>
                </a:lnTo>
                <a:lnTo>
                  <a:pt x="619451" y="1531730"/>
                </a:lnTo>
                <a:lnTo>
                  <a:pt x="825934" y="1418601"/>
                </a:lnTo>
                <a:lnTo>
                  <a:pt x="1032417" y="2146994"/>
                </a:lnTo>
                <a:lnTo>
                  <a:pt x="1238901" y="1434491"/>
                </a:lnTo>
                <a:lnTo>
                  <a:pt x="1445385" y="2409239"/>
                </a:lnTo>
                <a:lnTo>
                  <a:pt x="1651868" y="2409239"/>
                </a:lnTo>
                <a:lnTo>
                  <a:pt x="1858352" y="1985042"/>
                </a:lnTo>
                <a:lnTo>
                  <a:pt x="2064835" y="1479021"/>
                </a:lnTo>
                <a:lnTo>
                  <a:pt x="2271319" y="1214367"/>
                </a:lnTo>
                <a:lnTo>
                  <a:pt x="2477802" y="2119629"/>
                </a:lnTo>
                <a:lnTo>
                  <a:pt x="2684286" y="1728293"/>
                </a:lnTo>
                <a:lnTo>
                  <a:pt x="2890769" y="2022305"/>
                </a:lnTo>
                <a:lnTo>
                  <a:pt x="3097253" y="2409239"/>
                </a:lnTo>
                <a:lnTo>
                  <a:pt x="3303736" y="2288339"/>
                </a:lnTo>
                <a:lnTo>
                  <a:pt x="3510219" y="2144910"/>
                </a:lnTo>
                <a:lnTo>
                  <a:pt x="3716703" y="1847654"/>
                </a:lnTo>
                <a:lnTo>
                  <a:pt x="3923186" y="750479"/>
                </a:lnTo>
                <a:lnTo>
                  <a:pt x="4129670" y="527922"/>
                </a:lnTo>
                <a:lnTo>
                  <a:pt x="4336154" y="1314342"/>
                </a:lnTo>
                <a:lnTo>
                  <a:pt x="4542637" y="1221316"/>
                </a:lnTo>
                <a:lnTo>
                  <a:pt x="4749121" y="1513291"/>
                </a:lnTo>
                <a:lnTo>
                  <a:pt x="4955604" y="1956753"/>
                </a:lnTo>
              </a:path>
            </a:pathLst>
          </a:custGeom>
          <a:noFill/>
          <a:ln w="19050" cap="sq">
            <a:solidFill>
              <a:srgbClr val="9467BD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51" name="Freeform: Shape 250">
            <a:extLst>
              <a:ext uri="{FF2B5EF4-FFF2-40B4-BE49-F238E27FC236}">
                <a16:creationId xmlns:a16="http://schemas.microsoft.com/office/drawing/2014/main" id="{173307AB-02CB-E125-33DC-BD06F365F37B}"/>
              </a:ext>
            </a:extLst>
          </p:cNvPr>
          <p:cNvSpPr/>
          <p:nvPr/>
        </p:nvSpPr>
        <p:spPr>
          <a:xfrm>
            <a:off x="2086493" y="1577943"/>
            <a:ext cx="4955603" cy="1696708"/>
          </a:xfrm>
          <a:custGeom>
            <a:avLst/>
            <a:gdLst>
              <a:gd name="csX0" fmla="*/ 0 w 4955603"/>
              <a:gd name="csY0" fmla="*/ 479917 h 1696708"/>
              <a:gd name="csX1" fmla="*/ 206484 w 4955603"/>
              <a:gd name="csY1" fmla="*/ 1337694 h 1696708"/>
              <a:gd name="csX2" fmla="*/ 412967 w 4955603"/>
              <a:gd name="csY2" fmla="*/ 1256226 h 1696708"/>
              <a:gd name="csX3" fmla="*/ 619451 w 4955603"/>
              <a:gd name="csY3" fmla="*/ 344225 h 1696708"/>
              <a:gd name="csX4" fmla="*/ 825934 w 4955603"/>
              <a:gd name="csY4" fmla="*/ 666831 h 1696708"/>
              <a:gd name="csX5" fmla="*/ 1032417 w 4955603"/>
              <a:gd name="csY5" fmla="*/ 489970 h 1696708"/>
              <a:gd name="csX6" fmla="*/ 1238901 w 4955603"/>
              <a:gd name="csY6" fmla="*/ 1696708 h 1696708"/>
              <a:gd name="csX7" fmla="*/ 1445385 w 4955603"/>
              <a:gd name="csY7" fmla="*/ 1389910 h 1696708"/>
              <a:gd name="csX8" fmla="*/ 1651868 w 4955603"/>
              <a:gd name="csY8" fmla="*/ 1684521 h 1696708"/>
              <a:gd name="csX9" fmla="*/ 1858352 w 4955603"/>
              <a:gd name="csY9" fmla="*/ 1047764 h 1696708"/>
              <a:gd name="csX10" fmla="*/ 2064835 w 4955603"/>
              <a:gd name="csY10" fmla="*/ 1367866 h 1696708"/>
              <a:gd name="csX11" fmla="*/ 2271319 w 4955603"/>
              <a:gd name="csY11" fmla="*/ 640280 h 1696708"/>
              <a:gd name="csX12" fmla="*/ 2477802 w 4955603"/>
              <a:gd name="csY12" fmla="*/ 509999 h 1696708"/>
              <a:gd name="csX13" fmla="*/ 2684286 w 4955603"/>
              <a:gd name="csY13" fmla="*/ 119971 h 1696708"/>
              <a:gd name="csX14" fmla="*/ 2890769 w 4955603"/>
              <a:gd name="csY14" fmla="*/ 626263 h 1696708"/>
              <a:gd name="csX15" fmla="*/ 3097253 w 4955603"/>
              <a:gd name="csY15" fmla="*/ 348379 h 1696708"/>
              <a:gd name="csX16" fmla="*/ 3303736 w 4955603"/>
              <a:gd name="csY16" fmla="*/ 387040 h 1696708"/>
              <a:gd name="csX17" fmla="*/ 3510219 w 4955603"/>
              <a:gd name="csY17" fmla="*/ 1173318 h 1696708"/>
              <a:gd name="csX18" fmla="*/ 3716703 w 4955603"/>
              <a:gd name="csY18" fmla="*/ 662340 h 1696708"/>
              <a:gd name="csX19" fmla="*/ 3923186 w 4955603"/>
              <a:gd name="csY19" fmla="*/ 564722 h 1696708"/>
              <a:gd name="csX20" fmla="*/ 4129670 w 4955603"/>
              <a:gd name="csY20" fmla="*/ 849741 h 1696708"/>
              <a:gd name="csX21" fmla="*/ 4336154 w 4955603"/>
              <a:gd name="csY21" fmla="*/ 568702 h 1696708"/>
              <a:gd name="csX22" fmla="*/ 4542637 w 4955603"/>
              <a:gd name="csY22" fmla="*/ 0 h 1696708"/>
              <a:gd name="csX23" fmla="*/ 4749121 w 4955603"/>
              <a:gd name="csY23" fmla="*/ 705981 h 1696708"/>
              <a:gd name="csX24" fmla="*/ 4955604 w 4955603"/>
              <a:gd name="csY24" fmla="*/ 1347620 h 16967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4955603" h="1696708">
                <a:moveTo>
                  <a:pt x="0" y="479917"/>
                </a:moveTo>
                <a:lnTo>
                  <a:pt x="206484" y="1337694"/>
                </a:lnTo>
                <a:lnTo>
                  <a:pt x="412967" y="1256226"/>
                </a:lnTo>
                <a:lnTo>
                  <a:pt x="619451" y="344225"/>
                </a:lnTo>
                <a:lnTo>
                  <a:pt x="825934" y="666831"/>
                </a:lnTo>
                <a:lnTo>
                  <a:pt x="1032417" y="489970"/>
                </a:lnTo>
                <a:lnTo>
                  <a:pt x="1238901" y="1696708"/>
                </a:lnTo>
                <a:lnTo>
                  <a:pt x="1445385" y="1389910"/>
                </a:lnTo>
                <a:lnTo>
                  <a:pt x="1651868" y="1684521"/>
                </a:lnTo>
                <a:lnTo>
                  <a:pt x="1858352" y="1047764"/>
                </a:lnTo>
                <a:lnTo>
                  <a:pt x="2064835" y="1367866"/>
                </a:lnTo>
                <a:lnTo>
                  <a:pt x="2271319" y="640280"/>
                </a:lnTo>
                <a:lnTo>
                  <a:pt x="2477802" y="509999"/>
                </a:lnTo>
                <a:lnTo>
                  <a:pt x="2684286" y="119971"/>
                </a:lnTo>
                <a:lnTo>
                  <a:pt x="2890769" y="626263"/>
                </a:lnTo>
                <a:lnTo>
                  <a:pt x="3097253" y="348379"/>
                </a:lnTo>
                <a:lnTo>
                  <a:pt x="3303736" y="387040"/>
                </a:lnTo>
                <a:lnTo>
                  <a:pt x="3510219" y="1173318"/>
                </a:lnTo>
                <a:lnTo>
                  <a:pt x="3716703" y="662340"/>
                </a:lnTo>
                <a:lnTo>
                  <a:pt x="3923186" y="564722"/>
                </a:lnTo>
                <a:lnTo>
                  <a:pt x="4129670" y="849741"/>
                </a:lnTo>
                <a:lnTo>
                  <a:pt x="4336154" y="568702"/>
                </a:lnTo>
                <a:lnTo>
                  <a:pt x="4542637" y="0"/>
                </a:lnTo>
                <a:lnTo>
                  <a:pt x="4749121" y="705981"/>
                </a:lnTo>
                <a:lnTo>
                  <a:pt x="4955604" y="1347620"/>
                </a:lnTo>
              </a:path>
            </a:pathLst>
          </a:custGeom>
          <a:noFill/>
          <a:ln w="19050" cap="sq">
            <a:solidFill>
              <a:srgbClr val="E377C2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52" name="Freeform: Shape 251">
            <a:extLst>
              <a:ext uri="{FF2B5EF4-FFF2-40B4-BE49-F238E27FC236}">
                <a16:creationId xmlns:a16="http://schemas.microsoft.com/office/drawing/2014/main" id="{732FA203-410D-85CE-E446-1BFD9F26FEDA}"/>
              </a:ext>
            </a:extLst>
          </p:cNvPr>
          <p:cNvSpPr/>
          <p:nvPr/>
        </p:nvSpPr>
        <p:spPr>
          <a:xfrm>
            <a:off x="1828799" y="1348137"/>
            <a:ext cx="5669280" cy="12700"/>
          </a:xfrm>
          <a:custGeom>
            <a:avLst/>
            <a:gdLst>
              <a:gd name="csX0" fmla="*/ 0 w 5669280"/>
              <a:gd name="csY0" fmla="*/ 0 h 12700"/>
              <a:gd name="csX1" fmla="*/ 5669281 w 5669280"/>
              <a:gd name="csY1" fmla="*/ 0 h 1270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669280" h="12700">
                <a:moveTo>
                  <a:pt x="0" y="0"/>
                </a:moveTo>
                <a:lnTo>
                  <a:pt x="5669281" y="0"/>
                </a:lnTo>
              </a:path>
            </a:pathLst>
          </a:custGeom>
          <a:noFill/>
          <a:ln w="25400" cap="flat">
            <a:solidFill>
              <a:srgbClr val="2CA02C"/>
            </a:solidFill>
            <a:custDash>
              <a:ds d="960000" sp="240000"/>
              <a:ds d="150000" sp="240000"/>
            </a:custDash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53" name="Freeform: Shape 252">
            <a:extLst>
              <a:ext uri="{FF2B5EF4-FFF2-40B4-BE49-F238E27FC236}">
                <a16:creationId xmlns:a16="http://schemas.microsoft.com/office/drawing/2014/main" id="{9DFF507F-3CD9-DE7E-ACA8-124E3B5B39C0}"/>
              </a:ext>
            </a:extLst>
          </p:cNvPr>
          <p:cNvSpPr/>
          <p:nvPr/>
        </p:nvSpPr>
        <p:spPr>
          <a:xfrm>
            <a:off x="1828799" y="982465"/>
            <a:ext cx="12700" cy="3520439"/>
          </a:xfrm>
          <a:custGeom>
            <a:avLst/>
            <a:gdLst>
              <a:gd name="csX0" fmla="*/ 0 w 12700"/>
              <a:gd name="csY0" fmla="*/ 3520440 h 3520439"/>
              <a:gd name="csX1" fmla="*/ 0 w 12700"/>
              <a:gd name="csY1" fmla="*/ 0 h 3520439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700" h="3520439">
                <a:moveTo>
                  <a:pt x="0" y="3520440"/>
                </a:moveTo>
                <a:lnTo>
                  <a:pt x="0" y="0"/>
                </a:lnTo>
              </a:path>
            </a:pathLst>
          </a:custGeom>
          <a:noFill/>
          <a:ln w="10160" cap="sq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54" name="Freeform: Shape 253">
            <a:extLst>
              <a:ext uri="{FF2B5EF4-FFF2-40B4-BE49-F238E27FC236}">
                <a16:creationId xmlns:a16="http://schemas.microsoft.com/office/drawing/2014/main" id="{AE903E40-BFE9-84A9-DFB5-04ECB99D2807}"/>
              </a:ext>
            </a:extLst>
          </p:cNvPr>
          <p:cNvSpPr/>
          <p:nvPr/>
        </p:nvSpPr>
        <p:spPr>
          <a:xfrm>
            <a:off x="7498079" y="982465"/>
            <a:ext cx="12700" cy="3520439"/>
          </a:xfrm>
          <a:custGeom>
            <a:avLst/>
            <a:gdLst>
              <a:gd name="csX0" fmla="*/ 0 w 12700"/>
              <a:gd name="csY0" fmla="*/ 3520440 h 3520439"/>
              <a:gd name="csX1" fmla="*/ 0 w 12700"/>
              <a:gd name="csY1" fmla="*/ 0 h 3520439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700" h="3520439">
                <a:moveTo>
                  <a:pt x="0" y="3520440"/>
                </a:moveTo>
                <a:lnTo>
                  <a:pt x="0" y="0"/>
                </a:lnTo>
              </a:path>
            </a:pathLst>
          </a:custGeom>
          <a:noFill/>
          <a:ln w="10160" cap="sq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55" name="Freeform: Shape 254">
            <a:extLst>
              <a:ext uri="{FF2B5EF4-FFF2-40B4-BE49-F238E27FC236}">
                <a16:creationId xmlns:a16="http://schemas.microsoft.com/office/drawing/2014/main" id="{3335ABC5-03BB-86B7-7657-5481C24CF53E}"/>
              </a:ext>
            </a:extLst>
          </p:cNvPr>
          <p:cNvSpPr/>
          <p:nvPr/>
        </p:nvSpPr>
        <p:spPr>
          <a:xfrm>
            <a:off x="1828799" y="4502904"/>
            <a:ext cx="5669280" cy="12700"/>
          </a:xfrm>
          <a:custGeom>
            <a:avLst/>
            <a:gdLst>
              <a:gd name="csX0" fmla="*/ 0 w 5669280"/>
              <a:gd name="csY0" fmla="*/ 0 h 12700"/>
              <a:gd name="csX1" fmla="*/ 5669281 w 5669280"/>
              <a:gd name="csY1" fmla="*/ 0 h 1270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669280" h="12700">
                <a:moveTo>
                  <a:pt x="0" y="0"/>
                </a:moveTo>
                <a:lnTo>
                  <a:pt x="5669281" y="0"/>
                </a:lnTo>
              </a:path>
            </a:pathLst>
          </a:custGeom>
          <a:noFill/>
          <a:ln w="10160" cap="sq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56" name="Freeform: Shape 255">
            <a:extLst>
              <a:ext uri="{FF2B5EF4-FFF2-40B4-BE49-F238E27FC236}">
                <a16:creationId xmlns:a16="http://schemas.microsoft.com/office/drawing/2014/main" id="{82EE3A9E-44C2-2D06-8D23-36A105A52244}"/>
              </a:ext>
            </a:extLst>
          </p:cNvPr>
          <p:cNvSpPr/>
          <p:nvPr/>
        </p:nvSpPr>
        <p:spPr>
          <a:xfrm>
            <a:off x="1828799" y="982465"/>
            <a:ext cx="5669280" cy="12700"/>
          </a:xfrm>
          <a:custGeom>
            <a:avLst/>
            <a:gdLst>
              <a:gd name="csX0" fmla="*/ 0 w 5669280"/>
              <a:gd name="csY0" fmla="*/ 0 h 12700"/>
              <a:gd name="csX1" fmla="*/ 5669281 w 5669280"/>
              <a:gd name="csY1" fmla="*/ 0 h 1270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669280" h="12700">
                <a:moveTo>
                  <a:pt x="0" y="0"/>
                </a:moveTo>
                <a:lnTo>
                  <a:pt x="5669281" y="0"/>
                </a:lnTo>
              </a:path>
            </a:pathLst>
          </a:custGeom>
          <a:noFill/>
          <a:ln w="10160" cap="sq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257" name="Graphic 7">
            <a:extLst>
              <a:ext uri="{FF2B5EF4-FFF2-40B4-BE49-F238E27FC236}">
                <a16:creationId xmlns:a16="http://schemas.microsoft.com/office/drawing/2014/main" id="{C1CF0787-9AC4-E2BD-6E78-3CF1D97AB6B9}"/>
              </a:ext>
            </a:extLst>
          </p:cNvPr>
          <p:cNvGrpSpPr/>
          <p:nvPr/>
        </p:nvGrpSpPr>
        <p:grpSpPr>
          <a:xfrm>
            <a:off x="3246642" y="790464"/>
            <a:ext cx="2824668" cy="151733"/>
            <a:chOff x="3246642" y="872238"/>
            <a:chExt cx="2824668" cy="151733"/>
          </a:xfrm>
          <a:solidFill>
            <a:srgbClr val="FFFFFF"/>
          </a:solidFill>
        </p:grpSpPr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5A359D4E-1908-362F-3FF8-793C3430B423}"/>
                </a:ext>
              </a:extLst>
            </p:cNvPr>
            <p:cNvSpPr/>
            <p:nvPr/>
          </p:nvSpPr>
          <p:spPr>
            <a:xfrm flipV="1">
              <a:off x="3246642" y="881025"/>
              <a:ext cx="52006" cy="107013"/>
            </a:xfrm>
            <a:custGeom>
              <a:avLst/>
              <a:gdLst>
                <a:gd name="csX0" fmla="*/ 22734 w 52006"/>
                <a:gd name="csY0" fmla="*/ 104799 h 107013"/>
                <a:gd name="csX1" fmla="*/ 22734 w 52006"/>
                <a:gd name="csY1" fmla="*/ 81130 h 107013"/>
                <a:gd name="csX2" fmla="*/ 50928 w 52006"/>
                <a:gd name="csY2" fmla="*/ 81130 h 107013"/>
                <a:gd name="csX3" fmla="*/ 50928 w 52006"/>
                <a:gd name="csY3" fmla="*/ 70486 h 107013"/>
                <a:gd name="csX4" fmla="*/ 22734 w 52006"/>
                <a:gd name="csY4" fmla="*/ 70486 h 107013"/>
                <a:gd name="csX5" fmla="*/ 22734 w 52006"/>
                <a:gd name="csY5" fmla="*/ 25242 h 107013"/>
                <a:gd name="csX6" fmla="*/ 25520 w 52006"/>
                <a:gd name="csY6" fmla="*/ 12145 h 107013"/>
                <a:gd name="csX7" fmla="*/ 36879 w 52006"/>
                <a:gd name="csY7" fmla="*/ 9240 h 107013"/>
                <a:gd name="csX8" fmla="*/ 50928 w 52006"/>
                <a:gd name="csY8" fmla="*/ 9240 h 107013"/>
                <a:gd name="csX9" fmla="*/ 50928 w 52006"/>
                <a:gd name="csY9" fmla="*/ -2214 h 107013"/>
                <a:gd name="csX10" fmla="*/ 36879 w 52006"/>
                <a:gd name="csY10" fmla="*/ -2214 h 107013"/>
                <a:gd name="csX11" fmla="*/ 14995 w 52006"/>
                <a:gd name="csY11" fmla="*/ 3691 h 107013"/>
                <a:gd name="csX12" fmla="*/ 8971 w 52006"/>
                <a:gd name="csY12" fmla="*/ 25242 h 107013"/>
                <a:gd name="csX13" fmla="*/ 8971 w 52006"/>
                <a:gd name="csY13" fmla="*/ 70486 h 107013"/>
                <a:gd name="csX14" fmla="*/ -1078 w 52006"/>
                <a:gd name="csY14" fmla="*/ 70486 h 107013"/>
                <a:gd name="csX15" fmla="*/ -1078 w 52006"/>
                <a:gd name="csY15" fmla="*/ 81130 h 107013"/>
                <a:gd name="csX16" fmla="*/ 8971 w 52006"/>
                <a:gd name="csY16" fmla="*/ 81130 h 107013"/>
                <a:gd name="csX17" fmla="*/ 8971 w 52006"/>
                <a:gd name="csY17" fmla="*/ 104799 h 107013"/>
                <a:gd name="csX18" fmla="*/ 22734 w 52006"/>
                <a:gd name="csY18" fmla="*/ 104799 h 1070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52006" h="107013">
                  <a:moveTo>
                    <a:pt x="22734" y="104799"/>
                  </a:moveTo>
                  <a:lnTo>
                    <a:pt x="22734" y="81130"/>
                  </a:lnTo>
                  <a:lnTo>
                    <a:pt x="50928" y="81130"/>
                  </a:lnTo>
                  <a:lnTo>
                    <a:pt x="50928" y="70486"/>
                  </a:lnTo>
                  <a:lnTo>
                    <a:pt x="22734" y="70486"/>
                  </a:lnTo>
                  <a:lnTo>
                    <a:pt x="22734" y="25242"/>
                  </a:lnTo>
                  <a:cubicBezTo>
                    <a:pt x="22734" y="18447"/>
                    <a:pt x="23663" y="14082"/>
                    <a:pt x="25520" y="12145"/>
                  </a:cubicBezTo>
                  <a:cubicBezTo>
                    <a:pt x="27378" y="10208"/>
                    <a:pt x="31164" y="9240"/>
                    <a:pt x="36879" y="9240"/>
                  </a:cubicBezTo>
                  <a:lnTo>
                    <a:pt x="50928" y="9240"/>
                  </a:lnTo>
                  <a:lnTo>
                    <a:pt x="50928" y="-2214"/>
                  </a:lnTo>
                  <a:lnTo>
                    <a:pt x="36879" y="-2214"/>
                  </a:lnTo>
                  <a:cubicBezTo>
                    <a:pt x="26306" y="-2214"/>
                    <a:pt x="19012" y="-246"/>
                    <a:pt x="14995" y="3691"/>
                  </a:cubicBezTo>
                  <a:cubicBezTo>
                    <a:pt x="10979" y="7644"/>
                    <a:pt x="8971" y="14828"/>
                    <a:pt x="8971" y="25242"/>
                  </a:cubicBezTo>
                  <a:lnTo>
                    <a:pt x="8971" y="70486"/>
                  </a:lnTo>
                  <a:lnTo>
                    <a:pt x="-1078" y="70486"/>
                  </a:lnTo>
                  <a:lnTo>
                    <a:pt x="-1078" y="81130"/>
                  </a:lnTo>
                  <a:lnTo>
                    <a:pt x="8971" y="81130"/>
                  </a:lnTo>
                  <a:lnTo>
                    <a:pt x="8971" y="104799"/>
                  </a:lnTo>
                  <a:lnTo>
                    <a:pt x="22734" y="104799"/>
                  </a:ln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B2B5523A-05A4-9F19-A39C-9CF4DC855111}"/>
                </a:ext>
              </a:extLst>
            </p:cNvPr>
            <p:cNvSpPr/>
            <p:nvPr/>
          </p:nvSpPr>
          <p:spPr>
            <a:xfrm flipV="1">
              <a:off x="3310707" y="902695"/>
              <a:ext cx="77247" cy="87510"/>
            </a:xfrm>
            <a:custGeom>
              <a:avLst/>
              <a:gdLst>
                <a:gd name="csX0" fmla="*/ 75464 w 77247"/>
                <a:gd name="csY0" fmla="*/ 45555 h 87510"/>
                <a:gd name="csX1" fmla="*/ 75464 w 77247"/>
                <a:gd name="csY1" fmla="*/ 38864 h 87510"/>
                <a:gd name="csX2" fmla="*/ 12504 w 77247"/>
                <a:gd name="csY2" fmla="*/ 38864 h 87510"/>
                <a:gd name="csX3" fmla="*/ 21029 w 77247"/>
                <a:gd name="csY3" fmla="*/ 17314 h 87510"/>
                <a:gd name="csX4" fmla="*/ 42270 w 77247"/>
                <a:gd name="csY4" fmla="*/ 9908 h 87510"/>
                <a:gd name="csX5" fmla="*/ 57557 w 77247"/>
                <a:gd name="csY5" fmla="*/ 11837 h 87510"/>
                <a:gd name="csX6" fmla="*/ 72274 w 77247"/>
                <a:gd name="csY6" fmla="*/ 17647 h 87510"/>
                <a:gd name="csX7" fmla="*/ 72274 w 77247"/>
                <a:gd name="csY7" fmla="*/ 4693 h 87510"/>
                <a:gd name="csX8" fmla="*/ 57153 w 77247"/>
                <a:gd name="csY8" fmla="*/ -70 h 87510"/>
                <a:gd name="csX9" fmla="*/ 41460 w 77247"/>
                <a:gd name="csY9" fmla="*/ -1713 h 87510"/>
                <a:gd name="csX10" fmla="*/ 9861 w 77247"/>
                <a:gd name="csY10" fmla="*/ 9884 h 87510"/>
                <a:gd name="csX11" fmla="*/ -1783 w 77247"/>
                <a:gd name="csY11" fmla="*/ 41317 h 87510"/>
                <a:gd name="csX12" fmla="*/ 9266 w 77247"/>
                <a:gd name="csY12" fmla="*/ 73773 h 87510"/>
                <a:gd name="csX13" fmla="*/ 39079 w 77247"/>
                <a:gd name="csY13" fmla="*/ 85798 h 87510"/>
                <a:gd name="csX14" fmla="*/ 65678 w 77247"/>
                <a:gd name="csY14" fmla="*/ 74964 h 87510"/>
                <a:gd name="csX15" fmla="*/ 75464 w 77247"/>
                <a:gd name="csY15" fmla="*/ 45555 h 87510"/>
                <a:gd name="csX16" fmla="*/ 61772 w 77247"/>
                <a:gd name="csY16" fmla="*/ 49580 h 87510"/>
                <a:gd name="csX17" fmla="*/ 55486 w 77247"/>
                <a:gd name="csY17" fmla="*/ 67487 h 87510"/>
                <a:gd name="csX18" fmla="*/ 39222 w 77247"/>
                <a:gd name="csY18" fmla="*/ 74202 h 87510"/>
                <a:gd name="csX19" fmla="*/ 20886 w 77247"/>
                <a:gd name="csY19" fmla="*/ 67725 h 87510"/>
                <a:gd name="csX20" fmla="*/ 12957 w 77247"/>
                <a:gd name="csY20" fmla="*/ 49484 h 87510"/>
                <a:gd name="csX21" fmla="*/ 61772 w 77247"/>
                <a:gd name="csY21" fmla="*/ 49580 h 875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77247" h="87510">
                  <a:moveTo>
                    <a:pt x="75464" y="45555"/>
                  </a:moveTo>
                  <a:lnTo>
                    <a:pt x="75464" y="38864"/>
                  </a:lnTo>
                  <a:lnTo>
                    <a:pt x="12504" y="38864"/>
                  </a:lnTo>
                  <a:cubicBezTo>
                    <a:pt x="13107" y="29434"/>
                    <a:pt x="15949" y="22251"/>
                    <a:pt x="21029" y="17314"/>
                  </a:cubicBezTo>
                  <a:cubicBezTo>
                    <a:pt x="26109" y="12376"/>
                    <a:pt x="33189" y="9908"/>
                    <a:pt x="42270" y="9908"/>
                  </a:cubicBezTo>
                  <a:cubicBezTo>
                    <a:pt x="47524" y="9908"/>
                    <a:pt x="52620" y="10551"/>
                    <a:pt x="57557" y="11837"/>
                  </a:cubicBezTo>
                  <a:cubicBezTo>
                    <a:pt x="62495" y="13123"/>
                    <a:pt x="67400" y="15059"/>
                    <a:pt x="72274" y="17647"/>
                  </a:cubicBezTo>
                  <a:lnTo>
                    <a:pt x="72274" y="4693"/>
                  </a:lnTo>
                  <a:cubicBezTo>
                    <a:pt x="67352" y="2613"/>
                    <a:pt x="62312" y="1026"/>
                    <a:pt x="57153" y="-70"/>
                  </a:cubicBezTo>
                  <a:cubicBezTo>
                    <a:pt x="51993" y="-1165"/>
                    <a:pt x="46762" y="-1713"/>
                    <a:pt x="41460" y="-1713"/>
                  </a:cubicBezTo>
                  <a:cubicBezTo>
                    <a:pt x="28157" y="-1713"/>
                    <a:pt x="17624" y="2153"/>
                    <a:pt x="9861" y="9884"/>
                  </a:cubicBezTo>
                  <a:cubicBezTo>
                    <a:pt x="2098" y="17631"/>
                    <a:pt x="-1783" y="28109"/>
                    <a:pt x="-1783" y="41317"/>
                  </a:cubicBezTo>
                  <a:cubicBezTo>
                    <a:pt x="-1783" y="54953"/>
                    <a:pt x="1900" y="65772"/>
                    <a:pt x="9266" y="73773"/>
                  </a:cubicBezTo>
                  <a:cubicBezTo>
                    <a:pt x="16632" y="81790"/>
                    <a:pt x="26569" y="85798"/>
                    <a:pt x="39079" y="85798"/>
                  </a:cubicBezTo>
                  <a:cubicBezTo>
                    <a:pt x="50287" y="85798"/>
                    <a:pt x="59153" y="82187"/>
                    <a:pt x="65678" y="74964"/>
                  </a:cubicBezTo>
                  <a:cubicBezTo>
                    <a:pt x="72202" y="67756"/>
                    <a:pt x="75464" y="57954"/>
                    <a:pt x="75464" y="45555"/>
                  </a:cubicBezTo>
                  <a:close/>
                  <a:moveTo>
                    <a:pt x="61772" y="49580"/>
                  </a:moveTo>
                  <a:cubicBezTo>
                    <a:pt x="61677" y="57057"/>
                    <a:pt x="59582" y="63026"/>
                    <a:pt x="55486" y="67487"/>
                  </a:cubicBezTo>
                  <a:cubicBezTo>
                    <a:pt x="51390" y="71963"/>
                    <a:pt x="45969" y="74202"/>
                    <a:pt x="39222" y="74202"/>
                  </a:cubicBezTo>
                  <a:cubicBezTo>
                    <a:pt x="31586" y="74202"/>
                    <a:pt x="25474" y="72043"/>
                    <a:pt x="20886" y="67725"/>
                  </a:cubicBezTo>
                  <a:cubicBezTo>
                    <a:pt x="16298" y="63407"/>
                    <a:pt x="13655" y="57327"/>
                    <a:pt x="12957" y="49484"/>
                  </a:cubicBezTo>
                  <a:lnTo>
                    <a:pt x="61772" y="49580"/>
                  </a:ln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FBA44684-335C-D460-D749-F9A61641671D}"/>
                </a:ext>
              </a:extLst>
            </p:cNvPr>
            <p:cNvSpPr/>
            <p:nvPr/>
          </p:nvSpPr>
          <p:spPr>
            <a:xfrm flipV="1">
              <a:off x="3404326" y="902695"/>
              <a:ext cx="63698" cy="87510"/>
            </a:xfrm>
            <a:custGeom>
              <a:avLst/>
              <a:gdLst>
                <a:gd name="csX0" fmla="*/ 57736 w 63698"/>
                <a:gd name="csY0" fmla="*/ 81345 h 87510"/>
                <a:gd name="csX1" fmla="*/ 57736 w 63698"/>
                <a:gd name="csY1" fmla="*/ 68391 h 87510"/>
                <a:gd name="csX2" fmla="*/ 45687 w 63698"/>
                <a:gd name="csY2" fmla="*/ 72844 h 87510"/>
                <a:gd name="csX3" fmla="*/ 32733 w 63698"/>
                <a:gd name="csY3" fmla="*/ 74345 h 87510"/>
                <a:gd name="csX4" fmla="*/ 17445 w 63698"/>
                <a:gd name="csY4" fmla="*/ 71225 h 87510"/>
                <a:gd name="csX5" fmla="*/ 12349 w 63698"/>
                <a:gd name="csY5" fmla="*/ 61843 h 87510"/>
                <a:gd name="csX6" fmla="*/ 15992 w 63698"/>
                <a:gd name="csY6" fmla="*/ 54366 h 87510"/>
                <a:gd name="csX7" fmla="*/ 30661 w 63698"/>
                <a:gd name="csY7" fmla="*/ 49199 h 87510"/>
                <a:gd name="csX8" fmla="*/ 35352 w 63698"/>
                <a:gd name="csY8" fmla="*/ 48151 h 87510"/>
                <a:gd name="csX9" fmla="*/ 56069 w 63698"/>
                <a:gd name="csY9" fmla="*/ 39340 h 87510"/>
                <a:gd name="csX10" fmla="*/ 62213 w 63698"/>
                <a:gd name="csY10" fmla="*/ 23457 h 87510"/>
                <a:gd name="csX11" fmla="*/ 53021 w 63698"/>
                <a:gd name="csY11" fmla="*/ 5050 h 87510"/>
                <a:gd name="csX12" fmla="*/ 27756 w 63698"/>
                <a:gd name="csY12" fmla="*/ -1713 h 87510"/>
                <a:gd name="csX13" fmla="*/ 13802 w 63698"/>
                <a:gd name="csY13" fmla="*/ -403 h 87510"/>
                <a:gd name="csX14" fmla="*/ -1486 w 63698"/>
                <a:gd name="csY14" fmla="*/ 3502 h 87510"/>
                <a:gd name="csX15" fmla="*/ -1486 w 63698"/>
                <a:gd name="csY15" fmla="*/ 17647 h 87510"/>
                <a:gd name="csX16" fmla="*/ 13468 w 63698"/>
                <a:gd name="csY16" fmla="*/ 11718 h 87510"/>
                <a:gd name="csX17" fmla="*/ 28065 w 63698"/>
                <a:gd name="csY17" fmla="*/ 9765 h 87510"/>
                <a:gd name="csX18" fmla="*/ 42924 w 63698"/>
                <a:gd name="csY18" fmla="*/ 13075 h 87510"/>
                <a:gd name="csX19" fmla="*/ 48139 w 63698"/>
                <a:gd name="csY19" fmla="*/ 22409 h 87510"/>
                <a:gd name="csX20" fmla="*/ 44377 w 63698"/>
                <a:gd name="csY20" fmla="*/ 30958 h 87510"/>
                <a:gd name="csX21" fmla="*/ 27899 w 63698"/>
                <a:gd name="csY21" fmla="*/ 36697 h 87510"/>
                <a:gd name="csX22" fmla="*/ 23136 w 63698"/>
                <a:gd name="csY22" fmla="*/ 37816 h 87510"/>
                <a:gd name="csX23" fmla="*/ 4753 w 63698"/>
                <a:gd name="csY23" fmla="*/ 46031 h 87510"/>
                <a:gd name="csX24" fmla="*/ -891 w 63698"/>
                <a:gd name="csY24" fmla="*/ 61248 h 87510"/>
                <a:gd name="csX25" fmla="*/ 7444 w 63698"/>
                <a:gd name="csY25" fmla="*/ 79393 h 87510"/>
                <a:gd name="csX26" fmla="*/ 31113 w 63698"/>
                <a:gd name="csY26" fmla="*/ 85798 h 87510"/>
                <a:gd name="csX27" fmla="*/ 45377 w 63698"/>
                <a:gd name="csY27" fmla="*/ 84679 h 87510"/>
                <a:gd name="csX28" fmla="*/ 57736 w 63698"/>
                <a:gd name="csY28" fmla="*/ 81345 h 875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</a:cxnLst>
              <a:rect l="l" t="t" r="r" b="b"/>
              <a:pathLst>
                <a:path w="63698" h="87510">
                  <a:moveTo>
                    <a:pt x="57736" y="81345"/>
                  </a:moveTo>
                  <a:lnTo>
                    <a:pt x="57736" y="68391"/>
                  </a:lnTo>
                  <a:cubicBezTo>
                    <a:pt x="53878" y="70376"/>
                    <a:pt x="49862" y="71860"/>
                    <a:pt x="45687" y="72844"/>
                  </a:cubicBezTo>
                  <a:cubicBezTo>
                    <a:pt x="41527" y="73844"/>
                    <a:pt x="37209" y="74345"/>
                    <a:pt x="32733" y="74345"/>
                  </a:cubicBezTo>
                  <a:cubicBezTo>
                    <a:pt x="25938" y="74345"/>
                    <a:pt x="20842" y="73305"/>
                    <a:pt x="17445" y="71225"/>
                  </a:cubicBezTo>
                  <a:cubicBezTo>
                    <a:pt x="14048" y="69145"/>
                    <a:pt x="12349" y="66018"/>
                    <a:pt x="12349" y="61843"/>
                  </a:cubicBezTo>
                  <a:cubicBezTo>
                    <a:pt x="12349" y="58668"/>
                    <a:pt x="13564" y="56176"/>
                    <a:pt x="15992" y="54366"/>
                  </a:cubicBezTo>
                  <a:cubicBezTo>
                    <a:pt x="18421" y="52556"/>
                    <a:pt x="23311" y="50834"/>
                    <a:pt x="30661" y="49199"/>
                  </a:cubicBezTo>
                  <a:lnTo>
                    <a:pt x="35352" y="48151"/>
                  </a:lnTo>
                  <a:cubicBezTo>
                    <a:pt x="45068" y="46071"/>
                    <a:pt x="51973" y="43134"/>
                    <a:pt x="56069" y="39340"/>
                  </a:cubicBezTo>
                  <a:cubicBezTo>
                    <a:pt x="60165" y="35546"/>
                    <a:pt x="62213" y="30252"/>
                    <a:pt x="62213" y="23457"/>
                  </a:cubicBezTo>
                  <a:cubicBezTo>
                    <a:pt x="62213" y="15710"/>
                    <a:pt x="59149" y="9575"/>
                    <a:pt x="53021" y="5050"/>
                  </a:cubicBezTo>
                  <a:cubicBezTo>
                    <a:pt x="46893" y="542"/>
                    <a:pt x="38471" y="-1713"/>
                    <a:pt x="27756" y="-1713"/>
                  </a:cubicBezTo>
                  <a:cubicBezTo>
                    <a:pt x="23295" y="-1713"/>
                    <a:pt x="18644" y="-1276"/>
                    <a:pt x="13802" y="-403"/>
                  </a:cubicBezTo>
                  <a:cubicBezTo>
                    <a:pt x="8960" y="470"/>
                    <a:pt x="3864" y="1772"/>
                    <a:pt x="-1486" y="3502"/>
                  </a:cubicBezTo>
                  <a:lnTo>
                    <a:pt x="-1486" y="17647"/>
                  </a:lnTo>
                  <a:cubicBezTo>
                    <a:pt x="3578" y="15012"/>
                    <a:pt x="8563" y="13035"/>
                    <a:pt x="13468" y="11718"/>
                  </a:cubicBezTo>
                  <a:cubicBezTo>
                    <a:pt x="18374" y="10416"/>
                    <a:pt x="23239" y="9765"/>
                    <a:pt x="28065" y="9765"/>
                  </a:cubicBezTo>
                  <a:cubicBezTo>
                    <a:pt x="34511" y="9765"/>
                    <a:pt x="39464" y="10868"/>
                    <a:pt x="42924" y="13075"/>
                  </a:cubicBezTo>
                  <a:cubicBezTo>
                    <a:pt x="46401" y="15282"/>
                    <a:pt x="48139" y="18393"/>
                    <a:pt x="48139" y="22409"/>
                  </a:cubicBezTo>
                  <a:cubicBezTo>
                    <a:pt x="48139" y="26124"/>
                    <a:pt x="46885" y="28974"/>
                    <a:pt x="44377" y="30958"/>
                  </a:cubicBezTo>
                  <a:cubicBezTo>
                    <a:pt x="41885" y="32943"/>
                    <a:pt x="36392" y="34855"/>
                    <a:pt x="27899" y="36697"/>
                  </a:cubicBezTo>
                  <a:lnTo>
                    <a:pt x="23136" y="37816"/>
                  </a:lnTo>
                  <a:cubicBezTo>
                    <a:pt x="14659" y="39594"/>
                    <a:pt x="8531" y="42333"/>
                    <a:pt x="4753" y="46031"/>
                  </a:cubicBezTo>
                  <a:cubicBezTo>
                    <a:pt x="991" y="49730"/>
                    <a:pt x="-891" y="54802"/>
                    <a:pt x="-891" y="61248"/>
                  </a:cubicBezTo>
                  <a:cubicBezTo>
                    <a:pt x="-891" y="69090"/>
                    <a:pt x="1888" y="75138"/>
                    <a:pt x="7444" y="79393"/>
                  </a:cubicBezTo>
                  <a:cubicBezTo>
                    <a:pt x="13000" y="83663"/>
                    <a:pt x="20890" y="85798"/>
                    <a:pt x="31113" y="85798"/>
                  </a:cubicBezTo>
                  <a:cubicBezTo>
                    <a:pt x="36162" y="85798"/>
                    <a:pt x="40916" y="85425"/>
                    <a:pt x="45377" y="84679"/>
                  </a:cubicBezTo>
                  <a:cubicBezTo>
                    <a:pt x="49854" y="83949"/>
                    <a:pt x="53973" y="82838"/>
                    <a:pt x="57736" y="81345"/>
                  </a:cubicBez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C0A24884-B45D-25EC-E444-3053A1E649CE}"/>
                </a:ext>
              </a:extLst>
            </p:cNvPr>
            <p:cNvSpPr/>
            <p:nvPr/>
          </p:nvSpPr>
          <p:spPr>
            <a:xfrm flipV="1">
              <a:off x="3479558" y="881025"/>
              <a:ext cx="52006" cy="107013"/>
            </a:xfrm>
            <a:custGeom>
              <a:avLst/>
              <a:gdLst>
                <a:gd name="csX0" fmla="*/ 22753 w 52006"/>
                <a:gd name="csY0" fmla="*/ 104799 h 107013"/>
                <a:gd name="csX1" fmla="*/ 22753 w 52006"/>
                <a:gd name="csY1" fmla="*/ 81130 h 107013"/>
                <a:gd name="csX2" fmla="*/ 50947 w 52006"/>
                <a:gd name="csY2" fmla="*/ 81130 h 107013"/>
                <a:gd name="csX3" fmla="*/ 50947 w 52006"/>
                <a:gd name="csY3" fmla="*/ 70486 h 107013"/>
                <a:gd name="csX4" fmla="*/ 22753 w 52006"/>
                <a:gd name="csY4" fmla="*/ 70486 h 107013"/>
                <a:gd name="csX5" fmla="*/ 22753 w 52006"/>
                <a:gd name="csY5" fmla="*/ 25242 h 107013"/>
                <a:gd name="csX6" fmla="*/ 25539 w 52006"/>
                <a:gd name="csY6" fmla="*/ 12145 h 107013"/>
                <a:gd name="csX7" fmla="*/ 36897 w 52006"/>
                <a:gd name="csY7" fmla="*/ 9240 h 107013"/>
                <a:gd name="csX8" fmla="*/ 50947 w 52006"/>
                <a:gd name="csY8" fmla="*/ 9240 h 107013"/>
                <a:gd name="csX9" fmla="*/ 50947 w 52006"/>
                <a:gd name="csY9" fmla="*/ -2214 h 107013"/>
                <a:gd name="csX10" fmla="*/ 36897 w 52006"/>
                <a:gd name="csY10" fmla="*/ -2214 h 107013"/>
                <a:gd name="csX11" fmla="*/ 15013 w 52006"/>
                <a:gd name="csY11" fmla="*/ 3691 h 107013"/>
                <a:gd name="csX12" fmla="*/ 8989 w 52006"/>
                <a:gd name="csY12" fmla="*/ 25242 h 107013"/>
                <a:gd name="csX13" fmla="*/ 8989 w 52006"/>
                <a:gd name="csY13" fmla="*/ 70486 h 107013"/>
                <a:gd name="csX14" fmla="*/ -1060 w 52006"/>
                <a:gd name="csY14" fmla="*/ 70486 h 107013"/>
                <a:gd name="csX15" fmla="*/ -1060 w 52006"/>
                <a:gd name="csY15" fmla="*/ 81130 h 107013"/>
                <a:gd name="csX16" fmla="*/ 8989 w 52006"/>
                <a:gd name="csY16" fmla="*/ 81130 h 107013"/>
                <a:gd name="csX17" fmla="*/ 8989 w 52006"/>
                <a:gd name="csY17" fmla="*/ 104799 h 107013"/>
                <a:gd name="csX18" fmla="*/ 22753 w 52006"/>
                <a:gd name="csY18" fmla="*/ 104799 h 1070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52006" h="107013">
                  <a:moveTo>
                    <a:pt x="22753" y="104799"/>
                  </a:moveTo>
                  <a:lnTo>
                    <a:pt x="22753" y="81130"/>
                  </a:lnTo>
                  <a:lnTo>
                    <a:pt x="50947" y="81130"/>
                  </a:lnTo>
                  <a:lnTo>
                    <a:pt x="50947" y="70486"/>
                  </a:lnTo>
                  <a:lnTo>
                    <a:pt x="22753" y="70486"/>
                  </a:lnTo>
                  <a:lnTo>
                    <a:pt x="22753" y="25242"/>
                  </a:lnTo>
                  <a:cubicBezTo>
                    <a:pt x="22753" y="18447"/>
                    <a:pt x="23681" y="14082"/>
                    <a:pt x="25539" y="12145"/>
                  </a:cubicBezTo>
                  <a:cubicBezTo>
                    <a:pt x="27396" y="10208"/>
                    <a:pt x="31182" y="9240"/>
                    <a:pt x="36897" y="9240"/>
                  </a:cubicBezTo>
                  <a:lnTo>
                    <a:pt x="50947" y="9240"/>
                  </a:lnTo>
                  <a:lnTo>
                    <a:pt x="50947" y="-2214"/>
                  </a:lnTo>
                  <a:lnTo>
                    <a:pt x="36897" y="-2214"/>
                  </a:lnTo>
                  <a:cubicBezTo>
                    <a:pt x="26324" y="-2214"/>
                    <a:pt x="19030" y="-246"/>
                    <a:pt x="15013" y="3691"/>
                  </a:cubicBezTo>
                  <a:cubicBezTo>
                    <a:pt x="10997" y="7644"/>
                    <a:pt x="8989" y="14828"/>
                    <a:pt x="8989" y="25242"/>
                  </a:cubicBezTo>
                  <a:lnTo>
                    <a:pt x="8989" y="70486"/>
                  </a:lnTo>
                  <a:lnTo>
                    <a:pt x="-1060" y="70486"/>
                  </a:lnTo>
                  <a:lnTo>
                    <a:pt x="-1060" y="81130"/>
                  </a:lnTo>
                  <a:lnTo>
                    <a:pt x="8989" y="81130"/>
                  </a:lnTo>
                  <a:lnTo>
                    <a:pt x="8989" y="104799"/>
                  </a:lnTo>
                  <a:lnTo>
                    <a:pt x="22753" y="104799"/>
                  </a:ln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C8959AE8-8FE0-3229-8DB1-7E44F7BE4079}"/>
                </a:ext>
              </a:extLst>
            </p:cNvPr>
            <p:cNvSpPr/>
            <p:nvPr/>
          </p:nvSpPr>
          <p:spPr>
            <a:xfrm flipV="1">
              <a:off x="3533717" y="1013351"/>
              <a:ext cx="79200" cy="10620"/>
            </a:xfrm>
            <a:custGeom>
              <a:avLst/>
              <a:gdLst>
                <a:gd name="csX0" fmla="*/ 77810 w 79200"/>
                <a:gd name="csY0" fmla="*/ 11946 h 10620"/>
                <a:gd name="csX1" fmla="*/ 77810 w 79200"/>
                <a:gd name="csY1" fmla="*/ 1326 h 10620"/>
                <a:gd name="csX2" fmla="*/ -1391 w 79200"/>
                <a:gd name="csY2" fmla="*/ 1326 h 10620"/>
                <a:gd name="csX3" fmla="*/ -1391 w 79200"/>
                <a:gd name="csY3" fmla="*/ 11946 h 10620"/>
                <a:gd name="csX4" fmla="*/ 77810 w 79200"/>
                <a:gd name="csY4" fmla="*/ 11946 h 106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9200" h="10620">
                  <a:moveTo>
                    <a:pt x="77810" y="11946"/>
                  </a:moveTo>
                  <a:lnTo>
                    <a:pt x="77810" y="1326"/>
                  </a:lnTo>
                  <a:lnTo>
                    <a:pt x="-1391" y="1326"/>
                  </a:lnTo>
                  <a:lnTo>
                    <a:pt x="-1391" y="11946"/>
                  </a:lnTo>
                  <a:lnTo>
                    <a:pt x="77810" y="11946"/>
                  </a:ln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0F5B6B90-DB62-64C2-792B-F357219C6F47}"/>
                </a:ext>
              </a:extLst>
            </p:cNvPr>
            <p:cNvSpPr/>
            <p:nvPr/>
          </p:nvSpPr>
          <p:spPr>
            <a:xfrm flipV="1">
              <a:off x="3620561" y="902695"/>
              <a:ext cx="70413" cy="87510"/>
            </a:xfrm>
            <a:custGeom>
              <a:avLst/>
              <a:gdLst>
                <a:gd name="csX0" fmla="*/ 41454 w 70413"/>
                <a:gd name="csY0" fmla="*/ 42341 h 87510"/>
                <a:gd name="csX1" fmla="*/ 18451 w 70413"/>
                <a:gd name="csY1" fmla="*/ 38554 h 87510"/>
                <a:gd name="csX2" fmla="*/ 12046 w 70413"/>
                <a:gd name="csY2" fmla="*/ 25600 h 87510"/>
                <a:gd name="csX3" fmla="*/ 16856 w 70413"/>
                <a:gd name="csY3" fmla="*/ 14027 h 87510"/>
                <a:gd name="csX4" fmla="*/ 29905 w 70413"/>
                <a:gd name="csY4" fmla="*/ 9765 h 87510"/>
                <a:gd name="csX5" fmla="*/ 48193 w 70413"/>
                <a:gd name="csY5" fmla="*/ 17837 h 87510"/>
                <a:gd name="csX6" fmla="*/ 55075 w 70413"/>
                <a:gd name="csY6" fmla="*/ 39293 h 87510"/>
                <a:gd name="csX7" fmla="*/ 55075 w 70413"/>
                <a:gd name="csY7" fmla="*/ 42341 h 87510"/>
                <a:gd name="csX8" fmla="*/ 41454 w 70413"/>
                <a:gd name="csY8" fmla="*/ 42341 h 87510"/>
                <a:gd name="csX9" fmla="*/ 68767 w 70413"/>
                <a:gd name="csY9" fmla="*/ 48008 h 87510"/>
                <a:gd name="csX10" fmla="*/ 68767 w 70413"/>
                <a:gd name="csY10" fmla="*/ 454 h 87510"/>
                <a:gd name="csX11" fmla="*/ 55075 w 70413"/>
                <a:gd name="csY11" fmla="*/ 454 h 87510"/>
                <a:gd name="csX12" fmla="*/ 55075 w 70413"/>
                <a:gd name="csY12" fmla="*/ 13099 h 87510"/>
                <a:gd name="csX13" fmla="*/ 43383 w 70413"/>
                <a:gd name="csY13" fmla="*/ 1907 h 87510"/>
                <a:gd name="csX14" fmla="*/ 26262 w 70413"/>
                <a:gd name="csY14" fmla="*/ -1713 h 87510"/>
                <a:gd name="csX15" fmla="*/ 5902 w 70413"/>
                <a:gd name="csY15" fmla="*/ 5479 h 87510"/>
                <a:gd name="csX16" fmla="*/ -1647 w 70413"/>
                <a:gd name="csY16" fmla="*/ 24719 h 87510"/>
                <a:gd name="csX17" fmla="*/ 7759 w 70413"/>
                <a:gd name="csY17" fmla="*/ 45912 h 87510"/>
                <a:gd name="csX18" fmla="*/ 35858 w 70413"/>
                <a:gd name="csY18" fmla="*/ 53056 h 87510"/>
                <a:gd name="csX19" fmla="*/ 55075 w 70413"/>
                <a:gd name="csY19" fmla="*/ 53056 h 87510"/>
                <a:gd name="csX20" fmla="*/ 55075 w 70413"/>
                <a:gd name="csY20" fmla="*/ 54413 h 87510"/>
                <a:gd name="csX21" fmla="*/ 48860 w 70413"/>
                <a:gd name="csY21" fmla="*/ 69034 h 87510"/>
                <a:gd name="csX22" fmla="*/ 31405 w 70413"/>
                <a:gd name="csY22" fmla="*/ 74202 h 87510"/>
                <a:gd name="csX23" fmla="*/ 17475 w 70413"/>
                <a:gd name="csY23" fmla="*/ 72487 h 87510"/>
                <a:gd name="csX24" fmla="*/ 4473 w 70413"/>
                <a:gd name="csY24" fmla="*/ 67344 h 87510"/>
                <a:gd name="csX25" fmla="*/ 4473 w 70413"/>
                <a:gd name="csY25" fmla="*/ 80012 h 87510"/>
                <a:gd name="csX26" fmla="*/ 19046 w 70413"/>
                <a:gd name="csY26" fmla="*/ 84346 h 87510"/>
                <a:gd name="csX27" fmla="*/ 32810 w 70413"/>
                <a:gd name="csY27" fmla="*/ 85798 h 87510"/>
                <a:gd name="csX28" fmla="*/ 59837 w 70413"/>
                <a:gd name="csY28" fmla="*/ 76416 h 87510"/>
                <a:gd name="csX29" fmla="*/ 68767 w 70413"/>
                <a:gd name="csY29" fmla="*/ 48008 h 875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70413" h="87510">
                  <a:moveTo>
                    <a:pt x="41454" y="42341"/>
                  </a:moveTo>
                  <a:cubicBezTo>
                    <a:pt x="30389" y="42341"/>
                    <a:pt x="22721" y="41078"/>
                    <a:pt x="18451" y="38554"/>
                  </a:cubicBezTo>
                  <a:cubicBezTo>
                    <a:pt x="14181" y="36030"/>
                    <a:pt x="12046" y="31712"/>
                    <a:pt x="12046" y="25600"/>
                  </a:cubicBezTo>
                  <a:cubicBezTo>
                    <a:pt x="12046" y="20743"/>
                    <a:pt x="13649" y="16885"/>
                    <a:pt x="16856" y="14027"/>
                  </a:cubicBezTo>
                  <a:cubicBezTo>
                    <a:pt x="20062" y="11186"/>
                    <a:pt x="24412" y="9765"/>
                    <a:pt x="29905" y="9765"/>
                  </a:cubicBezTo>
                  <a:cubicBezTo>
                    <a:pt x="37509" y="9765"/>
                    <a:pt x="43605" y="12456"/>
                    <a:pt x="48193" y="17837"/>
                  </a:cubicBezTo>
                  <a:cubicBezTo>
                    <a:pt x="52781" y="23219"/>
                    <a:pt x="55075" y="30371"/>
                    <a:pt x="55075" y="39293"/>
                  </a:cubicBezTo>
                  <a:lnTo>
                    <a:pt x="55075" y="42341"/>
                  </a:lnTo>
                  <a:lnTo>
                    <a:pt x="41454" y="42341"/>
                  </a:lnTo>
                  <a:close/>
                  <a:moveTo>
                    <a:pt x="68767" y="48008"/>
                  </a:moveTo>
                  <a:lnTo>
                    <a:pt x="68767" y="454"/>
                  </a:lnTo>
                  <a:lnTo>
                    <a:pt x="55075" y="454"/>
                  </a:lnTo>
                  <a:lnTo>
                    <a:pt x="55075" y="13099"/>
                  </a:lnTo>
                  <a:cubicBezTo>
                    <a:pt x="51947" y="8051"/>
                    <a:pt x="48050" y="4320"/>
                    <a:pt x="43383" y="1907"/>
                  </a:cubicBezTo>
                  <a:cubicBezTo>
                    <a:pt x="38716" y="-506"/>
                    <a:pt x="33008" y="-1713"/>
                    <a:pt x="26262" y="-1713"/>
                  </a:cubicBezTo>
                  <a:cubicBezTo>
                    <a:pt x="17737" y="-1713"/>
                    <a:pt x="10950" y="685"/>
                    <a:pt x="5902" y="5479"/>
                  </a:cubicBezTo>
                  <a:cubicBezTo>
                    <a:pt x="870" y="10273"/>
                    <a:pt x="-1647" y="16687"/>
                    <a:pt x="-1647" y="24719"/>
                  </a:cubicBezTo>
                  <a:cubicBezTo>
                    <a:pt x="-1647" y="34086"/>
                    <a:pt x="1489" y="41150"/>
                    <a:pt x="7759" y="45912"/>
                  </a:cubicBezTo>
                  <a:cubicBezTo>
                    <a:pt x="14046" y="50675"/>
                    <a:pt x="23412" y="53056"/>
                    <a:pt x="35858" y="53056"/>
                  </a:cubicBezTo>
                  <a:lnTo>
                    <a:pt x="55075" y="53056"/>
                  </a:lnTo>
                  <a:lnTo>
                    <a:pt x="55075" y="54413"/>
                  </a:lnTo>
                  <a:cubicBezTo>
                    <a:pt x="55075" y="60716"/>
                    <a:pt x="53003" y="65589"/>
                    <a:pt x="48860" y="69034"/>
                  </a:cubicBezTo>
                  <a:cubicBezTo>
                    <a:pt x="44716" y="72479"/>
                    <a:pt x="38898" y="74202"/>
                    <a:pt x="31405" y="74202"/>
                  </a:cubicBezTo>
                  <a:cubicBezTo>
                    <a:pt x="26643" y="74202"/>
                    <a:pt x="21999" y="73630"/>
                    <a:pt x="17475" y="72487"/>
                  </a:cubicBezTo>
                  <a:cubicBezTo>
                    <a:pt x="12966" y="71344"/>
                    <a:pt x="8632" y="69630"/>
                    <a:pt x="4473" y="67344"/>
                  </a:cubicBezTo>
                  <a:lnTo>
                    <a:pt x="4473" y="80012"/>
                  </a:lnTo>
                  <a:cubicBezTo>
                    <a:pt x="9474" y="81949"/>
                    <a:pt x="14332" y="83393"/>
                    <a:pt x="19046" y="84346"/>
                  </a:cubicBezTo>
                  <a:cubicBezTo>
                    <a:pt x="23761" y="85314"/>
                    <a:pt x="28349" y="85798"/>
                    <a:pt x="32810" y="85798"/>
                  </a:cubicBezTo>
                  <a:cubicBezTo>
                    <a:pt x="44875" y="85798"/>
                    <a:pt x="53884" y="82671"/>
                    <a:pt x="59837" y="76416"/>
                  </a:cubicBezTo>
                  <a:cubicBezTo>
                    <a:pt x="65790" y="70177"/>
                    <a:pt x="68767" y="60708"/>
                    <a:pt x="68767" y="48008"/>
                  </a:cubicBez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F9375DD9-9F50-778B-39A3-1EABF04BD675}"/>
                </a:ext>
              </a:extLst>
            </p:cNvPr>
            <p:cNvSpPr/>
            <p:nvPr/>
          </p:nvSpPr>
          <p:spPr>
            <a:xfrm flipV="1">
              <a:off x="3719166" y="872238"/>
              <a:ext cx="13692" cy="115800"/>
            </a:xfrm>
            <a:custGeom>
              <a:avLst/>
              <a:gdLst>
                <a:gd name="csX0" fmla="*/ -669 w 13692"/>
                <a:gd name="csY0" fmla="*/ 80945 h 115800"/>
                <a:gd name="csX1" fmla="*/ 13023 w 13692"/>
                <a:gd name="csY1" fmla="*/ 80945 h 115800"/>
                <a:gd name="csX2" fmla="*/ 13023 w 13692"/>
                <a:gd name="csY2" fmla="*/ -2399 h 115800"/>
                <a:gd name="csX3" fmla="*/ -669 w 13692"/>
                <a:gd name="csY3" fmla="*/ -2399 h 115800"/>
                <a:gd name="csX4" fmla="*/ -669 w 13692"/>
                <a:gd name="csY4" fmla="*/ 80945 h 115800"/>
                <a:gd name="csX5" fmla="*/ -669 w 13692"/>
                <a:gd name="csY5" fmla="*/ 113401 h 115800"/>
                <a:gd name="csX6" fmla="*/ 13023 w 13692"/>
                <a:gd name="csY6" fmla="*/ 113401 h 115800"/>
                <a:gd name="csX7" fmla="*/ 13023 w 13692"/>
                <a:gd name="csY7" fmla="*/ 96042 h 115800"/>
                <a:gd name="csX8" fmla="*/ -669 w 13692"/>
                <a:gd name="csY8" fmla="*/ 96042 h 115800"/>
                <a:gd name="csX9" fmla="*/ -669 w 13692"/>
                <a:gd name="csY9" fmla="*/ 113401 h 1158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3692" h="115800">
                  <a:moveTo>
                    <a:pt x="-669" y="80945"/>
                  </a:moveTo>
                  <a:lnTo>
                    <a:pt x="13023" y="80945"/>
                  </a:lnTo>
                  <a:lnTo>
                    <a:pt x="13023" y="-2399"/>
                  </a:lnTo>
                  <a:lnTo>
                    <a:pt x="-669" y="-2399"/>
                  </a:lnTo>
                  <a:lnTo>
                    <a:pt x="-669" y="80945"/>
                  </a:lnTo>
                  <a:close/>
                  <a:moveTo>
                    <a:pt x="-669" y="113401"/>
                  </a:moveTo>
                  <a:lnTo>
                    <a:pt x="13023" y="113401"/>
                  </a:lnTo>
                  <a:lnTo>
                    <a:pt x="13023" y="96042"/>
                  </a:lnTo>
                  <a:lnTo>
                    <a:pt x="-669" y="96042"/>
                  </a:lnTo>
                  <a:lnTo>
                    <a:pt x="-669" y="113401"/>
                  </a:ln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4293AE89-02F8-F7DF-5AB0-D5FF400E9324}"/>
                </a:ext>
              </a:extLst>
            </p:cNvPr>
            <p:cNvSpPr/>
            <p:nvPr/>
          </p:nvSpPr>
          <p:spPr>
            <a:xfrm flipV="1">
              <a:off x="3760245" y="872238"/>
              <a:ext cx="31551" cy="135897"/>
            </a:xfrm>
            <a:custGeom>
              <a:avLst/>
              <a:gdLst>
                <a:gd name="csX0" fmla="*/ -987 w 31551"/>
                <a:gd name="csY0" fmla="*/ 133922 h 135897"/>
                <a:gd name="csX1" fmla="*/ 30564 w 31551"/>
                <a:gd name="csY1" fmla="*/ 133922 h 135897"/>
                <a:gd name="csX2" fmla="*/ 30564 w 31551"/>
                <a:gd name="csY2" fmla="*/ 123278 h 135897"/>
                <a:gd name="csX3" fmla="*/ 12705 w 31551"/>
                <a:gd name="csY3" fmla="*/ 123278 h 135897"/>
                <a:gd name="csX4" fmla="*/ 12705 w 31551"/>
                <a:gd name="csY4" fmla="*/ 8668 h 135897"/>
                <a:gd name="csX5" fmla="*/ 30564 w 31551"/>
                <a:gd name="csY5" fmla="*/ 8668 h 135897"/>
                <a:gd name="csX6" fmla="*/ 30564 w 31551"/>
                <a:gd name="csY6" fmla="*/ -1976 h 135897"/>
                <a:gd name="csX7" fmla="*/ -987 w 31551"/>
                <a:gd name="csY7" fmla="*/ -1976 h 135897"/>
                <a:gd name="csX8" fmla="*/ -987 w 31551"/>
                <a:gd name="csY8" fmla="*/ 133922 h 1358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1551" h="135897">
                  <a:moveTo>
                    <a:pt x="-987" y="133922"/>
                  </a:moveTo>
                  <a:lnTo>
                    <a:pt x="30564" y="133922"/>
                  </a:lnTo>
                  <a:lnTo>
                    <a:pt x="30564" y="123278"/>
                  </a:lnTo>
                  <a:lnTo>
                    <a:pt x="12705" y="123278"/>
                  </a:lnTo>
                  <a:lnTo>
                    <a:pt x="12705" y="8668"/>
                  </a:lnTo>
                  <a:lnTo>
                    <a:pt x="30564" y="8668"/>
                  </a:lnTo>
                  <a:lnTo>
                    <a:pt x="30564" y="-1976"/>
                  </a:lnTo>
                  <a:lnTo>
                    <a:pt x="-987" y="-1976"/>
                  </a:lnTo>
                  <a:lnTo>
                    <a:pt x="-987" y="133922"/>
                  </a:ln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8745E644-86B0-0407-2507-73FCBD5C412D}"/>
                </a:ext>
              </a:extLst>
            </p:cNvPr>
            <p:cNvSpPr/>
            <p:nvPr/>
          </p:nvSpPr>
          <p:spPr>
            <a:xfrm flipV="1">
              <a:off x="3819845" y="876929"/>
              <a:ext cx="85058" cy="113276"/>
            </a:xfrm>
            <a:custGeom>
              <a:avLst/>
              <a:gdLst>
                <a:gd name="csX0" fmla="*/ -2110 w 85058"/>
                <a:gd name="csY0" fmla="*/ 111021 h 113276"/>
                <a:gd name="csX1" fmla="*/ 13011 w 85058"/>
                <a:gd name="csY1" fmla="*/ 111021 h 113276"/>
                <a:gd name="csX2" fmla="*/ 13011 w 85058"/>
                <a:gd name="csY2" fmla="*/ 43513 h 113276"/>
                <a:gd name="csX3" fmla="*/ 19464 w 85058"/>
                <a:gd name="csY3" fmla="*/ 17796 h 113276"/>
                <a:gd name="csX4" fmla="*/ 40467 w 85058"/>
                <a:gd name="csY4" fmla="*/ 9961 h 113276"/>
                <a:gd name="csX5" fmla="*/ 61374 w 85058"/>
                <a:gd name="csY5" fmla="*/ 17796 h 113276"/>
                <a:gd name="csX6" fmla="*/ 67851 w 85058"/>
                <a:gd name="csY6" fmla="*/ 43513 h 113276"/>
                <a:gd name="csX7" fmla="*/ 67851 w 85058"/>
                <a:gd name="csY7" fmla="*/ 111021 h 113276"/>
                <a:gd name="csX8" fmla="*/ 82948 w 85058"/>
                <a:gd name="csY8" fmla="*/ 111021 h 113276"/>
                <a:gd name="csX9" fmla="*/ 82948 w 85058"/>
                <a:gd name="csY9" fmla="*/ 41656 h 113276"/>
                <a:gd name="csX10" fmla="*/ 72185 w 85058"/>
                <a:gd name="csY10" fmla="*/ 8842 h 113276"/>
                <a:gd name="csX11" fmla="*/ 40467 w 85058"/>
                <a:gd name="csY11" fmla="*/ -2255 h 113276"/>
                <a:gd name="csX12" fmla="*/ 8630 w 85058"/>
                <a:gd name="csY12" fmla="*/ 8842 h 113276"/>
                <a:gd name="csX13" fmla="*/ -2110 w 85058"/>
                <a:gd name="csY13" fmla="*/ 41656 h 113276"/>
                <a:gd name="csX14" fmla="*/ -2110 w 85058"/>
                <a:gd name="csY14" fmla="*/ 111021 h 1132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85058" h="113276">
                  <a:moveTo>
                    <a:pt x="-2110" y="111021"/>
                  </a:moveTo>
                  <a:lnTo>
                    <a:pt x="13011" y="111021"/>
                  </a:lnTo>
                  <a:lnTo>
                    <a:pt x="13011" y="43513"/>
                  </a:lnTo>
                  <a:cubicBezTo>
                    <a:pt x="13011" y="31607"/>
                    <a:pt x="15162" y="23034"/>
                    <a:pt x="19464" y="17796"/>
                  </a:cubicBezTo>
                  <a:cubicBezTo>
                    <a:pt x="23782" y="12573"/>
                    <a:pt x="30783" y="9961"/>
                    <a:pt x="40467" y="9961"/>
                  </a:cubicBezTo>
                  <a:cubicBezTo>
                    <a:pt x="50087" y="9961"/>
                    <a:pt x="57056" y="12573"/>
                    <a:pt x="61374" y="17796"/>
                  </a:cubicBezTo>
                  <a:cubicBezTo>
                    <a:pt x="65692" y="23034"/>
                    <a:pt x="67851" y="31607"/>
                    <a:pt x="67851" y="43513"/>
                  </a:cubicBezTo>
                  <a:lnTo>
                    <a:pt x="67851" y="111021"/>
                  </a:lnTo>
                  <a:lnTo>
                    <a:pt x="82948" y="111021"/>
                  </a:lnTo>
                  <a:lnTo>
                    <a:pt x="82948" y="41656"/>
                  </a:lnTo>
                  <a:cubicBezTo>
                    <a:pt x="82948" y="27178"/>
                    <a:pt x="79361" y="16240"/>
                    <a:pt x="72185" y="8842"/>
                  </a:cubicBezTo>
                  <a:cubicBezTo>
                    <a:pt x="65025" y="1444"/>
                    <a:pt x="54453" y="-2255"/>
                    <a:pt x="40467" y="-2255"/>
                  </a:cubicBezTo>
                  <a:cubicBezTo>
                    <a:pt x="26418" y="-2255"/>
                    <a:pt x="15805" y="1444"/>
                    <a:pt x="8630" y="8842"/>
                  </a:cubicBezTo>
                  <a:cubicBezTo>
                    <a:pt x="1470" y="16240"/>
                    <a:pt x="-2110" y="27178"/>
                    <a:pt x="-2110" y="41656"/>
                  </a:cubicBezTo>
                  <a:lnTo>
                    <a:pt x="-2110" y="111021"/>
                  </a:ln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EEA32DA7-1B43-3AE6-9007-D54D10DE1301}"/>
                </a:ext>
              </a:extLst>
            </p:cNvPr>
            <p:cNvSpPr/>
            <p:nvPr/>
          </p:nvSpPr>
          <p:spPr>
            <a:xfrm flipV="1">
              <a:off x="3933106" y="876929"/>
              <a:ext cx="93392" cy="111109"/>
            </a:xfrm>
            <a:custGeom>
              <a:avLst/>
              <a:gdLst>
                <a:gd name="csX0" fmla="*/ 12678 w 93392"/>
                <a:gd name="csY0" fmla="*/ 96450 h 111109"/>
                <a:gd name="csX1" fmla="*/ 12678 w 93392"/>
                <a:gd name="csY1" fmla="*/ 10059 h 111109"/>
                <a:gd name="csX2" fmla="*/ 30847 w 93392"/>
                <a:gd name="csY2" fmla="*/ 10059 h 111109"/>
                <a:gd name="csX3" fmla="*/ 64518 w 93392"/>
                <a:gd name="csY3" fmla="*/ 20465 h 111109"/>
                <a:gd name="csX4" fmla="*/ 75186 w 93392"/>
                <a:gd name="csY4" fmla="*/ 53373 h 111109"/>
                <a:gd name="csX5" fmla="*/ 64518 w 93392"/>
                <a:gd name="csY5" fmla="*/ 86068 h 111109"/>
                <a:gd name="csX6" fmla="*/ 30847 w 93392"/>
                <a:gd name="csY6" fmla="*/ 96450 h 111109"/>
                <a:gd name="csX7" fmla="*/ 12678 w 93392"/>
                <a:gd name="csY7" fmla="*/ 96450 h 111109"/>
                <a:gd name="csX8" fmla="*/ -2348 w 93392"/>
                <a:gd name="csY8" fmla="*/ 108809 h 111109"/>
                <a:gd name="csX9" fmla="*/ 28537 w 93392"/>
                <a:gd name="csY9" fmla="*/ 108809 h 111109"/>
                <a:gd name="csX10" fmla="*/ 75924 w 93392"/>
                <a:gd name="csY10" fmla="*/ 95379 h 111109"/>
                <a:gd name="csX11" fmla="*/ 91045 w 93392"/>
                <a:gd name="csY11" fmla="*/ 53373 h 111109"/>
                <a:gd name="csX12" fmla="*/ 75853 w 93392"/>
                <a:gd name="csY12" fmla="*/ 11154 h 111109"/>
                <a:gd name="csX13" fmla="*/ 28537 w 93392"/>
                <a:gd name="csY13" fmla="*/ -2300 h 111109"/>
                <a:gd name="csX14" fmla="*/ -2348 w 93392"/>
                <a:gd name="csY14" fmla="*/ -2300 h 111109"/>
                <a:gd name="csX15" fmla="*/ -2348 w 93392"/>
                <a:gd name="csY15" fmla="*/ 108809 h 11110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93392" h="111109">
                  <a:moveTo>
                    <a:pt x="12678" y="96450"/>
                  </a:moveTo>
                  <a:lnTo>
                    <a:pt x="12678" y="10059"/>
                  </a:lnTo>
                  <a:lnTo>
                    <a:pt x="30847" y="10059"/>
                  </a:lnTo>
                  <a:cubicBezTo>
                    <a:pt x="46182" y="10059"/>
                    <a:pt x="57406" y="13527"/>
                    <a:pt x="64518" y="20465"/>
                  </a:cubicBezTo>
                  <a:cubicBezTo>
                    <a:pt x="71630" y="27418"/>
                    <a:pt x="75186" y="38387"/>
                    <a:pt x="75186" y="53373"/>
                  </a:cubicBezTo>
                  <a:cubicBezTo>
                    <a:pt x="75186" y="68248"/>
                    <a:pt x="71630" y="79147"/>
                    <a:pt x="64518" y="86068"/>
                  </a:cubicBezTo>
                  <a:cubicBezTo>
                    <a:pt x="57406" y="92990"/>
                    <a:pt x="46182" y="96450"/>
                    <a:pt x="30847" y="96450"/>
                  </a:cubicBezTo>
                  <a:lnTo>
                    <a:pt x="12678" y="96450"/>
                  </a:lnTo>
                  <a:close/>
                  <a:moveTo>
                    <a:pt x="-2348" y="108809"/>
                  </a:moveTo>
                  <a:lnTo>
                    <a:pt x="28537" y="108809"/>
                  </a:lnTo>
                  <a:cubicBezTo>
                    <a:pt x="50064" y="108809"/>
                    <a:pt x="65859" y="104332"/>
                    <a:pt x="75924" y="95379"/>
                  </a:cubicBezTo>
                  <a:cubicBezTo>
                    <a:pt x="86005" y="86425"/>
                    <a:pt x="91045" y="72423"/>
                    <a:pt x="91045" y="53373"/>
                  </a:cubicBezTo>
                  <a:cubicBezTo>
                    <a:pt x="91045" y="34212"/>
                    <a:pt x="85981" y="20139"/>
                    <a:pt x="75853" y="11154"/>
                  </a:cubicBezTo>
                  <a:cubicBezTo>
                    <a:pt x="65740" y="2185"/>
                    <a:pt x="49968" y="-2300"/>
                    <a:pt x="28537" y="-2300"/>
                  </a:cubicBezTo>
                  <a:lnTo>
                    <a:pt x="-2348" y="-2300"/>
                  </a:lnTo>
                  <a:lnTo>
                    <a:pt x="-2348" y="108809"/>
                  </a:ln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032E1FDB-5B25-384D-2659-C0854E1BF27C}"/>
                </a:ext>
              </a:extLst>
            </p:cNvPr>
            <p:cNvSpPr/>
            <p:nvPr/>
          </p:nvSpPr>
          <p:spPr>
            <a:xfrm flipV="1">
              <a:off x="4050457" y="876929"/>
              <a:ext cx="71747" cy="111109"/>
            </a:xfrm>
            <a:custGeom>
              <a:avLst/>
              <a:gdLst>
                <a:gd name="csX0" fmla="*/ 13141 w 71747"/>
                <a:gd name="csY0" fmla="*/ 96450 h 111109"/>
                <a:gd name="csX1" fmla="*/ 13141 w 71747"/>
                <a:gd name="csY1" fmla="*/ 54707 h 111109"/>
                <a:gd name="csX2" fmla="*/ 32048 w 71747"/>
                <a:gd name="csY2" fmla="*/ 54707 h 111109"/>
                <a:gd name="csX3" fmla="*/ 48264 w 71747"/>
                <a:gd name="csY3" fmla="*/ 60136 h 111109"/>
                <a:gd name="csX4" fmla="*/ 54003 w 71747"/>
                <a:gd name="csY4" fmla="*/ 75614 h 111109"/>
                <a:gd name="csX5" fmla="*/ 48264 w 71747"/>
                <a:gd name="csY5" fmla="*/ 91021 h 111109"/>
                <a:gd name="csX6" fmla="*/ 32048 w 71747"/>
                <a:gd name="csY6" fmla="*/ 96450 h 111109"/>
                <a:gd name="csX7" fmla="*/ 13141 w 71747"/>
                <a:gd name="csY7" fmla="*/ 96450 h 111109"/>
                <a:gd name="csX8" fmla="*/ -1885 w 71747"/>
                <a:gd name="csY8" fmla="*/ 108809 h 111109"/>
                <a:gd name="csX9" fmla="*/ 32048 w 71747"/>
                <a:gd name="csY9" fmla="*/ 108809 h 111109"/>
                <a:gd name="csX10" fmla="*/ 60290 w 71747"/>
                <a:gd name="csY10" fmla="*/ 100356 h 111109"/>
                <a:gd name="csX11" fmla="*/ 69862 w 71747"/>
                <a:gd name="csY11" fmla="*/ 75614 h 111109"/>
                <a:gd name="csX12" fmla="*/ 60290 w 71747"/>
                <a:gd name="csY12" fmla="*/ 50754 h 111109"/>
                <a:gd name="csX13" fmla="*/ 32048 w 71747"/>
                <a:gd name="csY13" fmla="*/ 42348 h 111109"/>
                <a:gd name="csX14" fmla="*/ 13141 w 71747"/>
                <a:gd name="csY14" fmla="*/ 42348 h 111109"/>
                <a:gd name="csX15" fmla="*/ 13141 w 71747"/>
                <a:gd name="csY15" fmla="*/ -2300 h 111109"/>
                <a:gd name="csX16" fmla="*/ -1885 w 71747"/>
                <a:gd name="csY16" fmla="*/ -2300 h 111109"/>
                <a:gd name="csX17" fmla="*/ -1885 w 71747"/>
                <a:gd name="csY17" fmla="*/ 108809 h 11110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71747" h="111109">
                  <a:moveTo>
                    <a:pt x="13141" y="96450"/>
                  </a:moveTo>
                  <a:lnTo>
                    <a:pt x="13141" y="54707"/>
                  </a:lnTo>
                  <a:lnTo>
                    <a:pt x="32048" y="54707"/>
                  </a:lnTo>
                  <a:cubicBezTo>
                    <a:pt x="39049" y="54707"/>
                    <a:pt x="44454" y="56517"/>
                    <a:pt x="48264" y="60136"/>
                  </a:cubicBezTo>
                  <a:cubicBezTo>
                    <a:pt x="52090" y="63756"/>
                    <a:pt x="54003" y="68915"/>
                    <a:pt x="54003" y="75614"/>
                  </a:cubicBezTo>
                  <a:cubicBezTo>
                    <a:pt x="54003" y="82266"/>
                    <a:pt x="52090" y="87402"/>
                    <a:pt x="48264" y="91021"/>
                  </a:cubicBezTo>
                  <a:cubicBezTo>
                    <a:pt x="44454" y="94641"/>
                    <a:pt x="39049" y="96450"/>
                    <a:pt x="32048" y="96450"/>
                  </a:cubicBezTo>
                  <a:lnTo>
                    <a:pt x="13141" y="96450"/>
                  </a:lnTo>
                  <a:close/>
                  <a:moveTo>
                    <a:pt x="-1885" y="108809"/>
                  </a:moveTo>
                  <a:lnTo>
                    <a:pt x="32048" y="108809"/>
                  </a:lnTo>
                  <a:cubicBezTo>
                    <a:pt x="44510" y="108809"/>
                    <a:pt x="53924" y="105991"/>
                    <a:pt x="60290" y="100356"/>
                  </a:cubicBezTo>
                  <a:cubicBezTo>
                    <a:pt x="66671" y="94720"/>
                    <a:pt x="69862" y="86473"/>
                    <a:pt x="69862" y="75614"/>
                  </a:cubicBezTo>
                  <a:cubicBezTo>
                    <a:pt x="69862" y="64645"/>
                    <a:pt x="66671" y="56358"/>
                    <a:pt x="60290" y="50754"/>
                  </a:cubicBezTo>
                  <a:cubicBezTo>
                    <a:pt x="53924" y="45150"/>
                    <a:pt x="44510" y="42348"/>
                    <a:pt x="32048" y="42348"/>
                  </a:cubicBezTo>
                  <a:lnTo>
                    <a:pt x="13141" y="42348"/>
                  </a:lnTo>
                  <a:lnTo>
                    <a:pt x="13141" y="-2300"/>
                  </a:lnTo>
                  <a:lnTo>
                    <a:pt x="-1885" y="-2300"/>
                  </a:lnTo>
                  <a:lnTo>
                    <a:pt x="-1885" y="108809"/>
                  </a:ln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1B07FD78-EB97-F037-A8F1-489FA962B2EF}"/>
                </a:ext>
              </a:extLst>
            </p:cNvPr>
            <p:cNvSpPr/>
            <p:nvPr/>
          </p:nvSpPr>
          <p:spPr>
            <a:xfrm flipV="1">
              <a:off x="4131429" y="940199"/>
              <a:ext cx="40100" cy="12192"/>
            </a:xfrm>
            <a:custGeom>
              <a:avLst/>
              <a:gdLst>
                <a:gd name="csX0" fmla="*/ -900 w 40100"/>
                <a:gd name="csY0" fmla="*/ 10473 h 12192"/>
                <a:gd name="csX1" fmla="*/ 39200 w 40100"/>
                <a:gd name="csY1" fmla="*/ 10473 h 12192"/>
                <a:gd name="csX2" fmla="*/ 39200 w 40100"/>
                <a:gd name="csY2" fmla="*/ -1719 h 12192"/>
                <a:gd name="csX3" fmla="*/ -900 w 40100"/>
                <a:gd name="csY3" fmla="*/ -1719 h 12192"/>
                <a:gd name="csX4" fmla="*/ -900 w 40100"/>
                <a:gd name="csY4" fmla="*/ 10473 h 121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0100" h="12192">
                  <a:moveTo>
                    <a:pt x="-900" y="10473"/>
                  </a:moveTo>
                  <a:lnTo>
                    <a:pt x="39200" y="10473"/>
                  </a:lnTo>
                  <a:lnTo>
                    <a:pt x="39200" y="-1719"/>
                  </a:lnTo>
                  <a:lnTo>
                    <a:pt x="-900" y="-1719"/>
                  </a:lnTo>
                  <a:lnTo>
                    <a:pt x="-900" y="10473"/>
                  </a:ln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CD03B5BF-1D5A-4E23-76FE-CF83E9B0064A}"/>
                </a:ext>
              </a:extLst>
            </p:cNvPr>
            <p:cNvSpPr/>
            <p:nvPr/>
          </p:nvSpPr>
          <p:spPr>
            <a:xfrm flipV="1">
              <a:off x="4176729" y="876929"/>
              <a:ext cx="101798" cy="111109"/>
            </a:xfrm>
            <a:custGeom>
              <a:avLst/>
              <a:gdLst>
                <a:gd name="csX0" fmla="*/ 48985 w 101798"/>
                <a:gd name="csY0" fmla="*/ 93998 h 111109"/>
                <a:gd name="csX1" fmla="*/ 28577 w 101798"/>
                <a:gd name="csY1" fmla="*/ 38705 h 111109"/>
                <a:gd name="csX2" fmla="*/ 69439 w 101798"/>
                <a:gd name="csY2" fmla="*/ 38705 h 111109"/>
                <a:gd name="csX3" fmla="*/ 48985 w 101798"/>
                <a:gd name="csY3" fmla="*/ 93998 h 111109"/>
                <a:gd name="csX4" fmla="*/ 40483 w 101798"/>
                <a:gd name="csY4" fmla="*/ 108809 h 111109"/>
                <a:gd name="csX5" fmla="*/ 57533 w 101798"/>
                <a:gd name="csY5" fmla="*/ 108809 h 111109"/>
                <a:gd name="csX6" fmla="*/ 99872 w 101798"/>
                <a:gd name="csY6" fmla="*/ -2300 h 111109"/>
                <a:gd name="csX7" fmla="*/ 84251 w 101798"/>
                <a:gd name="csY7" fmla="*/ -2300 h 111109"/>
                <a:gd name="csX8" fmla="*/ 74131 w 101798"/>
                <a:gd name="csY8" fmla="*/ 26203 h 111109"/>
                <a:gd name="csX9" fmla="*/ 24053 w 101798"/>
                <a:gd name="csY9" fmla="*/ 26203 h 111109"/>
                <a:gd name="csX10" fmla="*/ 13933 w 101798"/>
                <a:gd name="csY10" fmla="*/ -2300 h 111109"/>
                <a:gd name="csX11" fmla="*/ -1927 w 101798"/>
                <a:gd name="csY11" fmla="*/ -2300 h 111109"/>
                <a:gd name="csX12" fmla="*/ 40483 w 101798"/>
                <a:gd name="csY12" fmla="*/ 108809 h 11110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01798" h="111109">
                  <a:moveTo>
                    <a:pt x="48985" y="93998"/>
                  </a:moveTo>
                  <a:lnTo>
                    <a:pt x="28577" y="38705"/>
                  </a:lnTo>
                  <a:lnTo>
                    <a:pt x="69439" y="38705"/>
                  </a:lnTo>
                  <a:lnTo>
                    <a:pt x="48985" y="93998"/>
                  </a:lnTo>
                  <a:close/>
                  <a:moveTo>
                    <a:pt x="40483" y="108809"/>
                  </a:moveTo>
                  <a:lnTo>
                    <a:pt x="57533" y="108809"/>
                  </a:lnTo>
                  <a:lnTo>
                    <a:pt x="99872" y="-2300"/>
                  </a:lnTo>
                  <a:lnTo>
                    <a:pt x="84251" y="-2300"/>
                  </a:lnTo>
                  <a:lnTo>
                    <a:pt x="74131" y="26203"/>
                  </a:lnTo>
                  <a:lnTo>
                    <a:pt x="24053" y="26203"/>
                  </a:lnTo>
                  <a:lnTo>
                    <a:pt x="13933" y="-2300"/>
                  </a:lnTo>
                  <a:lnTo>
                    <a:pt x="-1927" y="-2300"/>
                  </a:lnTo>
                  <a:lnTo>
                    <a:pt x="40483" y="108809"/>
                  </a:ln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D2C08029-33EB-B573-82F8-42100BD0871B}"/>
                </a:ext>
              </a:extLst>
            </p:cNvPr>
            <p:cNvSpPr/>
            <p:nvPr/>
          </p:nvSpPr>
          <p:spPr>
            <a:xfrm flipV="1">
              <a:off x="4294151" y="872238"/>
              <a:ext cx="13692" cy="115800"/>
            </a:xfrm>
            <a:custGeom>
              <a:avLst/>
              <a:gdLst>
                <a:gd name="csX0" fmla="*/ -624 w 13692"/>
                <a:gd name="csY0" fmla="*/ 113401 h 115800"/>
                <a:gd name="csX1" fmla="*/ 13068 w 13692"/>
                <a:gd name="csY1" fmla="*/ 113401 h 115800"/>
                <a:gd name="csX2" fmla="*/ 13068 w 13692"/>
                <a:gd name="csY2" fmla="*/ -2399 h 115800"/>
                <a:gd name="csX3" fmla="*/ -624 w 13692"/>
                <a:gd name="csY3" fmla="*/ -2399 h 115800"/>
                <a:gd name="csX4" fmla="*/ -624 w 13692"/>
                <a:gd name="csY4" fmla="*/ 113401 h 1158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3692" h="115800">
                  <a:moveTo>
                    <a:pt x="-624" y="113401"/>
                  </a:moveTo>
                  <a:lnTo>
                    <a:pt x="13068" y="113401"/>
                  </a:lnTo>
                  <a:lnTo>
                    <a:pt x="13068" y="-2399"/>
                  </a:lnTo>
                  <a:lnTo>
                    <a:pt x="-624" y="-2399"/>
                  </a:lnTo>
                  <a:lnTo>
                    <a:pt x="-624" y="113401"/>
                  </a:ln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97403759-9B68-659A-85FD-772C725CAA8F}"/>
                </a:ext>
              </a:extLst>
            </p:cNvPr>
            <p:cNvSpPr/>
            <p:nvPr/>
          </p:nvSpPr>
          <p:spPr>
            <a:xfrm flipV="1">
              <a:off x="4336493" y="872238"/>
              <a:ext cx="13692" cy="115800"/>
            </a:xfrm>
            <a:custGeom>
              <a:avLst/>
              <a:gdLst>
                <a:gd name="csX0" fmla="*/ -621 w 13692"/>
                <a:gd name="csY0" fmla="*/ 113401 h 115800"/>
                <a:gd name="csX1" fmla="*/ 13072 w 13692"/>
                <a:gd name="csY1" fmla="*/ 113401 h 115800"/>
                <a:gd name="csX2" fmla="*/ 13072 w 13692"/>
                <a:gd name="csY2" fmla="*/ -2399 h 115800"/>
                <a:gd name="csX3" fmla="*/ -621 w 13692"/>
                <a:gd name="csY3" fmla="*/ -2399 h 115800"/>
                <a:gd name="csX4" fmla="*/ -621 w 13692"/>
                <a:gd name="csY4" fmla="*/ 113401 h 1158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3692" h="115800">
                  <a:moveTo>
                    <a:pt x="-621" y="113401"/>
                  </a:moveTo>
                  <a:lnTo>
                    <a:pt x="13072" y="113401"/>
                  </a:lnTo>
                  <a:lnTo>
                    <a:pt x="13072" y="-2399"/>
                  </a:lnTo>
                  <a:lnTo>
                    <a:pt x="-621" y="-2399"/>
                  </a:lnTo>
                  <a:lnTo>
                    <a:pt x="-621" y="113401"/>
                  </a:ln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28E0019F-AAE6-206A-FB69-2AC24EA92623}"/>
                </a:ext>
              </a:extLst>
            </p:cNvPr>
            <p:cNvSpPr/>
            <p:nvPr/>
          </p:nvSpPr>
          <p:spPr>
            <a:xfrm flipV="1">
              <a:off x="4379430" y="876929"/>
              <a:ext cx="101655" cy="111109"/>
            </a:xfrm>
            <a:custGeom>
              <a:avLst/>
              <a:gdLst>
                <a:gd name="csX0" fmla="*/ -2486 w 101655"/>
                <a:gd name="csY0" fmla="*/ 108809 h 111109"/>
                <a:gd name="csX1" fmla="*/ 19922 w 101655"/>
                <a:gd name="csY1" fmla="*/ 108809 h 111109"/>
                <a:gd name="csX2" fmla="*/ 48259 w 101655"/>
                <a:gd name="csY2" fmla="*/ 33204 h 111109"/>
                <a:gd name="csX3" fmla="*/ 76762 w 101655"/>
                <a:gd name="csY3" fmla="*/ 108809 h 111109"/>
                <a:gd name="csX4" fmla="*/ 99170 w 101655"/>
                <a:gd name="csY4" fmla="*/ 108809 h 111109"/>
                <a:gd name="csX5" fmla="*/ 99170 w 101655"/>
                <a:gd name="csY5" fmla="*/ -2300 h 111109"/>
                <a:gd name="csX6" fmla="*/ 84501 w 101655"/>
                <a:gd name="csY6" fmla="*/ -2300 h 111109"/>
                <a:gd name="csX7" fmla="*/ 84501 w 101655"/>
                <a:gd name="csY7" fmla="*/ 95260 h 111109"/>
                <a:gd name="csX8" fmla="*/ 55855 w 101655"/>
                <a:gd name="csY8" fmla="*/ 19060 h 111109"/>
                <a:gd name="csX9" fmla="*/ 40758 w 101655"/>
                <a:gd name="csY9" fmla="*/ 19060 h 111109"/>
                <a:gd name="csX10" fmla="*/ 12111 w 101655"/>
                <a:gd name="csY10" fmla="*/ 95260 h 111109"/>
                <a:gd name="csX11" fmla="*/ 12111 w 101655"/>
                <a:gd name="csY11" fmla="*/ -2300 h 111109"/>
                <a:gd name="csX12" fmla="*/ -2486 w 101655"/>
                <a:gd name="csY12" fmla="*/ -2300 h 111109"/>
                <a:gd name="csX13" fmla="*/ -2486 w 101655"/>
                <a:gd name="csY13" fmla="*/ 108809 h 11110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01655" h="111109">
                  <a:moveTo>
                    <a:pt x="-2486" y="108809"/>
                  </a:moveTo>
                  <a:lnTo>
                    <a:pt x="19922" y="108809"/>
                  </a:lnTo>
                  <a:lnTo>
                    <a:pt x="48259" y="33204"/>
                  </a:lnTo>
                  <a:lnTo>
                    <a:pt x="76762" y="108809"/>
                  </a:lnTo>
                  <a:lnTo>
                    <a:pt x="99170" y="108809"/>
                  </a:lnTo>
                  <a:lnTo>
                    <a:pt x="99170" y="-2300"/>
                  </a:lnTo>
                  <a:lnTo>
                    <a:pt x="84501" y="-2300"/>
                  </a:lnTo>
                  <a:lnTo>
                    <a:pt x="84501" y="95260"/>
                  </a:lnTo>
                  <a:lnTo>
                    <a:pt x="55855" y="19060"/>
                  </a:lnTo>
                  <a:lnTo>
                    <a:pt x="40758" y="19060"/>
                  </a:lnTo>
                  <a:lnTo>
                    <a:pt x="12111" y="95260"/>
                  </a:lnTo>
                  <a:lnTo>
                    <a:pt x="12111" y="-2300"/>
                  </a:lnTo>
                  <a:lnTo>
                    <a:pt x="-2486" y="-2300"/>
                  </a:lnTo>
                  <a:lnTo>
                    <a:pt x="-2486" y="108809"/>
                  </a:ln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77DEAEE8-A14A-B6E1-5826-AF045846DF91}"/>
                </a:ext>
              </a:extLst>
            </p:cNvPr>
            <p:cNvSpPr/>
            <p:nvPr/>
          </p:nvSpPr>
          <p:spPr>
            <a:xfrm flipV="1">
              <a:off x="4504371" y="902695"/>
              <a:ext cx="77247" cy="87510"/>
            </a:xfrm>
            <a:custGeom>
              <a:avLst/>
              <a:gdLst>
                <a:gd name="csX0" fmla="*/ 75558 w 77247"/>
                <a:gd name="csY0" fmla="*/ 45555 h 87510"/>
                <a:gd name="csX1" fmla="*/ 75558 w 77247"/>
                <a:gd name="csY1" fmla="*/ 38864 h 87510"/>
                <a:gd name="csX2" fmla="*/ 12598 w 77247"/>
                <a:gd name="csY2" fmla="*/ 38864 h 87510"/>
                <a:gd name="csX3" fmla="*/ 21123 w 77247"/>
                <a:gd name="csY3" fmla="*/ 17314 h 87510"/>
                <a:gd name="csX4" fmla="*/ 42364 w 77247"/>
                <a:gd name="csY4" fmla="*/ 9908 h 87510"/>
                <a:gd name="csX5" fmla="*/ 57651 w 77247"/>
                <a:gd name="csY5" fmla="*/ 11837 h 87510"/>
                <a:gd name="csX6" fmla="*/ 72368 w 77247"/>
                <a:gd name="csY6" fmla="*/ 17647 h 87510"/>
                <a:gd name="csX7" fmla="*/ 72368 w 77247"/>
                <a:gd name="csY7" fmla="*/ 4693 h 87510"/>
                <a:gd name="csX8" fmla="*/ 57247 w 77247"/>
                <a:gd name="csY8" fmla="*/ -70 h 87510"/>
                <a:gd name="csX9" fmla="*/ 41554 w 77247"/>
                <a:gd name="csY9" fmla="*/ -1713 h 87510"/>
                <a:gd name="csX10" fmla="*/ 9955 w 77247"/>
                <a:gd name="csY10" fmla="*/ 9884 h 87510"/>
                <a:gd name="csX11" fmla="*/ -1689 w 77247"/>
                <a:gd name="csY11" fmla="*/ 41317 h 87510"/>
                <a:gd name="csX12" fmla="*/ 9360 w 77247"/>
                <a:gd name="csY12" fmla="*/ 73773 h 87510"/>
                <a:gd name="csX13" fmla="*/ 39173 w 77247"/>
                <a:gd name="csY13" fmla="*/ 85798 h 87510"/>
                <a:gd name="csX14" fmla="*/ 65772 w 77247"/>
                <a:gd name="csY14" fmla="*/ 74964 h 87510"/>
                <a:gd name="csX15" fmla="*/ 75558 w 77247"/>
                <a:gd name="csY15" fmla="*/ 45555 h 87510"/>
                <a:gd name="csX16" fmla="*/ 61866 w 77247"/>
                <a:gd name="csY16" fmla="*/ 49580 h 87510"/>
                <a:gd name="csX17" fmla="*/ 55580 w 77247"/>
                <a:gd name="csY17" fmla="*/ 67487 h 87510"/>
                <a:gd name="csX18" fmla="*/ 39316 w 77247"/>
                <a:gd name="csY18" fmla="*/ 74202 h 87510"/>
                <a:gd name="csX19" fmla="*/ 20980 w 77247"/>
                <a:gd name="csY19" fmla="*/ 67725 h 87510"/>
                <a:gd name="csX20" fmla="*/ 13051 w 77247"/>
                <a:gd name="csY20" fmla="*/ 49484 h 87510"/>
                <a:gd name="csX21" fmla="*/ 61866 w 77247"/>
                <a:gd name="csY21" fmla="*/ 49580 h 875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77247" h="87510">
                  <a:moveTo>
                    <a:pt x="75558" y="45555"/>
                  </a:moveTo>
                  <a:lnTo>
                    <a:pt x="75558" y="38864"/>
                  </a:lnTo>
                  <a:lnTo>
                    <a:pt x="12598" y="38864"/>
                  </a:lnTo>
                  <a:cubicBezTo>
                    <a:pt x="13201" y="29434"/>
                    <a:pt x="16043" y="22251"/>
                    <a:pt x="21123" y="17314"/>
                  </a:cubicBezTo>
                  <a:cubicBezTo>
                    <a:pt x="26203" y="12376"/>
                    <a:pt x="33283" y="9908"/>
                    <a:pt x="42364" y="9908"/>
                  </a:cubicBezTo>
                  <a:cubicBezTo>
                    <a:pt x="47618" y="9908"/>
                    <a:pt x="52714" y="10551"/>
                    <a:pt x="57651" y="11837"/>
                  </a:cubicBezTo>
                  <a:cubicBezTo>
                    <a:pt x="62589" y="13123"/>
                    <a:pt x="67494" y="15059"/>
                    <a:pt x="72368" y="17647"/>
                  </a:cubicBezTo>
                  <a:lnTo>
                    <a:pt x="72368" y="4693"/>
                  </a:lnTo>
                  <a:cubicBezTo>
                    <a:pt x="67446" y="2613"/>
                    <a:pt x="62406" y="1026"/>
                    <a:pt x="57247" y="-70"/>
                  </a:cubicBezTo>
                  <a:cubicBezTo>
                    <a:pt x="52087" y="-1165"/>
                    <a:pt x="46856" y="-1713"/>
                    <a:pt x="41554" y="-1713"/>
                  </a:cubicBezTo>
                  <a:cubicBezTo>
                    <a:pt x="28251" y="-1713"/>
                    <a:pt x="17718" y="2153"/>
                    <a:pt x="9955" y="9884"/>
                  </a:cubicBezTo>
                  <a:cubicBezTo>
                    <a:pt x="2192" y="17631"/>
                    <a:pt x="-1689" y="28109"/>
                    <a:pt x="-1689" y="41317"/>
                  </a:cubicBezTo>
                  <a:cubicBezTo>
                    <a:pt x="-1689" y="54953"/>
                    <a:pt x="1994" y="65772"/>
                    <a:pt x="9360" y="73773"/>
                  </a:cubicBezTo>
                  <a:cubicBezTo>
                    <a:pt x="16726" y="81790"/>
                    <a:pt x="26663" y="85798"/>
                    <a:pt x="39173" y="85798"/>
                  </a:cubicBezTo>
                  <a:cubicBezTo>
                    <a:pt x="50381" y="85798"/>
                    <a:pt x="59247" y="82187"/>
                    <a:pt x="65772" y="74964"/>
                  </a:cubicBezTo>
                  <a:cubicBezTo>
                    <a:pt x="72296" y="67756"/>
                    <a:pt x="75558" y="57954"/>
                    <a:pt x="75558" y="45555"/>
                  </a:cubicBezTo>
                  <a:close/>
                  <a:moveTo>
                    <a:pt x="61866" y="49580"/>
                  </a:moveTo>
                  <a:cubicBezTo>
                    <a:pt x="61771" y="57057"/>
                    <a:pt x="59676" y="63026"/>
                    <a:pt x="55580" y="67487"/>
                  </a:cubicBezTo>
                  <a:cubicBezTo>
                    <a:pt x="51484" y="71963"/>
                    <a:pt x="46063" y="74202"/>
                    <a:pt x="39316" y="74202"/>
                  </a:cubicBezTo>
                  <a:cubicBezTo>
                    <a:pt x="31680" y="74202"/>
                    <a:pt x="25568" y="72043"/>
                    <a:pt x="20980" y="67725"/>
                  </a:cubicBezTo>
                  <a:cubicBezTo>
                    <a:pt x="16392" y="63407"/>
                    <a:pt x="13749" y="57327"/>
                    <a:pt x="13051" y="49484"/>
                  </a:cubicBezTo>
                  <a:lnTo>
                    <a:pt x="61866" y="49580"/>
                  </a:ln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47D7C70A-067A-CF52-B19F-8B2B79A985B9}"/>
                </a:ext>
              </a:extLst>
            </p:cNvPr>
            <p:cNvSpPr/>
            <p:nvPr/>
          </p:nvSpPr>
          <p:spPr>
            <a:xfrm flipV="1">
              <a:off x="4598871" y="902695"/>
              <a:ext cx="70413" cy="87510"/>
            </a:xfrm>
            <a:custGeom>
              <a:avLst/>
              <a:gdLst>
                <a:gd name="csX0" fmla="*/ 41531 w 70413"/>
                <a:gd name="csY0" fmla="*/ 42341 h 87510"/>
                <a:gd name="csX1" fmla="*/ 18528 w 70413"/>
                <a:gd name="csY1" fmla="*/ 38554 h 87510"/>
                <a:gd name="csX2" fmla="*/ 12123 w 70413"/>
                <a:gd name="csY2" fmla="*/ 25600 h 87510"/>
                <a:gd name="csX3" fmla="*/ 16933 w 70413"/>
                <a:gd name="csY3" fmla="*/ 14027 h 87510"/>
                <a:gd name="csX4" fmla="*/ 29982 w 70413"/>
                <a:gd name="csY4" fmla="*/ 9765 h 87510"/>
                <a:gd name="csX5" fmla="*/ 48270 w 70413"/>
                <a:gd name="csY5" fmla="*/ 17837 h 87510"/>
                <a:gd name="csX6" fmla="*/ 55152 w 70413"/>
                <a:gd name="csY6" fmla="*/ 39293 h 87510"/>
                <a:gd name="csX7" fmla="*/ 55152 w 70413"/>
                <a:gd name="csY7" fmla="*/ 42341 h 87510"/>
                <a:gd name="csX8" fmla="*/ 41531 w 70413"/>
                <a:gd name="csY8" fmla="*/ 42341 h 87510"/>
                <a:gd name="csX9" fmla="*/ 68844 w 70413"/>
                <a:gd name="csY9" fmla="*/ 48008 h 87510"/>
                <a:gd name="csX10" fmla="*/ 68844 w 70413"/>
                <a:gd name="csY10" fmla="*/ 454 h 87510"/>
                <a:gd name="csX11" fmla="*/ 55152 w 70413"/>
                <a:gd name="csY11" fmla="*/ 454 h 87510"/>
                <a:gd name="csX12" fmla="*/ 55152 w 70413"/>
                <a:gd name="csY12" fmla="*/ 13099 h 87510"/>
                <a:gd name="csX13" fmla="*/ 43460 w 70413"/>
                <a:gd name="csY13" fmla="*/ 1907 h 87510"/>
                <a:gd name="csX14" fmla="*/ 26339 w 70413"/>
                <a:gd name="csY14" fmla="*/ -1713 h 87510"/>
                <a:gd name="csX15" fmla="*/ 5979 w 70413"/>
                <a:gd name="csY15" fmla="*/ 5479 h 87510"/>
                <a:gd name="csX16" fmla="*/ -1570 w 70413"/>
                <a:gd name="csY16" fmla="*/ 24719 h 87510"/>
                <a:gd name="csX17" fmla="*/ 7836 w 70413"/>
                <a:gd name="csY17" fmla="*/ 45912 h 87510"/>
                <a:gd name="csX18" fmla="*/ 35935 w 70413"/>
                <a:gd name="csY18" fmla="*/ 53056 h 87510"/>
                <a:gd name="csX19" fmla="*/ 55152 w 70413"/>
                <a:gd name="csY19" fmla="*/ 53056 h 87510"/>
                <a:gd name="csX20" fmla="*/ 55152 w 70413"/>
                <a:gd name="csY20" fmla="*/ 54413 h 87510"/>
                <a:gd name="csX21" fmla="*/ 48937 w 70413"/>
                <a:gd name="csY21" fmla="*/ 69034 h 87510"/>
                <a:gd name="csX22" fmla="*/ 31482 w 70413"/>
                <a:gd name="csY22" fmla="*/ 74202 h 87510"/>
                <a:gd name="csX23" fmla="*/ 17552 w 70413"/>
                <a:gd name="csY23" fmla="*/ 72487 h 87510"/>
                <a:gd name="csX24" fmla="*/ 4550 w 70413"/>
                <a:gd name="csY24" fmla="*/ 67344 h 87510"/>
                <a:gd name="csX25" fmla="*/ 4550 w 70413"/>
                <a:gd name="csY25" fmla="*/ 80012 h 87510"/>
                <a:gd name="csX26" fmla="*/ 19123 w 70413"/>
                <a:gd name="csY26" fmla="*/ 84346 h 87510"/>
                <a:gd name="csX27" fmla="*/ 32887 w 70413"/>
                <a:gd name="csY27" fmla="*/ 85798 h 87510"/>
                <a:gd name="csX28" fmla="*/ 59914 w 70413"/>
                <a:gd name="csY28" fmla="*/ 76416 h 87510"/>
                <a:gd name="csX29" fmla="*/ 68844 w 70413"/>
                <a:gd name="csY29" fmla="*/ 48008 h 875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70413" h="87510">
                  <a:moveTo>
                    <a:pt x="41531" y="42341"/>
                  </a:moveTo>
                  <a:cubicBezTo>
                    <a:pt x="30466" y="42341"/>
                    <a:pt x="22799" y="41078"/>
                    <a:pt x="18528" y="38554"/>
                  </a:cubicBezTo>
                  <a:cubicBezTo>
                    <a:pt x="14258" y="36030"/>
                    <a:pt x="12123" y="31712"/>
                    <a:pt x="12123" y="25600"/>
                  </a:cubicBezTo>
                  <a:cubicBezTo>
                    <a:pt x="12123" y="20743"/>
                    <a:pt x="13726" y="16885"/>
                    <a:pt x="16933" y="14027"/>
                  </a:cubicBezTo>
                  <a:cubicBezTo>
                    <a:pt x="20139" y="11186"/>
                    <a:pt x="24489" y="9765"/>
                    <a:pt x="29982" y="9765"/>
                  </a:cubicBezTo>
                  <a:cubicBezTo>
                    <a:pt x="37586" y="9765"/>
                    <a:pt x="43682" y="12456"/>
                    <a:pt x="48270" y="17837"/>
                  </a:cubicBezTo>
                  <a:cubicBezTo>
                    <a:pt x="52858" y="23219"/>
                    <a:pt x="55152" y="30371"/>
                    <a:pt x="55152" y="39293"/>
                  </a:cubicBezTo>
                  <a:lnTo>
                    <a:pt x="55152" y="42341"/>
                  </a:lnTo>
                  <a:lnTo>
                    <a:pt x="41531" y="42341"/>
                  </a:lnTo>
                  <a:close/>
                  <a:moveTo>
                    <a:pt x="68844" y="48008"/>
                  </a:moveTo>
                  <a:lnTo>
                    <a:pt x="68844" y="454"/>
                  </a:lnTo>
                  <a:lnTo>
                    <a:pt x="55152" y="454"/>
                  </a:lnTo>
                  <a:lnTo>
                    <a:pt x="55152" y="13099"/>
                  </a:lnTo>
                  <a:cubicBezTo>
                    <a:pt x="52024" y="8051"/>
                    <a:pt x="48127" y="4320"/>
                    <a:pt x="43460" y="1907"/>
                  </a:cubicBezTo>
                  <a:cubicBezTo>
                    <a:pt x="38793" y="-506"/>
                    <a:pt x="33086" y="-1713"/>
                    <a:pt x="26339" y="-1713"/>
                  </a:cubicBezTo>
                  <a:cubicBezTo>
                    <a:pt x="17814" y="-1713"/>
                    <a:pt x="11027" y="685"/>
                    <a:pt x="5979" y="5479"/>
                  </a:cubicBezTo>
                  <a:cubicBezTo>
                    <a:pt x="947" y="10273"/>
                    <a:pt x="-1570" y="16687"/>
                    <a:pt x="-1570" y="24719"/>
                  </a:cubicBezTo>
                  <a:cubicBezTo>
                    <a:pt x="-1570" y="34086"/>
                    <a:pt x="1566" y="41150"/>
                    <a:pt x="7836" y="45912"/>
                  </a:cubicBezTo>
                  <a:cubicBezTo>
                    <a:pt x="14123" y="50675"/>
                    <a:pt x="23489" y="53056"/>
                    <a:pt x="35935" y="53056"/>
                  </a:cubicBezTo>
                  <a:lnTo>
                    <a:pt x="55152" y="53056"/>
                  </a:lnTo>
                  <a:lnTo>
                    <a:pt x="55152" y="54413"/>
                  </a:lnTo>
                  <a:cubicBezTo>
                    <a:pt x="55152" y="60716"/>
                    <a:pt x="53080" y="65589"/>
                    <a:pt x="48937" y="69034"/>
                  </a:cubicBezTo>
                  <a:cubicBezTo>
                    <a:pt x="44793" y="72479"/>
                    <a:pt x="38975" y="74202"/>
                    <a:pt x="31482" y="74202"/>
                  </a:cubicBezTo>
                  <a:cubicBezTo>
                    <a:pt x="26720" y="74202"/>
                    <a:pt x="22076" y="73630"/>
                    <a:pt x="17552" y="72487"/>
                  </a:cubicBezTo>
                  <a:cubicBezTo>
                    <a:pt x="13043" y="71344"/>
                    <a:pt x="8709" y="69630"/>
                    <a:pt x="4550" y="67344"/>
                  </a:cubicBezTo>
                  <a:lnTo>
                    <a:pt x="4550" y="80012"/>
                  </a:lnTo>
                  <a:cubicBezTo>
                    <a:pt x="9551" y="81949"/>
                    <a:pt x="14409" y="83393"/>
                    <a:pt x="19123" y="84346"/>
                  </a:cubicBezTo>
                  <a:cubicBezTo>
                    <a:pt x="23838" y="85314"/>
                    <a:pt x="28426" y="85798"/>
                    <a:pt x="32887" y="85798"/>
                  </a:cubicBezTo>
                  <a:cubicBezTo>
                    <a:pt x="44952" y="85798"/>
                    <a:pt x="53961" y="82671"/>
                    <a:pt x="59914" y="76416"/>
                  </a:cubicBezTo>
                  <a:cubicBezTo>
                    <a:pt x="65867" y="70177"/>
                    <a:pt x="68844" y="60708"/>
                    <a:pt x="68844" y="48008"/>
                  </a:cubicBez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9B33C174-6332-828D-D549-310CFB8FFA9A}"/>
                </a:ext>
              </a:extLst>
            </p:cNvPr>
            <p:cNvSpPr/>
            <p:nvPr/>
          </p:nvSpPr>
          <p:spPr>
            <a:xfrm flipV="1">
              <a:off x="4696952" y="902695"/>
              <a:ext cx="69818" cy="85343"/>
            </a:xfrm>
            <a:custGeom>
              <a:avLst/>
              <a:gdLst>
                <a:gd name="csX0" fmla="*/ 68072 w 69818"/>
                <a:gd name="csY0" fmla="*/ 48558 h 85343"/>
                <a:gd name="csX1" fmla="*/ 68072 w 69818"/>
                <a:gd name="csY1" fmla="*/ -1758 h 85343"/>
                <a:gd name="csX2" fmla="*/ 54380 w 69818"/>
                <a:gd name="csY2" fmla="*/ -1758 h 85343"/>
                <a:gd name="csX3" fmla="*/ 54380 w 69818"/>
                <a:gd name="csY3" fmla="*/ 48105 h 85343"/>
                <a:gd name="csX4" fmla="*/ 49760 w 69818"/>
                <a:gd name="csY4" fmla="*/ 65798 h 85343"/>
                <a:gd name="csX5" fmla="*/ 35925 w 69818"/>
                <a:gd name="csY5" fmla="*/ 71680 h 85343"/>
                <a:gd name="csX6" fmla="*/ 18423 w 69818"/>
                <a:gd name="csY6" fmla="*/ 64607 h 85343"/>
                <a:gd name="csX7" fmla="*/ 12017 w 69818"/>
                <a:gd name="csY7" fmla="*/ 45343 h 85343"/>
                <a:gd name="csX8" fmla="*/ 12017 w 69818"/>
                <a:gd name="csY8" fmla="*/ -1758 h 85343"/>
                <a:gd name="csX9" fmla="*/ -1746 w 69818"/>
                <a:gd name="csY9" fmla="*/ -1758 h 85343"/>
                <a:gd name="csX10" fmla="*/ -1746 w 69818"/>
                <a:gd name="csY10" fmla="*/ 81586 h 85343"/>
                <a:gd name="csX11" fmla="*/ 12017 w 69818"/>
                <a:gd name="csY11" fmla="*/ 81586 h 85343"/>
                <a:gd name="csX12" fmla="*/ 12017 w 69818"/>
                <a:gd name="csY12" fmla="*/ 68632 h 85343"/>
                <a:gd name="csX13" fmla="*/ 23590 w 69818"/>
                <a:gd name="csY13" fmla="*/ 79871 h 85343"/>
                <a:gd name="csX14" fmla="*/ 38973 w 69818"/>
                <a:gd name="csY14" fmla="*/ 83586 h 85343"/>
                <a:gd name="csX15" fmla="*/ 60690 w 69818"/>
                <a:gd name="csY15" fmla="*/ 74704 h 85343"/>
                <a:gd name="csX16" fmla="*/ 68072 w 69818"/>
                <a:gd name="csY16" fmla="*/ 48558 h 853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69818" h="85343">
                  <a:moveTo>
                    <a:pt x="68072" y="48558"/>
                  </a:moveTo>
                  <a:lnTo>
                    <a:pt x="68072" y="-1758"/>
                  </a:lnTo>
                  <a:lnTo>
                    <a:pt x="54380" y="-1758"/>
                  </a:lnTo>
                  <a:lnTo>
                    <a:pt x="54380" y="48105"/>
                  </a:lnTo>
                  <a:cubicBezTo>
                    <a:pt x="54380" y="55995"/>
                    <a:pt x="52840" y="61893"/>
                    <a:pt x="49760" y="65798"/>
                  </a:cubicBezTo>
                  <a:cubicBezTo>
                    <a:pt x="46680" y="69719"/>
                    <a:pt x="42069" y="71680"/>
                    <a:pt x="35925" y="71680"/>
                  </a:cubicBezTo>
                  <a:cubicBezTo>
                    <a:pt x="28527" y="71680"/>
                    <a:pt x="22693" y="69322"/>
                    <a:pt x="18423" y="64607"/>
                  </a:cubicBezTo>
                  <a:cubicBezTo>
                    <a:pt x="14152" y="59908"/>
                    <a:pt x="12017" y="53487"/>
                    <a:pt x="12017" y="45343"/>
                  </a:cubicBezTo>
                  <a:lnTo>
                    <a:pt x="12017" y="-1758"/>
                  </a:lnTo>
                  <a:lnTo>
                    <a:pt x="-1746" y="-1758"/>
                  </a:lnTo>
                  <a:lnTo>
                    <a:pt x="-1746" y="81586"/>
                  </a:lnTo>
                  <a:lnTo>
                    <a:pt x="12017" y="81586"/>
                  </a:lnTo>
                  <a:lnTo>
                    <a:pt x="12017" y="68632"/>
                  </a:lnTo>
                  <a:cubicBezTo>
                    <a:pt x="15303" y="73648"/>
                    <a:pt x="19161" y="77395"/>
                    <a:pt x="23590" y="79871"/>
                  </a:cubicBezTo>
                  <a:cubicBezTo>
                    <a:pt x="28035" y="82348"/>
                    <a:pt x="33163" y="83586"/>
                    <a:pt x="38973" y="83586"/>
                  </a:cubicBezTo>
                  <a:cubicBezTo>
                    <a:pt x="48546" y="83586"/>
                    <a:pt x="55785" y="80625"/>
                    <a:pt x="60690" y="74704"/>
                  </a:cubicBezTo>
                  <a:cubicBezTo>
                    <a:pt x="65611" y="68782"/>
                    <a:pt x="68072" y="60067"/>
                    <a:pt x="68072" y="48558"/>
                  </a:cubicBez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0F85CE39-D4F2-D6F7-0477-8D07F5867C05}"/>
                </a:ext>
              </a:extLst>
            </p:cNvPr>
            <p:cNvSpPr/>
            <p:nvPr/>
          </p:nvSpPr>
          <p:spPr>
            <a:xfrm flipV="1">
              <a:off x="4778206" y="1013351"/>
              <a:ext cx="79200" cy="10620"/>
            </a:xfrm>
            <a:custGeom>
              <a:avLst/>
              <a:gdLst>
                <a:gd name="csX0" fmla="*/ 77908 w 79200"/>
                <a:gd name="csY0" fmla="*/ 11946 h 10620"/>
                <a:gd name="csX1" fmla="*/ 77908 w 79200"/>
                <a:gd name="csY1" fmla="*/ 1326 h 10620"/>
                <a:gd name="csX2" fmla="*/ -1293 w 79200"/>
                <a:gd name="csY2" fmla="*/ 1326 h 10620"/>
                <a:gd name="csX3" fmla="*/ -1293 w 79200"/>
                <a:gd name="csY3" fmla="*/ 11946 h 10620"/>
                <a:gd name="csX4" fmla="*/ 77908 w 79200"/>
                <a:gd name="csY4" fmla="*/ 11946 h 106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9200" h="10620">
                  <a:moveTo>
                    <a:pt x="77908" y="11946"/>
                  </a:moveTo>
                  <a:lnTo>
                    <a:pt x="77908" y="1326"/>
                  </a:lnTo>
                  <a:lnTo>
                    <a:pt x="-1293" y="1326"/>
                  </a:lnTo>
                  <a:lnTo>
                    <a:pt x="-1293" y="11946"/>
                  </a:lnTo>
                  <a:lnTo>
                    <a:pt x="77908" y="11946"/>
                  </a:ln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8DF62668-AC0B-F872-E6D5-6C400668170A}"/>
                </a:ext>
              </a:extLst>
            </p:cNvPr>
            <p:cNvSpPr/>
            <p:nvPr/>
          </p:nvSpPr>
          <p:spPr>
            <a:xfrm flipV="1">
              <a:off x="4867669" y="876929"/>
              <a:ext cx="71889" cy="113276"/>
            </a:xfrm>
            <a:custGeom>
              <a:avLst/>
              <a:gdLst>
                <a:gd name="csX0" fmla="*/ 3002 w 71889"/>
                <a:gd name="csY0" fmla="*/ 111021 h 113276"/>
                <a:gd name="csX1" fmla="*/ 62009 w 71889"/>
                <a:gd name="csY1" fmla="*/ 111021 h 113276"/>
                <a:gd name="csX2" fmla="*/ 62009 w 71889"/>
                <a:gd name="csY2" fmla="*/ 98353 h 113276"/>
                <a:gd name="csX3" fmla="*/ 16765 w 71889"/>
                <a:gd name="csY3" fmla="*/ 98353 h 113276"/>
                <a:gd name="csX4" fmla="*/ 16765 w 71889"/>
                <a:gd name="csY4" fmla="*/ 71136 h 113276"/>
                <a:gd name="csX5" fmla="*/ 23290 w 71889"/>
                <a:gd name="csY5" fmla="*/ 72802 h 113276"/>
                <a:gd name="csX6" fmla="*/ 29862 w 71889"/>
                <a:gd name="csY6" fmla="*/ 73350 h 113276"/>
                <a:gd name="csX7" fmla="*/ 59318 w 71889"/>
                <a:gd name="csY7" fmla="*/ 63158 h 113276"/>
                <a:gd name="csX8" fmla="*/ 70201 w 71889"/>
                <a:gd name="csY8" fmla="*/ 35560 h 113276"/>
                <a:gd name="csX9" fmla="*/ 59032 w 71889"/>
                <a:gd name="csY9" fmla="*/ 7675 h 113276"/>
                <a:gd name="csX10" fmla="*/ 27552 w 71889"/>
                <a:gd name="csY10" fmla="*/ -2255 h 113276"/>
                <a:gd name="csX11" fmla="*/ 13289 w 71889"/>
                <a:gd name="csY11" fmla="*/ -1064 h 113276"/>
                <a:gd name="csX12" fmla="*/ -1689 w 71889"/>
                <a:gd name="csY12" fmla="*/ 2508 h 113276"/>
                <a:gd name="csX13" fmla="*/ -1689 w 71889"/>
                <a:gd name="csY13" fmla="*/ 17629 h 113276"/>
                <a:gd name="csX14" fmla="*/ 12146 w 71889"/>
                <a:gd name="csY14" fmla="*/ 12200 h 113276"/>
                <a:gd name="csX15" fmla="*/ 27243 w 71889"/>
                <a:gd name="csY15" fmla="*/ 10414 h 113276"/>
                <a:gd name="csX16" fmla="*/ 47626 w 71889"/>
                <a:gd name="csY16" fmla="*/ 17176 h 113276"/>
                <a:gd name="csX17" fmla="*/ 55151 w 71889"/>
                <a:gd name="csY17" fmla="*/ 35560 h 113276"/>
                <a:gd name="csX18" fmla="*/ 47626 w 71889"/>
                <a:gd name="csY18" fmla="*/ 53919 h 113276"/>
                <a:gd name="csX19" fmla="*/ 27243 w 71889"/>
                <a:gd name="csY19" fmla="*/ 60706 h 113276"/>
                <a:gd name="csX20" fmla="*/ 15217 w 71889"/>
                <a:gd name="csY20" fmla="*/ 59372 h 113276"/>
                <a:gd name="csX21" fmla="*/ 3002 w 71889"/>
                <a:gd name="csY21" fmla="*/ 55205 h 113276"/>
                <a:gd name="csX22" fmla="*/ 3002 w 71889"/>
                <a:gd name="csY22" fmla="*/ 111021 h 1132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71889" h="113276">
                  <a:moveTo>
                    <a:pt x="3002" y="111021"/>
                  </a:moveTo>
                  <a:lnTo>
                    <a:pt x="62009" y="111021"/>
                  </a:lnTo>
                  <a:lnTo>
                    <a:pt x="62009" y="98353"/>
                  </a:lnTo>
                  <a:lnTo>
                    <a:pt x="16765" y="98353"/>
                  </a:lnTo>
                  <a:lnTo>
                    <a:pt x="16765" y="71136"/>
                  </a:lnTo>
                  <a:cubicBezTo>
                    <a:pt x="18940" y="71882"/>
                    <a:pt x="21115" y="72437"/>
                    <a:pt x="23290" y="72802"/>
                  </a:cubicBezTo>
                  <a:cubicBezTo>
                    <a:pt x="25481" y="73168"/>
                    <a:pt x="27671" y="73350"/>
                    <a:pt x="29862" y="73350"/>
                  </a:cubicBezTo>
                  <a:cubicBezTo>
                    <a:pt x="42261" y="73350"/>
                    <a:pt x="52079" y="69953"/>
                    <a:pt x="59318" y="63158"/>
                  </a:cubicBezTo>
                  <a:cubicBezTo>
                    <a:pt x="66573" y="56364"/>
                    <a:pt x="70201" y="47164"/>
                    <a:pt x="70201" y="35560"/>
                  </a:cubicBezTo>
                  <a:cubicBezTo>
                    <a:pt x="70201" y="23606"/>
                    <a:pt x="66478" y="14311"/>
                    <a:pt x="59032" y="7675"/>
                  </a:cubicBezTo>
                  <a:cubicBezTo>
                    <a:pt x="51587" y="1055"/>
                    <a:pt x="41094" y="-2255"/>
                    <a:pt x="27552" y="-2255"/>
                  </a:cubicBezTo>
                  <a:cubicBezTo>
                    <a:pt x="22885" y="-2255"/>
                    <a:pt x="18131" y="-1858"/>
                    <a:pt x="13289" y="-1064"/>
                  </a:cubicBezTo>
                  <a:cubicBezTo>
                    <a:pt x="8463" y="-270"/>
                    <a:pt x="3470" y="920"/>
                    <a:pt x="-1689" y="2508"/>
                  </a:cubicBezTo>
                  <a:lnTo>
                    <a:pt x="-1689" y="17629"/>
                  </a:lnTo>
                  <a:cubicBezTo>
                    <a:pt x="2771" y="15200"/>
                    <a:pt x="7383" y="13390"/>
                    <a:pt x="12146" y="12200"/>
                  </a:cubicBezTo>
                  <a:cubicBezTo>
                    <a:pt x="16908" y="11009"/>
                    <a:pt x="21941" y="10414"/>
                    <a:pt x="27243" y="10414"/>
                  </a:cubicBezTo>
                  <a:cubicBezTo>
                    <a:pt x="35831" y="10414"/>
                    <a:pt x="42626" y="12668"/>
                    <a:pt x="47626" y="17176"/>
                  </a:cubicBezTo>
                  <a:cubicBezTo>
                    <a:pt x="52643" y="21685"/>
                    <a:pt x="55151" y="27813"/>
                    <a:pt x="55151" y="35560"/>
                  </a:cubicBezTo>
                  <a:cubicBezTo>
                    <a:pt x="55151" y="43291"/>
                    <a:pt x="52643" y="49411"/>
                    <a:pt x="47626" y="53919"/>
                  </a:cubicBezTo>
                  <a:cubicBezTo>
                    <a:pt x="42626" y="58443"/>
                    <a:pt x="35831" y="60706"/>
                    <a:pt x="27243" y="60706"/>
                  </a:cubicBezTo>
                  <a:cubicBezTo>
                    <a:pt x="23226" y="60706"/>
                    <a:pt x="19218" y="60261"/>
                    <a:pt x="15217" y="59372"/>
                  </a:cubicBezTo>
                  <a:cubicBezTo>
                    <a:pt x="11233" y="58483"/>
                    <a:pt x="7161" y="57094"/>
                    <a:pt x="3002" y="55205"/>
                  </a:cubicBezTo>
                  <a:lnTo>
                    <a:pt x="3002" y="111021"/>
                  </a:ln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79ECC112-35BA-6CCB-7479-6C425FDA5C0E}"/>
                </a:ext>
              </a:extLst>
            </p:cNvPr>
            <p:cNvSpPr/>
            <p:nvPr/>
          </p:nvSpPr>
          <p:spPr>
            <a:xfrm flipV="1">
              <a:off x="4960321" y="940199"/>
              <a:ext cx="40100" cy="12192"/>
            </a:xfrm>
            <a:custGeom>
              <a:avLst/>
              <a:gdLst>
                <a:gd name="csX0" fmla="*/ -835 w 40100"/>
                <a:gd name="csY0" fmla="*/ 10473 h 12192"/>
                <a:gd name="csX1" fmla="*/ 39265 w 40100"/>
                <a:gd name="csY1" fmla="*/ 10473 h 12192"/>
                <a:gd name="csX2" fmla="*/ 39265 w 40100"/>
                <a:gd name="csY2" fmla="*/ -1719 h 12192"/>
                <a:gd name="csX3" fmla="*/ -835 w 40100"/>
                <a:gd name="csY3" fmla="*/ -1719 h 12192"/>
                <a:gd name="csX4" fmla="*/ -835 w 40100"/>
                <a:gd name="csY4" fmla="*/ 10473 h 121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0100" h="12192">
                  <a:moveTo>
                    <a:pt x="-835" y="10473"/>
                  </a:moveTo>
                  <a:lnTo>
                    <a:pt x="39265" y="10473"/>
                  </a:lnTo>
                  <a:lnTo>
                    <a:pt x="39265" y="-1719"/>
                  </a:lnTo>
                  <a:lnTo>
                    <a:pt x="-835" y="-1719"/>
                  </a:lnTo>
                  <a:lnTo>
                    <a:pt x="-835" y="10473"/>
                  </a:ln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96BC121F-6F3B-A4CC-EA46-3E0EC541A659}"/>
                </a:ext>
              </a:extLst>
            </p:cNvPr>
            <p:cNvSpPr/>
            <p:nvPr/>
          </p:nvSpPr>
          <p:spPr>
            <a:xfrm flipV="1">
              <a:off x="5000097" y="876929"/>
              <a:ext cx="101798" cy="111109"/>
            </a:xfrm>
            <a:custGeom>
              <a:avLst/>
              <a:gdLst>
                <a:gd name="csX0" fmla="*/ 40548 w 101798"/>
                <a:gd name="csY0" fmla="*/ -2300 h 111109"/>
                <a:gd name="csX1" fmla="*/ -1862 w 101798"/>
                <a:gd name="csY1" fmla="*/ 108809 h 111109"/>
                <a:gd name="csX2" fmla="*/ 13831 w 101798"/>
                <a:gd name="csY2" fmla="*/ 108809 h 111109"/>
                <a:gd name="csX3" fmla="*/ 49049 w 101798"/>
                <a:gd name="csY3" fmla="*/ 15273 h 111109"/>
                <a:gd name="csX4" fmla="*/ 84316 w 101798"/>
                <a:gd name="csY4" fmla="*/ 108809 h 111109"/>
                <a:gd name="csX5" fmla="*/ 99937 w 101798"/>
                <a:gd name="csY5" fmla="*/ 108809 h 111109"/>
                <a:gd name="csX6" fmla="*/ 57598 w 101798"/>
                <a:gd name="csY6" fmla="*/ -2300 h 111109"/>
                <a:gd name="csX7" fmla="*/ 40548 w 101798"/>
                <a:gd name="csY7" fmla="*/ -2300 h 11110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01798" h="111109">
                  <a:moveTo>
                    <a:pt x="40548" y="-2300"/>
                  </a:moveTo>
                  <a:lnTo>
                    <a:pt x="-1862" y="108809"/>
                  </a:lnTo>
                  <a:lnTo>
                    <a:pt x="13831" y="108809"/>
                  </a:lnTo>
                  <a:lnTo>
                    <a:pt x="49049" y="15273"/>
                  </a:lnTo>
                  <a:lnTo>
                    <a:pt x="84316" y="108809"/>
                  </a:lnTo>
                  <a:lnTo>
                    <a:pt x="99937" y="108809"/>
                  </a:lnTo>
                  <a:lnTo>
                    <a:pt x="57598" y="-2300"/>
                  </a:lnTo>
                  <a:lnTo>
                    <a:pt x="40548" y="-2300"/>
                  </a:ln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608CE592-7F74-1B88-DDC1-BE87153C79FF}"/>
                </a:ext>
              </a:extLst>
            </p:cNvPr>
            <p:cNvSpPr/>
            <p:nvPr/>
          </p:nvSpPr>
          <p:spPr>
            <a:xfrm flipV="1">
              <a:off x="5100493" y="902695"/>
              <a:ext cx="70413" cy="87510"/>
            </a:xfrm>
            <a:custGeom>
              <a:avLst/>
              <a:gdLst>
                <a:gd name="csX0" fmla="*/ 41571 w 70413"/>
                <a:gd name="csY0" fmla="*/ 42341 h 87510"/>
                <a:gd name="csX1" fmla="*/ 18568 w 70413"/>
                <a:gd name="csY1" fmla="*/ 38554 h 87510"/>
                <a:gd name="csX2" fmla="*/ 12162 w 70413"/>
                <a:gd name="csY2" fmla="*/ 25600 h 87510"/>
                <a:gd name="csX3" fmla="*/ 16972 w 70413"/>
                <a:gd name="csY3" fmla="*/ 14027 h 87510"/>
                <a:gd name="csX4" fmla="*/ 30021 w 70413"/>
                <a:gd name="csY4" fmla="*/ 9765 h 87510"/>
                <a:gd name="csX5" fmla="*/ 48309 w 70413"/>
                <a:gd name="csY5" fmla="*/ 17837 h 87510"/>
                <a:gd name="csX6" fmla="*/ 55191 w 70413"/>
                <a:gd name="csY6" fmla="*/ 39293 h 87510"/>
                <a:gd name="csX7" fmla="*/ 55191 w 70413"/>
                <a:gd name="csY7" fmla="*/ 42341 h 87510"/>
                <a:gd name="csX8" fmla="*/ 41571 w 70413"/>
                <a:gd name="csY8" fmla="*/ 42341 h 87510"/>
                <a:gd name="csX9" fmla="*/ 68883 w 70413"/>
                <a:gd name="csY9" fmla="*/ 48008 h 87510"/>
                <a:gd name="csX10" fmla="*/ 68883 w 70413"/>
                <a:gd name="csY10" fmla="*/ 454 h 87510"/>
                <a:gd name="csX11" fmla="*/ 55191 w 70413"/>
                <a:gd name="csY11" fmla="*/ 454 h 87510"/>
                <a:gd name="csX12" fmla="*/ 55191 w 70413"/>
                <a:gd name="csY12" fmla="*/ 13099 h 87510"/>
                <a:gd name="csX13" fmla="*/ 43499 w 70413"/>
                <a:gd name="csY13" fmla="*/ 1907 h 87510"/>
                <a:gd name="csX14" fmla="*/ 26378 w 70413"/>
                <a:gd name="csY14" fmla="*/ -1713 h 87510"/>
                <a:gd name="csX15" fmla="*/ 6018 w 70413"/>
                <a:gd name="csY15" fmla="*/ 5479 h 87510"/>
                <a:gd name="csX16" fmla="*/ -1530 w 70413"/>
                <a:gd name="csY16" fmla="*/ 24719 h 87510"/>
                <a:gd name="csX17" fmla="*/ 7876 w 70413"/>
                <a:gd name="csY17" fmla="*/ 45912 h 87510"/>
                <a:gd name="csX18" fmla="*/ 35975 w 70413"/>
                <a:gd name="csY18" fmla="*/ 53056 h 87510"/>
                <a:gd name="csX19" fmla="*/ 55191 w 70413"/>
                <a:gd name="csY19" fmla="*/ 53056 h 87510"/>
                <a:gd name="csX20" fmla="*/ 55191 w 70413"/>
                <a:gd name="csY20" fmla="*/ 54413 h 87510"/>
                <a:gd name="csX21" fmla="*/ 48976 w 70413"/>
                <a:gd name="csY21" fmla="*/ 69034 h 87510"/>
                <a:gd name="csX22" fmla="*/ 31522 w 70413"/>
                <a:gd name="csY22" fmla="*/ 74202 h 87510"/>
                <a:gd name="csX23" fmla="*/ 17591 w 70413"/>
                <a:gd name="csY23" fmla="*/ 72487 h 87510"/>
                <a:gd name="csX24" fmla="*/ 4590 w 70413"/>
                <a:gd name="csY24" fmla="*/ 67344 h 87510"/>
                <a:gd name="csX25" fmla="*/ 4590 w 70413"/>
                <a:gd name="csY25" fmla="*/ 80012 h 87510"/>
                <a:gd name="csX26" fmla="*/ 19163 w 70413"/>
                <a:gd name="csY26" fmla="*/ 84346 h 87510"/>
                <a:gd name="csX27" fmla="*/ 32927 w 70413"/>
                <a:gd name="csY27" fmla="*/ 85798 h 87510"/>
                <a:gd name="csX28" fmla="*/ 59954 w 70413"/>
                <a:gd name="csY28" fmla="*/ 76416 h 87510"/>
                <a:gd name="csX29" fmla="*/ 68883 w 70413"/>
                <a:gd name="csY29" fmla="*/ 48008 h 875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70413" h="87510">
                  <a:moveTo>
                    <a:pt x="41571" y="42341"/>
                  </a:moveTo>
                  <a:cubicBezTo>
                    <a:pt x="30506" y="42341"/>
                    <a:pt x="22838" y="41078"/>
                    <a:pt x="18568" y="38554"/>
                  </a:cubicBezTo>
                  <a:cubicBezTo>
                    <a:pt x="14297" y="36030"/>
                    <a:pt x="12162" y="31712"/>
                    <a:pt x="12162" y="25600"/>
                  </a:cubicBezTo>
                  <a:cubicBezTo>
                    <a:pt x="12162" y="20743"/>
                    <a:pt x="13765" y="16885"/>
                    <a:pt x="16972" y="14027"/>
                  </a:cubicBezTo>
                  <a:cubicBezTo>
                    <a:pt x="20179" y="11186"/>
                    <a:pt x="24529" y="9765"/>
                    <a:pt x="30021" y="9765"/>
                  </a:cubicBezTo>
                  <a:cubicBezTo>
                    <a:pt x="37626" y="9765"/>
                    <a:pt x="43722" y="12456"/>
                    <a:pt x="48309" y="17837"/>
                  </a:cubicBezTo>
                  <a:cubicBezTo>
                    <a:pt x="52897" y="23219"/>
                    <a:pt x="55191" y="30371"/>
                    <a:pt x="55191" y="39293"/>
                  </a:cubicBezTo>
                  <a:lnTo>
                    <a:pt x="55191" y="42341"/>
                  </a:lnTo>
                  <a:lnTo>
                    <a:pt x="41571" y="42341"/>
                  </a:lnTo>
                  <a:close/>
                  <a:moveTo>
                    <a:pt x="68883" y="48008"/>
                  </a:moveTo>
                  <a:lnTo>
                    <a:pt x="68883" y="454"/>
                  </a:lnTo>
                  <a:lnTo>
                    <a:pt x="55191" y="454"/>
                  </a:lnTo>
                  <a:lnTo>
                    <a:pt x="55191" y="13099"/>
                  </a:lnTo>
                  <a:cubicBezTo>
                    <a:pt x="52064" y="8051"/>
                    <a:pt x="48167" y="4320"/>
                    <a:pt x="43499" y="1907"/>
                  </a:cubicBezTo>
                  <a:cubicBezTo>
                    <a:pt x="38832" y="-506"/>
                    <a:pt x="33125" y="-1713"/>
                    <a:pt x="26378" y="-1713"/>
                  </a:cubicBezTo>
                  <a:cubicBezTo>
                    <a:pt x="17853" y="-1713"/>
                    <a:pt x="11067" y="685"/>
                    <a:pt x="6018" y="5479"/>
                  </a:cubicBezTo>
                  <a:cubicBezTo>
                    <a:pt x="986" y="10273"/>
                    <a:pt x="-1530" y="16687"/>
                    <a:pt x="-1530" y="24719"/>
                  </a:cubicBezTo>
                  <a:cubicBezTo>
                    <a:pt x="-1530" y="34086"/>
                    <a:pt x="1605" y="41150"/>
                    <a:pt x="7876" y="45912"/>
                  </a:cubicBezTo>
                  <a:cubicBezTo>
                    <a:pt x="14162" y="50675"/>
                    <a:pt x="23529" y="53056"/>
                    <a:pt x="35975" y="53056"/>
                  </a:cubicBezTo>
                  <a:lnTo>
                    <a:pt x="55191" y="53056"/>
                  </a:lnTo>
                  <a:lnTo>
                    <a:pt x="55191" y="54413"/>
                  </a:lnTo>
                  <a:cubicBezTo>
                    <a:pt x="55191" y="60716"/>
                    <a:pt x="53120" y="65589"/>
                    <a:pt x="48976" y="69034"/>
                  </a:cubicBezTo>
                  <a:cubicBezTo>
                    <a:pt x="44833" y="72479"/>
                    <a:pt x="39015" y="74202"/>
                    <a:pt x="31522" y="74202"/>
                  </a:cubicBezTo>
                  <a:cubicBezTo>
                    <a:pt x="26759" y="74202"/>
                    <a:pt x="22116" y="73630"/>
                    <a:pt x="17591" y="72487"/>
                  </a:cubicBezTo>
                  <a:cubicBezTo>
                    <a:pt x="13083" y="71344"/>
                    <a:pt x="8749" y="69630"/>
                    <a:pt x="4590" y="67344"/>
                  </a:cubicBezTo>
                  <a:lnTo>
                    <a:pt x="4590" y="80012"/>
                  </a:lnTo>
                  <a:cubicBezTo>
                    <a:pt x="9590" y="81949"/>
                    <a:pt x="14448" y="83393"/>
                    <a:pt x="19163" y="84346"/>
                  </a:cubicBezTo>
                  <a:cubicBezTo>
                    <a:pt x="23878" y="85314"/>
                    <a:pt x="28466" y="85798"/>
                    <a:pt x="32927" y="85798"/>
                  </a:cubicBezTo>
                  <a:cubicBezTo>
                    <a:pt x="44992" y="85798"/>
                    <a:pt x="54001" y="82671"/>
                    <a:pt x="59954" y="76416"/>
                  </a:cubicBezTo>
                  <a:cubicBezTo>
                    <a:pt x="65907" y="70177"/>
                    <a:pt x="68883" y="60708"/>
                    <a:pt x="68883" y="48008"/>
                  </a:cubicBez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F2CA4D6B-9EEE-97B9-1E2A-85A6FE18257F}"/>
                </a:ext>
              </a:extLst>
            </p:cNvPr>
            <p:cNvSpPr/>
            <p:nvPr/>
          </p:nvSpPr>
          <p:spPr>
            <a:xfrm flipV="1">
              <a:off x="5198574" y="902695"/>
              <a:ext cx="48815" cy="85343"/>
            </a:xfrm>
            <a:custGeom>
              <a:avLst/>
              <a:gdLst>
                <a:gd name="csX0" fmla="*/ 47549 w 48815"/>
                <a:gd name="csY0" fmla="*/ 68798 h 85343"/>
                <a:gd name="csX1" fmla="*/ 42524 w 48815"/>
                <a:gd name="csY1" fmla="*/ 70751 h 85343"/>
                <a:gd name="csX2" fmla="*/ 36548 w 48815"/>
                <a:gd name="csY2" fmla="*/ 71394 h 85343"/>
                <a:gd name="csX3" fmla="*/ 18712 w 48815"/>
                <a:gd name="csY3" fmla="*/ 63845 h 85343"/>
                <a:gd name="csX4" fmla="*/ 12497 w 48815"/>
                <a:gd name="csY4" fmla="*/ 42152 h 85343"/>
                <a:gd name="csX5" fmla="*/ 12497 w 48815"/>
                <a:gd name="csY5" fmla="*/ -1758 h 85343"/>
                <a:gd name="csX6" fmla="*/ -1267 w 48815"/>
                <a:gd name="csY6" fmla="*/ -1758 h 85343"/>
                <a:gd name="csX7" fmla="*/ -1267 w 48815"/>
                <a:gd name="csY7" fmla="*/ 81586 h 85343"/>
                <a:gd name="csX8" fmla="*/ 12497 w 48815"/>
                <a:gd name="csY8" fmla="*/ 81586 h 85343"/>
                <a:gd name="csX9" fmla="*/ 12497 w 48815"/>
                <a:gd name="csY9" fmla="*/ 68632 h 85343"/>
                <a:gd name="csX10" fmla="*/ 23736 w 48815"/>
                <a:gd name="csY10" fmla="*/ 79895 h 85343"/>
                <a:gd name="csX11" fmla="*/ 40572 w 48815"/>
                <a:gd name="csY11" fmla="*/ 83586 h 85343"/>
                <a:gd name="csX12" fmla="*/ 43691 w 48815"/>
                <a:gd name="csY12" fmla="*/ 83395 h 85343"/>
                <a:gd name="csX13" fmla="*/ 47477 w 48815"/>
                <a:gd name="csY13" fmla="*/ 82848 h 85343"/>
                <a:gd name="csX14" fmla="*/ 47549 w 48815"/>
                <a:gd name="csY14" fmla="*/ 68798 h 853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48815" h="85343">
                  <a:moveTo>
                    <a:pt x="47549" y="68798"/>
                  </a:moveTo>
                  <a:cubicBezTo>
                    <a:pt x="46009" y="69687"/>
                    <a:pt x="44334" y="70338"/>
                    <a:pt x="42524" y="70751"/>
                  </a:cubicBezTo>
                  <a:cubicBezTo>
                    <a:pt x="40715" y="71180"/>
                    <a:pt x="38722" y="71394"/>
                    <a:pt x="36548" y="71394"/>
                  </a:cubicBezTo>
                  <a:cubicBezTo>
                    <a:pt x="28801" y="71394"/>
                    <a:pt x="22855" y="68878"/>
                    <a:pt x="18712" y="63845"/>
                  </a:cubicBezTo>
                  <a:cubicBezTo>
                    <a:pt x="14569" y="58813"/>
                    <a:pt x="12497" y="51582"/>
                    <a:pt x="12497" y="42152"/>
                  </a:cubicBezTo>
                  <a:lnTo>
                    <a:pt x="12497" y="-1758"/>
                  </a:lnTo>
                  <a:lnTo>
                    <a:pt x="-1267" y="-1758"/>
                  </a:lnTo>
                  <a:lnTo>
                    <a:pt x="-1267" y="81586"/>
                  </a:lnTo>
                  <a:lnTo>
                    <a:pt x="12497" y="81586"/>
                  </a:lnTo>
                  <a:lnTo>
                    <a:pt x="12497" y="68632"/>
                  </a:lnTo>
                  <a:cubicBezTo>
                    <a:pt x="15386" y="73696"/>
                    <a:pt x="19133" y="77450"/>
                    <a:pt x="23736" y="79895"/>
                  </a:cubicBezTo>
                  <a:cubicBezTo>
                    <a:pt x="28356" y="82356"/>
                    <a:pt x="33968" y="83586"/>
                    <a:pt x="40572" y="83586"/>
                  </a:cubicBezTo>
                  <a:cubicBezTo>
                    <a:pt x="41508" y="83586"/>
                    <a:pt x="42548" y="83522"/>
                    <a:pt x="43691" y="83395"/>
                  </a:cubicBezTo>
                  <a:cubicBezTo>
                    <a:pt x="44834" y="83284"/>
                    <a:pt x="46096" y="83102"/>
                    <a:pt x="47477" y="82848"/>
                  </a:cubicBezTo>
                  <a:lnTo>
                    <a:pt x="47549" y="68798"/>
                  </a:ln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5F0480E2-AE4B-3410-A19A-B06185F512D6}"/>
                </a:ext>
              </a:extLst>
            </p:cNvPr>
            <p:cNvSpPr/>
            <p:nvPr/>
          </p:nvSpPr>
          <p:spPr>
            <a:xfrm flipV="1">
              <a:off x="5245895" y="1013351"/>
              <a:ext cx="79200" cy="10620"/>
            </a:xfrm>
            <a:custGeom>
              <a:avLst/>
              <a:gdLst>
                <a:gd name="csX0" fmla="*/ 77945 w 79200"/>
                <a:gd name="csY0" fmla="*/ 11946 h 10620"/>
                <a:gd name="csX1" fmla="*/ 77945 w 79200"/>
                <a:gd name="csY1" fmla="*/ 1326 h 10620"/>
                <a:gd name="csX2" fmla="*/ -1256 w 79200"/>
                <a:gd name="csY2" fmla="*/ 1326 h 10620"/>
                <a:gd name="csX3" fmla="*/ -1256 w 79200"/>
                <a:gd name="csY3" fmla="*/ 11946 h 10620"/>
                <a:gd name="csX4" fmla="*/ 77945 w 79200"/>
                <a:gd name="csY4" fmla="*/ 11946 h 106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9200" h="10620">
                  <a:moveTo>
                    <a:pt x="77945" y="11946"/>
                  </a:moveTo>
                  <a:lnTo>
                    <a:pt x="77945" y="1326"/>
                  </a:lnTo>
                  <a:lnTo>
                    <a:pt x="-1256" y="1326"/>
                  </a:lnTo>
                  <a:lnTo>
                    <a:pt x="-1256" y="11946"/>
                  </a:lnTo>
                  <a:lnTo>
                    <a:pt x="77945" y="11946"/>
                  </a:ln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486F2DF0-713F-1FB3-FC18-0BB7E824FEDF}"/>
                </a:ext>
              </a:extLst>
            </p:cNvPr>
            <p:cNvSpPr/>
            <p:nvPr/>
          </p:nvSpPr>
          <p:spPr>
            <a:xfrm flipV="1">
              <a:off x="5334763" y="874929"/>
              <a:ext cx="70532" cy="113109"/>
            </a:xfrm>
            <a:custGeom>
              <a:avLst/>
              <a:gdLst>
                <a:gd name="csX0" fmla="*/ 16475 w 70532"/>
                <a:gd name="csY0" fmla="*/ 10302 h 113109"/>
                <a:gd name="csX1" fmla="*/ 68933 w 70532"/>
                <a:gd name="csY1" fmla="*/ 10302 h 113109"/>
                <a:gd name="csX2" fmla="*/ 68933 w 70532"/>
                <a:gd name="csY2" fmla="*/ -2342 h 113109"/>
                <a:gd name="csX3" fmla="*/ -1599 w 70532"/>
                <a:gd name="csY3" fmla="*/ -2342 h 113109"/>
                <a:gd name="csX4" fmla="*/ -1599 w 70532"/>
                <a:gd name="csY4" fmla="*/ 10302 h 113109"/>
                <a:gd name="csX5" fmla="*/ 21713 w 70532"/>
                <a:gd name="csY5" fmla="*/ 34067 h 113109"/>
                <a:gd name="csX6" fmla="*/ 40287 w 70532"/>
                <a:gd name="csY6" fmla="*/ 53331 h 113109"/>
                <a:gd name="csX7" fmla="*/ 50360 w 70532"/>
                <a:gd name="csY7" fmla="*/ 67047 h 113109"/>
                <a:gd name="csX8" fmla="*/ 53241 w 70532"/>
                <a:gd name="csY8" fmla="*/ 78096 h 113109"/>
                <a:gd name="csX9" fmla="*/ 47026 w 70532"/>
                <a:gd name="csY9" fmla="*/ 92527 h 113109"/>
                <a:gd name="csX10" fmla="*/ 30833 w 70532"/>
                <a:gd name="csY10" fmla="*/ 98123 h 113109"/>
                <a:gd name="csX11" fmla="*/ 15903 w 70532"/>
                <a:gd name="csY11" fmla="*/ 95670 h 113109"/>
                <a:gd name="csX12" fmla="*/ -861 w 70532"/>
                <a:gd name="csY12" fmla="*/ 88217 h 113109"/>
                <a:gd name="csX13" fmla="*/ -861 w 70532"/>
                <a:gd name="csY13" fmla="*/ 103409 h 113109"/>
                <a:gd name="csX14" fmla="*/ 16094 w 70532"/>
                <a:gd name="csY14" fmla="*/ 108910 h 113109"/>
                <a:gd name="csX15" fmla="*/ 30548 w 70532"/>
                <a:gd name="csY15" fmla="*/ 110767 h 113109"/>
                <a:gd name="csX16" fmla="*/ 58075 w 70532"/>
                <a:gd name="csY16" fmla="*/ 102123 h 113109"/>
                <a:gd name="csX17" fmla="*/ 68338 w 70532"/>
                <a:gd name="csY17" fmla="*/ 79073 h 113109"/>
                <a:gd name="csX18" fmla="*/ 65766 w 70532"/>
                <a:gd name="csY18" fmla="*/ 66071 h 113109"/>
                <a:gd name="csX19" fmla="*/ 56432 w 70532"/>
                <a:gd name="csY19" fmla="*/ 51617 h 113109"/>
                <a:gd name="csX20" fmla="*/ 44597 w 70532"/>
                <a:gd name="csY20" fmla="*/ 39139 h 113109"/>
                <a:gd name="csX21" fmla="*/ 16475 w 70532"/>
                <a:gd name="csY21" fmla="*/ 10302 h 11310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70532" h="113109">
                  <a:moveTo>
                    <a:pt x="16475" y="10302"/>
                  </a:moveTo>
                  <a:lnTo>
                    <a:pt x="68933" y="10302"/>
                  </a:lnTo>
                  <a:lnTo>
                    <a:pt x="68933" y="-2342"/>
                  </a:lnTo>
                  <a:lnTo>
                    <a:pt x="-1599" y="-2342"/>
                  </a:lnTo>
                  <a:lnTo>
                    <a:pt x="-1599" y="10302"/>
                  </a:lnTo>
                  <a:cubicBezTo>
                    <a:pt x="4100" y="16208"/>
                    <a:pt x="11871" y="24129"/>
                    <a:pt x="21713" y="34067"/>
                  </a:cubicBezTo>
                  <a:cubicBezTo>
                    <a:pt x="31572" y="44021"/>
                    <a:pt x="37763" y="50442"/>
                    <a:pt x="40287" y="53331"/>
                  </a:cubicBezTo>
                  <a:cubicBezTo>
                    <a:pt x="45097" y="58729"/>
                    <a:pt x="48455" y="63301"/>
                    <a:pt x="50360" y="67047"/>
                  </a:cubicBezTo>
                  <a:cubicBezTo>
                    <a:pt x="52281" y="70794"/>
                    <a:pt x="53241" y="74477"/>
                    <a:pt x="53241" y="78096"/>
                  </a:cubicBezTo>
                  <a:cubicBezTo>
                    <a:pt x="53241" y="84002"/>
                    <a:pt x="51169" y="88812"/>
                    <a:pt x="47026" y="92527"/>
                  </a:cubicBezTo>
                  <a:cubicBezTo>
                    <a:pt x="42883" y="96257"/>
                    <a:pt x="37485" y="98123"/>
                    <a:pt x="30833" y="98123"/>
                  </a:cubicBezTo>
                  <a:cubicBezTo>
                    <a:pt x="26119" y="98123"/>
                    <a:pt x="21142" y="97305"/>
                    <a:pt x="15903" y="95670"/>
                  </a:cubicBezTo>
                  <a:cubicBezTo>
                    <a:pt x="10680" y="94035"/>
                    <a:pt x="5092" y="91550"/>
                    <a:pt x="-861" y="88217"/>
                  </a:cubicBezTo>
                  <a:lnTo>
                    <a:pt x="-861" y="103409"/>
                  </a:lnTo>
                  <a:cubicBezTo>
                    <a:pt x="5187" y="105838"/>
                    <a:pt x="10839" y="107672"/>
                    <a:pt x="16094" y="108910"/>
                  </a:cubicBezTo>
                  <a:cubicBezTo>
                    <a:pt x="21364" y="110148"/>
                    <a:pt x="26182" y="110767"/>
                    <a:pt x="30548" y="110767"/>
                  </a:cubicBezTo>
                  <a:cubicBezTo>
                    <a:pt x="42057" y="110767"/>
                    <a:pt x="51233" y="107886"/>
                    <a:pt x="58075" y="102123"/>
                  </a:cubicBezTo>
                  <a:cubicBezTo>
                    <a:pt x="64917" y="96376"/>
                    <a:pt x="68338" y="88693"/>
                    <a:pt x="68338" y="79073"/>
                  </a:cubicBezTo>
                  <a:cubicBezTo>
                    <a:pt x="68338" y="74501"/>
                    <a:pt x="67481" y="70167"/>
                    <a:pt x="65766" y="66071"/>
                  </a:cubicBezTo>
                  <a:cubicBezTo>
                    <a:pt x="64068" y="61991"/>
                    <a:pt x="60956" y="57173"/>
                    <a:pt x="56432" y="51617"/>
                  </a:cubicBezTo>
                  <a:cubicBezTo>
                    <a:pt x="55194" y="50172"/>
                    <a:pt x="51249" y="46013"/>
                    <a:pt x="44597" y="39139"/>
                  </a:cubicBezTo>
                  <a:cubicBezTo>
                    <a:pt x="37961" y="32265"/>
                    <a:pt x="28587" y="22653"/>
                    <a:pt x="16475" y="10302"/>
                  </a:cubicBez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56AB20BB-61B3-9F27-723C-8355FD8546C1}"/>
                </a:ext>
              </a:extLst>
            </p:cNvPr>
            <p:cNvSpPr/>
            <p:nvPr/>
          </p:nvSpPr>
          <p:spPr>
            <a:xfrm flipV="1">
              <a:off x="5428010" y="940199"/>
              <a:ext cx="40100" cy="12192"/>
            </a:xfrm>
            <a:custGeom>
              <a:avLst/>
              <a:gdLst>
                <a:gd name="csX0" fmla="*/ -798 w 40100"/>
                <a:gd name="csY0" fmla="*/ 10473 h 12192"/>
                <a:gd name="csX1" fmla="*/ 39302 w 40100"/>
                <a:gd name="csY1" fmla="*/ 10473 h 12192"/>
                <a:gd name="csX2" fmla="*/ 39302 w 40100"/>
                <a:gd name="csY2" fmla="*/ -1719 h 12192"/>
                <a:gd name="csX3" fmla="*/ -798 w 40100"/>
                <a:gd name="csY3" fmla="*/ -1719 h 12192"/>
                <a:gd name="csX4" fmla="*/ -798 w 40100"/>
                <a:gd name="csY4" fmla="*/ 10473 h 121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0100" h="12192">
                  <a:moveTo>
                    <a:pt x="-798" y="10473"/>
                  </a:moveTo>
                  <a:lnTo>
                    <a:pt x="39302" y="10473"/>
                  </a:lnTo>
                  <a:lnTo>
                    <a:pt x="39302" y="-1719"/>
                  </a:lnTo>
                  <a:lnTo>
                    <a:pt x="-798" y="-1719"/>
                  </a:lnTo>
                  <a:lnTo>
                    <a:pt x="-798" y="10473"/>
                  </a:ln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F88D6F64-9EEC-9F9F-C763-11DCD571FA9A}"/>
                </a:ext>
              </a:extLst>
            </p:cNvPr>
            <p:cNvSpPr/>
            <p:nvPr/>
          </p:nvSpPr>
          <p:spPr>
            <a:xfrm flipV="1">
              <a:off x="5490503" y="876929"/>
              <a:ext cx="71747" cy="111109"/>
            </a:xfrm>
            <a:custGeom>
              <a:avLst/>
              <a:gdLst>
                <a:gd name="csX0" fmla="*/ 13254 w 71747"/>
                <a:gd name="csY0" fmla="*/ 96450 h 111109"/>
                <a:gd name="csX1" fmla="*/ 13254 w 71747"/>
                <a:gd name="csY1" fmla="*/ 54707 h 111109"/>
                <a:gd name="csX2" fmla="*/ 32161 w 71747"/>
                <a:gd name="csY2" fmla="*/ 54707 h 111109"/>
                <a:gd name="csX3" fmla="*/ 48378 w 71747"/>
                <a:gd name="csY3" fmla="*/ 60136 h 111109"/>
                <a:gd name="csX4" fmla="*/ 54117 w 71747"/>
                <a:gd name="csY4" fmla="*/ 75614 h 111109"/>
                <a:gd name="csX5" fmla="*/ 48378 w 71747"/>
                <a:gd name="csY5" fmla="*/ 91021 h 111109"/>
                <a:gd name="csX6" fmla="*/ 32161 w 71747"/>
                <a:gd name="csY6" fmla="*/ 96450 h 111109"/>
                <a:gd name="csX7" fmla="*/ 13254 w 71747"/>
                <a:gd name="csY7" fmla="*/ 96450 h 111109"/>
                <a:gd name="csX8" fmla="*/ -1771 w 71747"/>
                <a:gd name="csY8" fmla="*/ 108809 h 111109"/>
                <a:gd name="csX9" fmla="*/ 32161 w 71747"/>
                <a:gd name="csY9" fmla="*/ 108809 h 111109"/>
                <a:gd name="csX10" fmla="*/ 60403 w 71747"/>
                <a:gd name="csY10" fmla="*/ 100356 h 111109"/>
                <a:gd name="csX11" fmla="*/ 69976 w 71747"/>
                <a:gd name="csY11" fmla="*/ 75614 h 111109"/>
                <a:gd name="csX12" fmla="*/ 60403 w 71747"/>
                <a:gd name="csY12" fmla="*/ 50754 h 111109"/>
                <a:gd name="csX13" fmla="*/ 32161 w 71747"/>
                <a:gd name="csY13" fmla="*/ 42348 h 111109"/>
                <a:gd name="csX14" fmla="*/ 13254 w 71747"/>
                <a:gd name="csY14" fmla="*/ 42348 h 111109"/>
                <a:gd name="csX15" fmla="*/ 13254 w 71747"/>
                <a:gd name="csY15" fmla="*/ -2300 h 111109"/>
                <a:gd name="csX16" fmla="*/ -1771 w 71747"/>
                <a:gd name="csY16" fmla="*/ -2300 h 111109"/>
                <a:gd name="csX17" fmla="*/ -1771 w 71747"/>
                <a:gd name="csY17" fmla="*/ 108809 h 11110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71747" h="111109">
                  <a:moveTo>
                    <a:pt x="13254" y="96450"/>
                  </a:moveTo>
                  <a:lnTo>
                    <a:pt x="13254" y="54707"/>
                  </a:lnTo>
                  <a:lnTo>
                    <a:pt x="32161" y="54707"/>
                  </a:lnTo>
                  <a:cubicBezTo>
                    <a:pt x="39162" y="54707"/>
                    <a:pt x="44568" y="56517"/>
                    <a:pt x="48378" y="60136"/>
                  </a:cubicBezTo>
                  <a:cubicBezTo>
                    <a:pt x="52204" y="63756"/>
                    <a:pt x="54117" y="68915"/>
                    <a:pt x="54117" y="75614"/>
                  </a:cubicBezTo>
                  <a:cubicBezTo>
                    <a:pt x="54117" y="82266"/>
                    <a:pt x="52204" y="87402"/>
                    <a:pt x="48378" y="91021"/>
                  </a:cubicBezTo>
                  <a:cubicBezTo>
                    <a:pt x="44568" y="94641"/>
                    <a:pt x="39162" y="96450"/>
                    <a:pt x="32161" y="96450"/>
                  </a:cubicBezTo>
                  <a:lnTo>
                    <a:pt x="13254" y="96450"/>
                  </a:lnTo>
                  <a:close/>
                  <a:moveTo>
                    <a:pt x="-1771" y="108809"/>
                  </a:moveTo>
                  <a:lnTo>
                    <a:pt x="32161" y="108809"/>
                  </a:lnTo>
                  <a:cubicBezTo>
                    <a:pt x="44623" y="108809"/>
                    <a:pt x="54037" y="105991"/>
                    <a:pt x="60403" y="100356"/>
                  </a:cubicBezTo>
                  <a:cubicBezTo>
                    <a:pt x="66785" y="94720"/>
                    <a:pt x="69976" y="86473"/>
                    <a:pt x="69976" y="75614"/>
                  </a:cubicBezTo>
                  <a:cubicBezTo>
                    <a:pt x="69976" y="64645"/>
                    <a:pt x="66785" y="56358"/>
                    <a:pt x="60403" y="50754"/>
                  </a:cubicBezTo>
                  <a:cubicBezTo>
                    <a:pt x="54037" y="45150"/>
                    <a:pt x="44623" y="42348"/>
                    <a:pt x="32161" y="42348"/>
                  </a:cubicBezTo>
                  <a:lnTo>
                    <a:pt x="13254" y="42348"/>
                  </a:lnTo>
                  <a:lnTo>
                    <a:pt x="13254" y="-2300"/>
                  </a:lnTo>
                  <a:lnTo>
                    <a:pt x="-1771" y="-2300"/>
                  </a:lnTo>
                  <a:lnTo>
                    <a:pt x="-1771" y="108809"/>
                  </a:ln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9E41C730-D342-707D-680F-7E72FBEA886D}"/>
                </a:ext>
              </a:extLst>
            </p:cNvPr>
            <p:cNvSpPr/>
            <p:nvPr/>
          </p:nvSpPr>
          <p:spPr>
            <a:xfrm flipV="1">
              <a:off x="5581285" y="872238"/>
              <a:ext cx="69818" cy="115800"/>
            </a:xfrm>
            <a:custGeom>
              <a:avLst/>
              <a:gdLst>
                <a:gd name="csX0" fmla="*/ 68141 w 69818"/>
                <a:gd name="csY0" fmla="*/ 47917 h 115800"/>
                <a:gd name="csX1" fmla="*/ 68141 w 69818"/>
                <a:gd name="csY1" fmla="*/ -2399 h 115800"/>
                <a:gd name="csX2" fmla="*/ 54449 w 69818"/>
                <a:gd name="csY2" fmla="*/ -2399 h 115800"/>
                <a:gd name="csX3" fmla="*/ 54449 w 69818"/>
                <a:gd name="csY3" fmla="*/ 47465 h 115800"/>
                <a:gd name="csX4" fmla="*/ 49830 w 69818"/>
                <a:gd name="csY4" fmla="*/ 65157 h 115800"/>
                <a:gd name="csX5" fmla="*/ 35995 w 69818"/>
                <a:gd name="csY5" fmla="*/ 71039 h 115800"/>
                <a:gd name="csX6" fmla="*/ 18492 w 69818"/>
                <a:gd name="csY6" fmla="*/ 63967 h 115800"/>
                <a:gd name="csX7" fmla="*/ 12087 w 69818"/>
                <a:gd name="csY7" fmla="*/ 44702 h 115800"/>
                <a:gd name="csX8" fmla="*/ 12087 w 69818"/>
                <a:gd name="csY8" fmla="*/ -2399 h 115800"/>
                <a:gd name="csX9" fmla="*/ -1677 w 69818"/>
                <a:gd name="csY9" fmla="*/ -2399 h 115800"/>
                <a:gd name="csX10" fmla="*/ -1677 w 69818"/>
                <a:gd name="csY10" fmla="*/ 113401 h 115800"/>
                <a:gd name="csX11" fmla="*/ 12087 w 69818"/>
                <a:gd name="csY11" fmla="*/ 113401 h 115800"/>
                <a:gd name="csX12" fmla="*/ 12087 w 69818"/>
                <a:gd name="csY12" fmla="*/ 67991 h 115800"/>
                <a:gd name="csX13" fmla="*/ 23660 w 69818"/>
                <a:gd name="csY13" fmla="*/ 79230 h 115800"/>
                <a:gd name="csX14" fmla="*/ 39043 w 69818"/>
                <a:gd name="csY14" fmla="*/ 82945 h 115800"/>
                <a:gd name="csX15" fmla="*/ 60760 w 69818"/>
                <a:gd name="csY15" fmla="*/ 74063 h 115800"/>
                <a:gd name="csX16" fmla="*/ 68141 w 69818"/>
                <a:gd name="csY16" fmla="*/ 47917 h 1158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69818" h="115800">
                  <a:moveTo>
                    <a:pt x="68141" y="47917"/>
                  </a:moveTo>
                  <a:lnTo>
                    <a:pt x="68141" y="-2399"/>
                  </a:lnTo>
                  <a:lnTo>
                    <a:pt x="54449" y="-2399"/>
                  </a:lnTo>
                  <a:lnTo>
                    <a:pt x="54449" y="47465"/>
                  </a:lnTo>
                  <a:cubicBezTo>
                    <a:pt x="54449" y="55354"/>
                    <a:pt x="52909" y="61252"/>
                    <a:pt x="49830" y="65157"/>
                  </a:cubicBezTo>
                  <a:cubicBezTo>
                    <a:pt x="46750" y="69078"/>
                    <a:pt x="42138" y="71039"/>
                    <a:pt x="35995" y="71039"/>
                  </a:cubicBezTo>
                  <a:cubicBezTo>
                    <a:pt x="28597" y="71039"/>
                    <a:pt x="22763" y="68681"/>
                    <a:pt x="18492" y="63967"/>
                  </a:cubicBezTo>
                  <a:cubicBezTo>
                    <a:pt x="14222" y="59268"/>
                    <a:pt x="12087" y="52846"/>
                    <a:pt x="12087" y="44702"/>
                  </a:cubicBezTo>
                  <a:lnTo>
                    <a:pt x="12087" y="-2399"/>
                  </a:lnTo>
                  <a:lnTo>
                    <a:pt x="-1677" y="-2399"/>
                  </a:lnTo>
                  <a:lnTo>
                    <a:pt x="-1677" y="113401"/>
                  </a:lnTo>
                  <a:lnTo>
                    <a:pt x="12087" y="113401"/>
                  </a:lnTo>
                  <a:lnTo>
                    <a:pt x="12087" y="67991"/>
                  </a:lnTo>
                  <a:cubicBezTo>
                    <a:pt x="15373" y="73007"/>
                    <a:pt x="19231" y="76754"/>
                    <a:pt x="23660" y="79230"/>
                  </a:cubicBezTo>
                  <a:cubicBezTo>
                    <a:pt x="28105" y="81707"/>
                    <a:pt x="33232" y="82945"/>
                    <a:pt x="39043" y="82945"/>
                  </a:cubicBezTo>
                  <a:cubicBezTo>
                    <a:pt x="48615" y="82945"/>
                    <a:pt x="55854" y="79984"/>
                    <a:pt x="60760" y="74063"/>
                  </a:cubicBezTo>
                  <a:cubicBezTo>
                    <a:pt x="65681" y="68142"/>
                    <a:pt x="68141" y="59426"/>
                    <a:pt x="68141" y="47917"/>
                  </a:cubicBez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4BE1880C-43AB-1DE4-30A4-B74BCF52EB43}"/>
                </a:ext>
              </a:extLst>
            </p:cNvPr>
            <p:cNvSpPr/>
            <p:nvPr/>
          </p:nvSpPr>
          <p:spPr>
            <a:xfrm flipV="1">
              <a:off x="5678399" y="872238"/>
              <a:ext cx="13692" cy="115800"/>
            </a:xfrm>
            <a:custGeom>
              <a:avLst/>
              <a:gdLst>
                <a:gd name="csX0" fmla="*/ -515 w 13692"/>
                <a:gd name="csY0" fmla="*/ 80945 h 115800"/>
                <a:gd name="csX1" fmla="*/ 13177 w 13692"/>
                <a:gd name="csY1" fmla="*/ 80945 h 115800"/>
                <a:gd name="csX2" fmla="*/ 13177 w 13692"/>
                <a:gd name="csY2" fmla="*/ -2399 h 115800"/>
                <a:gd name="csX3" fmla="*/ -515 w 13692"/>
                <a:gd name="csY3" fmla="*/ -2399 h 115800"/>
                <a:gd name="csX4" fmla="*/ -515 w 13692"/>
                <a:gd name="csY4" fmla="*/ 80945 h 115800"/>
                <a:gd name="csX5" fmla="*/ -515 w 13692"/>
                <a:gd name="csY5" fmla="*/ 113401 h 115800"/>
                <a:gd name="csX6" fmla="*/ 13177 w 13692"/>
                <a:gd name="csY6" fmla="*/ 113401 h 115800"/>
                <a:gd name="csX7" fmla="*/ 13177 w 13692"/>
                <a:gd name="csY7" fmla="*/ 96042 h 115800"/>
                <a:gd name="csX8" fmla="*/ -515 w 13692"/>
                <a:gd name="csY8" fmla="*/ 96042 h 115800"/>
                <a:gd name="csX9" fmla="*/ -515 w 13692"/>
                <a:gd name="csY9" fmla="*/ 113401 h 1158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3692" h="115800">
                  <a:moveTo>
                    <a:pt x="-515" y="80945"/>
                  </a:moveTo>
                  <a:lnTo>
                    <a:pt x="13177" y="80945"/>
                  </a:lnTo>
                  <a:lnTo>
                    <a:pt x="13177" y="-2399"/>
                  </a:lnTo>
                  <a:lnTo>
                    <a:pt x="-515" y="-2399"/>
                  </a:lnTo>
                  <a:lnTo>
                    <a:pt x="-515" y="80945"/>
                  </a:lnTo>
                  <a:close/>
                  <a:moveTo>
                    <a:pt x="-515" y="113401"/>
                  </a:moveTo>
                  <a:lnTo>
                    <a:pt x="13177" y="113401"/>
                  </a:lnTo>
                  <a:lnTo>
                    <a:pt x="13177" y="96042"/>
                  </a:lnTo>
                  <a:lnTo>
                    <a:pt x="-515" y="96042"/>
                  </a:lnTo>
                  <a:lnTo>
                    <a:pt x="-515" y="113401"/>
                  </a:ln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94AD8B90-CBE3-6EAC-BFA4-40FF8794ECD5}"/>
                </a:ext>
              </a:extLst>
            </p:cNvPr>
            <p:cNvSpPr/>
            <p:nvPr/>
          </p:nvSpPr>
          <p:spPr>
            <a:xfrm flipV="1">
              <a:off x="5704881" y="1013351"/>
              <a:ext cx="79200" cy="10620"/>
            </a:xfrm>
            <a:custGeom>
              <a:avLst/>
              <a:gdLst>
                <a:gd name="csX0" fmla="*/ 77981 w 79200"/>
                <a:gd name="csY0" fmla="*/ 11946 h 10620"/>
                <a:gd name="csX1" fmla="*/ 77981 w 79200"/>
                <a:gd name="csY1" fmla="*/ 1326 h 10620"/>
                <a:gd name="csX2" fmla="*/ -1220 w 79200"/>
                <a:gd name="csY2" fmla="*/ 1326 h 10620"/>
                <a:gd name="csX3" fmla="*/ -1220 w 79200"/>
                <a:gd name="csY3" fmla="*/ 11946 h 10620"/>
                <a:gd name="csX4" fmla="*/ 77981 w 79200"/>
                <a:gd name="csY4" fmla="*/ 11946 h 106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9200" h="10620">
                  <a:moveTo>
                    <a:pt x="77981" y="11946"/>
                  </a:moveTo>
                  <a:lnTo>
                    <a:pt x="77981" y="1326"/>
                  </a:lnTo>
                  <a:lnTo>
                    <a:pt x="-1220" y="1326"/>
                  </a:lnTo>
                  <a:lnTo>
                    <a:pt x="-1220" y="11946"/>
                  </a:lnTo>
                  <a:lnTo>
                    <a:pt x="77981" y="11946"/>
                  </a:ln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A2EBE656-C415-5B11-4ABA-858020B42793}"/>
                </a:ext>
              </a:extLst>
            </p:cNvPr>
            <p:cNvSpPr/>
            <p:nvPr/>
          </p:nvSpPr>
          <p:spPr>
            <a:xfrm flipV="1">
              <a:off x="5792630" y="874929"/>
              <a:ext cx="76795" cy="115276"/>
            </a:xfrm>
            <a:custGeom>
              <a:avLst/>
              <a:gdLst>
                <a:gd name="csX0" fmla="*/ 36738 w 76795"/>
                <a:gd name="csY0" fmla="*/ 101073 h 115276"/>
                <a:gd name="csX1" fmla="*/ 19284 w 76795"/>
                <a:gd name="csY1" fmla="*/ 89643 h 115276"/>
                <a:gd name="csX2" fmla="*/ 13450 w 76795"/>
                <a:gd name="csY2" fmla="*/ 55306 h 115276"/>
                <a:gd name="csX3" fmla="*/ 19284 w 76795"/>
                <a:gd name="csY3" fmla="*/ 21040 h 115276"/>
                <a:gd name="csX4" fmla="*/ 36738 w 76795"/>
                <a:gd name="csY4" fmla="*/ 9610 h 115276"/>
                <a:gd name="csX5" fmla="*/ 54264 w 76795"/>
                <a:gd name="csY5" fmla="*/ 21040 h 115276"/>
                <a:gd name="csX6" fmla="*/ 60122 w 76795"/>
                <a:gd name="csY6" fmla="*/ 55306 h 115276"/>
                <a:gd name="csX7" fmla="*/ 54264 w 76795"/>
                <a:gd name="csY7" fmla="*/ 89643 h 115276"/>
                <a:gd name="csX8" fmla="*/ 36738 w 76795"/>
                <a:gd name="csY8" fmla="*/ 101073 h 115276"/>
                <a:gd name="csX9" fmla="*/ 36738 w 76795"/>
                <a:gd name="csY9" fmla="*/ 112980 h 115276"/>
                <a:gd name="csX10" fmla="*/ 65290 w 76795"/>
                <a:gd name="csY10" fmla="*/ 98192 h 115276"/>
                <a:gd name="csX11" fmla="*/ 75148 w 76795"/>
                <a:gd name="csY11" fmla="*/ 55306 h 115276"/>
                <a:gd name="csX12" fmla="*/ 65290 w 76795"/>
                <a:gd name="csY12" fmla="*/ 12467 h 115276"/>
                <a:gd name="csX13" fmla="*/ 36738 w 76795"/>
                <a:gd name="csY13" fmla="*/ -2297 h 115276"/>
                <a:gd name="csX14" fmla="*/ 8211 w 76795"/>
                <a:gd name="csY14" fmla="*/ 12467 h 115276"/>
                <a:gd name="csX15" fmla="*/ -1647 w 76795"/>
                <a:gd name="csY15" fmla="*/ 55306 h 115276"/>
                <a:gd name="csX16" fmla="*/ 8211 w 76795"/>
                <a:gd name="csY16" fmla="*/ 98192 h 115276"/>
                <a:gd name="csX17" fmla="*/ 36738 w 76795"/>
                <a:gd name="csY17" fmla="*/ 112980 h 1152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76795" h="115276">
                  <a:moveTo>
                    <a:pt x="36738" y="101073"/>
                  </a:moveTo>
                  <a:cubicBezTo>
                    <a:pt x="29007" y="101073"/>
                    <a:pt x="23189" y="97263"/>
                    <a:pt x="19284" y="89643"/>
                  </a:cubicBezTo>
                  <a:cubicBezTo>
                    <a:pt x="15394" y="82039"/>
                    <a:pt x="13450" y="70593"/>
                    <a:pt x="13450" y="55306"/>
                  </a:cubicBezTo>
                  <a:cubicBezTo>
                    <a:pt x="13450" y="40082"/>
                    <a:pt x="15394" y="28660"/>
                    <a:pt x="19284" y="21040"/>
                  </a:cubicBezTo>
                  <a:cubicBezTo>
                    <a:pt x="23189" y="13420"/>
                    <a:pt x="29007" y="9610"/>
                    <a:pt x="36738" y="9610"/>
                  </a:cubicBezTo>
                  <a:cubicBezTo>
                    <a:pt x="44533" y="9610"/>
                    <a:pt x="50375" y="13420"/>
                    <a:pt x="54264" y="21040"/>
                  </a:cubicBezTo>
                  <a:cubicBezTo>
                    <a:pt x="58170" y="28660"/>
                    <a:pt x="60122" y="40082"/>
                    <a:pt x="60122" y="55306"/>
                  </a:cubicBezTo>
                  <a:cubicBezTo>
                    <a:pt x="60122" y="70593"/>
                    <a:pt x="58170" y="82039"/>
                    <a:pt x="54264" y="89643"/>
                  </a:cubicBezTo>
                  <a:cubicBezTo>
                    <a:pt x="50375" y="97263"/>
                    <a:pt x="44533" y="101073"/>
                    <a:pt x="36738" y="101073"/>
                  </a:cubicBezTo>
                  <a:close/>
                  <a:moveTo>
                    <a:pt x="36738" y="112980"/>
                  </a:moveTo>
                  <a:cubicBezTo>
                    <a:pt x="49200" y="112980"/>
                    <a:pt x="58717" y="108050"/>
                    <a:pt x="65290" y="98192"/>
                  </a:cubicBezTo>
                  <a:cubicBezTo>
                    <a:pt x="71862" y="88350"/>
                    <a:pt x="75148" y="74054"/>
                    <a:pt x="75148" y="55306"/>
                  </a:cubicBezTo>
                  <a:cubicBezTo>
                    <a:pt x="75148" y="36605"/>
                    <a:pt x="71862" y="22325"/>
                    <a:pt x="65290" y="12467"/>
                  </a:cubicBezTo>
                  <a:cubicBezTo>
                    <a:pt x="58717" y="2625"/>
                    <a:pt x="49200" y="-2297"/>
                    <a:pt x="36738" y="-2297"/>
                  </a:cubicBezTo>
                  <a:cubicBezTo>
                    <a:pt x="24292" y="-2297"/>
                    <a:pt x="14783" y="2625"/>
                    <a:pt x="8211" y="12467"/>
                  </a:cubicBezTo>
                  <a:cubicBezTo>
                    <a:pt x="1639" y="22325"/>
                    <a:pt x="-1647" y="36605"/>
                    <a:pt x="-1647" y="55306"/>
                  </a:cubicBezTo>
                  <a:cubicBezTo>
                    <a:pt x="-1647" y="74054"/>
                    <a:pt x="1639" y="88350"/>
                    <a:pt x="8211" y="98192"/>
                  </a:cubicBezTo>
                  <a:cubicBezTo>
                    <a:pt x="14783" y="108050"/>
                    <a:pt x="24292" y="112980"/>
                    <a:pt x="36738" y="112980"/>
                  </a:cubicBez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3635ECB6-3664-C8B9-FF01-B2E8E989A05E}"/>
                </a:ext>
              </a:extLst>
            </p:cNvPr>
            <p:cNvSpPr/>
            <p:nvPr/>
          </p:nvSpPr>
          <p:spPr>
            <a:xfrm flipV="1">
              <a:off x="5895831" y="969131"/>
              <a:ext cx="15716" cy="18907"/>
            </a:xfrm>
            <a:custGeom>
              <a:avLst/>
              <a:gdLst>
                <a:gd name="csX0" fmla="*/ -621 w 15716"/>
                <a:gd name="csY0" fmla="*/ 18547 h 18907"/>
                <a:gd name="csX1" fmla="*/ 15095 w 15716"/>
                <a:gd name="csY1" fmla="*/ 18547 h 18907"/>
                <a:gd name="csX2" fmla="*/ 15095 w 15716"/>
                <a:gd name="csY2" fmla="*/ -361 h 18907"/>
                <a:gd name="csX3" fmla="*/ -621 w 15716"/>
                <a:gd name="csY3" fmla="*/ -361 h 18907"/>
                <a:gd name="csX4" fmla="*/ -621 w 15716"/>
                <a:gd name="csY4" fmla="*/ 18547 h 189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5716" h="18907">
                  <a:moveTo>
                    <a:pt x="-621" y="18547"/>
                  </a:moveTo>
                  <a:lnTo>
                    <a:pt x="15095" y="18547"/>
                  </a:lnTo>
                  <a:lnTo>
                    <a:pt x="15095" y="-361"/>
                  </a:lnTo>
                  <a:lnTo>
                    <a:pt x="-621" y="-361"/>
                  </a:lnTo>
                  <a:lnTo>
                    <a:pt x="-621" y="18547"/>
                  </a:ln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EB936A0D-4CE2-BF6F-61CA-531CA3D80E14}"/>
                </a:ext>
              </a:extLst>
            </p:cNvPr>
            <p:cNvSpPr/>
            <p:nvPr/>
          </p:nvSpPr>
          <p:spPr>
            <a:xfrm flipV="1">
              <a:off x="5937583" y="874929"/>
              <a:ext cx="76652" cy="115276"/>
            </a:xfrm>
            <a:custGeom>
              <a:avLst/>
              <a:gdLst>
                <a:gd name="csX0" fmla="*/ 5530 w 76652"/>
                <a:gd name="csY0" fmla="*/ 2180 h 115276"/>
                <a:gd name="csX1" fmla="*/ 5530 w 76652"/>
                <a:gd name="csY1" fmla="*/ 15872 h 115276"/>
                <a:gd name="csX2" fmla="*/ 16984 w 76652"/>
                <a:gd name="csY2" fmla="*/ 11777 h 115276"/>
                <a:gd name="csX3" fmla="*/ 28390 w 76652"/>
                <a:gd name="csY3" fmla="*/ 10372 h 115276"/>
                <a:gd name="csX4" fmla="*/ 51107 w 76652"/>
                <a:gd name="csY4" fmla="*/ 20373 h 115276"/>
                <a:gd name="csX5" fmla="*/ 60084 w 76652"/>
                <a:gd name="csY5" fmla="*/ 50781 h 115276"/>
                <a:gd name="csX6" fmla="*/ 49130 w 76652"/>
                <a:gd name="csY6" fmla="*/ 40947 h 115276"/>
                <a:gd name="csX7" fmla="*/ 34486 w 76652"/>
                <a:gd name="csY7" fmla="*/ 37518 h 115276"/>
                <a:gd name="csX8" fmla="*/ 8102 w 76652"/>
                <a:gd name="csY8" fmla="*/ 47591 h 115276"/>
                <a:gd name="csX9" fmla="*/ -1614 w 76652"/>
                <a:gd name="csY9" fmla="*/ 75189 h 115276"/>
                <a:gd name="csX10" fmla="*/ 8506 w 76652"/>
                <a:gd name="csY10" fmla="*/ 102621 h 115276"/>
                <a:gd name="csX11" fmla="*/ 35438 w 76652"/>
                <a:gd name="csY11" fmla="*/ 112980 h 115276"/>
                <a:gd name="csX12" fmla="*/ 64871 w 76652"/>
                <a:gd name="csY12" fmla="*/ 98192 h 115276"/>
                <a:gd name="csX13" fmla="*/ 75038 w 76652"/>
                <a:gd name="csY13" fmla="*/ 55306 h 115276"/>
                <a:gd name="csX14" fmla="*/ 62561 w 76652"/>
                <a:gd name="csY14" fmla="*/ 13372 h 115276"/>
                <a:gd name="csX15" fmla="*/ 29057 w 76652"/>
                <a:gd name="csY15" fmla="*/ -2297 h 115276"/>
                <a:gd name="csX16" fmla="*/ 17579 w 76652"/>
                <a:gd name="csY16" fmla="*/ -1177 h 115276"/>
                <a:gd name="csX17" fmla="*/ 5530 w 76652"/>
                <a:gd name="csY17" fmla="*/ 2180 h 115276"/>
                <a:gd name="csX18" fmla="*/ 35438 w 76652"/>
                <a:gd name="csY18" fmla="*/ 49281 h 115276"/>
                <a:gd name="csX19" fmla="*/ 51464 w 76652"/>
                <a:gd name="csY19" fmla="*/ 56187 h 115276"/>
                <a:gd name="csX20" fmla="*/ 57393 w 76652"/>
                <a:gd name="csY20" fmla="*/ 75189 h 115276"/>
                <a:gd name="csX21" fmla="*/ 51464 w 76652"/>
                <a:gd name="csY21" fmla="*/ 94120 h 115276"/>
                <a:gd name="csX22" fmla="*/ 35438 w 76652"/>
                <a:gd name="csY22" fmla="*/ 101073 h 115276"/>
                <a:gd name="csX23" fmla="*/ 19412 w 76652"/>
                <a:gd name="csY23" fmla="*/ 94120 h 115276"/>
                <a:gd name="csX24" fmla="*/ 13507 w 76652"/>
                <a:gd name="csY24" fmla="*/ 75189 h 115276"/>
                <a:gd name="csX25" fmla="*/ 19412 w 76652"/>
                <a:gd name="csY25" fmla="*/ 56187 h 115276"/>
                <a:gd name="csX26" fmla="*/ 35438 w 76652"/>
                <a:gd name="csY26" fmla="*/ 49281 h 1152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76652" h="115276">
                  <a:moveTo>
                    <a:pt x="5530" y="2180"/>
                  </a:moveTo>
                  <a:lnTo>
                    <a:pt x="5530" y="15872"/>
                  </a:lnTo>
                  <a:cubicBezTo>
                    <a:pt x="9308" y="14078"/>
                    <a:pt x="13126" y="12713"/>
                    <a:pt x="16984" y="11777"/>
                  </a:cubicBezTo>
                  <a:cubicBezTo>
                    <a:pt x="20857" y="10840"/>
                    <a:pt x="24659" y="10372"/>
                    <a:pt x="28390" y="10372"/>
                  </a:cubicBezTo>
                  <a:cubicBezTo>
                    <a:pt x="38312" y="10372"/>
                    <a:pt x="45884" y="13705"/>
                    <a:pt x="51107" y="20373"/>
                  </a:cubicBezTo>
                  <a:cubicBezTo>
                    <a:pt x="56346" y="27040"/>
                    <a:pt x="59338" y="37177"/>
                    <a:pt x="60084" y="50781"/>
                  </a:cubicBezTo>
                  <a:cubicBezTo>
                    <a:pt x="57211" y="46511"/>
                    <a:pt x="53560" y="43233"/>
                    <a:pt x="49130" y="40947"/>
                  </a:cubicBezTo>
                  <a:cubicBezTo>
                    <a:pt x="44717" y="38661"/>
                    <a:pt x="39836" y="37518"/>
                    <a:pt x="34486" y="37518"/>
                  </a:cubicBezTo>
                  <a:cubicBezTo>
                    <a:pt x="23373" y="37518"/>
                    <a:pt x="14579" y="40875"/>
                    <a:pt x="8102" y="47591"/>
                  </a:cubicBezTo>
                  <a:cubicBezTo>
                    <a:pt x="1625" y="54322"/>
                    <a:pt x="-1614" y="63521"/>
                    <a:pt x="-1614" y="75189"/>
                  </a:cubicBezTo>
                  <a:cubicBezTo>
                    <a:pt x="-1614" y="86587"/>
                    <a:pt x="1759" y="95731"/>
                    <a:pt x="8506" y="102621"/>
                  </a:cubicBezTo>
                  <a:cubicBezTo>
                    <a:pt x="15253" y="109527"/>
                    <a:pt x="24231" y="112980"/>
                    <a:pt x="35438" y="112980"/>
                  </a:cubicBezTo>
                  <a:cubicBezTo>
                    <a:pt x="48297" y="112980"/>
                    <a:pt x="58108" y="108050"/>
                    <a:pt x="64871" y="98192"/>
                  </a:cubicBezTo>
                  <a:cubicBezTo>
                    <a:pt x="71649" y="88350"/>
                    <a:pt x="75038" y="74054"/>
                    <a:pt x="75038" y="55306"/>
                  </a:cubicBezTo>
                  <a:cubicBezTo>
                    <a:pt x="75038" y="37796"/>
                    <a:pt x="70879" y="23818"/>
                    <a:pt x="62561" y="13372"/>
                  </a:cubicBezTo>
                  <a:cubicBezTo>
                    <a:pt x="54258" y="2926"/>
                    <a:pt x="43090" y="-2297"/>
                    <a:pt x="29057" y="-2297"/>
                  </a:cubicBezTo>
                  <a:cubicBezTo>
                    <a:pt x="25278" y="-2297"/>
                    <a:pt x="21452" y="-1924"/>
                    <a:pt x="17579" y="-1177"/>
                  </a:cubicBezTo>
                  <a:cubicBezTo>
                    <a:pt x="13721" y="-431"/>
                    <a:pt x="9705" y="688"/>
                    <a:pt x="5530" y="2180"/>
                  </a:cubicBezTo>
                  <a:close/>
                  <a:moveTo>
                    <a:pt x="35438" y="49281"/>
                  </a:moveTo>
                  <a:cubicBezTo>
                    <a:pt x="42185" y="49281"/>
                    <a:pt x="47527" y="51583"/>
                    <a:pt x="51464" y="56187"/>
                  </a:cubicBezTo>
                  <a:cubicBezTo>
                    <a:pt x="55417" y="60806"/>
                    <a:pt x="57393" y="67141"/>
                    <a:pt x="57393" y="75189"/>
                  </a:cubicBezTo>
                  <a:cubicBezTo>
                    <a:pt x="57393" y="83174"/>
                    <a:pt x="55417" y="89485"/>
                    <a:pt x="51464" y="94120"/>
                  </a:cubicBezTo>
                  <a:cubicBezTo>
                    <a:pt x="47527" y="98756"/>
                    <a:pt x="42185" y="101073"/>
                    <a:pt x="35438" y="101073"/>
                  </a:cubicBezTo>
                  <a:cubicBezTo>
                    <a:pt x="28691" y="101073"/>
                    <a:pt x="23349" y="98756"/>
                    <a:pt x="19412" y="94120"/>
                  </a:cubicBezTo>
                  <a:cubicBezTo>
                    <a:pt x="15475" y="89485"/>
                    <a:pt x="13507" y="83174"/>
                    <a:pt x="13507" y="75189"/>
                  </a:cubicBezTo>
                  <a:cubicBezTo>
                    <a:pt x="13507" y="67141"/>
                    <a:pt x="15475" y="60806"/>
                    <a:pt x="19412" y="56187"/>
                  </a:cubicBezTo>
                  <a:cubicBezTo>
                    <a:pt x="23349" y="51583"/>
                    <a:pt x="28691" y="49281"/>
                    <a:pt x="35438" y="49281"/>
                  </a:cubicBez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D9040793-4A4F-F609-7918-2C5E1AF7A7C2}"/>
                </a:ext>
              </a:extLst>
            </p:cNvPr>
            <p:cNvSpPr/>
            <p:nvPr/>
          </p:nvSpPr>
          <p:spPr>
            <a:xfrm flipV="1">
              <a:off x="6039759" y="872238"/>
              <a:ext cx="31551" cy="135897"/>
            </a:xfrm>
            <a:custGeom>
              <a:avLst/>
              <a:gdLst>
                <a:gd name="csX0" fmla="*/ 30672 w 31551"/>
                <a:gd name="csY0" fmla="*/ 133922 h 135897"/>
                <a:gd name="csX1" fmla="*/ 30672 w 31551"/>
                <a:gd name="csY1" fmla="*/ -1976 h 135897"/>
                <a:gd name="csX2" fmla="*/ -880 w 31551"/>
                <a:gd name="csY2" fmla="*/ -1976 h 135897"/>
                <a:gd name="csX3" fmla="*/ -880 w 31551"/>
                <a:gd name="csY3" fmla="*/ 8668 h 135897"/>
                <a:gd name="csX4" fmla="*/ 16908 w 31551"/>
                <a:gd name="csY4" fmla="*/ 8668 h 135897"/>
                <a:gd name="csX5" fmla="*/ 16908 w 31551"/>
                <a:gd name="csY5" fmla="*/ 123278 h 135897"/>
                <a:gd name="csX6" fmla="*/ -880 w 31551"/>
                <a:gd name="csY6" fmla="*/ 123278 h 135897"/>
                <a:gd name="csX7" fmla="*/ -880 w 31551"/>
                <a:gd name="csY7" fmla="*/ 133922 h 135897"/>
                <a:gd name="csX8" fmla="*/ 30672 w 31551"/>
                <a:gd name="csY8" fmla="*/ 133922 h 1358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1551" h="135897">
                  <a:moveTo>
                    <a:pt x="30672" y="133922"/>
                  </a:moveTo>
                  <a:lnTo>
                    <a:pt x="30672" y="-1976"/>
                  </a:lnTo>
                  <a:lnTo>
                    <a:pt x="-880" y="-1976"/>
                  </a:lnTo>
                  <a:lnTo>
                    <a:pt x="-880" y="8668"/>
                  </a:lnTo>
                  <a:lnTo>
                    <a:pt x="16908" y="8668"/>
                  </a:lnTo>
                  <a:lnTo>
                    <a:pt x="16908" y="123278"/>
                  </a:lnTo>
                  <a:lnTo>
                    <a:pt x="-880" y="123278"/>
                  </a:lnTo>
                  <a:lnTo>
                    <a:pt x="-880" y="133922"/>
                  </a:lnTo>
                  <a:lnTo>
                    <a:pt x="30672" y="133922"/>
                  </a:ln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94" name="Graphic 7">
            <a:extLst>
              <a:ext uri="{FF2B5EF4-FFF2-40B4-BE49-F238E27FC236}">
                <a16:creationId xmlns:a16="http://schemas.microsoft.com/office/drawing/2014/main" id="{E604FC2E-8AED-26F9-635C-1CF06AD361E8}"/>
              </a:ext>
            </a:extLst>
          </p:cNvPr>
          <p:cNvGrpSpPr/>
          <p:nvPr/>
        </p:nvGrpSpPr>
        <p:grpSpPr>
          <a:xfrm>
            <a:off x="1712757" y="5193928"/>
            <a:ext cx="1723418" cy="898846"/>
            <a:chOff x="5574425" y="1127739"/>
            <a:chExt cx="1860153" cy="970160"/>
          </a:xfrm>
        </p:grpSpPr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E3F76612-FF8B-1B33-02F8-D2611ECB2025}"/>
                </a:ext>
              </a:extLst>
            </p:cNvPr>
            <p:cNvSpPr/>
            <p:nvPr/>
          </p:nvSpPr>
          <p:spPr>
            <a:xfrm>
              <a:off x="5574425" y="1127739"/>
              <a:ext cx="1860153" cy="970160"/>
            </a:xfrm>
            <a:custGeom>
              <a:avLst/>
              <a:gdLst>
                <a:gd name="csX0" fmla="*/ 25400 w 1860153"/>
                <a:gd name="csY0" fmla="*/ 970161 h 970160"/>
                <a:gd name="csX1" fmla="*/ 1834753 w 1860153"/>
                <a:gd name="csY1" fmla="*/ 970161 h 970160"/>
                <a:gd name="csX2" fmla="*/ 1860154 w 1860153"/>
                <a:gd name="csY2" fmla="*/ 944761 h 970160"/>
                <a:gd name="csX3" fmla="*/ 1860154 w 1860153"/>
                <a:gd name="csY3" fmla="*/ 25400 h 970160"/>
                <a:gd name="csX4" fmla="*/ 1834753 w 1860153"/>
                <a:gd name="csY4" fmla="*/ 0 h 970160"/>
                <a:gd name="csX5" fmla="*/ 25400 w 1860153"/>
                <a:gd name="csY5" fmla="*/ 0 h 970160"/>
                <a:gd name="csX6" fmla="*/ 0 w 1860153"/>
                <a:gd name="csY6" fmla="*/ 25400 h 970160"/>
                <a:gd name="csX7" fmla="*/ 0 w 1860153"/>
                <a:gd name="csY7" fmla="*/ 944761 h 970160"/>
                <a:gd name="csX8" fmla="*/ 25400 w 1860153"/>
                <a:gd name="csY8" fmla="*/ 970161 h 9701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860153" h="970160">
                  <a:moveTo>
                    <a:pt x="25400" y="970161"/>
                  </a:moveTo>
                  <a:lnTo>
                    <a:pt x="1834753" y="970161"/>
                  </a:lnTo>
                  <a:cubicBezTo>
                    <a:pt x="1851687" y="970161"/>
                    <a:pt x="1860154" y="961694"/>
                    <a:pt x="1860154" y="944761"/>
                  </a:cubicBezTo>
                  <a:lnTo>
                    <a:pt x="1860154" y="25400"/>
                  </a:lnTo>
                  <a:cubicBezTo>
                    <a:pt x="1860154" y="8467"/>
                    <a:pt x="1851687" y="0"/>
                    <a:pt x="1834753" y="0"/>
                  </a:cubicBezTo>
                  <a:lnTo>
                    <a:pt x="25400" y="0"/>
                  </a:lnTo>
                  <a:cubicBezTo>
                    <a:pt x="8467" y="0"/>
                    <a:pt x="0" y="8467"/>
                    <a:pt x="0" y="25400"/>
                  </a:cubicBezTo>
                  <a:lnTo>
                    <a:pt x="0" y="944761"/>
                  </a:lnTo>
                  <a:cubicBezTo>
                    <a:pt x="0" y="961694"/>
                    <a:pt x="8467" y="970161"/>
                    <a:pt x="25400" y="970161"/>
                  </a:cubicBezTo>
                  <a:close/>
                </a:path>
              </a:pathLst>
            </a:custGeom>
            <a:solidFill>
              <a:srgbClr val="000000">
                <a:alpha val="80000"/>
              </a:srgbClr>
            </a:solidFill>
            <a:ln w="12700" cap="flat">
              <a:solidFill>
                <a:srgbClr val="CCCCCC">
                  <a:alpha val="8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5D844156-1888-0F04-782F-DB8C966916D9}"/>
                </a:ext>
              </a:extLst>
            </p:cNvPr>
            <p:cNvSpPr/>
            <p:nvPr/>
          </p:nvSpPr>
          <p:spPr>
            <a:xfrm>
              <a:off x="5625225" y="1230589"/>
              <a:ext cx="254000" cy="12700"/>
            </a:xfrm>
            <a:custGeom>
              <a:avLst/>
              <a:gdLst>
                <a:gd name="csX0" fmla="*/ 0 w 254000"/>
                <a:gd name="csY0" fmla="*/ 0 h 12700"/>
                <a:gd name="csX1" fmla="*/ 127000 w 254000"/>
                <a:gd name="csY1" fmla="*/ 0 h 12700"/>
                <a:gd name="csX2" fmla="*/ 254000 w 254000"/>
                <a:gd name="csY2" fmla="*/ 0 h 127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000" h="12700">
                  <a:moveTo>
                    <a:pt x="0" y="0"/>
                  </a:moveTo>
                  <a:lnTo>
                    <a:pt x="127000" y="0"/>
                  </a:lnTo>
                  <a:lnTo>
                    <a:pt x="254000" y="0"/>
                  </a:lnTo>
                </a:path>
              </a:pathLst>
            </a:custGeom>
            <a:noFill/>
            <a:ln w="19050" cap="sq">
              <a:solidFill>
                <a:srgbClr val="8DD3C7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97" name="Graphic 7">
              <a:extLst>
                <a:ext uri="{FF2B5EF4-FFF2-40B4-BE49-F238E27FC236}">
                  <a16:creationId xmlns:a16="http://schemas.microsoft.com/office/drawing/2014/main" id="{45C23225-F738-A553-9280-A85F44ED5FD6}"/>
                </a:ext>
              </a:extLst>
            </p:cNvPr>
            <p:cNvGrpSpPr/>
            <p:nvPr/>
          </p:nvGrpSpPr>
          <p:grpSpPr>
            <a:xfrm>
              <a:off x="5993287" y="1182448"/>
              <a:ext cx="420253" cy="94396"/>
              <a:chOff x="5993287" y="1182448"/>
              <a:chExt cx="420253" cy="94396"/>
            </a:xfrm>
            <a:solidFill>
              <a:srgbClr val="FFFFFF"/>
            </a:solidFill>
          </p:grpSpPr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B6003332-33BC-6A88-459D-4FA1758C8F58}"/>
                  </a:ext>
                </a:extLst>
              </p:cNvPr>
              <p:cNvSpPr/>
              <p:nvPr/>
            </p:nvSpPr>
            <p:spPr>
              <a:xfrm flipV="1">
                <a:off x="5993287" y="1182448"/>
                <a:ext cx="65682" cy="92590"/>
              </a:xfrm>
              <a:custGeom>
                <a:avLst/>
                <a:gdLst>
                  <a:gd name="csX0" fmla="*/ 10641 w 65682"/>
                  <a:gd name="csY0" fmla="*/ 41935 h 92590"/>
                  <a:gd name="csX1" fmla="*/ 10641 w 65682"/>
                  <a:gd name="csY1" fmla="*/ 8022 h 92590"/>
                  <a:gd name="csX2" fmla="*/ 30743 w 65682"/>
                  <a:gd name="csY2" fmla="*/ 8022 h 92590"/>
                  <a:gd name="csX3" fmla="*/ 45705 w 65682"/>
                  <a:gd name="csY3" fmla="*/ 12209 h 92590"/>
                  <a:gd name="csX4" fmla="*/ 50586 w 65682"/>
                  <a:gd name="csY4" fmla="*/ 25008 h 92590"/>
                  <a:gd name="csX5" fmla="*/ 45705 w 65682"/>
                  <a:gd name="csY5" fmla="*/ 37808 h 92590"/>
                  <a:gd name="csX6" fmla="*/ 30743 w 65682"/>
                  <a:gd name="csY6" fmla="*/ 41935 h 92590"/>
                  <a:gd name="csX7" fmla="*/ 10641 w 65682"/>
                  <a:gd name="csY7" fmla="*/ 41935 h 92590"/>
                  <a:gd name="csX8" fmla="*/ 10641 w 65682"/>
                  <a:gd name="csY8" fmla="*/ 80015 h 92590"/>
                  <a:gd name="csX9" fmla="*/ 10641 w 65682"/>
                  <a:gd name="csY9" fmla="*/ 52115 h 92590"/>
                  <a:gd name="csX10" fmla="*/ 29195 w 65682"/>
                  <a:gd name="csY10" fmla="*/ 52115 h 92590"/>
                  <a:gd name="csX11" fmla="*/ 42847 w 65682"/>
                  <a:gd name="csY11" fmla="*/ 55548 h 92590"/>
                  <a:gd name="csX12" fmla="*/ 47352 w 65682"/>
                  <a:gd name="csY12" fmla="*/ 66065 h 92590"/>
                  <a:gd name="csX13" fmla="*/ 42847 w 65682"/>
                  <a:gd name="csY13" fmla="*/ 76543 h 92590"/>
                  <a:gd name="csX14" fmla="*/ 29195 w 65682"/>
                  <a:gd name="csY14" fmla="*/ 80015 h 92590"/>
                  <a:gd name="csX15" fmla="*/ 10641 w 65682"/>
                  <a:gd name="csY15" fmla="*/ 80015 h 92590"/>
                  <a:gd name="csX16" fmla="*/ -1881 w 65682"/>
                  <a:gd name="csY16" fmla="*/ 90314 h 92590"/>
                  <a:gd name="csX17" fmla="*/ 30127 w 65682"/>
                  <a:gd name="csY17" fmla="*/ 90314 h 92590"/>
                  <a:gd name="csX18" fmla="*/ 52194 w 65682"/>
                  <a:gd name="csY18" fmla="*/ 84361 h 92590"/>
                  <a:gd name="csX19" fmla="*/ 59953 w 65682"/>
                  <a:gd name="csY19" fmla="*/ 67434 h 92590"/>
                  <a:gd name="csX20" fmla="*/ 55984 w 65682"/>
                  <a:gd name="csY20" fmla="*/ 53901 h 92590"/>
                  <a:gd name="csX21" fmla="*/ 44316 w 65682"/>
                  <a:gd name="csY21" fmla="*/ 47650 h 92590"/>
                  <a:gd name="csX22" fmla="*/ 58683 w 65682"/>
                  <a:gd name="csY22" fmla="*/ 39355 h 92590"/>
                  <a:gd name="csX23" fmla="*/ 63802 w 65682"/>
                  <a:gd name="csY23" fmla="*/ 23639 h 92590"/>
                  <a:gd name="csX24" fmla="*/ 55369 w 65682"/>
                  <a:gd name="csY24" fmla="*/ 4470 h 92590"/>
                  <a:gd name="csX25" fmla="*/ 31358 w 65682"/>
                  <a:gd name="csY25" fmla="*/ -2277 h 92590"/>
                  <a:gd name="csX26" fmla="*/ -1881 w 65682"/>
                  <a:gd name="csY26" fmla="*/ -2277 h 92590"/>
                  <a:gd name="csX27" fmla="*/ -1881 w 65682"/>
                  <a:gd name="csY27" fmla="*/ 90314 h 925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</a:cxnLst>
                <a:rect l="l" t="t" r="r" b="b"/>
                <a:pathLst>
                  <a:path w="65682" h="92590">
                    <a:moveTo>
                      <a:pt x="10641" y="41935"/>
                    </a:moveTo>
                    <a:lnTo>
                      <a:pt x="10641" y="8022"/>
                    </a:lnTo>
                    <a:lnTo>
                      <a:pt x="30743" y="8022"/>
                    </a:lnTo>
                    <a:cubicBezTo>
                      <a:pt x="37476" y="8022"/>
                      <a:pt x="42464" y="9418"/>
                      <a:pt x="45705" y="12209"/>
                    </a:cubicBezTo>
                    <a:cubicBezTo>
                      <a:pt x="48959" y="15000"/>
                      <a:pt x="50586" y="19267"/>
                      <a:pt x="50586" y="25008"/>
                    </a:cubicBezTo>
                    <a:cubicBezTo>
                      <a:pt x="50586" y="30803"/>
                      <a:pt x="48959" y="35069"/>
                      <a:pt x="45705" y="37808"/>
                    </a:cubicBezTo>
                    <a:cubicBezTo>
                      <a:pt x="42464" y="40559"/>
                      <a:pt x="37476" y="41935"/>
                      <a:pt x="30743" y="41935"/>
                    </a:cubicBezTo>
                    <a:lnTo>
                      <a:pt x="10641" y="41935"/>
                    </a:lnTo>
                    <a:close/>
                    <a:moveTo>
                      <a:pt x="10641" y="80015"/>
                    </a:moveTo>
                    <a:lnTo>
                      <a:pt x="10641" y="52115"/>
                    </a:lnTo>
                    <a:lnTo>
                      <a:pt x="29195" y="52115"/>
                    </a:lnTo>
                    <a:cubicBezTo>
                      <a:pt x="35307" y="52115"/>
                      <a:pt x="39858" y="53259"/>
                      <a:pt x="42847" y="55548"/>
                    </a:cubicBezTo>
                    <a:cubicBezTo>
                      <a:pt x="45850" y="57850"/>
                      <a:pt x="47352" y="61355"/>
                      <a:pt x="47352" y="66065"/>
                    </a:cubicBezTo>
                    <a:cubicBezTo>
                      <a:pt x="47352" y="70735"/>
                      <a:pt x="45850" y="74227"/>
                      <a:pt x="42847" y="76543"/>
                    </a:cubicBezTo>
                    <a:cubicBezTo>
                      <a:pt x="39858" y="78858"/>
                      <a:pt x="35307" y="80015"/>
                      <a:pt x="29195" y="80015"/>
                    </a:cubicBezTo>
                    <a:lnTo>
                      <a:pt x="10641" y="80015"/>
                    </a:lnTo>
                    <a:close/>
                    <a:moveTo>
                      <a:pt x="-1881" y="90314"/>
                    </a:moveTo>
                    <a:lnTo>
                      <a:pt x="30127" y="90314"/>
                    </a:lnTo>
                    <a:cubicBezTo>
                      <a:pt x="39679" y="90314"/>
                      <a:pt x="47034" y="88330"/>
                      <a:pt x="52194" y="84361"/>
                    </a:cubicBezTo>
                    <a:cubicBezTo>
                      <a:pt x="57366" y="80392"/>
                      <a:pt x="59953" y="74750"/>
                      <a:pt x="59953" y="67434"/>
                    </a:cubicBezTo>
                    <a:cubicBezTo>
                      <a:pt x="59953" y="61759"/>
                      <a:pt x="58630" y="57248"/>
                      <a:pt x="55984" y="53901"/>
                    </a:cubicBezTo>
                    <a:cubicBezTo>
                      <a:pt x="53338" y="50554"/>
                      <a:pt x="49449" y="48470"/>
                      <a:pt x="44316" y="47650"/>
                    </a:cubicBezTo>
                    <a:cubicBezTo>
                      <a:pt x="50481" y="46327"/>
                      <a:pt x="55270" y="43562"/>
                      <a:pt x="58683" y="39355"/>
                    </a:cubicBezTo>
                    <a:cubicBezTo>
                      <a:pt x="62096" y="35162"/>
                      <a:pt x="63802" y="29923"/>
                      <a:pt x="63802" y="23639"/>
                    </a:cubicBezTo>
                    <a:cubicBezTo>
                      <a:pt x="63802" y="15371"/>
                      <a:pt x="60991" y="8981"/>
                      <a:pt x="55369" y="4470"/>
                    </a:cubicBezTo>
                    <a:cubicBezTo>
                      <a:pt x="49746" y="-28"/>
                      <a:pt x="41743" y="-2277"/>
                      <a:pt x="31358" y="-2277"/>
                    </a:cubicBezTo>
                    <a:lnTo>
                      <a:pt x="-1881" y="-2277"/>
                    </a:lnTo>
                    <a:lnTo>
                      <a:pt x="-1881" y="90314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83C92F14-B7AD-BF17-DCE8-B83BC007D0FF}"/>
                  </a:ext>
                </a:extLst>
              </p:cNvPr>
              <p:cNvSpPr/>
              <p:nvPr/>
            </p:nvSpPr>
            <p:spPr>
              <a:xfrm flipV="1">
                <a:off x="6079481" y="1203919"/>
                <a:ext cx="40679" cy="71119"/>
              </a:xfrm>
              <a:custGeom>
                <a:avLst/>
                <a:gdLst>
                  <a:gd name="csX0" fmla="*/ 39482 w 40679"/>
                  <a:gd name="csY0" fmla="*/ 57062 h 71119"/>
                  <a:gd name="csX1" fmla="*/ 35295 w 40679"/>
                  <a:gd name="csY1" fmla="*/ 58689 h 71119"/>
                  <a:gd name="csX2" fmla="*/ 30314 w 40679"/>
                  <a:gd name="csY2" fmla="*/ 59225 h 71119"/>
                  <a:gd name="csX3" fmla="*/ 15451 w 40679"/>
                  <a:gd name="csY3" fmla="*/ 52935 h 71119"/>
                  <a:gd name="csX4" fmla="*/ 10272 w 40679"/>
                  <a:gd name="csY4" fmla="*/ 34857 h 71119"/>
                  <a:gd name="csX5" fmla="*/ 10272 w 40679"/>
                  <a:gd name="csY5" fmla="*/ -1735 h 71119"/>
                  <a:gd name="csX6" fmla="*/ -1198 w 40679"/>
                  <a:gd name="csY6" fmla="*/ -1735 h 71119"/>
                  <a:gd name="csX7" fmla="*/ -1198 w 40679"/>
                  <a:gd name="csY7" fmla="*/ 67718 h 71119"/>
                  <a:gd name="csX8" fmla="*/ 10272 w 40679"/>
                  <a:gd name="csY8" fmla="*/ 67718 h 71119"/>
                  <a:gd name="csX9" fmla="*/ 10272 w 40679"/>
                  <a:gd name="csY9" fmla="*/ 56923 h 71119"/>
                  <a:gd name="csX10" fmla="*/ 19638 w 40679"/>
                  <a:gd name="csY10" fmla="*/ 66309 h 71119"/>
                  <a:gd name="csX11" fmla="*/ 33668 w 40679"/>
                  <a:gd name="csY11" fmla="*/ 69385 h 71119"/>
                  <a:gd name="csX12" fmla="*/ 36267 w 40679"/>
                  <a:gd name="csY12" fmla="*/ 69226 h 71119"/>
                  <a:gd name="csX13" fmla="*/ 39422 w 40679"/>
                  <a:gd name="csY13" fmla="*/ 68770 h 71119"/>
                  <a:gd name="csX14" fmla="*/ 39482 w 40679"/>
                  <a:gd name="csY14" fmla="*/ 57062 h 7111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40679" h="71119">
                    <a:moveTo>
                      <a:pt x="39482" y="57062"/>
                    </a:moveTo>
                    <a:cubicBezTo>
                      <a:pt x="38199" y="57803"/>
                      <a:pt x="36803" y="58345"/>
                      <a:pt x="35295" y="58689"/>
                    </a:cubicBezTo>
                    <a:cubicBezTo>
                      <a:pt x="33787" y="59046"/>
                      <a:pt x="32127" y="59225"/>
                      <a:pt x="30314" y="59225"/>
                    </a:cubicBezTo>
                    <a:cubicBezTo>
                      <a:pt x="23858" y="59225"/>
                      <a:pt x="18904" y="57128"/>
                      <a:pt x="15451" y="52935"/>
                    </a:cubicBezTo>
                    <a:cubicBezTo>
                      <a:pt x="11998" y="48741"/>
                      <a:pt x="10272" y="42715"/>
                      <a:pt x="10272" y="34857"/>
                    </a:cubicBezTo>
                    <a:lnTo>
                      <a:pt x="10272" y="-1735"/>
                    </a:lnTo>
                    <a:lnTo>
                      <a:pt x="-1198" y="-1735"/>
                    </a:lnTo>
                    <a:lnTo>
                      <a:pt x="-1198" y="67718"/>
                    </a:lnTo>
                    <a:lnTo>
                      <a:pt x="10272" y="67718"/>
                    </a:lnTo>
                    <a:lnTo>
                      <a:pt x="10272" y="56923"/>
                    </a:lnTo>
                    <a:cubicBezTo>
                      <a:pt x="12680" y="61143"/>
                      <a:pt x="15802" y="64272"/>
                      <a:pt x="19638" y="66309"/>
                    </a:cubicBezTo>
                    <a:cubicBezTo>
                      <a:pt x="23488" y="68360"/>
                      <a:pt x="28164" y="69385"/>
                      <a:pt x="33668" y="69385"/>
                    </a:cubicBezTo>
                    <a:cubicBezTo>
                      <a:pt x="34448" y="69385"/>
                      <a:pt x="35315" y="69332"/>
                      <a:pt x="36267" y="69226"/>
                    </a:cubicBezTo>
                    <a:cubicBezTo>
                      <a:pt x="37220" y="69134"/>
                      <a:pt x="38272" y="68982"/>
                      <a:pt x="39422" y="68770"/>
                    </a:cubicBezTo>
                    <a:lnTo>
                      <a:pt x="39482" y="57062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7495B76A-555B-2241-F3A3-DCE846E9F27D}"/>
                  </a:ext>
                </a:extLst>
              </p:cNvPr>
              <p:cNvSpPr/>
              <p:nvPr/>
            </p:nvSpPr>
            <p:spPr>
              <a:xfrm flipV="1">
                <a:off x="6124313" y="1203919"/>
                <a:ext cx="63757" cy="72925"/>
              </a:xfrm>
              <a:custGeom>
                <a:avLst/>
                <a:gdLst>
                  <a:gd name="csX0" fmla="*/ 30322 w 63757"/>
                  <a:gd name="csY0" fmla="*/ 61572 h 72925"/>
                  <a:gd name="csX1" fmla="*/ 15817 w 63757"/>
                  <a:gd name="csY1" fmla="*/ 54409 h 72925"/>
                  <a:gd name="csX2" fmla="*/ 10479 w 63757"/>
                  <a:gd name="csY2" fmla="*/ 34783 h 72925"/>
                  <a:gd name="csX3" fmla="*/ 15777 w 63757"/>
                  <a:gd name="csY3" fmla="*/ 15158 h 72925"/>
                  <a:gd name="csX4" fmla="*/ 30322 w 63757"/>
                  <a:gd name="csY4" fmla="*/ 7994 h 72925"/>
                  <a:gd name="csX5" fmla="*/ 44769 w 63757"/>
                  <a:gd name="csY5" fmla="*/ 15178 h 72925"/>
                  <a:gd name="csX6" fmla="*/ 50107 w 63757"/>
                  <a:gd name="csY6" fmla="*/ 34783 h 72925"/>
                  <a:gd name="csX7" fmla="*/ 44769 w 63757"/>
                  <a:gd name="csY7" fmla="*/ 54349 h 72925"/>
                  <a:gd name="csX8" fmla="*/ 30322 w 63757"/>
                  <a:gd name="csY8" fmla="*/ 61572 h 72925"/>
                  <a:gd name="csX9" fmla="*/ 30322 w 63757"/>
                  <a:gd name="csY9" fmla="*/ 71236 h 72925"/>
                  <a:gd name="csX10" fmla="*/ 53698 w 63757"/>
                  <a:gd name="csY10" fmla="*/ 61553 h 72925"/>
                  <a:gd name="csX11" fmla="*/ 62211 w 63757"/>
                  <a:gd name="csY11" fmla="*/ 34783 h 72925"/>
                  <a:gd name="csX12" fmla="*/ 53698 w 63757"/>
                  <a:gd name="csY12" fmla="*/ 8014 h 72925"/>
                  <a:gd name="csX13" fmla="*/ 30322 w 63757"/>
                  <a:gd name="csY13" fmla="*/ -1689 h 72925"/>
                  <a:gd name="csX14" fmla="*/ 6907 w 63757"/>
                  <a:gd name="csY14" fmla="*/ 8014 h 72925"/>
                  <a:gd name="csX15" fmla="*/ -1547 w 63757"/>
                  <a:gd name="csY15" fmla="*/ 34783 h 72925"/>
                  <a:gd name="csX16" fmla="*/ 6907 w 63757"/>
                  <a:gd name="csY16" fmla="*/ 61553 h 72925"/>
                  <a:gd name="csX17" fmla="*/ 30322 w 63757"/>
                  <a:gd name="csY17" fmla="*/ 71236 h 729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</a:cxnLst>
                <a:rect l="l" t="t" r="r" b="b"/>
                <a:pathLst>
                  <a:path w="63757" h="72925">
                    <a:moveTo>
                      <a:pt x="30322" y="61572"/>
                    </a:moveTo>
                    <a:cubicBezTo>
                      <a:pt x="24210" y="61572"/>
                      <a:pt x="19375" y="59185"/>
                      <a:pt x="15817" y="54409"/>
                    </a:cubicBezTo>
                    <a:cubicBezTo>
                      <a:pt x="12258" y="49633"/>
                      <a:pt x="10479" y="43091"/>
                      <a:pt x="10479" y="34783"/>
                    </a:cubicBezTo>
                    <a:cubicBezTo>
                      <a:pt x="10479" y="26475"/>
                      <a:pt x="12245" y="19934"/>
                      <a:pt x="15777" y="15158"/>
                    </a:cubicBezTo>
                    <a:cubicBezTo>
                      <a:pt x="19322" y="10382"/>
                      <a:pt x="24171" y="7994"/>
                      <a:pt x="30322" y="7994"/>
                    </a:cubicBezTo>
                    <a:cubicBezTo>
                      <a:pt x="36408" y="7994"/>
                      <a:pt x="41223" y="10389"/>
                      <a:pt x="44769" y="15178"/>
                    </a:cubicBezTo>
                    <a:cubicBezTo>
                      <a:pt x="48327" y="19980"/>
                      <a:pt x="50107" y="26515"/>
                      <a:pt x="50107" y="34783"/>
                    </a:cubicBezTo>
                    <a:cubicBezTo>
                      <a:pt x="50107" y="43012"/>
                      <a:pt x="48327" y="49534"/>
                      <a:pt x="44769" y="54349"/>
                    </a:cubicBezTo>
                    <a:cubicBezTo>
                      <a:pt x="41223" y="59165"/>
                      <a:pt x="36408" y="61572"/>
                      <a:pt x="30322" y="61572"/>
                    </a:cubicBezTo>
                    <a:close/>
                    <a:moveTo>
                      <a:pt x="30322" y="71236"/>
                    </a:moveTo>
                    <a:cubicBezTo>
                      <a:pt x="40244" y="71236"/>
                      <a:pt x="48036" y="68008"/>
                      <a:pt x="53698" y="61553"/>
                    </a:cubicBezTo>
                    <a:cubicBezTo>
                      <a:pt x="59374" y="55110"/>
                      <a:pt x="62211" y="46187"/>
                      <a:pt x="62211" y="34783"/>
                    </a:cubicBezTo>
                    <a:cubicBezTo>
                      <a:pt x="62211" y="23420"/>
                      <a:pt x="59374" y="14496"/>
                      <a:pt x="53698" y="8014"/>
                    </a:cubicBezTo>
                    <a:cubicBezTo>
                      <a:pt x="48036" y="1545"/>
                      <a:pt x="40244" y="-1689"/>
                      <a:pt x="30322" y="-1689"/>
                    </a:cubicBezTo>
                    <a:cubicBezTo>
                      <a:pt x="20361" y="-1689"/>
                      <a:pt x="12556" y="1545"/>
                      <a:pt x="6907" y="8014"/>
                    </a:cubicBezTo>
                    <a:cubicBezTo>
                      <a:pt x="1271" y="14496"/>
                      <a:pt x="-1547" y="23420"/>
                      <a:pt x="-1547" y="34783"/>
                    </a:cubicBezTo>
                    <a:cubicBezTo>
                      <a:pt x="-1547" y="46187"/>
                      <a:pt x="1271" y="55110"/>
                      <a:pt x="6907" y="61553"/>
                    </a:cubicBezTo>
                    <a:cubicBezTo>
                      <a:pt x="12556" y="68008"/>
                      <a:pt x="20361" y="71236"/>
                      <a:pt x="30322" y="71236"/>
                    </a:cubicBez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6255E8E7-F1A8-E10C-3D5A-B83ECABF64D9}"/>
                  </a:ext>
                </a:extLst>
              </p:cNvPr>
              <p:cNvSpPr/>
              <p:nvPr/>
            </p:nvSpPr>
            <p:spPr>
              <a:xfrm flipV="1">
                <a:off x="6206538" y="1203919"/>
                <a:ext cx="58181" cy="71119"/>
              </a:xfrm>
              <a:custGeom>
                <a:avLst/>
                <a:gdLst>
                  <a:gd name="csX0" fmla="*/ 56554 w 58181"/>
                  <a:gd name="csY0" fmla="*/ 40195 h 71119"/>
                  <a:gd name="csX1" fmla="*/ 56554 w 58181"/>
                  <a:gd name="csY1" fmla="*/ -1735 h 71119"/>
                  <a:gd name="csX2" fmla="*/ 45144 w 58181"/>
                  <a:gd name="csY2" fmla="*/ -1735 h 71119"/>
                  <a:gd name="csX3" fmla="*/ 45144 w 58181"/>
                  <a:gd name="csY3" fmla="*/ 39818 h 71119"/>
                  <a:gd name="csX4" fmla="*/ 41294 w 58181"/>
                  <a:gd name="csY4" fmla="*/ 54562 h 71119"/>
                  <a:gd name="csX5" fmla="*/ 29765 w 58181"/>
                  <a:gd name="csY5" fmla="*/ 59463 h 71119"/>
                  <a:gd name="csX6" fmla="*/ 15180 w 58181"/>
                  <a:gd name="csY6" fmla="*/ 53570 h 71119"/>
                  <a:gd name="csX7" fmla="*/ 9842 w 58181"/>
                  <a:gd name="csY7" fmla="*/ 37516 h 71119"/>
                  <a:gd name="csX8" fmla="*/ 9842 w 58181"/>
                  <a:gd name="csY8" fmla="*/ -1735 h 71119"/>
                  <a:gd name="csX9" fmla="*/ -1628 w 58181"/>
                  <a:gd name="csY9" fmla="*/ -1735 h 71119"/>
                  <a:gd name="csX10" fmla="*/ -1628 w 58181"/>
                  <a:gd name="csY10" fmla="*/ 67718 h 71119"/>
                  <a:gd name="csX11" fmla="*/ 9842 w 58181"/>
                  <a:gd name="csY11" fmla="*/ 67718 h 71119"/>
                  <a:gd name="csX12" fmla="*/ 9842 w 58181"/>
                  <a:gd name="csY12" fmla="*/ 56923 h 71119"/>
                  <a:gd name="csX13" fmla="*/ 19486 w 58181"/>
                  <a:gd name="csY13" fmla="*/ 66289 h 71119"/>
                  <a:gd name="csX14" fmla="*/ 32305 w 58181"/>
                  <a:gd name="csY14" fmla="*/ 69385 h 71119"/>
                  <a:gd name="csX15" fmla="*/ 50402 w 58181"/>
                  <a:gd name="csY15" fmla="*/ 61983 h 71119"/>
                  <a:gd name="csX16" fmla="*/ 56554 w 58181"/>
                  <a:gd name="csY16" fmla="*/ 40195 h 7111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58181" h="71119">
                    <a:moveTo>
                      <a:pt x="56554" y="40195"/>
                    </a:moveTo>
                    <a:lnTo>
                      <a:pt x="56554" y="-1735"/>
                    </a:lnTo>
                    <a:lnTo>
                      <a:pt x="45144" y="-1735"/>
                    </a:lnTo>
                    <a:lnTo>
                      <a:pt x="45144" y="39818"/>
                    </a:lnTo>
                    <a:cubicBezTo>
                      <a:pt x="45144" y="46393"/>
                      <a:pt x="43860" y="51307"/>
                      <a:pt x="41294" y="54562"/>
                    </a:cubicBezTo>
                    <a:cubicBezTo>
                      <a:pt x="38728" y="57829"/>
                      <a:pt x="34884" y="59463"/>
                      <a:pt x="29765" y="59463"/>
                    </a:cubicBezTo>
                    <a:cubicBezTo>
                      <a:pt x="23600" y="59463"/>
                      <a:pt x="18738" y="57499"/>
                      <a:pt x="15180" y="53570"/>
                    </a:cubicBezTo>
                    <a:cubicBezTo>
                      <a:pt x="11621" y="49654"/>
                      <a:pt x="9842" y="44303"/>
                      <a:pt x="9842" y="37516"/>
                    </a:cubicBezTo>
                    <a:lnTo>
                      <a:pt x="9842" y="-1735"/>
                    </a:lnTo>
                    <a:lnTo>
                      <a:pt x="-1628" y="-1735"/>
                    </a:lnTo>
                    <a:lnTo>
                      <a:pt x="-1628" y="67718"/>
                    </a:lnTo>
                    <a:lnTo>
                      <a:pt x="9842" y="67718"/>
                    </a:lnTo>
                    <a:lnTo>
                      <a:pt x="9842" y="56923"/>
                    </a:lnTo>
                    <a:cubicBezTo>
                      <a:pt x="12580" y="61104"/>
                      <a:pt x="15795" y="64226"/>
                      <a:pt x="19486" y="66289"/>
                    </a:cubicBezTo>
                    <a:cubicBezTo>
                      <a:pt x="23190" y="68353"/>
                      <a:pt x="27463" y="69385"/>
                      <a:pt x="32305" y="69385"/>
                    </a:cubicBezTo>
                    <a:cubicBezTo>
                      <a:pt x="40282" y="69385"/>
                      <a:pt x="46314" y="66918"/>
                      <a:pt x="50402" y="61983"/>
                    </a:cubicBezTo>
                    <a:cubicBezTo>
                      <a:pt x="54503" y="57049"/>
                      <a:pt x="56554" y="49786"/>
                      <a:pt x="56554" y="40195"/>
                    </a:cubicBez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D7469FC6-2CC7-D423-2D1D-4F068409A5BC}"/>
                  </a:ext>
                </a:extLst>
              </p:cNvPr>
              <p:cNvSpPr/>
              <p:nvPr/>
            </p:nvSpPr>
            <p:spPr>
              <a:xfrm flipV="1">
                <a:off x="6280957" y="1205586"/>
                <a:ext cx="55741" cy="69453"/>
              </a:xfrm>
              <a:custGeom>
                <a:avLst/>
                <a:gdLst>
                  <a:gd name="csX0" fmla="*/ 293 w 55741"/>
                  <a:gd name="csY0" fmla="*/ 67760 h 69453"/>
                  <a:gd name="csX1" fmla="*/ 54486 w 55741"/>
                  <a:gd name="csY1" fmla="*/ 67760 h 69453"/>
                  <a:gd name="csX2" fmla="*/ 54486 w 55741"/>
                  <a:gd name="csY2" fmla="*/ 57342 h 69453"/>
                  <a:gd name="csX3" fmla="*/ 11584 w 55741"/>
                  <a:gd name="csY3" fmla="*/ 7415 h 69453"/>
                  <a:gd name="csX4" fmla="*/ 54486 w 55741"/>
                  <a:gd name="csY4" fmla="*/ 7415 h 69453"/>
                  <a:gd name="csX5" fmla="*/ 54486 w 55741"/>
                  <a:gd name="csY5" fmla="*/ -1693 h 69453"/>
                  <a:gd name="csX6" fmla="*/ -1255 w 55741"/>
                  <a:gd name="csY6" fmla="*/ -1693 h 69453"/>
                  <a:gd name="csX7" fmla="*/ -1255 w 55741"/>
                  <a:gd name="csY7" fmla="*/ 8725 h 69453"/>
                  <a:gd name="csX8" fmla="*/ 41667 w 55741"/>
                  <a:gd name="csY8" fmla="*/ 58652 h 69453"/>
                  <a:gd name="csX9" fmla="*/ 293 w 55741"/>
                  <a:gd name="csY9" fmla="*/ 58652 h 69453"/>
                  <a:gd name="csX10" fmla="*/ 293 w 55741"/>
                  <a:gd name="csY10" fmla="*/ 67760 h 6945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55741" h="69453">
                    <a:moveTo>
                      <a:pt x="293" y="67760"/>
                    </a:moveTo>
                    <a:lnTo>
                      <a:pt x="54486" y="67760"/>
                    </a:lnTo>
                    <a:lnTo>
                      <a:pt x="54486" y="57342"/>
                    </a:lnTo>
                    <a:lnTo>
                      <a:pt x="11584" y="7415"/>
                    </a:lnTo>
                    <a:lnTo>
                      <a:pt x="54486" y="7415"/>
                    </a:lnTo>
                    <a:lnTo>
                      <a:pt x="54486" y="-1693"/>
                    </a:lnTo>
                    <a:lnTo>
                      <a:pt x="-1255" y="-1693"/>
                    </a:lnTo>
                    <a:lnTo>
                      <a:pt x="-1255" y="8725"/>
                    </a:lnTo>
                    <a:lnTo>
                      <a:pt x="41667" y="58652"/>
                    </a:lnTo>
                    <a:lnTo>
                      <a:pt x="293" y="58652"/>
                    </a:lnTo>
                    <a:lnTo>
                      <a:pt x="293" y="67760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B58BDDD8-8E53-CC0E-81A4-1A2BEE9A74BA}"/>
                  </a:ext>
                </a:extLst>
              </p:cNvPr>
              <p:cNvSpPr/>
              <p:nvPr/>
            </p:nvSpPr>
            <p:spPr>
              <a:xfrm flipV="1">
                <a:off x="6349168" y="1203919"/>
                <a:ext cx="64373" cy="72925"/>
              </a:xfrm>
              <a:custGeom>
                <a:avLst/>
                <a:gdLst>
                  <a:gd name="csX0" fmla="*/ 62829 w 64373"/>
                  <a:gd name="csY0" fmla="*/ 37700 h 72925"/>
                  <a:gd name="csX1" fmla="*/ 62829 w 64373"/>
                  <a:gd name="csY1" fmla="*/ 32124 h 72925"/>
                  <a:gd name="csX2" fmla="*/ 10362 w 64373"/>
                  <a:gd name="csY2" fmla="*/ 32124 h 72925"/>
                  <a:gd name="csX3" fmla="*/ 17466 w 64373"/>
                  <a:gd name="csY3" fmla="*/ 14166 h 72925"/>
                  <a:gd name="csX4" fmla="*/ 35166 w 64373"/>
                  <a:gd name="csY4" fmla="*/ 7994 h 72925"/>
                  <a:gd name="csX5" fmla="*/ 47906 w 64373"/>
                  <a:gd name="csY5" fmla="*/ 9602 h 72925"/>
                  <a:gd name="csX6" fmla="*/ 60170 w 64373"/>
                  <a:gd name="csY6" fmla="*/ 14444 h 72925"/>
                  <a:gd name="csX7" fmla="*/ 60170 w 64373"/>
                  <a:gd name="csY7" fmla="*/ 3649 h 72925"/>
                  <a:gd name="csX8" fmla="*/ 47569 w 64373"/>
                  <a:gd name="csY8" fmla="*/ -320 h 72925"/>
                  <a:gd name="csX9" fmla="*/ 34492 w 64373"/>
                  <a:gd name="csY9" fmla="*/ -1689 h 72925"/>
                  <a:gd name="csX10" fmla="*/ 8159 w 64373"/>
                  <a:gd name="csY10" fmla="*/ 7974 h 72925"/>
                  <a:gd name="csX11" fmla="*/ -1545 w 64373"/>
                  <a:gd name="csY11" fmla="*/ 34168 h 72925"/>
                  <a:gd name="csX12" fmla="*/ 7663 w 64373"/>
                  <a:gd name="csY12" fmla="*/ 61215 h 72925"/>
                  <a:gd name="csX13" fmla="*/ 32507 w 64373"/>
                  <a:gd name="csY13" fmla="*/ 71236 h 72925"/>
                  <a:gd name="csX14" fmla="*/ 54673 w 64373"/>
                  <a:gd name="csY14" fmla="*/ 62207 h 72925"/>
                  <a:gd name="csX15" fmla="*/ 62829 w 64373"/>
                  <a:gd name="csY15" fmla="*/ 37700 h 72925"/>
                  <a:gd name="csX16" fmla="*/ 51418 w 64373"/>
                  <a:gd name="csY16" fmla="*/ 41054 h 72925"/>
                  <a:gd name="csX17" fmla="*/ 46180 w 64373"/>
                  <a:gd name="csY17" fmla="*/ 55977 h 72925"/>
                  <a:gd name="csX18" fmla="*/ 32626 w 64373"/>
                  <a:gd name="csY18" fmla="*/ 61572 h 72925"/>
                  <a:gd name="csX19" fmla="*/ 17347 w 64373"/>
                  <a:gd name="csY19" fmla="*/ 56175 h 72925"/>
                  <a:gd name="csX20" fmla="*/ 10739 w 64373"/>
                  <a:gd name="csY20" fmla="*/ 40975 h 72925"/>
                  <a:gd name="csX21" fmla="*/ 51418 w 64373"/>
                  <a:gd name="csY21" fmla="*/ 41054 h 729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</a:cxnLst>
                <a:rect l="l" t="t" r="r" b="b"/>
                <a:pathLst>
                  <a:path w="64373" h="72925">
                    <a:moveTo>
                      <a:pt x="62829" y="37700"/>
                    </a:moveTo>
                    <a:lnTo>
                      <a:pt x="62829" y="32124"/>
                    </a:lnTo>
                    <a:lnTo>
                      <a:pt x="10362" y="32124"/>
                    </a:lnTo>
                    <a:cubicBezTo>
                      <a:pt x="10864" y="24266"/>
                      <a:pt x="13232" y="18280"/>
                      <a:pt x="17466" y="14166"/>
                    </a:cubicBezTo>
                    <a:cubicBezTo>
                      <a:pt x="21699" y="10051"/>
                      <a:pt x="27599" y="7994"/>
                      <a:pt x="35166" y="7994"/>
                    </a:cubicBezTo>
                    <a:cubicBezTo>
                      <a:pt x="39545" y="7994"/>
                      <a:pt x="43792" y="8530"/>
                      <a:pt x="47906" y="9602"/>
                    </a:cubicBezTo>
                    <a:cubicBezTo>
                      <a:pt x="52020" y="10673"/>
                      <a:pt x="56108" y="12287"/>
                      <a:pt x="60170" y="14444"/>
                    </a:cubicBezTo>
                    <a:lnTo>
                      <a:pt x="60170" y="3649"/>
                    </a:lnTo>
                    <a:cubicBezTo>
                      <a:pt x="56068" y="1916"/>
                      <a:pt x="51868" y="593"/>
                      <a:pt x="47569" y="-320"/>
                    </a:cubicBezTo>
                    <a:cubicBezTo>
                      <a:pt x="43269" y="-1233"/>
                      <a:pt x="38910" y="-1689"/>
                      <a:pt x="34492" y="-1689"/>
                    </a:cubicBezTo>
                    <a:cubicBezTo>
                      <a:pt x="23406" y="-1689"/>
                      <a:pt x="14628" y="1532"/>
                      <a:pt x="8159" y="7974"/>
                    </a:cubicBezTo>
                    <a:cubicBezTo>
                      <a:pt x="1690" y="14430"/>
                      <a:pt x="-1545" y="23162"/>
                      <a:pt x="-1545" y="34168"/>
                    </a:cubicBezTo>
                    <a:cubicBezTo>
                      <a:pt x="-1545" y="45532"/>
                      <a:pt x="1525" y="54548"/>
                      <a:pt x="7663" y="61215"/>
                    </a:cubicBezTo>
                    <a:cubicBezTo>
                      <a:pt x="13801" y="67896"/>
                      <a:pt x="22083" y="71236"/>
                      <a:pt x="32507" y="71236"/>
                    </a:cubicBezTo>
                    <a:cubicBezTo>
                      <a:pt x="41847" y="71236"/>
                      <a:pt x="49236" y="68227"/>
                      <a:pt x="54673" y="62207"/>
                    </a:cubicBezTo>
                    <a:cubicBezTo>
                      <a:pt x="60110" y="56201"/>
                      <a:pt x="62829" y="48032"/>
                      <a:pt x="62829" y="37700"/>
                    </a:cubicBezTo>
                    <a:close/>
                    <a:moveTo>
                      <a:pt x="51418" y="41054"/>
                    </a:moveTo>
                    <a:cubicBezTo>
                      <a:pt x="51339" y="47285"/>
                      <a:pt x="49593" y="52259"/>
                      <a:pt x="46180" y="55977"/>
                    </a:cubicBezTo>
                    <a:cubicBezTo>
                      <a:pt x="42767" y="59707"/>
                      <a:pt x="38249" y="61572"/>
                      <a:pt x="32626" y="61572"/>
                    </a:cubicBezTo>
                    <a:cubicBezTo>
                      <a:pt x="26263" y="61572"/>
                      <a:pt x="21170" y="59773"/>
                      <a:pt x="17347" y="56175"/>
                    </a:cubicBezTo>
                    <a:cubicBezTo>
                      <a:pt x="13523" y="52577"/>
                      <a:pt x="11321" y="47510"/>
                      <a:pt x="10739" y="40975"/>
                    </a:cubicBezTo>
                    <a:lnTo>
                      <a:pt x="51418" y="41054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C2AB42CE-BA8B-7E82-99B0-A9B57AF9DA56}"/>
                </a:ext>
              </a:extLst>
            </p:cNvPr>
            <p:cNvSpPr/>
            <p:nvPr/>
          </p:nvSpPr>
          <p:spPr>
            <a:xfrm>
              <a:off x="5625225" y="1417001"/>
              <a:ext cx="254000" cy="12700"/>
            </a:xfrm>
            <a:custGeom>
              <a:avLst/>
              <a:gdLst>
                <a:gd name="csX0" fmla="*/ 0 w 254000"/>
                <a:gd name="csY0" fmla="*/ 0 h 12700"/>
                <a:gd name="csX1" fmla="*/ 127000 w 254000"/>
                <a:gd name="csY1" fmla="*/ 0 h 12700"/>
                <a:gd name="csX2" fmla="*/ 254000 w 254000"/>
                <a:gd name="csY2" fmla="*/ 0 h 127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000" h="12700">
                  <a:moveTo>
                    <a:pt x="0" y="0"/>
                  </a:moveTo>
                  <a:lnTo>
                    <a:pt x="127000" y="0"/>
                  </a:lnTo>
                  <a:lnTo>
                    <a:pt x="254000" y="0"/>
                  </a:lnTo>
                </a:path>
              </a:pathLst>
            </a:custGeom>
            <a:noFill/>
            <a:ln w="19050" cap="sq">
              <a:solidFill>
                <a:srgbClr val="FEFFB3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305" name="Graphic 7">
              <a:extLst>
                <a:ext uri="{FF2B5EF4-FFF2-40B4-BE49-F238E27FC236}">
                  <a16:creationId xmlns:a16="http://schemas.microsoft.com/office/drawing/2014/main" id="{2BB8F4E4-F56B-9A2E-F0AE-AB8E05479F1F}"/>
                </a:ext>
              </a:extLst>
            </p:cNvPr>
            <p:cNvGrpSpPr/>
            <p:nvPr/>
          </p:nvGrpSpPr>
          <p:grpSpPr>
            <a:xfrm>
              <a:off x="5987949" y="1364951"/>
              <a:ext cx="273350" cy="98305"/>
              <a:chOff x="5987949" y="1364951"/>
              <a:chExt cx="273350" cy="98305"/>
            </a:xfrm>
            <a:solidFill>
              <a:srgbClr val="FFFFFF"/>
            </a:solidFill>
          </p:grpSpPr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E4731CEE-5FE0-7C16-72AF-780831D55115}"/>
                  </a:ext>
                </a:extLst>
              </p:cNvPr>
              <p:cNvSpPr/>
              <p:nvPr/>
            </p:nvSpPr>
            <p:spPr>
              <a:xfrm flipV="1">
                <a:off x="5987949" y="1367193"/>
                <a:ext cx="80863" cy="96063"/>
              </a:xfrm>
              <a:custGeom>
                <a:avLst/>
                <a:gdLst>
                  <a:gd name="csX0" fmla="*/ 66467 w 80863"/>
                  <a:gd name="csY0" fmla="*/ 12763 h 96063"/>
                  <a:gd name="csX1" fmla="*/ 66467 w 80863"/>
                  <a:gd name="csY1" fmla="*/ 37627 h 96063"/>
                  <a:gd name="csX2" fmla="*/ 46008 w 80863"/>
                  <a:gd name="csY2" fmla="*/ 37627 h 96063"/>
                  <a:gd name="csX3" fmla="*/ 46008 w 80863"/>
                  <a:gd name="csY3" fmla="*/ 47926 h 96063"/>
                  <a:gd name="csX4" fmla="*/ 78869 w 80863"/>
                  <a:gd name="csY4" fmla="*/ 47926 h 96063"/>
                  <a:gd name="csX5" fmla="*/ 78869 w 80863"/>
                  <a:gd name="csY5" fmla="*/ 8159 h 96063"/>
                  <a:gd name="csX6" fmla="*/ 62875 w 80863"/>
                  <a:gd name="csY6" fmla="*/ 381 h 96063"/>
                  <a:gd name="csX7" fmla="*/ 44222 w 80863"/>
                  <a:gd name="csY7" fmla="*/ -2259 h 96063"/>
                  <a:gd name="csX8" fmla="*/ 10250 w 80863"/>
                  <a:gd name="csY8" fmla="*/ 10421 h 96063"/>
                  <a:gd name="csX9" fmla="*/ -1994 w 80863"/>
                  <a:gd name="csY9" fmla="*/ 45743 h 96063"/>
                  <a:gd name="csX10" fmla="*/ 10250 w 80863"/>
                  <a:gd name="csY10" fmla="*/ 81125 h 96063"/>
                  <a:gd name="csX11" fmla="*/ 44222 w 80863"/>
                  <a:gd name="csY11" fmla="*/ 93805 h 96063"/>
                  <a:gd name="csX12" fmla="*/ 61427 w 80863"/>
                  <a:gd name="csY12" fmla="*/ 91563 h 96063"/>
                  <a:gd name="csX13" fmla="*/ 76468 w 80863"/>
                  <a:gd name="csY13" fmla="*/ 84994 h 96063"/>
                  <a:gd name="csX14" fmla="*/ 76468 w 80863"/>
                  <a:gd name="csY14" fmla="*/ 71659 h 96063"/>
                  <a:gd name="csX15" fmla="*/ 61705 w 80863"/>
                  <a:gd name="csY15" fmla="*/ 80529 h 96063"/>
                  <a:gd name="csX16" fmla="*/ 45274 w 80863"/>
                  <a:gd name="csY16" fmla="*/ 83506 h 96063"/>
                  <a:gd name="csX17" fmla="*/ 19735 w 80863"/>
                  <a:gd name="csY17" fmla="*/ 74021 h 96063"/>
                  <a:gd name="csX18" fmla="*/ 11222 w 80863"/>
                  <a:gd name="csY18" fmla="*/ 45743 h 96063"/>
                  <a:gd name="csX19" fmla="*/ 19735 w 80863"/>
                  <a:gd name="csY19" fmla="*/ 17526 h 96063"/>
                  <a:gd name="csX20" fmla="*/ 45274 w 80863"/>
                  <a:gd name="csY20" fmla="*/ 8040 h 96063"/>
                  <a:gd name="csX21" fmla="*/ 57101 w 80863"/>
                  <a:gd name="csY21" fmla="*/ 9191 h 96063"/>
                  <a:gd name="csX22" fmla="*/ 66467 w 80863"/>
                  <a:gd name="csY22" fmla="*/ 12763 h 9606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</a:cxnLst>
                <a:rect l="l" t="t" r="r" b="b"/>
                <a:pathLst>
                  <a:path w="80863" h="96063">
                    <a:moveTo>
                      <a:pt x="66467" y="12763"/>
                    </a:moveTo>
                    <a:lnTo>
                      <a:pt x="66467" y="37627"/>
                    </a:lnTo>
                    <a:lnTo>
                      <a:pt x="46008" y="37627"/>
                    </a:lnTo>
                    <a:lnTo>
                      <a:pt x="46008" y="47926"/>
                    </a:lnTo>
                    <a:lnTo>
                      <a:pt x="78869" y="47926"/>
                    </a:lnTo>
                    <a:lnTo>
                      <a:pt x="78869" y="8159"/>
                    </a:lnTo>
                    <a:cubicBezTo>
                      <a:pt x="74041" y="4733"/>
                      <a:pt x="68709" y="2140"/>
                      <a:pt x="62875" y="381"/>
                    </a:cubicBezTo>
                    <a:cubicBezTo>
                      <a:pt x="57055" y="-1379"/>
                      <a:pt x="50837" y="-2259"/>
                      <a:pt x="44222" y="-2259"/>
                    </a:cubicBezTo>
                    <a:cubicBezTo>
                      <a:pt x="29750" y="-2259"/>
                      <a:pt x="18425" y="1968"/>
                      <a:pt x="10250" y="10421"/>
                    </a:cubicBezTo>
                    <a:cubicBezTo>
                      <a:pt x="2087" y="18888"/>
                      <a:pt x="-1994" y="30662"/>
                      <a:pt x="-1994" y="45743"/>
                    </a:cubicBezTo>
                    <a:cubicBezTo>
                      <a:pt x="-1994" y="60878"/>
                      <a:pt x="2087" y="72671"/>
                      <a:pt x="10250" y="81125"/>
                    </a:cubicBezTo>
                    <a:cubicBezTo>
                      <a:pt x="18425" y="89578"/>
                      <a:pt x="29750" y="93805"/>
                      <a:pt x="44222" y="93805"/>
                    </a:cubicBezTo>
                    <a:cubicBezTo>
                      <a:pt x="50255" y="93805"/>
                      <a:pt x="55990" y="93057"/>
                      <a:pt x="61427" y="91563"/>
                    </a:cubicBezTo>
                    <a:cubicBezTo>
                      <a:pt x="66864" y="90081"/>
                      <a:pt x="71878" y="87891"/>
                      <a:pt x="76468" y="84994"/>
                    </a:cubicBezTo>
                    <a:lnTo>
                      <a:pt x="76468" y="71659"/>
                    </a:lnTo>
                    <a:cubicBezTo>
                      <a:pt x="71838" y="75588"/>
                      <a:pt x="66917" y="78545"/>
                      <a:pt x="61705" y="80529"/>
                    </a:cubicBezTo>
                    <a:cubicBezTo>
                      <a:pt x="56492" y="82514"/>
                      <a:pt x="51015" y="83506"/>
                      <a:pt x="45274" y="83506"/>
                    </a:cubicBezTo>
                    <a:cubicBezTo>
                      <a:pt x="33937" y="83506"/>
                      <a:pt x="25424" y="80344"/>
                      <a:pt x="19735" y="74021"/>
                    </a:cubicBezTo>
                    <a:cubicBezTo>
                      <a:pt x="14060" y="67697"/>
                      <a:pt x="11222" y="58271"/>
                      <a:pt x="11222" y="45743"/>
                    </a:cubicBezTo>
                    <a:cubicBezTo>
                      <a:pt x="11222" y="33255"/>
                      <a:pt x="14060" y="23849"/>
                      <a:pt x="19735" y="17526"/>
                    </a:cubicBezTo>
                    <a:cubicBezTo>
                      <a:pt x="25424" y="11202"/>
                      <a:pt x="33937" y="8040"/>
                      <a:pt x="45274" y="8040"/>
                    </a:cubicBezTo>
                    <a:cubicBezTo>
                      <a:pt x="49693" y="8040"/>
                      <a:pt x="53635" y="8424"/>
                      <a:pt x="57101" y="9191"/>
                    </a:cubicBezTo>
                    <a:cubicBezTo>
                      <a:pt x="60580" y="9958"/>
                      <a:pt x="63702" y="11149"/>
                      <a:pt x="66467" y="12763"/>
                    </a:cubicBez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170D2829-B56E-0010-7717-090CF3CE4A09}"/>
                  </a:ext>
                </a:extLst>
              </p:cNvPr>
              <p:cNvSpPr/>
              <p:nvPr/>
            </p:nvSpPr>
            <p:spPr>
              <a:xfrm flipV="1">
                <a:off x="6086243" y="1390331"/>
                <a:ext cx="63757" cy="72925"/>
              </a:xfrm>
              <a:custGeom>
                <a:avLst/>
                <a:gdLst>
                  <a:gd name="csX0" fmla="*/ 30319 w 63757"/>
                  <a:gd name="csY0" fmla="*/ 61587 h 72925"/>
                  <a:gd name="csX1" fmla="*/ 15814 w 63757"/>
                  <a:gd name="csY1" fmla="*/ 54424 h 72925"/>
                  <a:gd name="csX2" fmla="*/ 10476 w 63757"/>
                  <a:gd name="csY2" fmla="*/ 34798 h 72925"/>
                  <a:gd name="csX3" fmla="*/ 15774 w 63757"/>
                  <a:gd name="csY3" fmla="*/ 15173 h 72925"/>
                  <a:gd name="csX4" fmla="*/ 30319 w 63757"/>
                  <a:gd name="csY4" fmla="*/ 8009 h 72925"/>
                  <a:gd name="csX5" fmla="*/ 44766 w 63757"/>
                  <a:gd name="csY5" fmla="*/ 15192 h 72925"/>
                  <a:gd name="csX6" fmla="*/ 50104 w 63757"/>
                  <a:gd name="csY6" fmla="*/ 34798 h 72925"/>
                  <a:gd name="csX7" fmla="*/ 44766 w 63757"/>
                  <a:gd name="csY7" fmla="*/ 54364 h 72925"/>
                  <a:gd name="csX8" fmla="*/ 30319 w 63757"/>
                  <a:gd name="csY8" fmla="*/ 61587 h 72925"/>
                  <a:gd name="csX9" fmla="*/ 30319 w 63757"/>
                  <a:gd name="csY9" fmla="*/ 71251 h 72925"/>
                  <a:gd name="csX10" fmla="*/ 53695 w 63757"/>
                  <a:gd name="csY10" fmla="*/ 61567 h 72925"/>
                  <a:gd name="csX11" fmla="*/ 62208 w 63757"/>
                  <a:gd name="csY11" fmla="*/ 34798 h 72925"/>
                  <a:gd name="csX12" fmla="*/ 53695 w 63757"/>
                  <a:gd name="csY12" fmla="*/ 8029 h 72925"/>
                  <a:gd name="csX13" fmla="*/ 30319 w 63757"/>
                  <a:gd name="csY13" fmla="*/ -1675 h 72925"/>
                  <a:gd name="csX14" fmla="*/ 6904 w 63757"/>
                  <a:gd name="csY14" fmla="*/ 8029 h 72925"/>
                  <a:gd name="csX15" fmla="*/ -1550 w 63757"/>
                  <a:gd name="csY15" fmla="*/ 34798 h 72925"/>
                  <a:gd name="csX16" fmla="*/ 6904 w 63757"/>
                  <a:gd name="csY16" fmla="*/ 61567 h 72925"/>
                  <a:gd name="csX17" fmla="*/ 30319 w 63757"/>
                  <a:gd name="csY17" fmla="*/ 71251 h 729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</a:cxnLst>
                <a:rect l="l" t="t" r="r" b="b"/>
                <a:pathLst>
                  <a:path w="63757" h="72925">
                    <a:moveTo>
                      <a:pt x="30319" y="61587"/>
                    </a:moveTo>
                    <a:cubicBezTo>
                      <a:pt x="24207" y="61587"/>
                      <a:pt x="19372" y="59199"/>
                      <a:pt x="15814" y="54424"/>
                    </a:cubicBezTo>
                    <a:cubicBezTo>
                      <a:pt x="12255" y="49648"/>
                      <a:pt x="10476" y="43106"/>
                      <a:pt x="10476" y="34798"/>
                    </a:cubicBezTo>
                    <a:cubicBezTo>
                      <a:pt x="10476" y="26490"/>
                      <a:pt x="12242" y="19948"/>
                      <a:pt x="15774" y="15173"/>
                    </a:cubicBezTo>
                    <a:cubicBezTo>
                      <a:pt x="19319" y="10397"/>
                      <a:pt x="24168" y="8009"/>
                      <a:pt x="30319" y="8009"/>
                    </a:cubicBezTo>
                    <a:cubicBezTo>
                      <a:pt x="36405" y="8009"/>
                      <a:pt x="41220" y="10403"/>
                      <a:pt x="44766" y="15192"/>
                    </a:cubicBezTo>
                    <a:cubicBezTo>
                      <a:pt x="48324" y="19995"/>
                      <a:pt x="50104" y="26530"/>
                      <a:pt x="50104" y="34798"/>
                    </a:cubicBezTo>
                    <a:cubicBezTo>
                      <a:pt x="50104" y="43027"/>
                      <a:pt x="48324" y="49549"/>
                      <a:pt x="44766" y="54364"/>
                    </a:cubicBezTo>
                    <a:cubicBezTo>
                      <a:pt x="41220" y="59179"/>
                      <a:pt x="36405" y="61587"/>
                      <a:pt x="30319" y="61587"/>
                    </a:cubicBezTo>
                    <a:close/>
                    <a:moveTo>
                      <a:pt x="30319" y="71251"/>
                    </a:moveTo>
                    <a:cubicBezTo>
                      <a:pt x="40241" y="71251"/>
                      <a:pt x="48033" y="68023"/>
                      <a:pt x="53695" y="61567"/>
                    </a:cubicBezTo>
                    <a:cubicBezTo>
                      <a:pt x="59371" y="55125"/>
                      <a:pt x="62208" y="46202"/>
                      <a:pt x="62208" y="34798"/>
                    </a:cubicBezTo>
                    <a:cubicBezTo>
                      <a:pt x="62208" y="23434"/>
                      <a:pt x="59371" y="14511"/>
                      <a:pt x="53695" y="8029"/>
                    </a:cubicBezTo>
                    <a:cubicBezTo>
                      <a:pt x="48033" y="1560"/>
                      <a:pt x="40241" y="-1675"/>
                      <a:pt x="30319" y="-1675"/>
                    </a:cubicBezTo>
                    <a:cubicBezTo>
                      <a:pt x="20358" y="-1675"/>
                      <a:pt x="12553" y="1560"/>
                      <a:pt x="6904" y="8029"/>
                    </a:cubicBezTo>
                    <a:cubicBezTo>
                      <a:pt x="1268" y="14511"/>
                      <a:pt x="-1550" y="23434"/>
                      <a:pt x="-1550" y="34798"/>
                    </a:cubicBezTo>
                    <a:cubicBezTo>
                      <a:pt x="-1550" y="46202"/>
                      <a:pt x="1268" y="55125"/>
                      <a:pt x="6904" y="61567"/>
                    </a:cubicBezTo>
                    <a:cubicBezTo>
                      <a:pt x="12553" y="68023"/>
                      <a:pt x="20358" y="71251"/>
                      <a:pt x="30319" y="71251"/>
                    </a:cubicBez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D9996A3D-2D71-CDEF-8BFE-CE162D3B97A4}"/>
                  </a:ext>
                </a:extLst>
              </p:cNvPr>
              <p:cNvSpPr/>
              <p:nvPr/>
            </p:nvSpPr>
            <p:spPr>
              <a:xfrm flipV="1">
                <a:off x="6168904" y="1364951"/>
                <a:ext cx="11410" cy="96500"/>
              </a:xfrm>
              <a:custGeom>
                <a:avLst/>
                <a:gdLst>
                  <a:gd name="csX0" fmla="*/ -476 w 11410"/>
                  <a:gd name="csY0" fmla="*/ 94139 h 96500"/>
                  <a:gd name="csX1" fmla="*/ 10934 w 11410"/>
                  <a:gd name="csY1" fmla="*/ 94139 h 96500"/>
                  <a:gd name="csX2" fmla="*/ 10934 w 11410"/>
                  <a:gd name="csY2" fmla="*/ -2361 h 96500"/>
                  <a:gd name="csX3" fmla="*/ -476 w 11410"/>
                  <a:gd name="csY3" fmla="*/ -2361 h 96500"/>
                  <a:gd name="csX4" fmla="*/ -476 w 11410"/>
                  <a:gd name="csY4" fmla="*/ 94139 h 965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1410" h="96500">
                    <a:moveTo>
                      <a:pt x="-476" y="94139"/>
                    </a:moveTo>
                    <a:lnTo>
                      <a:pt x="10934" y="94139"/>
                    </a:lnTo>
                    <a:lnTo>
                      <a:pt x="10934" y="-2361"/>
                    </a:lnTo>
                    <a:lnTo>
                      <a:pt x="-476" y="-2361"/>
                    </a:lnTo>
                    <a:lnTo>
                      <a:pt x="-476" y="94139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C1526113-C8F2-A969-177F-9E1A5BBA745D}"/>
                  </a:ext>
                </a:extLst>
              </p:cNvPr>
              <p:cNvSpPr/>
              <p:nvPr/>
            </p:nvSpPr>
            <p:spPr>
              <a:xfrm flipV="1">
                <a:off x="6199228" y="1364951"/>
                <a:ext cx="62071" cy="98305"/>
              </a:xfrm>
              <a:custGeom>
                <a:avLst/>
                <a:gdLst>
                  <a:gd name="csX0" fmla="*/ 49163 w 62071"/>
                  <a:gd name="csY0" fmla="*/ 58407 h 98305"/>
                  <a:gd name="csX1" fmla="*/ 49163 w 62071"/>
                  <a:gd name="csY1" fmla="*/ 95991 h 98305"/>
                  <a:gd name="csX2" fmla="*/ 60573 w 62071"/>
                  <a:gd name="csY2" fmla="*/ 95991 h 98305"/>
                  <a:gd name="csX3" fmla="*/ 60573 w 62071"/>
                  <a:gd name="csY3" fmla="*/ -509 h 98305"/>
                  <a:gd name="csX4" fmla="*/ 49163 w 62071"/>
                  <a:gd name="csY4" fmla="*/ -509 h 98305"/>
                  <a:gd name="csX5" fmla="*/ 49163 w 62071"/>
                  <a:gd name="csY5" fmla="*/ 9908 h 98305"/>
                  <a:gd name="csX6" fmla="*/ 40074 w 62071"/>
                  <a:gd name="csY6" fmla="*/ 701 h 98305"/>
                  <a:gd name="csX7" fmla="*/ 26898 w 62071"/>
                  <a:gd name="csY7" fmla="*/ -2315 h 98305"/>
                  <a:gd name="csX8" fmla="*/ 6399 w 62071"/>
                  <a:gd name="csY8" fmla="*/ 7726 h 98305"/>
                  <a:gd name="csX9" fmla="*/ -1498 w 62071"/>
                  <a:gd name="csY9" fmla="*/ 34158 h 98305"/>
                  <a:gd name="csX10" fmla="*/ 6399 w 62071"/>
                  <a:gd name="csY10" fmla="*/ 60570 h 98305"/>
                  <a:gd name="csX11" fmla="*/ 26898 w 62071"/>
                  <a:gd name="csY11" fmla="*/ 70611 h 98305"/>
                  <a:gd name="csX12" fmla="*/ 40074 w 62071"/>
                  <a:gd name="csY12" fmla="*/ 67594 h 98305"/>
                  <a:gd name="csX13" fmla="*/ 49163 w 62071"/>
                  <a:gd name="csY13" fmla="*/ 58407 h 98305"/>
                  <a:gd name="csX14" fmla="*/ 10289 w 62071"/>
                  <a:gd name="csY14" fmla="*/ 34158 h 98305"/>
                  <a:gd name="csX15" fmla="*/ 15468 w 62071"/>
                  <a:gd name="csY15" fmla="*/ 14413 h 98305"/>
                  <a:gd name="csX16" fmla="*/ 29696 w 62071"/>
                  <a:gd name="csY16" fmla="*/ 7249 h 98305"/>
                  <a:gd name="csX17" fmla="*/ 43944 w 62071"/>
                  <a:gd name="csY17" fmla="*/ 14413 h 98305"/>
                  <a:gd name="csX18" fmla="*/ 49163 w 62071"/>
                  <a:gd name="csY18" fmla="*/ 34158 h 98305"/>
                  <a:gd name="csX19" fmla="*/ 43944 w 62071"/>
                  <a:gd name="csY19" fmla="*/ 53902 h 98305"/>
                  <a:gd name="csX20" fmla="*/ 29696 w 62071"/>
                  <a:gd name="csY20" fmla="*/ 61066 h 98305"/>
                  <a:gd name="csX21" fmla="*/ 15468 w 62071"/>
                  <a:gd name="csY21" fmla="*/ 53902 h 98305"/>
                  <a:gd name="csX22" fmla="*/ 10289 w 62071"/>
                  <a:gd name="csY22" fmla="*/ 34158 h 983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</a:cxnLst>
                <a:rect l="l" t="t" r="r" b="b"/>
                <a:pathLst>
                  <a:path w="62071" h="98305">
                    <a:moveTo>
                      <a:pt x="49163" y="58407"/>
                    </a:moveTo>
                    <a:lnTo>
                      <a:pt x="49163" y="95991"/>
                    </a:lnTo>
                    <a:lnTo>
                      <a:pt x="60573" y="95991"/>
                    </a:lnTo>
                    <a:lnTo>
                      <a:pt x="60573" y="-509"/>
                    </a:lnTo>
                    <a:lnTo>
                      <a:pt x="49163" y="-509"/>
                    </a:lnTo>
                    <a:lnTo>
                      <a:pt x="49163" y="9908"/>
                    </a:lnTo>
                    <a:cubicBezTo>
                      <a:pt x="46768" y="5781"/>
                      <a:pt x="43739" y="2712"/>
                      <a:pt x="40074" y="701"/>
                    </a:cubicBezTo>
                    <a:cubicBezTo>
                      <a:pt x="36423" y="-1310"/>
                      <a:pt x="32031" y="-2315"/>
                      <a:pt x="26898" y="-2315"/>
                    </a:cubicBezTo>
                    <a:cubicBezTo>
                      <a:pt x="18511" y="-2315"/>
                      <a:pt x="11678" y="1032"/>
                      <a:pt x="6399" y="7726"/>
                    </a:cubicBezTo>
                    <a:cubicBezTo>
                      <a:pt x="1134" y="14433"/>
                      <a:pt x="-1498" y="23243"/>
                      <a:pt x="-1498" y="34158"/>
                    </a:cubicBezTo>
                    <a:cubicBezTo>
                      <a:pt x="-1498" y="45072"/>
                      <a:pt x="1134" y="53876"/>
                      <a:pt x="6399" y="60570"/>
                    </a:cubicBezTo>
                    <a:cubicBezTo>
                      <a:pt x="11678" y="67264"/>
                      <a:pt x="18511" y="70611"/>
                      <a:pt x="26898" y="70611"/>
                    </a:cubicBezTo>
                    <a:cubicBezTo>
                      <a:pt x="32031" y="70611"/>
                      <a:pt x="36423" y="69605"/>
                      <a:pt x="40074" y="67594"/>
                    </a:cubicBezTo>
                    <a:cubicBezTo>
                      <a:pt x="43739" y="65597"/>
                      <a:pt x="46768" y="62534"/>
                      <a:pt x="49163" y="58407"/>
                    </a:cubicBezTo>
                    <a:close/>
                    <a:moveTo>
                      <a:pt x="10289" y="34158"/>
                    </a:moveTo>
                    <a:cubicBezTo>
                      <a:pt x="10289" y="25770"/>
                      <a:pt x="12015" y="19189"/>
                      <a:pt x="15468" y="14413"/>
                    </a:cubicBezTo>
                    <a:cubicBezTo>
                      <a:pt x="18921" y="9637"/>
                      <a:pt x="23663" y="7249"/>
                      <a:pt x="29696" y="7249"/>
                    </a:cubicBezTo>
                    <a:cubicBezTo>
                      <a:pt x="35728" y="7249"/>
                      <a:pt x="40478" y="9637"/>
                      <a:pt x="43944" y="14413"/>
                    </a:cubicBezTo>
                    <a:cubicBezTo>
                      <a:pt x="47423" y="19189"/>
                      <a:pt x="49163" y="25770"/>
                      <a:pt x="49163" y="34158"/>
                    </a:cubicBezTo>
                    <a:cubicBezTo>
                      <a:pt x="49163" y="42545"/>
                      <a:pt x="47423" y="49126"/>
                      <a:pt x="43944" y="53902"/>
                    </a:cubicBezTo>
                    <a:cubicBezTo>
                      <a:pt x="40478" y="58678"/>
                      <a:pt x="35728" y="61066"/>
                      <a:pt x="29696" y="61066"/>
                    </a:cubicBezTo>
                    <a:cubicBezTo>
                      <a:pt x="23663" y="61066"/>
                      <a:pt x="18921" y="58678"/>
                      <a:pt x="15468" y="53902"/>
                    </a:cubicBezTo>
                    <a:cubicBezTo>
                      <a:pt x="12015" y="49126"/>
                      <a:pt x="10289" y="42545"/>
                      <a:pt x="10289" y="34158"/>
                    </a:cubicBez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DE99A6E3-3A0A-7613-210F-2AE0B90D8A55}"/>
                </a:ext>
              </a:extLst>
            </p:cNvPr>
            <p:cNvSpPr/>
            <p:nvPr/>
          </p:nvSpPr>
          <p:spPr>
            <a:xfrm>
              <a:off x="5625225" y="1603413"/>
              <a:ext cx="254000" cy="12700"/>
            </a:xfrm>
            <a:custGeom>
              <a:avLst/>
              <a:gdLst>
                <a:gd name="csX0" fmla="*/ 0 w 254000"/>
                <a:gd name="csY0" fmla="*/ 0 h 12700"/>
                <a:gd name="csX1" fmla="*/ 127000 w 254000"/>
                <a:gd name="csY1" fmla="*/ 0 h 12700"/>
                <a:gd name="csX2" fmla="*/ 254000 w 254000"/>
                <a:gd name="csY2" fmla="*/ 0 h 127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000" h="12700">
                  <a:moveTo>
                    <a:pt x="0" y="0"/>
                  </a:moveTo>
                  <a:lnTo>
                    <a:pt x="127000" y="0"/>
                  </a:lnTo>
                  <a:lnTo>
                    <a:pt x="254000" y="0"/>
                  </a:lnTo>
                </a:path>
              </a:pathLst>
            </a:custGeom>
            <a:noFill/>
            <a:ln w="19050" cap="sq">
              <a:solidFill>
                <a:srgbClr val="9467BD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311" name="Graphic 7">
              <a:extLst>
                <a:ext uri="{FF2B5EF4-FFF2-40B4-BE49-F238E27FC236}">
                  <a16:creationId xmlns:a16="http://schemas.microsoft.com/office/drawing/2014/main" id="{1B7B795D-8BFA-58EE-956D-330967B5633D}"/>
                </a:ext>
              </a:extLst>
            </p:cNvPr>
            <p:cNvGrpSpPr/>
            <p:nvPr/>
          </p:nvGrpSpPr>
          <p:grpSpPr>
            <a:xfrm>
              <a:off x="5993287" y="1551363"/>
              <a:ext cx="1386311" cy="122912"/>
              <a:chOff x="5993287" y="1551363"/>
              <a:chExt cx="1386311" cy="122912"/>
            </a:xfrm>
            <a:solidFill>
              <a:srgbClr val="FFFFFF"/>
            </a:solidFill>
          </p:grpSpPr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F273527A-3B3E-EC0B-CC1F-10316A2ACE9E}"/>
                  </a:ext>
                </a:extLst>
              </p:cNvPr>
              <p:cNvSpPr/>
              <p:nvPr/>
            </p:nvSpPr>
            <p:spPr>
              <a:xfrm flipV="1">
                <a:off x="5993287" y="1555272"/>
                <a:ext cx="65682" cy="92590"/>
              </a:xfrm>
              <a:custGeom>
                <a:avLst/>
                <a:gdLst>
                  <a:gd name="csX0" fmla="*/ 10641 w 65682"/>
                  <a:gd name="csY0" fmla="*/ 41964 h 92590"/>
                  <a:gd name="csX1" fmla="*/ 10641 w 65682"/>
                  <a:gd name="csY1" fmla="*/ 8051 h 92590"/>
                  <a:gd name="csX2" fmla="*/ 30743 w 65682"/>
                  <a:gd name="csY2" fmla="*/ 8051 h 92590"/>
                  <a:gd name="csX3" fmla="*/ 45705 w 65682"/>
                  <a:gd name="csY3" fmla="*/ 12238 h 92590"/>
                  <a:gd name="csX4" fmla="*/ 50586 w 65682"/>
                  <a:gd name="csY4" fmla="*/ 25038 h 92590"/>
                  <a:gd name="csX5" fmla="*/ 45705 w 65682"/>
                  <a:gd name="csY5" fmla="*/ 37837 h 92590"/>
                  <a:gd name="csX6" fmla="*/ 30743 w 65682"/>
                  <a:gd name="csY6" fmla="*/ 41964 h 92590"/>
                  <a:gd name="csX7" fmla="*/ 10641 w 65682"/>
                  <a:gd name="csY7" fmla="*/ 41964 h 92590"/>
                  <a:gd name="csX8" fmla="*/ 10641 w 65682"/>
                  <a:gd name="csY8" fmla="*/ 80045 h 92590"/>
                  <a:gd name="csX9" fmla="*/ 10641 w 65682"/>
                  <a:gd name="csY9" fmla="*/ 52144 h 92590"/>
                  <a:gd name="csX10" fmla="*/ 29195 w 65682"/>
                  <a:gd name="csY10" fmla="*/ 52144 h 92590"/>
                  <a:gd name="csX11" fmla="*/ 42847 w 65682"/>
                  <a:gd name="csY11" fmla="*/ 55577 h 92590"/>
                  <a:gd name="csX12" fmla="*/ 47352 w 65682"/>
                  <a:gd name="csY12" fmla="*/ 66094 h 92590"/>
                  <a:gd name="csX13" fmla="*/ 42847 w 65682"/>
                  <a:gd name="csY13" fmla="*/ 76572 h 92590"/>
                  <a:gd name="csX14" fmla="*/ 29195 w 65682"/>
                  <a:gd name="csY14" fmla="*/ 80045 h 92590"/>
                  <a:gd name="csX15" fmla="*/ 10641 w 65682"/>
                  <a:gd name="csY15" fmla="*/ 80045 h 92590"/>
                  <a:gd name="csX16" fmla="*/ -1881 w 65682"/>
                  <a:gd name="csY16" fmla="*/ 90343 h 92590"/>
                  <a:gd name="csX17" fmla="*/ 30127 w 65682"/>
                  <a:gd name="csY17" fmla="*/ 90343 h 92590"/>
                  <a:gd name="csX18" fmla="*/ 52194 w 65682"/>
                  <a:gd name="csY18" fmla="*/ 84390 h 92590"/>
                  <a:gd name="csX19" fmla="*/ 59953 w 65682"/>
                  <a:gd name="csY19" fmla="*/ 67464 h 92590"/>
                  <a:gd name="csX20" fmla="*/ 55984 w 65682"/>
                  <a:gd name="csY20" fmla="*/ 53930 h 92590"/>
                  <a:gd name="csX21" fmla="*/ 44316 w 65682"/>
                  <a:gd name="csY21" fmla="*/ 47679 h 92590"/>
                  <a:gd name="csX22" fmla="*/ 58683 w 65682"/>
                  <a:gd name="csY22" fmla="*/ 39385 h 92590"/>
                  <a:gd name="csX23" fmla="*/ 63802 w 65682"/>
                  <a:gd name="csY23" fmla="*/ 23668 h 92590"/>
                  <a:gd name="csX24" fmla="*/ 55369 w 65682"/>
                  <a:gd name="csY24" fmla="*/ 4499 h 92590"/>
                  <a:gd name="csX25" fmla="*/ 31358 w 65682"/>
                  <a:gd name="csY25" fmla="*/ -2247 h 92590"/>
                  <a:gd name="csX26" fmla="*/ -1881 w 65682"/>
                  <a:gd name="csY26" fmla="*/ -2247 h 92590"/>
                  <a:gd name="csX27" fmla="*/ -1881 w 65682"/>
                  <a:gd name="csY27" fmla="*/ 90343 h 925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</a:cxnLst>
                <a:rect l="l" t="t" r="r" b="b"/>
                <a:pathLst>
                  <a:path w="65682" h="92590">
                    <a:moveTo>
                      <a:pt x="10641" y="41964"/>
                    </a:moveTo>
                    <a:lnTo>
                      <a:pt x="10641" y="8051"/>
                    </a:lnTo>
                    <a:lnTo>
                      <a:pt x="30743" y="8051"/>
                    </a:lnTo>
                    <a:cubicBezTo>
                      <a:pt x="37476" y="8051"/>
                      <a:pt x="42464" y="9447"/>
                      <a:pt x="45705" y="12238"/>
                    </a:cubicBezTo>
                    <a:cubicBezTo>
                      <a:pt x="48959" y="15030"/>
                      <a:pt x="50586" y="19296"/>
                      <a:pt x="50586" y="25038"/>
                    </a:cubicBezTo>
                    <a:cubicBezTo>
                      <a:pt x="50586" y="30832"/>
                      <a:pt x="48959" y="35098"/>
                      <a:pt x="45705" y="37837"/>
                    </a:cubicBezTo>
                    <a:cubicBezTo>
                      <a:pt x="42464" y="40589"/>
                      <a:pt x="37476" y="41964"/>
                      <a:pt x="30743" y="41964"/>
                    </a:cubicBezTo>
                    <a:lnTo>
                      <a:pt x="10641" y="41964"/>
                    </a:lnTo>
                    <a:close/>
                    <a:moveTo>
                      <a:pt x="10641" y="80045"/>
                    </a:moveTo>
                    <a:lnTo>
                      <a:pt x="10641" y="52144"/>
                    </a:lnTo>
                    <a:lnTo>
                      <a:pt x="29195" y="52144"/>
                    </a:lnTo>
                    <a:cubicBezTo>
                      <a:pt x="35307" y="52144"/>
                      <a:pt x="39858" y="53289"/>
                      <a:pt x="42847" y="55577"/>
                    </a:cubicBezTo>
                    <a:cubicBezTo>
                      <a:pt x="45850" y="57879"/>
                      <a:pt x="47352" y="61385"/>
                      <a:pt x="47352" y="66094"/>
                    </a:cubicBezTo>
                    <a:cubicBezTo>
                      <a:pt x="47352" y="70764"/>
                      <a:pt x="45850" y="74257"/>
                      <a:pt x="42847" y="76572"/>
                    </a:cubicBezTo>
                    <a:cubicBezTo>
                      <a:pt x="39858" y="78887"/>
                      <a:pt x="35307" y="80045"/>
                      <a:pt x="29195" y="80045"/>
                    </a:cubicBezTo>
                    <a:lnTo>
                      <a:pt x="10641" y="80045"/>
                    </a:lnTo>
                    <a:close/>
                    <a:moveTo>
                      <a:pt x="-1881" y="90343"/>
                    </a:moveTo>
                    <a:lnTo>
                      <a:pt x="30127" y="90343"/>
                    </a:lnTo>
                    <a:cubicBezTo>
                      <a:pt x="39679" y="90343"/>
                      <a:pt x="47034" y="88359"/>
                      <a:pt x="52194" y="84390"/>
                    </a:cubicBezTo>
                    <a:cubicBezTo>
                      <a:pt x="57366" y="80422"/>
                      <a:pt x="59953" y="74779"/>
                      <a:pt x="59953" y="67464"/>
                    </a:cubicBezTo>
                    <a:cubicBezTo>
                      <a:pt x="59953" y="61788"/>
                      <a:pt x="58630" y="57277"/>
                      <a:pt x="55984" y="53930"/>
                    </a:cubicBezTo>
                    <a:cubicBezTo>
                      <a:pt x="53338" y="50583"/>
                      <a:pt x="49449" y="48500"/>
                      <a:pt x="44316" y="47679"/>
                    </a:cubicBezTo>
                    <a:cubicBezTo>
                      <a:pt x="50481" y="46356"/>
                      <a:pt x="55270" y="43592"/>
                      <a:pt x="58683" y="39385"/>
                    </a:cubicBezTo>
                    <a:cubicBezTo>
                      <a:pt x="62096" y="35191"/>
                      <a:pt x="63802" y="29952"/>
                      <a:pt x="63802" y="23668"/>
                    </a:cubicBezTo>
                    <a:cubicBezTo>
                      <a:pt x="63802" y="15400"/>
                      <a:pt x="60991" y="9011"/>
                      <a:pt x="55369" y="4499"/>
                    </a:cubicBezTo>
                    <a:cubicBezTo>
                      <a:pt x="49746" y="1"/>
                      <a:pt x="41743" y="-2247"/>
                      <a:pt x="31358" y="-2247"/>
                    </a:cubicBezTo>
                    <a:lnTo>
                      <a:pt x="-1881" y="-2247"/>
                    </a:lnTo>
                    <a:lnTo>
                      <a:pt x="-1881" y="90343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07D674D9-95F0-C43A-083D-FB801E80C40A}"/>
                  </a:ext>
                </a:extLst>
              </p:cNvPr>
              <p:cNvSpPr/>
              <p:nvPr/>
            </p:nvSpPr>
            <p:spPr>
              <a:xfrm flipV="1">
                <a:off x="6079481" y="1576743"/>
                <a:ext cx="40679" cy="71119"/>
              </a:xfrm>
              <a:custGeom>
                <a:avLst/>
                <a:gdLst>
                  <a:gd name="csX0" fmla="*/ 39482 w 40679"/>
                  <a:gd name="csY0" fmla="*/ 57091 h 71119"/>
                  <a:gd name="csX1" fmla="*/ 35295 w 40679"/>
                  <a:gd name="csY1" fmla="*/ 58719 h 71119"/>
                  <a:gd name="csX2" fmla="*/ 30314 w 40679"/>
                  <a:gd name="csY2" fmla="*/ 59254 h 71119"/>
                  <a:gd name="csX3" fmla="*/ 15451 w 40679"/>
                  <a:gd name="csY3" fmla="*/ 52964 h 71119"/>
                  <a:gd name="csX4" fmla="*/ 10272 w 40679"/>
                  <a:gd name="csY4" fmla="*/ 34886 h 71119"/>
                  <a:gd name="csX5" fmla="*/ 10272 w 40679"/>
                  <a:gd name="csY5" fmla="*/ -1706 h 71119"/>
                  <a:gd name="csX6" fmla="*/ -1198 w 40679"/>
                  <a:gd name="csY6" fmla="*/ -1706 h 71119"/>
                  <a:gd name="csX7" fmla="*/ -1198 w 40679"/>
                  <a:gd name="csY7" fmla="*/ 67747 h 71119"/>
                  <a:gd name="csX8" fmla="*/ 10272 w 40679"/>
                  <a:gd name="csY8" fmla="*/ 67747 h 71119"/>
                  <a:gd name="csX9" fmla="*/ 10272 w 40679"/>
                  <a:gd name="csY9" fmla="*/ 56952 h 71119"/>
                  <a:gd name="csX10" fmla="*/ 19638 w 40679"/>
                  <a:gd name="csY10" fmla="*/ 66339 h 71119"/>
                  <a:gd name="csX11" fmla="*/ 33668 w 40679"/>
                  <a:gd name="csY11" fmla="*/ 69414 h 71119"/>
                  <a:gd name="csX12" fmla="*/ 36267 w 40679"/>
                  <a:gd name="csY12" fmla="*/ 69256 h 71119"/>
                  <a:gd name="csX13" fmla="*/ 39422 w 40679"/>
                  <a:gd name="csY13" fmla="*/ 68799 h 71119"/>
                  <a:gd name="csX14" fmla="*/ 39482 w 40679"/>
                  <a:gd name="csY14" fmla="*/ 57091 h 7111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40679" h="71119">
                    <a:moveTo>
                      <a:pt x="39482" y="57091"/>
                    </a:moveTo>
                    <a:cubicBezTo>
                      <a:pt x="38199" y="57832"/>
                      <a:pt x="36803" y="58375"/>
                      <a:pt x="35295" y="58719"/>
                    </a:cubicBezTo>
                    <a:cubicBezTo>
                      <a:pt x="33787" y="59076"/>
                      <a:pt x="32127" y="59254"/>
                      <a:pt x="30314" y="59254"/>
                    </a:cubicBezTo>
                    <a:cubicBezTo>
                      <a:pt x="23858" y="59254"/>
                      <a:pt x="18904" y="57158"/>
                      <a:pt x="15451" y="52964"/>
                    </a:cubicBezTo>
                    <a:cubicBezTo>
                      <a:pt x="11998" y="48770"/>
                      <a:pt x="10272" y="42744"/>
                      <a:pt x="10272" y="34886"/>
                    </a:cubicBezTo>
                    <a:lnTo>
                      <a:pt x="10272" y="-1706"/>
                    </a:lnTo>
                    <a:lnTo>
                      <a:pt x="-1198" y="-1706"/>
                    </a:lnTo>
                    <a:lnTo>
                      <a:pt x="-1198" y="67747"/>
                    </a:lnTo>
                    <a:lnTo>
                      <a:pt x="10272" y="67747"/>
                    </a:lnTo>
                    <a:lnTo>
                      <a:pt x="10272" y="56952"/>
                    </a:lnTo>
                    <a:cubicBezTo>
                      <a:pt x="12680" y="61173"/>
                      <a:pt x="15802" y="64301"/>
                      <a:pt x="19638" y="66339"/>
                    </a:cubicBezTo>
                    <a:cubicBezTo>
                      <a:pt x="23488" y="68389"/>
                      <a:pt x="28164" y="69414"/>
                      <a:pt x="33668" y="69414"/>
                    </a:cubicBezTo>
                    <a:cubicBezTo>
                      <a:pt x="34448" y="69414"/>
                      <a:pt x="35315" y="69361"/>
                      <a:pt x="36267" y="69256"/>
                    </a:cubicBezTo>
                    <a:cubicBezTo>
                      <a:pt x="37220" y="69163"/>
                      <a:pt x="38272" y="69011"/>
                      <a:pt x="39422" y="68799"/>
                    </a:cubicBezTo>
                    <a:lnTo>
                      <a:pt x="39482" y="57091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4E902AC2-1B63-70AA-AFB2-A2465CFEB9E1}"/>
                  </a:ext>
                </a:extLst>
              </p:cNvPr>
              <p:cNvSpPr/>
              <p:nvPr/>
            </p:nvSpPr>
            <p:spPr>
              <a:xfrm flipV="1">
                <a:off x="6124313" y="1576743"/>
                <a:ext cx="63757" cy="72925"/>
              </a:xfrm>
              <a:custGeom>
                <a:avLst/>
                <a:gdLst>
                  <a:gd name="csX0" fmla="*/ 30322 w 63757"/>
                  <a:gd name="csY0" fmla="*/ 61602 h 72925"/>
                  <a:gd name="csX1" fmla="*/ 15817 w 63757"/>
                  <a:gd name="csY1" fmla="*/ 54438 h 72925"/>
                  <a:gd name="csX2" fmla="*/ 10479 w 63757"/>
                  <a:gd name="csY2" fmla="*/ 34813 h 72925"/>
                  <a:gd name="csX3" fmla="*/ 15777 w 63757"/>
                  <a:gd name="csY3" fmla="*/ 15187 h 72925"/>
                  <a:gd name="csX4" fmla="*/ 30322 w 63757"/>
                  <a:gd name="csY4" fmla="*/ 8024 h 72925"/>
                  <a:gd name="csX5" fmla="*/ 44769 w 63757"/>
                  <a:gd name="csY5" fmla="*/ 15207 h 72925"/>
                  <a:gd name="csX6" fmla="*/ 50107 w 63757"/>
                  <a:gd name="csY6" fmla="*/ 34813 h 72925"/>
                  <a:gd name="csX7" fmla="*/ 44769 w 63757"/>
                  <a:gd name="csY7" fmla="*/ 54379 h 72925"/>
                  <a:gd name="csX8" fmla="*/ 30322 w 63757"/>
                  <a:gd name="csY8" fmla="*/ 61602 h 72925"/>
                  <a:gd name="csX9" fmla="*/ 30322 w 63757"/>
                  <a:gd name="csY9" fmla="*/ 71266 h 72925"/>
                  <a:gd name="csX10" fmla="*/ 53698 w 63757"/>
                  <a:gd name="csY10" fmla="*/ 61582 h 72925"/>
                  <a:gd name="csX11" fmla="*/ 62211 w 63757"/>
                  <a:gd name="csY11" fmla="*/ 34813 h 72925"/>
                  <a:gd name="csX12" fmla="*/ 53698 w 63757"/>
                  <a:gd name="csY12" fmla="*/ 8044 h 72925"/>
                  <a:gd name="csX13" fmla="*/ 30322 w 63757"/>
                  <a:gd name="csY13" fmla="*/ -1660 h 72925"/>
                  <a:gd name="csX14" fmla="*/ 6907 w 63757"/>
                  <a:gd name="csY14" fmla="*/ 8044 h 72925"/>
                  <a:gd name="csX15" fmla="*/ -1547 w 63757"/>
                  <a:gd name="csY15" fmla="*/ 34813 h 72925"/>
                  <a:gd name="csX16" fmla="*/ 6907 w 63757"/>
                  <a:gd name="csY16" fmla="*/ 61582 h 72925"/>
                  <a:gd name="csX17" fmla="*/ 30322 w 63757"/>
                  <a:gd name="csY17" fmla="*/ 71266 h 729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</a:cxnLst>
                <a:rect l="l" t="t" r="r" b="b"/>
                <a:pathLst>
                  <a:path w="63757" h="72925">
                    <a:moveTo>
                      <a:pt x="30322" y="61602"/>
                    </a:moveTo>
                    <a:cubicBezTo>
                      <a:pt x="24210" y="61602"/>
                      <a:pt x="19375" y="59214"/>
                      <a:pt x="15817" y="54438"/>
                    </a:cubicBezTo>
                    <a:cubicBezTo>
                      <a:pt x="12258" y="49662"/>
                      <a:pt x="10479" y="43121"/>
                      <a:pt x="10479" y="34813"/>
                    </a:cubicBezTo>
                    <a:cubicBezTo>
                      <a:pt x="10479" y="26505"/>
                      <a:pt x="12245" y="19963"/>
                      <a:pt x="15777" y="15187"/>
                    </a:cubicBezTo>
                    <a:cubicBezTo>
                      <a:pt x="19322" y="10412"/>
                      <a:pt x="24171" y="8024"/>
                      <a:pt x="30322" y="8024"/>
                    </a:cubicBezTo>
                    <a:cubicBezTo>
                      <a:pt x="36408" y="8024"/>
                      <a:pt x="41223" y="10418"/>
                      <a:pt x="44769" y="15207"/>
                    </a:cubicBezTo>
                    <a:cubicBezTo>
                      <a:pt x="48327" y="20009"/>
                      <a:pt x="50107" y="26545"/>
                      <a:pt x="50107" y="34813"/>
                    </a:cubicBezTo>
                    <a:cubicBezTo>
                      <a:pt x="50107" y="43041"/>
                      <a:pt x="48327" y="49563"/>
                      <a:pt x="44769" y="54379"/>
                    </a:cubicBezTo>
                    <a:cubicBezTo>
                      <a:pt x="41223" y="59194"/>
                      <a:pt x="36408" y="61602"/>
                      <a:pt x="30322" y="61602"/>
                    </a:cubicBezTo>
                    <a:close/>
                    <a:moveTo>
                      <a:pt x="30322" y="71266"/>
                    </a:moveTo>
                    <a:cubicBezTo>
                      <a:pt x="40244" y="71266"/>
                      <a:pt x="48036" y="68038"/>
                      <a:pt x="53698" y="61582"/>
                    </a:cubicBezTo>
                    <a:cubicBezTo>
                      <a:pt x="59374" y="55139"/>
                      <a:pt x="62211" y="46216"/>
                      <a:pt x="62211" y="34813"/>
                    </a:cubicBezTo>
                    <a:cubicBezTo>
                      <a:pt x="62211" y="23449"/>
                      <a:pt x="59374" y="14526"/>
                      <a:pt x="53698" y="8044"/>
                    </a:cubicBezTo>
                    <a:cubicBezTo>
                      <a:pt x="48036" y="1574"/>
                      <a:pt x="40244" y="-1660"/>
                      <a:pt x="30322" y="-1660"/>
                    </a:cubicBezTo>
                    <a:cubicBezTo>
                      <a:pt x="20361" y="-1660"/>
                      <a:pt x="12556" y="1574"/>
                      <a:pt x="6907" y="8044"/>
                    </a:cubicBezTo>
                    <a:cubicBezTo>
                      <a:pt x="1271" y="14526"/>
                      <a:pt x="-1547" y="23449"/>
                      <a:pt x="-1547" y="34813"/>
                    </a:cubicBezTo>
                    <a:cubicBezTo>
                      <a:pt x="-1547" y="46216"/>
                      <a:pt x="1271" y="55139"/>
                      <a:pt x="6907" y="61582"/>
                    </a:cubicBezTo>
                    <a:cubicBezTo>
                      <a:pt x="12556" y="68038"/>
                      <a:pt x="20361" y="71266"/>
                      <a:pt x="30322" y="71266"/>
                    </a:cubicBez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E327E9C7-53D5-BAEE-E1A0-448C66B37509}"/>
                  </a:ext>
                </a:extLst>
              </p:cNvPr>
              <p:cNvSpPr/>
              <p:nvPr/>
            </p:nvSpPr>
            <p:spPr>
              <a:xfrm flipV="1">
                <a:off x="6206538" y="1576743"/>
                <a:ext cx="58181" cy="71119"/>
              </a:xfrm>
              <a:custGeom>
                <a:avLst/>
                <a:gdLst>
                  <a:gd name="csX0" fmla="*/ 56554 w 58181"/>
                  <a:gd name="csY0" fmla="*/ 40224 h 71119"/>
                  <a:gd name="csX1" fmla="*/ 56554 w 58181"/>
                  <a:gd name="csY1" fmla="*/ -1706 h 71119"/>
                  <a:gd name="csX2" fmla="*/ 45144 w 58181"/>
                  <a:gd name="csY2" fmla="*/ -1706 h 71119"/>
                  <a:gd name="csX3" fmla="*/ 45144 w 58181"/>
                  <a:gd name="csY3" fmla="*/ 39847 h 71119"/>
                  <a:gd name="csX4" fmla="*/ 41294 w 58181"/>
                  <a:gd name="csY4" fmla="*/ 54591 h 71119"/>
                  <a:gd name="csX5" fmla="*/ 29765 w 58181"/>
                  <a:gd name="csY5" fmla="*/ 59492 h 71119"/>
                  <a:gd name="csX6" fmla="*/ 15180 w 58181"/>
                  <a:gd name="csY6" fmla="*/ 53599 h 71119"/>
                  <a:gd name="csX7" fmla="*/ 9842 w 58181"/>
                  <a:gd name="csY7" fmla="*/ 37545 h 71119"/>
                  <a:gd name="csX8" fmla="*/ 9842 w 58181"/>
                  <a:gd name="csY8" fmla="*/ -1706 h 71119"/>
                  <a:gd name="csX9" fmla="*/ -1628 w 58181"/>
                  <a:gd name="csY9" fmla="*/ -1706 h 71119"/>
                  <a:gd name="csX10" fmla="*/ -1628 w 58181"/>
                  <a:gd name="csY10" fmla="*/ 67747 h 71119"/>
                  <a:gd name="csX11" fmla="*/ 9842 w 58181"/>
                  <a:gd name="csY11" fmla="*/ 67747 h 71119"/>
                  <a:gd name="csX12" fmla="*/ 9842 w 58181"/>
                  <a:gd name="csY12" fmla="*/ 56952 h 71119"/>
                  <a:gd name="csX13" fmla="*/ 19486 w 58181"/>
                  <a:gd name="csY13" fmla="*/ 66319 h 71119"/>
                  <a:gd name="csX14" fmla="*/ 32305 w 58181"/>
                  <a:gd name="csY14" fmla="*/ 69414 h 71119"/>
                  <a:gd name="csX15" fmla="*/ 50402 w 58181"/>
                  <a:gd name="csY15" fmla="*/ 62013 h 71119"/>
                  <a:gd name="csX16" fmla="*/ 56554 w 58181"/>
                  <a:gd name="csY16" fmla="*/ 40224 h 7111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58181" h="71119">
                    <a:moveTo>
                      <a:pt x="56554" y="40224"/>
                    </a:moveTo>
                    <a:lnTo>
                      <a:pt x="56554" y="-1706"/>
                    </a:lnTo>
                    <a:lnTo>
                      <a:pt x="45144" y="-1706"/>
                    </a:lnTo>
                    <a:lnTo>
                      <a:pt x="45144" y="39847"/>
                    </a:lnTo>
                    <a:cubicBezTo>
                      <a:pt x="45144" y="46422"/>
                      <a:pt x="43860" y="51337"/>
                      <a:pt x="41294" y="54591"/>
                    </a:cubicBezTo>
                    <a:cubicBezTo>
                      <a:pt x="38728" y="57859"/>
                      <a:pt x="34884" y="59492"/>
                      <a:pt x="29765" y="59492"/>
                    </a:cubicBezTo>
                    <a:cubicBezTo>
                      <a:pt x="23600" y="59492"/>
                      <a:pt x="18738" y="57528"/>
                      <a:pt x="15180" y="53599"/>
                    </a:cubicBezTo>
                    <a:cubicBezTo>
                      <a:pt x="11621" y="49683"/>
                      <a:pt x="9842" y="44332"/>
                      <a:pt x="9842" y="37545"/>
                    </a:cubicBezTo>
                    <a:lnTo>
                      <a:pt x="9842" y="-1706"/>
                    </a:lnTo>
                    <a:lnTo>
                      <a:pt x="-1628" y="-1706"/>
                    </a:lnTo>
                    <a:lnTo>
                      <a:pt x="-1628" y="67747"/>
                    </a:lnTo>
                    <a:lnTo>
                      <a:pt x="9842" y="67747"/>
                    </a:lnTo>
                    <a:lnTo>
                      <a:pt x="9842" y="56952"/>
                    </a:lnTo>
                    <a:cubicBezTo>
                      <a:pt x="12580" y="61133"/>
                      <a:pt x="15795" y="64255"/>
                      <a:pt x="19486" y="66319"/>
                    </a:cubicBezTo>
                    <a:cubicBezTo>
                      <a:pt x="23190" y="68382"/>
                      <a:pt x="27463" y="69414"/>
                      <a:pt x="32305" y="69414"/>
                    </a:cubicBezTo>
                    <a:cubicBezTo>
                      <a:pt x="40282" y="69414"/>
                      <a:pt x="46314" y="66947"/>
                      <a:pt x="50402" y="62013"/>
                    </a:cubicBezTo>
                    <a:cubicBezTo>
                      <a:pt x="54503" y="57078"/>
                      <a:pt x="56554" y="49815"/>
                      <a:pt x="56554" y="40224"/>
                    </a:cubicBez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3D4F3060-BE63-3B13-C3B2-386645C5F789}"/>
                  </a:ext>
                </a:extLst>
              </p:cNvPr>
              <p:cNvSpPr/>
              <p:nvPr/>
            </p:nvSpPr>
            <p:spPr>
              <a:xfrm flipV="1">
                <a:off x="6280957" y="1578410"/>
                <a:ext cx="55741" cy="69453"/>
              </a:xfrm>
              <a:custGeom>
                <a:avLst/>
                <a:gdLst>
                  <a:gd name="csX0" fmla="*/ 293 w 55741"/>
                  <a:gd name="csY0" fmla="*/ 67790 h 69453"/>
                  <a:gd name="csX1" fmla="*/ 54486 w 55741"/>
                  <a:gd name="csY1" fmla="*/ 67790 h 69453"/>
                  <a:gd name="csX2" fmla="*/ 54486 w 55741"/>
                  <a:gd name="csY2" fmla="*/ 57372 h 69453"/>
                  <a:gd name="csX3" fmla="*/ 11584 w 55741"/>
                  <a:gd name="csY3" fmla="*/ 7445 h 69453"/>
                  <a:gd name="csX4" fmla="*/ 54486 w 55741"/>
                  <a:gd name="csY4" fmla="*/ 7445 h 69453"/>
                  <a:gd name="csX5" fmla="*/ 54486 w 55741"/>
                  <a:gd name="csY5" fmla="*/ -1664 h 69453"/>
                  <a:gd name="csX6" fmla="*/ -1255 w 55741"/>
                  <a:gd name="csY6" fmla="*/ -1664 h 69453"/>
                  <a:gd name="csX7" fmla="*/ -1255 w 55741"/>
                  <a:gd name="csY7" fmla="*/ 8754 h 69453"/>
                  <a:gd name="csX8" fmla="*/ 41667 w 55741"/>
                  <a:gd name="csY8" fmla="*/ 58681 h 69453"/>
                  <a:gd name="csX9" fmla="*/ 293 w 55741"/>
                  <a:gd name="csY9" fmla="*/ 58681 h 69453"/>
                  <a:gd name="csX10" fmla="*/ 293 w 55741"/>
                  <a:gd name="csY10" fmla="*/ 67790 h 6945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55741" h="69453">
                    <a:moveTo>
                      <a:pt x="293" y="67790"/>
                    </a:moveTo>
                    <a:lnTo>
                      <a:pt x="54486" y="67790"/>
                    </a:lnTo>
                    <a:lnTo>
                      <a:pt x="54486" y="57372"/>
                    </a:lnTo>
                    <a:lnTo>
                      <a:pt x="11584" y="7445"/>
                    </a:lnTo>
                    <a:lnTo>
                      <a:pt x="54486" y="7445"/>
                    </a:lnTo>
                    <a:lnTo>
                      <a:pt x="54486" y="-1664"/>
                    </a:lnTo>
                    <a:lnTo>
                      <a:pt x="-1255" y="-1664"/>
                    </a:lnTo>
                    <a:lnTo>
                      <a:pt x="-1255" y="8754"/>
                    </a:lnTo>
                    <a:lnTo>
                      <a:pt x="41667" y="58681"/>
                    </a:lnTo>
                    <a:lnTo>
                      <a:pt x="293" y="58681"/>
                    </a:lnTo>
                    <a:lnTo>
                      <a:pt x="293" y="67790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6604C444-4B06-D16A-43E2-8C1DE0E0E91D}"/>
                  </a:ext>
                </a:extLst>
              </p:cNvPr>
              <p:cNvSpPr/>
              <p:nvPr/>
            </p:nvSpPr>
            <p:spPr>
              <a:xfrm flipV="1">
                <a:off x="6349168" y="1576743"/>
                <a:ext cx="64373" cy="72925"/>
              </a:xfrm>
              <a:custGeom>
                <a:avLst/>
                <a:gdLst>
                  <a:gd name="csX0" fmla="*/ 62829 w 64373"/>
                  <a:gd name="csY0" fmla="*/ 37730 h 72925"/>
                  <a:gd name="csX1" fmla="*/ 62829 w 64373"/>
                  <a:gd name="csY1" fmla="*/ 32154 h 72925"/>
                  <a:gd name="csX2" fmla="*/ 10362 w 64373"/>
                  <a:gd name="csY2" fmla="*/ 32154 h 72925"/>
                  <a:gd name="csX3" fmla="*/ 17466 w 64373"/>
                  <a:gd name="csY3" fmla="*/ 14195 h 72925"/>
                  <a:gd name="csX4" fmla="*/ 35166 w 64373"/>
                  <a:gd name="csY4" fmla="*/ 8024 h 72925"/>
                  <a:gd name="csX5" fmla="*/ 47906 w 64373"/>
                  <a:gd name="csY5" fmla="*/ 9631 h 72925"/>
                  <a:gd name="csX6" fmla="*/ 60170 w 64373"/>
                  <a:gd name="csY6" fmla="*/ 14473 h 72925"/>
                  <a:gd name="csX7" fmla="*/ 60170 w 64373"/>
                  <a:gd name="csY7" fmla="*/ 3678 h 72925"/>
                  <a:gd name="csX8" fmla="*/ 47569 w 64373"/>
                  <a:gd name="csY8" fmla="*/ -291 h 72925"/>
                  <a:gd name="csX9" fmla="*/ 34492 w 64373"/>
                  <a:gd name="csY9" fmla="*/ -1660 h 72925"/>
                  <a:gd name="csX10" fmla="*/ 8159 w 64373"/>
                  <a:gd name="csY10" fmla="*/ 8004 h 72925"/>
                  <a:gd name="csX11" fmla="*/ -1545 w 64373"/>
                  <a:gd name="csY11" fmla="*/ 34198 h 72925"/>
                  <a:gd name="csX12" fmla="*/ 7663 w 64373"/>
                  <a:gd name="csY12" fmla="*/ 61245 h 72925"/>
                  <a:gd name="csX13" fmla="*/ 32507 w 64373"/>
                  <a:gd name="csY13" fmla="*/ 71266 h 72925"/>
                  <a:gd name="csX14" fmla="*/ 54673 w 64373"/>
                  <a:gd name="csY14" fmla="*/ 62237 h 72925"/>
                  <a:gd name="csX15" fmla="*/ 62829 w 64373"/>
                  <a:gd name="csY15" fmla="*/ 37730 h 72925"/>
                  <a:gd name="csX16" fmla="*/ 51418 w 64373"/>
                  <a:gd name="csY16" fmla="*/ 41083 h 72925"/>
                  <a:gd name="csX17" fmla="*/ 46180 w 64373"/>
                  <a:gd name="csY17" fmla="*/ 56006 h 72925"/>
                  <a:gd name="csX18" fmla="*/ 32626 w 64373"/>
                  <a:gd name="csY18" fmla="*/ 61602 h 72925"/>
                  <a:gd name="csX19" fmla="*/ 17347 w 64373"/>
                  <a:gd name="csY19" fmla="*/ 56204 h 72925"/>
                  <a:gd name="csX20" fmla="*/ 10739 w 64373"/>
                  <a:gd name="csY20" fmla="*/ 41004 h 72925"/>
                  <a:gd name="csX21" fmla="*/ 51418 w 64373"/>
                  <a:gd name="csY21" fmla="*/ 41083 h 729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</a:cxnLst>
                <a:rect l="l" t="t" r="r" b="b"/>
                <a:pathLst>
                  <a:path w="64373" h="72925">
                    <a:moveTo>
                      <a:pt x="62829" y="37730"/>
                    </a:moveTo>
                    <a:lnTo>
                      <a:pt x="62829" y="32154"/>
                    </a:lnTo>
                    <a:lnTo>
                      <a:pt x="10362" y="32154"/>
                    </a:lnTo>
                    <a:cubicBezTo>
                      <a:pt x="10864" y="24296"/>
                      <a:pt x="13232" y="18309"/>
                      <a:pt x="17466" y="14195"/>
                    </a:cubicBezTo>
                    <a:cubicBezTo>
                      <a:pt x="21699" y="10081"/>
                      <a:pt x="27599" y="8024"/>
                      <a:pt x="35166" y="8024"/>
                    </a:cubicBezTo>
                    <a:cubicBezTo>
                      <a:pt x="39545" y="8024"/>
                      <a:pt x="43792" y="8559"/>
                      <a:pt x="47906" y="9631"/>
                    </a:cubicBezTo>
                    <a:cubicBezTo>
                      <a:pt x="52020" y="10703"/>
                      <a:pt x="56108" y="12317"/>
                      <a:pt x="60170" y="14473"/>
                    </a:cubicBezTo>
                    <a:lnTo>
                      <a:pt x="60170" y="3678"/>
                    </a:lnTo>
                    <a:cubicBezTo>
                      <a:pt x="56068" y="1945"/>
                      <a:pt x="51868" y="622"/>
                      <a:pt x="47569" y="-291"/>
                    </a:cubicBezTo>
                    <a:cubicBezTo>
                      <a:pt x="43269" y="-1204"/>
                      <a:pt x="38910" y="-1660"/>
                      <a:pt x="34492" y="-1660"/>
                    </a:cubicBezTo>
                    <a:cubicBezTo>
                      <a:pt x="23406" y="-1660"/>
                      <a:pt x="14628" y="1561"/>
                      <a:pt x="8159" y="8004"/>
                    </a:cubicBezTo>
                    <a:cubicBezTo>
                      <a:pt x="1690" y="14460"/>
                      <a:pt x="-1545" y="23191"/>
                      <a:pt x="-1545" y="34198"/>
                    </a:cubicBezTo>
                    <a:cubicBezTo>
                      <a:pt x="-1545" y="45561"/>
                      <a:pt x="1525" y="54577"/>
                      <a:pt x="7663" y="61245"/>
                    </a:cubicBezTo>
                    <a:cubicBezTo>
                      <a:pt x="13801" y="67925"/>
                      <a:pt x="22083" y="71266"/>
                      <a:pt x="32507" y="71266"/>
                    </a:cubicBezTo>
                    <a:cubicBezTo>
                      <a:pt x="41847" y="71266"/>
                      <a:pt x="49236" y="68256"/>
                      <a:pt x="54673" y="62237"/>
                    </a:cubicBezTo>
                    <a:cubicBezTo>
                      <a:pt x="60110" y="56231"/>
                      <a:pt x="62829" y="48062"/>
                      <a:pt x="62829" y="37730"/>
                    </a:cubicBezTo>
                    <a:close/>
                    <a:moveTo>
                      <a:pt x="51418" y="41083"/>
                    </a:moveTo>
                    <a:cubicBezTo>
                      <a:pt x="51339" y="47314"/>
                      <a:pt x="49593" y="52288"/>
                      <a:pt x="46180" y="56006"/>
                    </a:cubicBezTo>
                    <a:cubicBezTo>
                      <a:pt x="42767" y="59736"/>
                      <a:pt x="38249" y="61602"/>
                      <a:pt x="32626" y="61602"/>
                    </a:cubicBezTo>
                    <a:cubicBezTo>
                      <a:pt x="26263" y="61602"/>
                      <a:pt x="21170" y="59803"/>
                      <a:pt x="17347" y="56204"/>
                    </a:cubicBezTo>
                    <a:cubicBezTo>
                      <a:pt x="13523" y="52606"/>
                      <a:pt x="11321" y="47539"/>
                      <a:pt x="10739" y="41004"/>
                    </a:cubicBezTo>
                    <a:lnTo>
                      <a:pt x="51418" y="41083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7A1B4F28-2F45-291A-C8FB-F2BC13BE469B}"/>
                  </a:ext>
                </a:extLst>
              </p:cNvPr>
              <p:cNvSpPr/>
              <p:nvPr/>
            </p:nvSpPr>
            <p:spPr>
              <a:xfrm flipV="1">
                <a:off x="6420297" y="1647863"/>
                <a:ext cx="12700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12700"/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61C3BA4F-E864-AFA5-4AC6-286B327B8C61}"/>
                  </a:ext>
                </a:extLst>
              </p:cNvPr>
              <p:cNvSpPr/>
              <p:nvPr/>
            </p:nvSpPr>
            <p:spPr>
              <a:xfrm flipV="1">
                <a:off x="6473129" y="1555272"/>
                <a:ext cx="72132" cy="92590"/>
              </a:xfrm>
              <a:custGeom>
                <a:avLst/>
                <a:gdLst>
                  <a:gd name="csX0" fmla="*/ 41909 w 72132"/>
                  <a:gd name="csY0" fmla="*/ 41171 h 92590"/>
                  <a:gd name="csX1" fmla="*/ 49748 w 72132"/>
                  <a:gd name="csY1" fmla="*/ 35337 h 92590"/>
                  <a:gd name="csX2" fmla="*/ 57407 w 72132"/>
                  <a:gd name="csY2" fmla="*/ 23053 h 92590"/>
                  <a:gd name="csX3" fmla="*/ 70127 w 72132"/>
                  <a:gd name="csY3" fmla="*/ -2247 h 92590"/>
                  <a:gd name="csX4" fmla="*/ 56653 w 72132"/>
                  <a:gd name="csY4" fmla="*/ -2247 h 92590"/>
                  <a:gd name="csX5" fmla="*/ 44826 w 72132"/>
                  <a:gd name="csY5" fmla="*/ 21505 h 92590"/>
                  <a:gd name="csX6" fmla="*/ 35916 w 72132"/>
                  <a:gd name="csY6" fmla="*/ 33848 h 92590"/>
                  <a:gd name="csX7" fmla="*/ 24169 w 72132"/>
                  <a:gd name="csY7" fmla="*/ 36884 h 92590"/>
                  <a:gd name="csX8" fmla="*/ 10516 w 72132"/>
                  <a:gd name="csY8" fmla="*/ 36884 h 92590"/>
                  <a:gd name="csX9" fmla="*/ 10516 w 72132"/>
                  <a:gd name="csY9" fmla="*/ -2247 h 92590"/>
                  <a:gd name="csX10" fmla="*/ -2005 w 72132"/>
                  <a:gd name="csY10" fmla="*/ -2247 h 92590"/>
                  <a:gd name="csX11" fmla="*/ -2005 w 72132"/>
                  <a:gd name="csY11" fmla="*/ 90343 h 92590"/>
                  <a:gd name="csX12" fmla="*/ 26272 w 72132"/>
                  <a:gd name="csY12" fmla="*/ 90343 h 92590"/>
                  <a:gd name="csX13" fmla="*/ 49966 w 72132"/>
                  <a:gd name="csY13" fmla="*/ 83696 h 92590"/>
                  <a:gd name="csX14" fmla="*/ 57784 w 72132"/>
                  <a:gd name="csY14" fmla="*/ 63673 h 92590"/>
                  <a:gd name="csX15" fmla="*/ 53716 w 72132"/>
                  <a:gd name="csY15" fmla="*/ 49148 h 92590"/>
                  <a:gd name="csX16" fmla="*/ 41909 w 72132"/>
                  <a:gd name="csY16" fmla="*/ 41171 h 92590"/>
                  <a:gd name="csX17" fmla="*/ 10516 w 72132"/>
                  <a:gd name="csY17" fmla="*/ 80045 h 92590"/>
                  <a:gd name="csX18" fmla="*/ 10516 w 72132"/>
                  <a:gd name="csY18" fmla="*/ 47183 h 92590"/>
                  <a:gd name="csX19" fmla="*/ 26272 w 72132"/>
                  <a:gd name="csY19" fmla="*/ 47183 h 92590"/>
                  <a:gd name="csX20" fmla="*/ 39945 w 72132"/>
                  <a:gd name="csY20" fmla="*/ 51370 h 92590"/>
                  <a:gd name="csX21" fmla="*/ 44568 w 72132"/>
                  <a:gd name="csY21" fmla="*/ 63673 h 92590"/>
                  <a:gd name="csX22" fmla="*/ 39945 w 72132"/>
                  <a:gd name="csY22" fmla="*/ 75917 h 92590"/>
                  <a:gd name="csX23" fmla="*/ 26272 w 72132"/>
                  <a:gd name="csY23" fmla="*/ 80045 h 92590"/>
                  <a:gd name="csX24" fmla="*/ 10516 w 72132"/>
                  <a:gd name="csY24" fmla="*/ 80045 h 925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</a:cxnLst>
                <a:rect l="l" t="t" r="r" b="b"/>
                <a:pathLst>
                  <a:path w="72132" h="92590">
                    <a:moveTo>
                      <a:pt x="41909" y="41171"/>
                    </a:moveTo>
                    <a:cubicBezTo>
                      <a:pt x="44595" y="40258"/>
                      <a:pt x="47208" y="38313"/>
                      <a:pt x="49748" y="35337"/>
                    </a:cubicBezTo>
                    <a:cubicBezTo>
                      <a:pt x="52288" y="32360"/>
                      <a:pt x="54841" y="28266"/>
                      <a:pt x="57407" y="23053"/>
                    </a:cubicBezTo>
                    <a:lnTo>
                      <a:pt x="70127" y="-2247"/>
                    </a:lnTo>
                    <a:lnTo>
                      <a:pt x="56653" y="-2247"/>
                    </a:lnTo>
                    <a:lnTo>
                      <a:pt x="44826" y="21505"/>
                    </a:lnTo>
                    <a:cubicBezTo>
                      <a:pt x="41757" y="27710"/>
                      <a:pt x="38787" y="31824"/>
                      <a:pt x="35916" y="33848"/>
                    </a:cubicBezTo>
                    <a:cubicBezTo>
                      <a:pt x="33046" y="35872"/>
                      <a:pt x="29130" y="36884"/>
                      <a:pt x="24169" y="36884"/>
                    </a:cubicBezTo>
                    <a:lnTo>
                      <a:pt x="10516" y="36884"/>
                    </a:lnTo>
                    <a:lnTo>
                      <a:pt x="10516" y="-2247"/>
                    </a:lnTo>
                    <a:lnTo>
                      <a:pt x="-2005" y="-2247"/>
                    </a:lnTo>
                    <a:lnTo>
                      <a:pt x="-2005" y="90343"/>
                    </a:lnTo>
                    <a:lnTo>
                      <a:pt x="26272" y="90343"/>
                    </a:lnTo>
                    <a:cubicBezTo>
                      <a:pt x="36856" y="90343"/>
                      <a:pt x="44754" y="88128"/>
                      <a:pt x="49966" y="83696"/>
                    </a:cubicBezTo>
                    <a:cubicBezTo>
                      <a:pt x="55178" y="79277"/>
                      <a:pt x="57784" y="72603"/>
                      <a:pt x="57784" y="63673"/>
                    </a:cubicBezTo>
                    <a:cubicBezTo>
                      <a:pt x="57784" y="57839"/>
                      <a:pt x="56428" y="52998"/>
                      <a:pt x="53716" y="49148"/>
                    </a:cubicBezTo>
                    <a:cubicBezTo>
                      <a:pt x="51004" y="45311"/>
                      <a:pt x="47069" y="42652"/>
                      <a:pt x="41909" y="41171"/>
                    </a:cubicBezTo>
                    <a:close/>
                    <a:moveTo>
                      <a:pt x="10516" y="80045"/>
                    </a:moveTo>
                    <a:lnTo>
                      <a:pt x="10516" y="47183"/>
                    </a:lnTo>
                    <a:lnTo>
                      <a:pt x="26272" y="47183"/>
                    </a:lnTo>
                    <a:cubicBezTo>
                      <a:pt x="32305" y="47183"/>
                      <a:pt x="36862" y="48579"/>
                      <a:pt x="39945" y="51370"/>
                    </a:cubicBezTo>
                    <a:cubicBezTo>
                      <a:pt x="43027" y="54162"/>
                      <a:pt x="44568" y="58263"/>
                      <a:pt x="44568" y="63673"/>
                    </a:cubicBezTo>
                    <a:cubicBezTo>
                      <a:pt x="44568" y="69084"/>
                      <a:pt x="43027" y="73165"/>
                      <a:pt x="39945" y="75917"/>
                    </a:cubicBezTo>
                    <a:cubicBezTo>
                      <a:pt x="36862" y="78669"/>
                      <a:pt x="32305" y="80045"/>
                      <a:pt x="26272" y="80045"/>
                    </a:cubicBezTo>
                    <a:lnTo>
                      <a:pt x="10516" y="80045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430446DC-0161-7322-2EC2-E6BBE19D2C29}"/>
                  </a:ext>
                </a:extLst>
              </p:cNvPr>
              <p:cNvSpPr/>
              <p:nvPr/>
            </p:nvSpPr>
            <p:spPr>
              <a:xfrm flipV="1">
                <a:off x="6550200" y="1576743"/>
                <a:ext cx="64373" cy="72925"/>
              </a:xfrm>
              <a:custGeom>
                <a:avLst/>
                <a:gdLst>
                  <a:gd name="csX0" fmla="*/ 62844 w 64373"/>
                  <a:gd name="csY0" fmla="*/ 37730 h 72925"/>
                  <a:gd name="csX1" fmla="*/ 62844 w 64373"/>
                  <a:gd name="csY1" fmla="*/ 32154 h 72925"/>
                  <a:gd name="csX2" fmla="*/ 10378 w 64373"/>
                  <a:gd name="csY2" fmla="*/ 32154 h 72925"/>
                  <a:gd name="csX3" fmla="*/ 17482 w 64373"/>
                  <a:gd name="csY3" fmla="*/ 14195 h 72925"/>
                  <a:gd name="csX4" fmla="*/ 35182 w 64373"/>
                  <a:gd name="csY4" fmla="*/ 8024 h 72925"/>
                  <a:gd name="csX5" fmla="*/ 47922 w 64373"/>
                  <a:gd name="csY5" fmla="*/ 9631 h 72925"/>
                  <a:gd name="csX6" fmla="*/ 60185 w 64373"/>
                  <a:gd name="csY6" fmla="*/ 14473 h 72925"/>
                  <a:gd name="csX7" fmla="*/ 60185 w 64373"/>
                  <a:gd name="csY7" fmla="*/ 3678 h 72925"/>
                  <a:gd name="csX8" fmla="*/ 47585 w 64373"/>
                  <a:gd name="csY8" fmla="*/ -291 h 72925"/>
                  <a:gd name="csX9" fmla="*/ 34508 w 64373"/>
                  <a:gd name="csY9" fmla="*/ -1660 h 72925"/>
                  <a:gd name="csX10" fmla="*/ 8175 w 64373"/>
                  <a:gd name="csY10" fmla="*/ 8004 h 72925"/>
                  <a:gd name="csX11" fmla="*/ -1529 w 64373"/>
                  <a:gd name="csY11" fmla="*/ 34198 h 72925"/>
                  <a:gd name="csX12" fmla="*/ 7679 w 64373"/>
                  <a:gd name="csY12" fmla="*/ 61245 h 72925"/>
                  <a:gd name="csX13" fmla="*/ 32523 w 64373"/>
                  <a:gd name="csY13" fmla="*/ 71266 h 72925"/>
                  <a:gd name="csX14" fmla="*/ 54689 w 64373"/>
                  <a:gd name="csY14" fmla="*/ 62237 h 72925"/>
                  <a:gd name="csX15" fmla="*/ 62844 w 64373"/>
                  <a:gd name="csY15" fmla="*/ 37730 h 72925"/>
                  <a:gd name="csX16" fmla="*/ 51434 w 64373"/>
                  <a:gd name="csY16" fmla="*/ 41083 h 72925"/>
                  <a:gd name="csX17" fmla="*/ 46196 w 64373"/>
                  <a:gd name="csY17" fmla="*/ 56006 h 72925"/>
                  <a:gd name="csX18" fmla="*/ 32642 w 64373"/>
                  <a:gd name="csY18" fmla="*/ 61602 h 72925"/>
                  <a:gd name="csX19" fmla="*/ 17363 w 64373"/>
                  <a:gd name="csY19" fmla="*/ 56204 h 72925"/>
                  <a:gd name="csX20" fmla="*/ 10755 w 64373"/>
                  <a:gd name="csY20" fmla="*/ 41004 h 72925"/>
                  <a:gd name="csX21" fmla="*/ 51434 w 64373"/>
                  <a:gd name="csY21" fmla="*/ 41083 h 729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</a:cxnLst>
                <a:rect l="l" t="t" r="r" b="b"/>
                <a:pathLst>
                  <a:path w="64373" h="72925">
                    <a:moveTo>
                      <a:pt x="62844" y="37730"/>
                    </a:moveTo>
                    <a:lnTo>
                      <a:pt x="62844" y="32154"/>
                    </a:lnTo>
                    <a:lnTo>
                      <a:pt x="10378" y="32154"/>
                    </a:lnTo>
                    <a:cubicBezTo>
                      <a:pt x="10880" y="24296"/>
                      <a:pt x="13248" y="18309"/>
                      <a:pt x="17482" y="14195"/>
                    </a:cubicBezTo>
                    <a:cubicBezTo>
                      <a:pt x="21715" y="10081"/>
                      <a:pt x="27615" y="8024"/>
                      <a:pt x="35182" y="8024"/>
                    </a:cubicBezTo>
                    <a:cubicBezTo>
                      <a:pt x="39561" y="8024"/>
                      <a:pt x="43808" y="8559"/>
                      <a:pt x="47922" y="9631"/>
                    </a:cubicBezTo>
                    <a:cubicBezTo>
                      <a:pt x="52036" y="10703"/>
                      <a:pt x="56124" y="12317"/>
                      <a:pt x="60185" y="14473"/>
                    </a:cubicBezTo>
                    <a:lnTo>
                      <a:pt x="60185" y="3678"/>
                    </a:lnTo>
                    <a:cubicBezTo>
                      <a:pt x="56084" y="1945"/>
                      <a:pt x="51884" y="622"/>
                      <a:pt x="47585" y="-291"/>
                    </a:cubicBezTo>
                    <a:cubicBezTo>
                      <a:pt x="43285" y="-1204"/>
                      <a:pt x="38926" y="-1660"/>
                      <a:pt x="34508" y="-1660"/>
                    </a:cubicBezTo>
                    <a:cubicBezTo>
                      <a:pt x="23422" y="-1660"/>
                      <a:pt x="14644" y="1561"/>
                      <a:pt x="8175" y="8004"/>
                    </a:cubicBezTo>
                    <a:cubicBezTo>
                      <a:pt x="1706" y="14460"/>
                      <a:pt x="-1529" y="23191"/>
                      <a:pt x="-1529" y="34198"/>
                    </a:cubicBezTo>
                    <a:cubicBezTo>
                      <a:pt x="-1529" y="45561"/>
                      <a:pt x="1540" y="54577"/>
                      <a:pt x="7679" y="61245"/>
                    </a:cubicBezTo>
                    <a:cubicBezTo>
                      <a:pt x="13817" y="67925"/>
                      <a:pt x="22099" y="71266"/>
                      <a:pt x="32523" y="71266"/>
                    </a:cubicBezTo>
                    <a:cubicBezTo>
                      <a:pt x="41863" y="71266"/>
                      <a:pt x="49251" y="68256"/>
                      <a:pt x="54689" y="62237"/>
                    </a:cubicBezTo>
                    <a:cubicBezTo>
                      <a:pt x="60126" y="56231"/>
                      <a:pt x="62844" y="48062"/>
                      <a:pt x="62844" y="37730"/>
                    </a:cubicBezTo>
                    <a:close/>
                    <a:moveTo>
                      <a:pt x="51434" y="41083"/>
                    </a:moveTo>
                    <a:cubicBezTo>
                      <a:pt x="51355" y="47314"/>
                      <a:pt x="49609" y="52288"/>
                      <a:pt x="46196" y="56006"/>
                    </a:cubicBezTo>
                    <a:cubicBezTo>
                      <a:pt x="42782" y="59736"/>
                      <a:pt x="38265" y="61602"/>
                      <a:pt x="32642" y="61602"/>
                    </a:cubicBezTo>
                    <a:cubicBezTo>
                      <a:pt x="26279" y="61602"/>
                      <a:pt x="21186" y="59803"/>
                      <a:pt x="17363" y="56204"/>
                    </a:cubicBezTo>
                    <a:cubicBezTo>
                      <a:pt x="13539" y="52606"/>
                      <a:pt x="11337" y="47539"/>
                      <a:pt x="10755" y="41004"/>
                    </a:cubicBezTo>
                    <a:lnTo>
                      <a:pt x="51434" y="41083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740A2C38-23B6-BC79-CA5B-1743BBCF543C}"/>
                  </a:ext>
                </a:extLst>
              </p:cNvPr>
              <p:cNvSpPr/>
              <p:nvPr/>
            </p:nvSpPr>
            <p:spPr>
              <a:xfrm flipV="1">
                <a:off x="6628334" y="1576743"/>
                <a:ext cx="62071" cy="97532"/>
              </a:xfrm>
              <a:custGeom>
                <a:avLst/>
                <a:gdLst>
                  <a:gd name="csX0" fmla="*/ 10323 w 62071"/>
                  <a:gd name="csY0" fmla="*/ 60040 h 97532"/>
                  <a:gd name="csX1" fmla="*/ 15502 w 62071"/>
                  <a:gd name="csY1" fmla="*/ 40295 h 97532"/>
                  <a:gd name="csX2" fmla="*/ 29730 w 62071"/>
                  <a:gd name="csY2" fmla="*/ 33132 h 97532"/>
                  <a:gd name="csX3" fmla="*/ 43978 w 62071"/>
                  <a:gd name="csY3" fmla="*/ 40295 h 97532"/>
                  <a:gd name="csX4" fmla="*/ 49196 w 62071"/>
                  <a:gd name="csY4" fmla="*/ 60040 h 97532"/>
                  <a:gd name="csX5" fmla="*/ 43978 w 62071"/>
                  <a:gd name="csY5" fmla="*/ 79784 h 97532"/>
                  <a:gd name="csX6" fmla="*/ 29730 w 62071"/>
                  <a:gd name="csY6" fmla="*/ 86948 h 97532"/>
                  <a:gd name="csX7" fmla="*/ 15502 w 62071"/>
                  <a:gd name="csY7" fmla="*/ 79784 h 97532"/>
                  <a:gd name="csX8" fmla="*/ 10323 w 62071"/>
                  <a:gd name="csY8" fmla="*/ 60040 h 97532"/>
                  <a:gd name="csX9" fmla="*/ 49196 w 62071"/>
                  <a:gd name="csY9" fmla="*/ 35791 h 97532"/>
                  <a:gd name="csX10" fmla="*/ 40108 w 62071"/>
                  <a:gd name="csY10" fmla="*/ 26583 h 97532"/>
                  <a:gd name="csX11" fmla="*/ 26932 w 62071"/>
                  <a:gd name="csY11" fmla="*/ 23567 h 97532"/>
                  <a:gd name="csX12" fmla="*/ 6433 w 62071"/>
                  <a:gd name="csY12" fmla="*/ 33608 h 97532"/>
                  <a:gd name="csX13" fmla="*/ -1465 w 62071"/>
                  <a:gd name="csY13" fmla="*/ 60040 h 97532"/>
                  <a:gd name="csX14" fmla="*/ 6433 w 62071"/>
                  <a:gd name="csY14" fmla="*/ 86452 h 97532"/>
                  <a:gd name="csX15" fmla="*/ 26932 w 62071"/>
                  <a:gd name="csY15" fmla="*/ 96493 h 97532"/>
                  <a:gd name="csX16" fmla="*/ 40108 w 62071"/>
                  <a:gd name="csY16" fmla="*/ 93477 h 97532"/>
                  <a:gd name="csX17" fmla="*/ 49196 w 62071"/>
                  <a:gd name="csY17" fmla="*/ 84289 h 97532"/>
                  <a:gd name="csX18" fmla="*/ 49196 w 62071"/>
                  <a:gd name="csY18" fmla="*/ 94826 h 97532"/>
                  <a:gd name="csX19" fmla="*/ 60607 w 62071"/>
                  <a:gd name="csY19" fmla="*/ 94826 h 97532"/>
                  <a:gd name="csX20" fmla="*/ 60607 w 62071"/>
                  <a:gd name="csY20" fmla="*/ -1039 h 97532"/>
                  <a:gd name="csX21" fmla="*/ 49196 w 62071"/>
                  <a:gd name="csY21" fmla="*/ -1039 h 97532"/>
                  <a:gd name="csX22" fmla="*/ 49196 w 62071"/>
                  <a:gd name="csY22" fmla="*/ 35791 h 975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</a:cxnLst>
                <a:rect l="l" t="t" r="r" b="b"/>
                <a:pathLst>
                  <a:path w="62071" h="97532">
                    <a:moveTo>
                      <a:pt x="10323" y="60040"/>
                    </a:moveTo>
                    <a:cubicBezTo>
                      <a:pt x="10323" y="51653"/>
                      <a:pt x="12049" y="45071"/>
                      <a:pt x="15502" y="40295"/>
                    </a:cubicBezTo>
                    <a:cubicBezTo>
                      <a:pt x="18955" y="35520"/>
                      <a:pt x="23697" y="33132"/>
                      <a:pt x="29730" y="33132"/>
                    </a:cubicBezTo>
                    <a:cubicBezTo>
                      <a:pt x="35762" y="33132"/>
                      <a:pt x="40512" y="35520"/>
                      <a:pt x="43978" y="40295"/>
                    </a:cubicBezTo>
                    <a:cubicBezTo>
                      <a:pt x="47457" y="45071"/>
                      <a:pt x="49196" y="51653"/>
                      <a:pt x="49196" y="60040"/>
                    </a:cubicBezTo>
                    <a:cubicBezTo>
                      <a:pt x="49196" y="68427"/>
                      <a:pt x="47457" y="75009"/>
                      <a:pt x="43978" y="79784"/>
                    </a:cubicBezTo>
                    <a:cubicBezTo>
                      <a:pt x="40512" y="84560"/>
                      <a:pt x="35762" y="86948"/>
                      <a:pt x="29730" y="86948"/>
                    </a:cubicBezTo>
                    <a:cubicBezTo>
                      <a:pt x="23697" y="86948"/>
                      <a:pt x="18955" y="84560"/>
                      <a:pt x="15502" y="79784"/>
                    </a:cubicBezTo>
                    <a:cubicBezTo>
                      <a:pt x="12049" y="75009"/>
                      <a:pt x="10323" y="68427"/>
                      <a:pt x="10323" y="60040"/>
                    </a:cubicBezTo>
                    <a:close/>
                    <a:moveTo>
                      <a:pt x="49196" y="35791"/>
                    </a:moveTo>
                    <a:cubicBezTo>
                      <a:pt x="46802" y="31663"/>
                      <a:pt x="43772" y="28594"/>
                      <a:pt x="40108" y="26583"/>
                    </a:cubicBezTo>
                    <a:cubicBezTo>
                      <a:pt x="36457" y="24573"/>
                      <a:pt x="32065" y="23567"/>
                      <a:pt x="26932" y="23567"/>
                    </a:cubicBezTo>
                    <a:cubicBezTo>
                      <a:pt x="18544" y="23567"/>
                      <a:pt x="11712" y="26914"/>
                      <a:pt x="6433" y="33608"/>
                    </a:cubicBezTo>
                    <a:cubicBezTo>
                      <a:pt x="1168" y="40315"/>
                      <a:pt x="-1465" y="49126"/>
                      <a:pt x="-1465" y="60040"/>
                    </a:cubicBezTo>
                    <a:cubicBezTo>
                      <a:pt x="-1465" y="70954"/>
                      <a:pt x="1168" y="79758"/>
                      <a:pt x="6433" y="86452"/>
                    </a:cubicBezTo>
                    <a:cubicBezTo>
                      <a:pt x="11712" y="93146"/>
                      <a:pt x="18544" y="96493"/>
                      <a:pt x="26932" y="96493"/>
                    </a:cubicBezTo>
                    <a:cubicBezTo>
                      <a:pt x="32065" y="96493"/>
                      <a:pt x="36457" y="95488"/>
                      <a:pt x="40108" y="93477"/>
                    </a:cubicBezTo>
                    <a:cubicBezTo>
                      <a:pt x="43772" y="91479"/>
                      <a:pt x="46802" y="88417"/>
                      <a:pt x="49196" y="84289"/>
                    </a:cubicBezTo>
                    <a:lnTo>
                      <a:pt x="49196" y="94826"/>
                    </a:lnTo>
                    <a:lnTo>
                      <a:pt x="60607" y="94826"/>
                    </a:lnTo>
                    <a:lnTo>
                      <a:pt x="60607" y="-1039"/>
                    </a:lnTo>
                    <a:lnTo>
                      <a:pt x="49196" y="-1039"/>
                    </a:lnTo>
                    <a:lnTo>
                      <a:pt x="49196" y="35791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2" name="Freeform: Shape 321">
                <a:extLst>
                  <a:ext uri="{FF2B5EF4-FFF2-40B4-BE49-F238E27FC236}">
                    <a16:creationId xmlns:a16="http://schemas.microsoft.com/office/drawing/2014/main" id="{C10DB839-9098-F23C-4C54-DAFDABA7FE64}"/>
                  </a:ext>
                </a:extLst>
              </p:cNvPr>
              <p:cNvSpPr/>
              <p:nvPr/>
            </p:nvSpPr>
            <p:spPr>
              <a:xfrm flipV="1">
                <a:off x="6712740" y="1576743"/>
                <a:ext cx="58162" cy="72925"/>
              </a:xfrm>
              <a:custGeom>
                <a:avLst/>
                <a:gdLst>
                  <a:gd name="csX0" fmla="*/ -1551 w 58162"/>
                  <a:gd name="csY0" fmla="*/ 27550 h 72925"/>
                  <a:gd name="csX1" fmla="*/ -1551 w 58162"/>
                  <a:gd name="csY1" fmla="*/ 69599 h 72925"/>
                  <a:gd name="csX2" fmla="*/ 9860 w 58162"/>
                  <a:gd name="csY2" fmla="*/ 69599 h 72925"/>
                  <a:gd name="csX3" fmla="*/ 9860 w 58162"/>
                  <a:gd name="csY3" fmla="*/ 27986 h 72925"/>
                  <a:gd name="csX4" fmla="*/ 13689 w 58162"/>
                  <a:gd name="csY4" fmla="*/ 13183 h 72925"/>
                  <a:gd name="csX5" fmla="*/ 25238 w 58162"/>
                  <a:gd name="csY5" fmla="*/ 8262 h 72925"/>
                  <a:gd name="csX6" fmla="*/ 39824 w 58162"/>
                  <a:gd name="csY6" fmla="*/ 14155 h 72925"/>
                  <a:gd name="csX7" fmla="*/ 45201 w 58162"/>
                  <a:gd name="csY7" fmla="*/ 30229 h 72925"/>
                  <a:gd name="csX8" fmla="*/ 45201 w 58162"/>
                  <a:gd name="csY8" fmla="*/ 69599 h 72925"/>
                  <a:gd name="csX9" fmla="*/ 56611 w 58162"/>
                  <a:gd name="csY9" fmla="*/ 69599 h 72925"/>
                  <a:gd name="csX10" fmla="*/ 56611 w 58162"/>
                  <a:gd name="csY10" fmla="*/ 146 h 72925"/>
                  <a:gd name="csX11" fmla="*/ 45201 w 58162"/>
                  <a:gd name="csY11" fmla="*/ 146 h 72925"/>
                  <a:gd name="csX12" fmla="*/ 45201 w 58162"/>
                  <a:gd name="csY12" fmla="*/ 10822 h 72925"/>
                  <a:gd name="csX13" fmla="*/ 35557 w 58162"/>
                  <a:gd name="csY13" fmla="*/ 1416 h 72925"/>
                  <a:gd name="csX14" fmla="*/ 22817 w 58162"/>
                  <a:gd name="csY14" fmla="*/ -1660 h 72925"/>
                  <a:gd name="csX15" fmla="*/ 4641 w 58162"/>
                  <a:gd name="csY15" fmla="*/ 5781 h 72925"/>
                  <a:gd name="csX16" fmla="*/ -1551 w 58162"/>
                  <a:gd name="csY16" fmla="*/ 27550 h 72925"/>
                  <a:gd name="csX17" fmla="*/ 27163 w 58162"/>
                  <a:gd name="csY17" fmla="*/ 71266 h 72925"/>
                  <a:gd name="csX18" fmla="*/ 27163 w 58162"/>
                  <a:gd name="csY18" fmla="*/ 71266 h 729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</a:cxnLst>
                <a:rect l="l" t="t" r="r" b="b"/>
                <a:pathLst>
                  <a:path w="58162" h="72925">
                    <a:moveTo>
                      <a:pt x="-1551" y="27550"/>
                    </a:moveTo>
                    <a:lnTo>
                      <a:pt x="-1551" y="69599"/>
                    </a:lnTo>
                    <a:lnTo>
                      <a:pt x="9860" y="69599"/>
                    </a:lnTo>
                    <a:lnTo>
                      <a:pt x="9860" y="27986"/>
                    </a:lnTo>
                    <a:cubicBezTo>
                      <a:pt x="9860" y="21412"/>
                      <a:pt x="11136" y="16477"/>
                      <a:pt x="13689" y="13183"/>
                    </a:cubicBezTo>
                    <a:cubicBezTo>
                      <a:pt x="16256" y="9902"/>
                      <a:pt x="20105" y="8262"/>
                      <a:pt x="25238" y="8262"/>
                    </a:cubicBezTo>
                    <a:cubicBezTo>
                      <a:pt x="31390" y="8262"/>
                      <a:pt x="36252" y="10226"/>
                      <a:pt x="39824" y="14155"/>
                    </a:cubicBezTo>
                    <a:cubicBezTo>
                      <a:pt x="43409" y="18084"/>
                      <a:pt x="45201" y="23442"/>
                      <a:pt x="45201" y="30229"/>
                    </a:cubicBezTo>
                    <a:lnTo>
                      <a:pt x="45201" y="69599"/>
                    </a:lnTo>
                    <a:lnTo>
                      <a:pt x="56611" y="69599"/>
                    </a:lnTo>
                    <a:lnTo>
                      <a:pt x="56611" y="146"/>
                    </a:lnTo>
                    <a:lnTo>
                      <a:pt x="45201" y="146"/>
                    </a:lnTo>
                    <a:lnTo>
                      <a:pt x="45201" y="10822"/>
                    </a:lnTo>
                    <a:cubicBezTo>
                      <a:pt x="42436" y="6602"/>
                      <a:pt x="39222" y="3466"/>
                      <a:pt x="35557" y="1416"/>
                    </a:cubicBezTo>
                    <a:cubicBezTo>
                      <a:pt x="31906" y="-635"/>
                      <a:pt x="27659" y="-1660"/>
                      <a:pt x="22817" y="-1660"/>
                    </a:cubicBezTo>
                    <a:cubicBezTo>
                      <a:pt x="14840" y="-1660"/>
                      <a:pt x="8781" y="820"/>
                      <a:pt x="4641" y="5781"/>
                    </a:cubicBezTo>
                    <a:cubicBezTo>
                      <a:pt x="513" y="10742"/>
                      <a:pt x="-1551" y="17998"/>
                      <a:pt x="-1551" y="27550"/>
                    </a:cubicBezTo>
                    <a:close/>
                    <a:moveTo>
                      <a:pt x="27163" y="71266"/>
                    </a:moveTo>
                    <a:lnTo>
                      <a:pt x="27163" y="71266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BA3B8F5B-4315-FEA3-F86C-DB5809AA0B18}"/>
                  </a:ext>
                </a:extLst>
              </p:cNvPr>
              <p:cNvSpPr/>
              <p:nvPr/>
            </p:nvSpPr>
            <p:spPr>
              <a:xfrm flipV="1">
                <a:off x="6789441" y="1576743"/>
                <a:ext cx="64373" cy="72925"/>
              </a:xfrm>
              <a:custGeom>
                <a:avLst/>
                <a:gdLst>
                  <a:gd name="csX0" fmla="*/ 62863 w 64373"/>
                  <a:gd name="csY0" fmla="*/ 37730 h 72925"/>
                  <a:gd name="csX1" fmla="*/ 62863 w 64373"/>
                  <a:gd name="csY1" fmla="*/ 32154 h 72925"/>
                  <a:gd name="csX2" fmla="*/ 10396 w 64373"/>
                  <a:gd name="csY2" fmla="*/ 32154 h 72925"/>
                  <a:gd name="csX3" fmla="*/ 17500 w 64373"/>
                  <a:gd name="csY3" fmla="*/ 14195 h 72925"/>
                  <a:gd name="csX4" fmla="*/ 35201 w 64373"/>
                  <a:gd name="csY4" fmla="*/ 8024 h 72925"/>
                  <a:gd name="csX5" fmla="*/ 47941 w 64373"/>
                  <a:gd name="csY5" fmla="*/ 9631 h 72925"/>
                  <a:gd name="csX6" fmla="*/ 60204 w 64373"/>
                  <a:gd name="csY6" fmla="*/ 14473 h 72925"/>
                  <a:gd name="csX7" fmla="*/ 60204 w 64373"/>
                  <a:gd name="csY7" fmla="*/ 3678 h 72925"/>
                  <a:gd name="csX8" fmla="*/ 47603 w 64373"/>
                  <a:gd name="csY8" fmla="*/ -291 h 72925"/>
                  <a:gd name="csX9" fmla="*/ 34526 w 64373"/>
                  <a:gd name="csY9" fmla="*/ -1660 h 72925"/>
                  <a:gd name="csX10" fmla="*/ 8194 w 64373"/>
                  <a:gd name="csY10" fmla="*/ 8004 h 72925"/>
                  <a:gd name="csX11" fmla="*/ -1510 w 64373"/>
                  <a:gd name="csY11" fmla="*/ 34198 h 72925"/>
                  <a:gd name="csX12" fmla="*/ 7698 w 64373"/>
                  <a:gd name="csY12" fmla="*/ 61245 h 72925"/>
                  <a:gd name="csX13" fmla="*/ 32542 w 64373"/>
                  <a:gd name="csY13" fmla="*/ 71266 h 72925"/>
                  <a:gd name="csX14" fmla="*/ 54707 w 64373"/>
                  <a:gd name="csY14" fmla="*/ 62237 h 72925"/>
                  <a:gd name="csX15" fmla="*/ 62863 w 64373"/>
                  <a:gd name="csY15" fmla="*/ 37730 h 72925"/>
                  <a:gd name="csX16" fmla="*/ 51453 w 64373"/>
                  <a:gd name="csY16" fmla="*/ 41083 h 72925"/>
                  <a:gd name="csX17" fmla="*/ 46214 w 64373"/>
                  <a:gd name="csY17" fmla="*/ 56006 h 72925"/>
                  <a:gd name="csX18" fmla="*/ 32661 w 64373"/>
                  <a:gd name="csY18" fmla="*/ 61602 h 72925"/>
                  <a:gd name="csX19" fmla="*/ 17381 w 64373"/>
                  <a:gd name="csY19" fmla="*/ 56204 h 72925"/>
                  <a:gd name="csX20" fmla="*/ 10773 w 64373"/>
                  <a:gd name="csY20" fmla="*/ 41004 h 72925"/>
                  <a:gd name="csX21" fmla="*/ 51453 w 64373"/>
                  <a:gd name="csY21" fmla="*/ 41083 h 729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</a:cxnLst>
                <a:rect l="l" t="t" r="r" b="b"/>
                <a:pathLst>
                  <a:path w="64373" h="72925">
                    <a:moveTo>
                      <a:pt x="62863" y="37730"/>
                    </a:moveTo>
                    <a:lnTo>
                      <a:pt x="62863" y="32154"/>
                    </a:lnTo>
                    <a:lnTo>
                      <a:pt x="10396" y="32154"/>
                    </a:lnTo>
                    <a:cubicBezTo>
                      <a:pt x="10899" y="24296"/>
                      <a:pt x="13267" y="18309"/>
                      <a:pt x="17500" y="14195"/>
                    </a:cubicBezTo>
                    <a:cubicBezTo>
                      <a:pt x="21734" y="10081"/>
                      <a:pt x="27634" y="8024"/>
                      <a:pt x="35201" y="8024"/>
                    </a:cubicBezTo>
                    <a:cubicBezTo>
                      <a:pt x="39580" y="8024"/>
                      <a:pt x="43826" y="8559"/>
                      <a:pt x="47941" y="9631"/>
                    </a:cubicBezTo>
                    <a:cubicBezTo>
                      <a:pt x="52055" y="10703"/>
                      <a:pt x="56143" y="12317"/>
                      <a:pt x="60204" y="14473"/>
                    </a:cubicBezTo>
                    <a:lnTo>
                      <a:pt x="60204" y="3678"/>
                    </a:lnTo>
                    <a:cubicBezTo>
                      <a:pt x="56103" y="1945"/>
                      <a:pt x="51903" y="622"/>
                      <a:pt x="47603" y="-291"/>
                    </a:cubicBezTo>
                    <a:cubicBezTo>
                      <a:pt x="43304" y="-1204"/>
                      <a:pt x="38945" y="-1660"/>
                      <a:pt x="34526" y="-1660"/>
                    </a:cubicBezTo>
                    <a:cubicBezTo>
                      <a:pt x="23440" y="-1660"/>
                      <a:pt x="14663" y="1561"/>
                      <a:pt x="8194" y="8004"/>
                    </a:cubicBezTo>
                    <a:cubicBezTo>
                      <a:pt x="1725" y="14460"/>
                      <a:pt x="-1510" y="23191"/>
                      <a:pt x="-1510" y="34198"/>
                    </a:cubicBezTo>
                    <a:cubicBezTo>
                      <a:pt x="-1510" y="45561"/>
                      <a:pt x="1559" y="54577"/>
                      <a:pt x="7698" y="61245"/>
                    </a:cubicBezTo>
                    <a:cubicBezTo>
                      <a:pt x="13836" y="67925"/>
                      <a:pt x="22117" y="71266"/>
                      <a:pt x="32542" y="71266"/>
                    </a:cubicBezTo>
                    <a:cubicBezTo>
                      <a:pt x="41882" y="71266"/>
                      <a:pt x="49270" y="68256"/>
                      <a:pt x="54707" y="62237"/>
                    </a:cubicBezTo>
                    <a:cubicBezTo>
                      <a:pt x="60145" y="56231"/>
                      <a:pt x="62863" y="48062"/>
                      <a:pt x="62863" y="37730"/>
                    </a:cubicBezTo>
                    <a:close/>
                    <a:moveTo>
                      <a:pt x="51453" y="41083"/>
                    </a:moveTo>
                    <a:cubicBezTo>
                      <a:pt x="51374" y="47314"/>
                      <a:pt x="49627" y="52288"/>
                      <a:pt x="46214" y="56006"/>
                    </a:cubicBezTo>
                    <a:cubicBezTo>
                      <a:pt x="42801" y="59736"/>
                      <a:pt x="38283" y="61602"/>
                      <a:pt x="32661" y="61602"/>
                    </a:cubicBezTo>
                    <a:cubicBezTo>
                      <a:pt x="26298" y="61602"/>
                      <a:pt x="21205" y="59803"/>
                      <a:pt x="17381" y="56204"/>
                    </a:cubicBezTo>
                    <a:cubicBezTo>
                      <a:pt x="13558" y="52606"/>
                      <a:pt x="11356" y="47539"/>
                      <a:pt x="10773" y="41004"/>
                    </a:cubicBezTo>
                    <a:lnTo>
                      <a:pt x="51453" y="41083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740BC4BD-9E12-7B4A-DD37-03223A88D570}"/>
                  </a:ext>
                </a:extLst>
              </p:cNvPr>
              <p:cNvSpPr/>
              <p:nvPr/>
            </p:nvSpPr>
            <p:spPr>
              <a:xfrm flipV="1">
                <a:off x="6867457" y="1576743"/>
                <a:ext cx="53082" cy="72925"/>
              </a:xfrm>
              <a:custGeom>
                <a:avLst/>
                <a:gdLst>
                  <a:gd name="csX0" fmla="*/ 48138 w 53082"/>
                  <a:gd name="csY0" fmla="*/ 67555 h 72925"/>
                  <a:gd name="csX1" fmla="*/ 48138 w 53082"/>
                  <a:gd name="csY1" fmla="*/ 56760 h 72925"/>
                  <a:gd name="csX2" fmla="*/ 38097 w 53082"/>
                  <a:gd name="csY2" fmla="*/ 60471 h 72925"/>
                  <a:gd name="csX3" fmla="*/ 27302 w 53082"/>
                  <a:gd name="csY3" fmla="*/ 61721 h 72925"/>
                  <a:gd name="csX4" fmla="*/ 14562 w 53082"/>
                  <a:gd name="csY4" fmla="*/ 59121 h 72925"/>
                  <a:gd name="csX5" fmla="*/ 10316 w 53082"/>
                  <a:gd name="csY5" fmla="*/ 51303 h 72925"/>
                  <a:gd name="csX6" fmla="*/ 13352 w 53082"/>
                  <a:gd name="csY6" fmla="*/ 45072 h 72925"/>
                  <a:gd name="csX7" fmla="*/ 25575 w 53082"/>
                  <a:gd name="csY7" fmla="*/ 40766 h 72925"/>
                  <a:gd name="csX8" fmla="*/ 29485 w 53082"/>
                  <a:gd name="csY8" fmla="*/ 39893 h 72925"/>
                  <a:gd name="csX9" fmla="*/ 46749 w 53082"/>
                  <a:gd name="csY9" fmla="*/ 32551 h 72925"/>
                  <a:gd name="csX10" fmla="*/ 51868 w 53082"/>
                  <a:gd name="csY10" fmla="*/ 19315 h 72925"/>
                  <a:gd name="csX11" fmla="*/ 44209 w 53082"/>
                  <a:gd name="csY11" fmla="*/ 3976 h 72925"/>
                  <a:gd name="csX12" fmla="*/ 23154 w 53082"/>
                  <a:gd name="csY12" fmla="*/ -1660 h 72925"/>
                  <a:gd name="csX13" fmla="*/ 11526 w 53082"/>
                  <a:gd name="csY13" fmla="*/ -569 h 72925"/>
                  <a:gd name="csX14" fmla="*/ -1214 w 53082"/>
                  <a:gd name="csY14" fmla="*/ 2686 h 72925"/>
                  <a:gd name="csX15" fmla="*/ -1214 w 53082"/>
                  <a:gd name="csY15" fmla="*/ 14473 h 72925"/>
                  <a:gd name="csX16" fmla="*/ 11248 w 53082"/>
                  <a:gd name="csY16" fmla="*/ 9532 h 72925"/>
                  <a:gd name="csX17" fmla="*/ 23412 w 53082"/>
                  <a:gd name="csY17" fmla="*/ 7905 h 72925"/>
                  <a:gd name="csX18" fmla="*/ 35795 w 53082"/>
                  <a:gd name="csY18" fmla="*/ 10663 h 72925"/>
                  <a:gd name="csX19" fmla="*/ 40141 w 53082"/>
                  <a:gd name="csY19" fmla="*/ 18442 h 72925"/>
                  <a:gd name="csX20" fmla="*/ 37005 w 53082"/>
                  <a:gd name="csY20" fmla="*/ 25566 h 72925"/>
                  <a:gd name="csX21" fmla="*/ 23274 w 53082"/>
                  <a:gd name="csY21" fmla="*/ 30348 h 72925"/>
                  <a:gd name="csX22" fmla="*/ 19305 w 53082"/>
                  <a:gd name="csY22" fmla="*/ 31281 h 72925"/>
                  <a:gd name="csX23" fmla="*/ 3985 w 53082"/>
                  <a:gd name="csY23" fmla="*/ 38127 h 72925"/>
                  <a:gd name="csX24" fmla="*/ -718 w 53082"/>
                  <a:gd name="csY24" fmla="*/ 50807 h 72925"/>
                  <a:gd name="csX25" fmla="*/ 6228 w 53082"/>
                  <a:gd name="csY25" fmla="*/ 65928 h 72925"/>
                  <a:gd name="csX26" fmla="*/ 25952 w 53082"/>
                  <a:gd name="csY26" fmla="*/ 71266 h 72925"/>
                  <a:gd name="csX27" fmla="*/ 37839 w 53082"/>
                  <a:gd name="csY27" fmla="*/ 70333 h 72925"/>
                  <a:gd name="csX28" fmla="*/ 48138 w 53082"/>
                  <a:gd name="csY28" fmla="*/ 67555 h 729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</a:cxnLst>
                <a:rect l="l" t="t" r="r" b="b"/>
                <a:pathLst>
                  <a:path w="53082" h="72925">
                    <a:moveTo>
                      <a:pt x="48138" y="67555"/>
                    </a:moveTo>
                    <a:lnTo>
                      <a:pt x="48138" y="56760"/>
                    </a:lnTo>
                    <a:cubicBezTo>
                      <a:pt x="44923" y="58414"/>
                      <a:pt x="41576" y="59651"/>
                      <a:pt x="38097" y="60471"/>
                    </a:cubicBezTo>
                    <a:cubicBezTo>
                      <a:pt x="34631" y="61304"/>
                      <a:pt x="31032" y="61721"/>
                      <a:pt x="27302" y="61721"/>
                    </a:cubicBezTo>
                    <a:cubicBezTo>
                      <a:pt x="21640" y="61721"/>
                      <a:pt x="17393" y="60854"/>
                      <a:pt x="14562" y="59121"/>
                    </a:cubicBezTo>
                    <a:cubicBezTo>
                      <a:pt x="11731" y="57388"/>
                      <a:pt x="10316" y="54782"/>
                      <a:pt x="10316" y="51303"/>
                    </a:cubicBezTo>
                    <a:cubicBezTo>
                      <a:pt x="10316" y="48657"/>
                      <a:pt x="11328" y="46580"/>
                      <a:pt x="13352" y="45072"/>
                    </a:cubicBezTo>
                    <a:cubicBezTo>
                      <a:pt x="15376" y="43564"/>
                      <a:pt x="19450" y="42128"/>
                      <a:pt x="25575" y="40766"/>
                    </a:cubicBezTo>
                    <a:lnTo>
                      <a:pt x="29485" y="39893"/>
                    </a:lnTo>
                    <a:cubicBezTo>
                      <a:pt x="37581" y="38160"/>
                      <a:pt x="43336" y="35712"/>
                      <a:pt x="46749" y="32551"/>
                    </a:cubicBezTo>
                    <a:cubicBezTo>
                      <a:pt x="50162" y="29389"/>
                      <a:pt x="51868" y="24977"/>
                      <a:pt x="51868" y="19315"/>
                    </a:cubicBezTo>
                    <a:cubicBezTo>
                      <a:pt x="51868" y="12859"/>
                      <a:pt x="49315" y="7746"/>
                      <a:pt x="44209" y="3976"/>
                    </a:cubicBezTo>
                    <a:cubicBezTo>
                      <a:pt x="39102" y="218"/>
                      <a:pt x="32084" y="-1660"/>
                      <a:pt x="23154" y="-1660"/>
                    </a:cubicBezTo>
                    <a:cubicBezTo>
                      <a:pt x="19437" y="-1660"/>
                      <a:pt x="15561" y="-1296"/>
                      <a:pt x="11526" y="-569"/>
                    </a:cubicBezTo>
                    <a:cubicBezTo>
                      <a:pt x="7491" y="159"/>
                      <a:pt x="3245" y="1244"/>
                      <a:pt x="-1214" y="2686"/>
                    </a:cubicBezTo>
                    <a:lnTo>
                      <a:pt x="-1214" y="14473"/>
                    </a:lnTo>
                    <a:cubicBezTo>
                      <a:pt x="3006" y="12277"/>
                      <a:pt x="7160" y="10630"/>
                      <a:pt x="11248" y="9532"/>
                    </a:cubicBezTo>
                    <a:cubicBezTo>
                      <a:pt x="15336" y="8447"/>
                      <a:pt x="19391" y="7905"/>
                      <a:pt x="23412" y="7905"/>
                    </a:cubicBezTo>
                    <a:cubicBezTo>
                      <a:pt x="28783" y="7905"/>
                      <a:pt x="32911" y="8824"/>
                      <a:pt x="35795" y="10663"/>
                    </a:cubicBezTo>
                    <a:cubicBezTo>
                      <a:pt x="38692" y="12502"/>
                      <a:pt x="40141" y="15095"/>
                      <a:pt x="40141" y="18442"/>
                    </a:cubicBezTo>
                    <a:cubicBezTo>
                      <a:pt x="40141" y="21537"/>
                      <a:pt x="39096" y="23912"/>
                      <a:pt x="37005" y="25566"/>
                    </a:cubicBezTo>
                    <a:cubicBezTo>
                      <a:pt x="34928" y="27219"/>
                      <a:pt x="30351" y="28813"/>
                      <a:pt x="23274" y="30348"/>
                    </a:cubicBezTo>
                    <a:lnTo>
                      <a:pt x="19305" y="31281"/>
                    </a:lnTo>
                    <a:cubicBezTo>
                      <a:pt x="12240" y="32762"/>
                      <a:pt x="7134" y="35044"/>
                      <a:pt x="3985" y="38127"/>
                    </a:cubicBezTo>
                    <a:cubicBezTo>
                      <a:pt x="850" y="41209"/>
                      <a:pt x="-718" y="45436"/>
                      <a:pt x="-718" y="50807"/>
                    </a:cubicBezTo>
                    <a:cubicBezTo>
                      <a:pt x="-718" y="57342"/>
                      <a:pt x="1598" y="62382"/>
                      <a:pt x="6228" y="65928"/>
                    </a:cubicBezTo>
                    <a:cubicBezTo>
                      <a:pt x="10858" y="69486"/>
                      <a:pt x="17433" y="71266"/>
                      <a:pt x="25952" y="71266"/>
                    </a:cubicBezTo>
                    <a:cubicBezTo>
                      <a:pt x="30159" y="71266"/>
                      <a:pt x="34121" y="70955"/>
                      <a:pt x="37839" y="70333"/>
                    </a:cubicBezTo>
                    <a:cubicBezTo>
                      <a:pt x="41569" y="69725"/>
                      <a:pt x="45002" y="68798"/>
                      <a:pt x="48138" y="67555"/>
                    </a:cubicBez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88473CFF-8D3C-EE8E-A442-ED37689B0A6E}"/>
                  </a:ext>
                </a:extLst>
              </p:cNvPr>
              <p:cNvSpPr/>
              <p:nvPr/>
            </p:nvSpPr>
            <p:spPr>
              <a:xfrm flipV="1">
                <a:off x="6930150" y="1558685"/>
                <a:ext cx="43338" cy="89177"/>
              </a:xfrm>
              <a:custGeom>
                <a:avLst/>
                <a:gdLst>
                  <a:gd name="csX0" fmla="*/ 19055 w 43338"/>
                  <a:gd name="csY0" fmla="*/ 87016 h 89177"/>
                  <a:gd name="csX1" fmla="*/ 19055 w 43338"/>
                  <a:gd name="csY1" fmla="*/ 67292 h 89177"/>
                  <a:gd name="csX2" fmla="*/ 42550 w 43338"/>
                  <a:gd name="csY2" fmla="*/ 67292 h 89177"/>
                  <a:gd name="csX3" fmla="*/ 42550 w 43338"/>
                  <a:gd name="csY3" fmla="*/ 58422 h 89177"/>
                  <a:gd name="csX4" fmla="*/ 19055 w 43338"/>
                  <a:gd name="csY4" fmla="*/ 58422 h 89177"/>
                  <a:gd name="csX5" fmla="*/ 19055 w 43338"/>
                  <a:gd name="csY5" fmla="*/ 20718 h 89177"/>
                  <a:gd name="csX6" fmla="*/ 21377 w 43338"/>
                  <a:gd name="csY6" fmla="*/ 9804 h 89177"/>
                  <a:gd name="csX7" fmla="*/ 30842 w 43338"/>
                  <a:gd name="csY7" fmla="*/ 7383 h 89177"/>
                  <a:gd name="csX8" fmla="*/ 42550 w 43338"/>
                  <a:gd name="csY8" fmla="*/ 7383 h 89177"/>
                  <a:gd name="csX9" fmla="*/ 42550 w 43338"/>
                  <a:gd name="csY9" fmla="*/ -2161 h 89177"/>
                  <a:gd name="csX10" fmla="*/ 30842 w 43338"/>
                  <a:gd name="csY10" fmla="*/ -2161 h 89177"/>
                  <a:gd name="csX11" fmla="*/ 12606 w 43338"/>
                  <a:gd name="csY11" fmla="*/ 2760 h 89177"/>
                  <a:gd name="csX12" fmla="*/ 7585 w 43338"/>
                  <a:gd name="csY12" fmla="*/ 20718 h 89177"/>
                  <a:gd name="csX13" fmla="*/ 7585 w 43338"/>
                  <a:gd name="csY13" fmla="*/ 58422 h 89177"/>
                  <a:gd name="csX14" fmla="*/ -789 w 43338"/>
                  <a:gd name="csY14" fmla="*/ 58422 h 89177"/>
                  <a:gd name="csX15" fmla="*/ -789 w 43338"/>
                  <a:gd name="csY15" fmla="*/ 67292 h 89177"/>
                  <a:gd name="csX16" fmla="*/ 7585 w 43338"/>
                  <a:gd name="csY16" fmla="*/ 67292 h 89177"/>
                  <a:gd name="csX17" fmla="*/ 7585 w 43338"/>
                  <a:gd name="csY17" fmla="*/ 87016 h 89177"/>
                  <a:gd name="csX18" fmla="*/ 19055 w 43338"/>
                  <a:gd name="csY18" fmla="*/ 87016 h 8917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</a:cxnLst>
                <a:rect l="l" t="t" r="r" b="b"/>
                <a:pathLst>
                  <a:path w="43338" h="89177">
                    <a:moveTo>
                      <a:pt x="19055" y="87016"/>
                    </a:moveTo>
                    <a:lnTo>
                      <a:pt x="19055" y="67292"/>
                    </a:lnTo>
                    <a:lnTo>
                      <a:pt x="42550" y="67292"/>
                    </a:lnTo>
                    <a:lnTo>
                      <a:pt x="42550" y="58422"/>
                    </a:lnTo>
                    <a:lnTo>
                      <a:pt x="19055" y="58422"/>
                    </a:lnTo>
                    <a:lnTo>
                      <a:pt x="19055" y="20718"/>
                    </a:lnTo>
                    <a:cubicBezTo>
                      <a:pt x="19055" y="15056"/>
                      <a:pt x="19829" y="11418"/>
                      <a:pt x="21377" y="9804"/>
                    </a:cubicBezTo>
                    <a:cubicBezTo>
                      <a:pt x="22925" y="8190"/>
                      <a:pt x="26080" y="7383"/>
                      <a:pt x="30842" y="7383"/>
                    </a:cubicBezTo>
                    <a:lnTo>
                      <a:pt x="42550" y="7383"/>
                    </a:lnTo>
                    <a:lnTo>
                      <a:pt x="42550" y="-2161"/>
                    </a:lnTo>
                    <a:lnTo>
                      <a:pt x="30842" y="-2161"/>
                    </a:lnTo>
                    <a:cubicBezTo>
                      <a:pt x="22032" y="-2161"/>
                      <a:pt x="15953" y="-521"/>
                      <a:pt x="12606" y="2760"/>
                    </a:cubicBezTo>
                    <a:cubicBezTo>
                      <a:pt x="9259" y="6054"/>
                      <a:pt x="7585" y="12040"/>
                      <a:pt x="7585" y="20718"/>
                    </a:cubicBezTo>
                    <a:lnTo>
                      <a:pt x="7585" y="58422"/>
                    </a:lnTo>
                    <a:lnTo>
                      <a:pt x="-789" y="58422"/>
                    </a:lnTo>
                    <a:lnTo>
                      <a:pt x="-789" y="67292"/>
                    </a:lnTo>
                    <a:lnTo>
                      <a:pt x="7585" y="67292"/>
                    </a:lnTo>
                    <a:lnTo>
                      <a:pt x="7585" y="87016"/>
                    </a:lnTo>
                    <a:lnTo>
                      <a:pt x="19055" y="87016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4803F2C6-9A49-A231-9CA0-ABF157B38BB2}"/>
                  </a:ext>
                </a:extLst>
              </p:cNvPr>
              <p:cNvSpPr/>
              <p:nvPr/>
            </p:nvSpPr>
            <p:spPr>
              <a:xfrm flipV="1">
                <a:off x="6983538" y="1576743"/>
                <a:ext cx="64373" cy="72925"/>
              </a:xfrm>
              <a:custGeom>
                <a:avLst/>
                <a:gdLst>
                  <a:gd name="csX0" fmla="*/ 62879 w 64373"/>
                  <a:gd name="csY0" fmla="*/ 37730 h 72925"/>
                  <a:gd name="csX1" fmla="*/ 62879 w 64373"/>
                  <a:gd name="csY1" fmla="*/ 32154 h 72925"/>
                  <a:gd name="csX2" fmla="*/ 10412 w 64373"/>
                  <a:gd name="csY2" fmla="*/ 32154 h 72925"/>
                  <a:gd name="csX3" fmla="*/ 17516 w 64373"/>
                  <a:gd name="csY3" fmla="*/ 14195 h 72925"/>
                  <a:gd name="csX4" fmla="*/ 35216 w 64373"/>
                  <a:gd name="csY4" fmla="*/ 8024 h 72925"/>
                  <a:gd name="csX5" fmla="*/ 47956 w 64373"/>
                  <a:gd name="csY5" fmla="*/ 9631 h 72925"/>
                  <a:gd name="csX6" fmla="*/ 60219 w 64373"/>
                  <a:gd name="csY6" fmla="*/ 14473 h 72925"/>
                  <a:gd name="csX7" fmla="*/ 60219 w 64373"/>
                  <a:gd name="csY7" fmla="*/ 3678 h 72925"/>
                  <a:gd name="csX8" fmla="*/ 47619 w 64373"/>
                  <a:gd name="csY8" fmla="*/ -291 h 72925"/>
                  <a:gd name="csX9" fmla="*/ 34542 w 64373"/>
                  <a:gd name="csY9" fmla="*/ -1660 h 72925"/>
                  <a:gd name="csX10" fmla="*/ 8209 w 64373"/>
                  <a:gd name="csY10" fmla="*/ 8004 h 72925"/>
                  <a:gd name="csX11" fmla="*/ -1495 w 64373"/>
                  <a:gd name="csY11" fmla="*/ 34198 h 72925"/>
                  <a:gd name="csX12" fmla="*/ 7713 w 64373"/>
                  <a:gd name="csY12" fmla="*/ 61245 h 72925"/>
                  <a:gd name="csX13" fmla="*/ 32557 w 64373"/>
                  <a:gd name="csY13" fmla="*/ 71266 h 72925"/>
                  <a:gd name="csX14" fmla="*/ 54723 w 64373"/>
                  <a:gd name="csY14" fmla="*/ 62237 h 72925"/>
                  <a:gd name="csX15" fmla="*/ 62879 w 64373"/>
                  <a:gd name="csY15" fmla="*/ 37730 h 72925"/>
                  <a:gd name="csX16" fmla="*/ 51468 w 64373"/>
                  <a:gd name="csY16" fmla="*/ 41083 h 72925"/>
                  <a:gd name="csX17" fmla="*/ 46230 w 64373"/>
                  <a:gd name="csY17" fmla="*/ 56006 h 72925"/>
                  <a:gd name="csX18" fmla="*/ 32676 w 64373"/>
                  <a:gd name="csY18" fmla="*/ 61602 h 72925"/>
                  <a:gd name="csX19" fmla="*/ 17397 w 64373"/>
                  <a:gd name="csY19" fmla="*/ 56204 h 72925"/>
                  <a:gd name="csX20" fmla="*/ 10789 w 64373"/>
                  <a:gd name="csY20" fmla="*/ 41004 h 72925"/>
                  <a:gd name="csX21" fmla="*/ 51468 w 64373"/>
                  <a:gd name="csY21" fmla="*/ 41083 h 729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</a:cxnLst>
                <a:rect l="l" t="t" r="r" b="b"/>
                <a:pathLst>
                  <a:path w="64373" h="72925">
                    <a:moveTo>
                      <a:pt x="62879" y="37730"/>
                    </a:moveTo>
                    <a:lnTo>
                      <a:pt x="62879" y="32154"/>
                    </a:lnTo>
                    <a:lnTo>
                      <a:pt x="10412" y="32154"/>
                    </a:lnTo>
                    <a:cubicBezTo>
                      <a:pt x="10914" y="24296"/>
                      <a:pt x="13282" y="18309"/>
                      <a:pt x="17516" y="14195"/>
                    </a:cubicBezTo>
                    <a:cubicBezTo>
                      <a:pt x="21749" y="10081"/>
                      <a:pt x="27649" y="8024"/>
                      <a:pt x="35216" y="8024"/>
                    </a:cubicBezTo>
                    <a:cubicBezTo>
                      <a:pt x="39595" y="8024"/>
                      <a:pt x="43842" y="8559"/>
                      <a:pt x="47956" y="9631"/>
                    </a:cubicBezTo>
                    <a:cubicBezTo>
                      <a:pt x="52070" y="10703"/>
                      <a:pt x="56158" y="12317"/>
                      <a:pt x="60219" y="14473"/>
                    </a:cubicBezTo>
                    <a:lnTo>
                      <a:pt x="60219" y="3678"/>
                    </a:lnTo>
                    <a:cubicBezTo>
                      <a:pt x="56118" y="1945"/>
                      <a:pt x="51918" y="622"/>
                      <a:pt x="47619" y="-291"/>
                    </a:cubicBezTo>
                    <a:cubicBezTo>
                      <a:pt x="43319" y="-1204"/>
                      <a:pt x="38960" y="-1660"/>
                      <a:pt x="34542" y="-1660"/>
                    </a:cubicBezTo>
                    <a:cubicBezTo>
                      <a:pt x="23456" y="-1660"/>
                      <a:pt x="14678" y="1561"/>
                      <a:pt x="8209" y="8004"/>
                    </a:cubicBezTo>
                    <a:cubicBezTo>
                      <a:pt x="1740" y="14460"/>
                      <a:pt x="-1495" y="23191"/>
                      <a:pt x="-1495" y="34198"/>
                    </a:cubicBezTo>
                    <a:cubicBezTo>
                      <a:pt x="-1495" y="45561"/>
                      <a:pt x="1575" y="54577"/>
                      <a:pt x="7713" y="61245"/>
                    </a:cubicBezTo>
                    <a:cubicBezTo>
                      <a:pt x="13851" y="67925"/>
                      <a:pt x="22133" y="71266"/>
                      <a:pt x="32557" y="71266"/>
                    </a:cubicBezTo>
                    <a:cubicBezTo>
                      <a:pt x="41897" y="71266"/>
                      <a:pt x="49286" y="68256"/>
                      <a:pt x="54723" y="62237"/>
                    </a:cubicBezTo>
                    <a:cubicBezTo>
                      <a:pt x="60160" y="56231"/>
                      <a:pt x="62879" y="48062"/>
                      <a:pt x="62879" y="37730"/>
                    </a:cubicBezTo>
                    <a:close/>
                    <a:moveTo>
                      <a:pt x="51468" y="41083"/>
                    </a:moveTo>
                    <a:cubicBezTo>
                      <a:pt x="51389" y="47314"/>
                      <a:pt x="49643" y="52288"/>
                      <a:pt x="46230" y="56006"/>
                    </a:cubicBezTo>
                    <a:cubicBezTo>
                      <a:pt x="42817" y="59736"/>
                      <a:pt x="38299" y="61602"/>
                      <a:pt x="32676" y="61602"/>
                    </a:cubicBezTo>
                    <a:cubicBezTo>
                      <a:pt x="26313" y="61602"/>
                      <a:pt x="21220" y="59803"/>
                      <a:pt x="17397" y="56204"/>
                    </a:cubicBezTo>
                    <a:cubicBezTo>
                      <a:pt x="13573" y="52606"/>
                      <a:pt x="11371" y="47539"/>
                      <a:pt x="10789" y="41004"/>
                    </a:cubicBezTo>
                    <a:lnTo>
                      <a:pt x="51468" y="41083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56CB0694-DC5E-48B5-95D1-224B655C3DC6}"/>
                  </a:ext>
                </a:extLst>
              </p:cNvPr>
              <p:cNvSpPr/>
              <p:nvPr/>
            </p:nvSpPr>
            <p:spPr>
              <a:xfrm flipV="1">
                <a:off x="7061672" y="1551363"/>
                <a:ext cx="62071" cy="98305"/>
              </a:xfrm>
              <a:custGeom>
                <a:avLst/>
                <a:gdLst>
                  <a:gd name="csX0" fmla="*/ 49231 w 62071"/>
                  <a:gd name="csY0" fmla="*/ 58421 h 98305"/>
                  <a:gd name="csX1" fmla="*/ 49231 w 62071"/>
                  <a:gd name="csY1" fmla="*/ 96005 h 98305"/>
                  <a:gd name="csX2" fmla="*/ 60641 w 62071"/>
                  <a:gd name="csY2" fmla="*/ 96005 h 98305"/>
                  <a:gd name="csX3" fmla="*/ 60641 w 62071"/>
                  <a:gd name="csY3" fmla="*/ -495 h 98305"/>
                  <a:gd name="csX4" fmla="*/ 49231 w 62071"/>
                  <a:gd name="csY4" fmla="*/ -495 h 98305"/>
                  <a:gd name="csX5" fmla="*/ 49231 w 62071"/>
                  <a:gd name="csY5" fmla="*/ 9923 h 98305"/>
                  <a:gd name="csX6" fmla="*/ 40142 w 62071"/>
                  <a:gd name="csY6" fmla="*/ 716 h 98305"/>
                  <a:gd name="csX7" fmla="*/ 26966 w 62071"/>
                  <a:gd name="csY7" fmla="*/ -2301 h 98305"/>
                  <a:gd name="csX8" fmla="*/ 6467 w 62071"/>
                  <a:gd name="csY8" fmla="*/ 7740 h 98305"/>
                  <a:gd name="csX9" fmla="*/ -1431 w 62071"/>
                  <a:gd name="csY9" fmla="*/ 34172 h 98305"/>
                  <a:gd name="csX10" fmla="*/ 6467 w 62071"/>
                  <a:gd name="csY10" fmla="*/ 60584 h 98305"/>
                  <a:gd name="csX11" fmla="*/ 26966 w 62071"/>
                  <a:gd name="csY11" fmla="*/ 70625 h 98305"/>
                  <a:gd name="csX12" fmla="*/ 40142 w 62071"/>
                  <a:gd name="csY12" fmla="*/ 67609 h 98305"/>
                  <a:gd name="csX13" fmla="*/ 49231 w 62071"/>
                  <a:gd name="csY13" fmla="*/ 58421 h 98305"/>
                  <a:gd name="csX14" fmla="*/ 10357 w 62071"/>
                  <a:gd name="csY14" fmla="*/ 34172 h 98305"/>
                  <a:gd name="csX15" fmla="*/ 15536 w 62071"/>
                  <a:gd name="csY15" fmla="*/ 14428 h 98305"/>
                  <a:gd name="csX16" fmla="*/ 29764 w 62071"/>
                  <a:gd name="csY16" fmla="*/ 7264 h 98305"/>
                  <a:gd name="csX17" fmla="*/ 44012 w 62071"/>
                  <a:gd name="csY17" fmla="*/ 14428 h 98305"/>
                  <a:gd name="csX18" fmla="*/ 49231 w 62071"/>
                  <a:gd name="csY18" fmla="*/ 34172 h 98305"/>
                  <a:gd name="csX19" fmla="*/ 44012 w 62071"/>
                  <a:gd name="csY19" fmla="*/ 53917 h 98305"/>
                  <a:gd name="csX20" fmla="*/ 29764 w 62071"/>
                  <a:gd name="csY20" fmla="*/ 61080 h 98305"/>
                  <a:gd name="csX21" fmla="*/ 15536 w 62071"/>
                  <a:gd name="csY21" fmla="*/ 53917 h 98305"/>
                  <a:gd name="csX22" fmla="*/ 10357 w 62071"/>
                  <a:gd name="csY22" fmla="*/ 34172 h 983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</a:cxnLst>
                <a:rect l="l" t="t" r="r" b="b"/>
                <a:pathLst>
                  <a:path w="62071" h="98305">
                    <a:moveTo>
                      <a:pt x="49231" y="58421"/>
                    </a:moveTo>
                    <a:lnTo>
                      <a:pt x="49231" y="96005"/>
                    </a:lnTo>
                    <a:lnTo>
                      <a:pt x="60641" y="96005"/>
                    </a:lnTo>
                    <a:lnTo>
                      <a:pt x="60641" y="-495"/>
                    </a:lnTo>
                    <a:lnTo>
                      <a:pt x="49231" y="-495"/>
                    </a:lnTo>
                    <a:lnTo>
                      <a:pt x="49231" y="9923"/>
                    </a:lnTo>
                    <a:cubicBezTo>
                      <a:pt x="46836" y="5796"/>
                      <a:pt x="43807" y="2727"/>
                      <a:pt x="40142" y="716"/>
                    </a:cubicBezTo>
                    <a:cubicBezTo>
                      <a:pt x="36491" y="-1295"/>
                      <a:pt x="32099" y="-2301"/>
                      <a:pt x="26966" y="-2301"/>
                    </a:cubicBezTo>
                    <a:cubicBezTo>
                      <a:pt x="18579" y="-2301"/>
                      <a:pt x="11746" y="1046"/>
                      <a:pt x="6467" y="7740"/>
                    </a:cubicBezTo>
                    <a:cubicBezTo>
                      <a:pt x="1202" y="14448"/>
                      <a:pt x="-1431" y="23258"/>
                      <a:pt x="-1431" y="34172"/>
                    </a:cubicBezTo>
                    <a:cubicBezTo>
                      <a:pt x="-1431" y="45086"/>
                      <a:pt x="1202" y="53890"/>
                      <a:pt x="6467" y="60584"/>
                    </a:cubicBezTo>
                    <a:cubicBezTo>
                      <a:pt x="11746" y="67278"/>
                      <a:pt x="18579" y="70625"/>
                      <a:pt x="26966" y="70625"/>
                    </a:cubicBezTo>
                    <a:cubicBezTo>
                      <a:pt x="32099" y="70625"/>
                      <a:pt x="36491" y="69620"/>
                      <a:pt x="40142" y="67609"/>
                    </a:cubicBezTo>
                    <a:cubicBezTo>
                      <a:pt x="43807" y="65611"/>
                      <a:pt x="46836" y="62549"/>
                      <a:pt x="49231" y="58421"/>
                    </a:cubicBezTo>
                    <a:close/>
                    <a:moveTo>
                      <a:pt x="10357" y="34172"/>
                    </a:moveTo>
                    <a:cubicBezTo>
                      <a:pt x="10357" y="25785"/>
                      <a:pt x="12083" y="19203"/>
                      <a:pt x="15536" y="14428"/>
                    </a:cubicBezTo>
                    <a:cubicBezTo>
                      <a:pt x="18989" y="9652"/>
                      <a:pt x="23731" y="7264"/>
                      <a:pt x="29764" y="7264"/>
                    </a:cubicBezTo>
                    <a:cubicBezTo>
                      <a:pt x="35796" y="7264"/>
                      <a:pt x="40546" y="9652"/>
                      <a:pt x="44012" y="14428"/>
                    </a:cubicBezTo>
                    <a:cubicBezTo>
                      <a:pt x="47491" y="19203"/>
                      <a:pt x="49231" y="25785"/>
                      <a:pt x="49231" y="34172"/>
                    </a:cubicBezTo>
                    <a:cubicBezTo>
                      <a:pt x="49231" y="42560"/>
                      <a:pt x="47491" y="49141"/>
                      <a:pt x="44012" y="53917"/>
                    </a:cubicBezTo>
                    <a:cubicBezTo>
                      <a:pt x="40546" y="58693"/>
                      <a:pt x="35796" y="61080"/>
                      <a:pt x="29764" y="61080"/>
                    </a:cubicBezTo>
                    <a:cubicBezTo>
                      <a:pt x="23731" y="61080"/>
                      <a:pt x="18989" y="58693"/>
                      <a:pt x="15536" y="53917"/>
                    </a:cubicBezTo>
                    <a:cubicBezTo>
                      <a:pt x="12083" y="49141"/>
                      <a:pt x="10357" y="42560"/>
                      <a:pt x="10357" y="3417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1AC62D0B-D1F1-2091-0917-490311347115}"/>
                  </a:ext>
                </a:extLst>
              </p:cNvPr>
              <p:cNvSpPr/>
              <p:nvPr/>
            </p:nvSpPr>
            <p:spPr>
              <a:xfrm flipV="1">
                <a:off x="7135283" y="1647863"/>
                <a:ext cx="12700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12700"/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9" name="Freeform: Shape 328">
                <a:extLst>
                  <a:ext uri="{FF2B5EF4-FFF2-40B4-BE49-F238E27FC236}">
                    <a16:creationId xmlns:a16="http://schemas.microsoft.com/office/drawing/2014/main" id="{18349732-468C-60B2-0451-CFBB8F912657}"/>
                  </a:ext>
                </a:extLst>
              </p:cNvPr>
              <p:cNvSpPr/>
              <p:nvPr/>
            </p:nvSpPr>
            <p:spPr>
              <a:xfrm flipV="1">
                <a:off x="7188114" y="1555272"/>
                <a:ext cx="65682" cy="92590"/>
              </a:xfrm>
              <a:custGeom>
                <a:avLst/>
                <a:gdLst>
                  <a:gd name="csX0" fmla="*/ 10735 w 65682"/>
                  <a:gd name="csY0" fmla="*/ 41964 h 92590"/>
                  <a:gd name="csX1" fmla="*/ 10735 w 65682"/>
                  <a:gd name="csY1" fmla="*/ 8051 h 92590"/>
                  <a:gd name="csX2" fmla="*/ 30837 w 65682"/>
                  <a:gd name="csY2" fmla="*/ 8051 h 92590"/>
                  <a:gd name="csX3" fmla="*/ 45799 w 65682"/>
                  <a:gd name="csY3" fmla="*/ 12238 h 92590"/>
                  <a:gd name="csX4" fmla="*/ 50680 w 65682"/>
                  <a:gd name="csY4" fmla="*/ 25038 h 92590"/>
                  <a:gd name="csX5" fmla="*/ 45799 w 65682"/>
                  <a:gd name="csY5" fmla="*/ 37837 h 92590"/>
                  <a:gd name="csX6" fmla="*/ 30837 w 65682"/>
                  <a:gd name="csY6" fmla="*/ 41964 h 92590"/>
                  <a:gd name="csX7" fmla="*/ 10735 w 65682"/>
                  <a:gd name="csY7" fmla="*/ 41964 h 92590"/>
                  <a:gd name="csX8" fmla="*/ 10735 w 65682"/>
                  <a:gd name="csY8" fmla="*/ 80045 h 92590"/>
                  <a:gd name="csX9" fmla="*/ 10735 w 65682"/>
                  <a:gd name="csY9" fmla="*/ 52144 h 92590"/>
                  <a:gd name="csX10" fmla="*/ 29289 w 65682"/>
                  <a:gd name="csY10" fmla="*/ 52144 h 92590"/>
                  <a:gd name="csX11" fmla="*/ 42941 w 65682"/>
                  <a:gd name="csY11" fmla="*/ 55577 h 92590"/>
                  <a:gd name="csX12" fmla="*/ 47446 w 65682"/>
                  <a:gd name="csY12" fmla="*/ 66094 h 92590"/>
                  <a:gd name="csX13" fmla="*/ 42941 w 65682"/>
                  <a:gd name="csY13" fmla="*/ 76572 h 92590"/>
                  <a:gd name="csX14" fmla="*/ 29289 w 65682"/>
                  <a:gd name="csY14" fmla="*/ 80045 h 92590"/>
                  <a:gd name="csX15" fmla="*/ 10735 w 65682"/>
                  <a:gd name="csY15" fmla="*/ 80045 h 92590"/>
                  <a:gd name="csX16" fmla="*/ -1786 w 65682"/>
                  <a:gd name="csY16" fmla="*/ 90343 h 92590"/>
                  <a:gd name="csX17" fmla="*/ 30222 w 65682"/>
                  <a:gd name="csY17" fmla="*/ 90343 h 92590"/>
                  <a:gd name="csX18" fmla="*/ 52288 w 65682"/>
                  <a:gd name="csY18" fmla="*/ 84390 h 92590"/>
                  <a:gd name="csX19" fmla="*/ 60047 w 65682"/>
                  <a:gd name="csY19" fmla="*/ 67464 h 92590"/>
                  <a:gd name="csX20" fmla="*/ 56078 w 65682"/>
                  <a:gd name="csY20" fmla="*/ 53930 h 92590"/>
                  <a:gd name="csX21" fmla="*/ 44410 w 65682"/>
                  <a:gd name="csY21" fmla="*/ 47679 h 92590"/>
                  <a:gd name="csX22" fmla="*/ 58777 w 65682"/>
                  <a:gd name="csY22" fmla="*/ 39385 h 92590"/>
                  <a:gd name="csX23" fmla="*/ 63896 w 65682"/>
                  <a:gd name="csY23" fmla="*/ 23668 h 92590"/>
                  <a:gd name="csX24" fmla="*/ 55463 w 65682"/>
                  <a:gd name="csY24" fmla="*/ 4499 h 92590"/>
                  <a:gd name="csX25" fmla="*/ 31452 w 65682"/>
                  <a:gd name="csY25" fmla="*/ -2247 h 92590"/>
                  <a:gd name="csX26" fmla="*/ -1786 w 65682"/>
                  <a:gd name="csY26" fmla="*/ -2247 h 92590"/>
                  <a:gd name="csX27" fmla="*/ -1786 w 65682"/>
                  <a:gd name="csY27" fmla="*/ 90343 h 925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</a:cxnLst>
                <a:rect l="l" t="t" r="r" b="b"/>
                <a:pathLst>
                  <a:path w="65682" h="92590">
                    <a:moveTo>
                      <a:pt x="10735" y="41964"/>
                    </a:moveTo>
                    <a:lnTo>
                      <a:pt x="10735" y="8051"/>
                    </a:lnTo>
                    <a:lnTo>
                      <a:pt x="30837" y="8051"/>
                    </a:lnTo>
                    <a:cubicBezTo>
                      <a:pt x="37570" y="8051"/>
                      <a:pt x="42558" y="9447"/>
                      <a:pt x="45799" y="12238"/>
                    </a:cubicBezTo>
                    <a:cubicBezTo>
                      <a:pt x="49053" y="15030"/>
                      <a:pt x="50680" y="19296"/>
                      <a:pt x="50680" y="25038"/>
                    </a:cubicBezTo>
                    <a:cubicBezTo>
                      <a:pt x="50680" y="30832"/>
                      <a:pt x="49053" y="35098"/>
                      <a:pt x="45799" y="37837"/>
                    </a:cubicBezTo>
                    <a:cubicBezTo>
                      <a:pt x="42558" y="40589"/>
                      <a:pt x="37570" y="41964"/>
                      <a:pt x="30837" y="41964"/>
                    </a:cubicBezTo>
                    <a:lnTo>
                      <a:pt x="10735" y="41964"/>
                    </a:lnTo>
                    <a:close/>
                    <a:moveTo>
                      <a:pt x="10735" y="80045"/>
                    </a:moveTo>
                    <a:lnTo>
                      <a:pt x="10735" y="52144"/>
                    </a:lnTo>
                    <a:lnTo>
                      <a:pt x="29289" y="52144"/>
                    </a:lnTo>
                    <a:cubicBezTo>
                      <a:pt x="35401" y="52144"/>
                      <a:pt x="39952" y="53289"/>
                      <a:pt x="42941" y="55577"/>
                    </a:cubicBezTo>
                    <a:cubicBezTo>
                      <a:pt x="45944" y="57879"/>
                      <a:pt x="47446" y="61385"/>
                      <a:pt x="47446" y="66094"/>
                    </a:cubicBezTo>
                    <a:cubicBezTo>
                      <a:pt x="47446" y="70764"/>
                      <a:pt x="45944" y="74257"/>
                      <a:pt x="42941" y="76572"/>
                    </a:cubicBezTo>
                    <a:cubicBezTo>
                      <a:pt x="39952" y="78887"/>
                      <a:pt x="35401" y="80045"/>
                      <a:pt x="29289" y="80045"/>
                    </a:cubicBezTo>
                    <a:lnTo>
                      <a:pt x="10735" y="80045"/>
                    </a:lnTo>
                    <a:close/>
                    <a:moveTo>
                      <a:pt x="-1786" y="90343"/>
                    </a:moveTo>
                    <a:lnTo>
                      <a:pt x="30222" y="90343"/>
                    </a:lnTo>
                    <a:cubicBezTo>
                      <a:pt x="39773" y="90343"/>
                      <a:pt x="47128" y="88359"/>
                      <a:pt x="52288" y="84390"/>
                    </a:cubicBezTo>
                    <a:cubicBezTo>
                      <a:pt x="57460" y="80422"/>
                      <a:pt x="60047" y="74779"/>
                      <a:pt x="60047" y="67464"/>
                    </a:cubicBezTo>
                    <a:cubicBezTo>
                      <a:pt x="60047" y="61788"/>
                      <a:pt x="58724" y="57277"/>
                      <a:pt x="56078" y="53930"/>
                    </a:cubicBezTo>
                    <a:cubicBezTo>
                      <a:pt x="53432" y="50583"/>
                      <a:pt x="49543" y="48500"/>
                      <a:pt x="44410" y="47679"/>
                    </a:cubicBezTo>
                    <a:cubicBezTo>
                      <a:pt x="50575" y="46356"/>
                      <a:pt x="55364" y="43592"/>
                      <a:pt x="58777" y="39385"/>
                    </a:cubicBezTo>
                    <a:cubicBezTo>
                      <a:pt x="62190" y="35191"/>
                      <a:pt x="63896" y="29952"/>
                      <a:pt x="63896" y="23668"/>
                    </a:cubicBezTo>
                    <a:cubicBezTo>
                      <a:pt x="63896" y="15400"/>
                      <a:pt x="61085" y="9011"/>
                      <a:pt x="55463" y="4499"/>
                    </a:cubicBezTo>
                    <a:cubicBezTo>
                      <a:pt x="49840" y="1"/>
                      <a:pt x="41837" y="-2247"/>
                      <a:pt x="31452" y="-2247"/>
                    </a:cubicBezTo>
                    <a:lnTo>
                      <a:pt x="-1786" y="-2247"/>
                    </a:lnTo>
                    <a:lnTo>
                      <a:pt x="-1786" y="90343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0" name="Freeform: Shape 329">
                <a:extLst>
                  <a:ext uri="{FF2B5EF4-FFF2-40B4-BE49-F238E27FC236}">
                    <a16:creationId xmlns:a16="http://schemas.microsoft.com/office/drawing/2014/main" id="{D871091B-19EB-A9A9-64DD-88C418138945}"/>
                  </a:ext>
                </a:extLst>
              </p:cNvPr>
              <p:cNvSpPr/>
              <p:nvPr/>
            </p:nvSpPr>
            <p:spPr>
              <a:xfrm flipV="1">
                <a:off x="7262402" y="1555272"/>
                <a:ext cx="117197" cy="92590"/>
              </a:xfrm>
              <a:custGeom>
                <a:avLst/>
                <a:gdLst>
                  <a:gd name="csX0" fmla="*/ -2662 w 117197"/>
                  <a:gd name="csY0" fmla="*/ 90343 h 92590"/>
                  <a:gd name="csX1" fmla="*/ 9979 w 117197"/>
                  <a:gd name="csY1" fmla="*/ 90343 h 92590"/>
                  <a:gd name="csX2" fmla="*/ 29446 w 117197"/>
                  <a:gd name="csY2" fmla="*/ 12080 h 92590"/>
                  <a:gd name="csX3" fmla="*/ 48853 w 117197"/>
                  <a:gd name="csY3" fmla="*/ 90343 h 92590"/>
                  <a:gd name="csX4" fmla="*/ 62942 w 117197"/>
                  <a:gd name="csY4" fmla="*/ 90343 h 92590"/>
                  <a:gd name="csX5" fmla="*/ 82409 w 117197"/>
                  <a:gd name="csY5" fmla="*/ 12080 h 92590"/>
                  <a:gd name="csX6" fmla="*/ 101816 w 117197"/>
                  <a:gd name="csY6" fmla="*/ 90343 h 92590"/>
                  <a:gd name="csX7" fmla="*/ 114536 w 117197"/>
                  <a:gd name="csY7" fmla="*/ 90343 h 92590"/>
                  <a:gd name="csX8" fmla="*/ 91279 w 117197"/>
                  <a:gd name="csY8" fmla="*/ -2247 h 92590"/>
                  <a:gd name="csX9" fmla="*/ 75523 w 117197"/>
                  <a:gd name="csY9" fmla="*/ -2247 h 92590"/>
                  <a:gd name="csX10" fmla="*/ 55997 w 117197"/>
                  <a:gd name="csY10" fmla="*/ 78120 h 92590"/>
                  <a:gd name="csX11" fmla="*/ 36272 w 117197"/>
                  <a:gd name="csY11" fmla="*/ -2247 h 92590"/>
                  <a:gd name="csX12" fmla="*/ 20516 w 117197"/>
                  <a:gd name="csY12" fmla="*/ -2247 h 92590"/>
                  <a:gd name="csX13" fmla="*/ -2662 w 117197"/>
                  <a:gd name="csY13" fmla="*/ 90343 h 925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117197" h="92590">
                    <a:moveTo>
                      <a:pt x="-2662" y="90343"/>
                    </a:moveTo>
                    <a:lnTo>
                      <a:pt x="9979" y="90343"/>
                    </a:lnTo>
                    <a:lnTo>
                      <a:pt x="29446" y="12080"/>
                    </a:lnTo>
                    <a:lnTo>
                      <a:pt x="48853" y="90343"/>
                    </a:lnTo>
                    <a:lnTo>
                      <a:pt x="62942" y="90343"/>
                    </a:lnTo>
                    <a:lnTo>
                      <a:pt x="82409" y="12080"/>
                    </a:lnTo>
                    <a:lnTo>
                      <a:pt x="101816" y="90343"/>
                    </a:lnTo>
                    <a:lnTo>
                      <a:pt x="114536" y="90343"/>
                    </a:lnTo>
                    <a:lnTo>
                      <a:pt x="91279" y="-2247"/>
                    </a:lnTo>
                    <a:lnTo>
                      <a:pt x="75523" y="-2247"/>
                    </a:lnTo>
                    <a:lnTo>
                      <a:pt x="55997" y="78120"/>
                    </a:lnTo>
                    <a:lnTo>
                      <a:pt x="36272" y="-2247"/>
                    </a:lnTo>
                    <a:lnTo>
                      <a:pt x="20516" y="-2247"/>
                    </a:lnTo>
                    <a:lnTo>
                      <a:pt x="-2662" y="90343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B1A8F0FA-AD70-B749-9C4A-431E28574AF0}"/>
                </a:ext>
              </a:extLst>
            </p:cNvPr>
            <p:cNvSpPr/>
            <p:nvPr/>
          </p:nvSpPr>
          <p:spPr>
            <a:xfrm>
              <a:off x="5625225" y="1789825"/>
              <a:ext cx="254000" cy="12700"/>
            </a:xfrm>
            <a:custGeom>
              <a:avLst/>
              <a:gdLst>
                <a:gd name="csX0" fmla="*/ 0 w 254000"/>
                <a:gd name="csY0" fmla="*/ 0 h 12700"/>
                <a:gd name="csX1" fmla="*/ 127000 w 254000"/>
                <a:gd name="csY1" fmla="*/ 0 h 12700"/>
                <a:gd name="csX2" fmla="*/ 254000 w 254000"/>
                <a:gd name="csY2" fmla="*/ 0 h 127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000" h="12700">
                  <a:moveTo>
                    <a:pt x="0" y="0"/>
                  </a:moveTo>
                  <a:lnTo>
                    <a:pt x="127000" y="0"/>
                  </a:lnTo>
                  <a:lnTo>
                    <a:pt x="254000" y="0"/>
                  </a:lnTo>
                </a:path>
              </a:pathLst>
            </a:custGeom>
            <a:noFill/>
            <a:ln w="19050" cap="sq">
              <a:solidFill>
                <a:srgbClr val="E377C2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332" name="Graphic 7">
              <a:extLst>
                <a:ext uri="{FF2B5EF4-FFF2-40B4-BE49-F238E27FC236}">
                  <a16:creationId xmlns:a16="http://schemas.microsoft.com/office/drawing/2014/main" id="{FCA254B8-1AB3-939E-E840-D663AC8F50C0}"/>
                </a:ext>
              </a:extLst>
            </p:cNvPr>
            <p:cNvGrpSpPr/>
            <p:nvPr/>
          </p:nvGrpSpPr>
          <p:grpSpPr>
            <a:xfrm>
              <a:off x="5987949" y="1737775"/>
              <a:ext cx="1244190" cy="122912"/>
              <a:chOff x="5987949" y="1737775"/>
              <a:chExt cx="1244190" cy="122912"/>
            </a:xfrm>
            <a:solidFill>
              <a:srgbClr val="FFFFFF"/>
            </a:solidFill>
          </p:grpSpPr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33E8F06A-698C-E423-40FA-174E2442D308}"/>
                  </a:ext>
                </a:extLst>
              </p:cNvPr>
              <p:cNvSpPr/>
              <p:nvPr/>
            </p:nvSpPr>
            <p:spPr>
              <a:xfrm flipV="1">
                <a:off x="5987949" y="1740017"/>
                <a:ext cx="80863" cy="96063"/>
              </a:xfrm>
              <a:custGeom>
                <a:avLst/>
                <a:gdLst>
                  <a:gd name="csX0" fmla="*/ 66467 w 80863"/>
                  <a:gd name="csY0" fmla="*/ 12792 h 96063"/>
                  <a:gd name="csX1" fmla="*/ 66467 w 80863"/>
                  <a:gd name="csY1" fmla="*/ 37657 h 96063"/>
                  <a:gd name="csX2" fmla="*/ 46008 w 80863"/>
                  <a:gd name="csY2" fmla="*/ 37657 h 96063"/>
                  <a:gd name="csX3" fmla="*/ 46008 w 80863"/>
                  <a:gd name="csY3" fmla="*/ 47956 h 96063"/>
                  <a:gd name="csX4" fmla="*/ 78869 w 80863"/>
                  <a:gd name="csY4" fmla="*/ 47956 h 96063"/>
                  <a:gd name="csX5" fmla="*/ 78869 w 80863"/>
                  <a:gd name="csY5" fmla="*/ 8189 h 96063"/>
                  <a:gd name="csX6" fmla="*/ 62875 w 80863"/>
                  <a:gd name="csY6" fmla="*/ 410 h 96063"/>
                  <a:gd name="csX7" fmla="*/ 44222 w 80863"/>
                  <a:gd name="csY7" fmla="*/ -2229 h 96063"/>
                  <a:gd name="csX8" fmla="*/ 10250 w 80863"/>
                  <a:gd name="csY8" fmla="*/ 10451 h 96063"/>
                  <a:gd name="csX9" fmla="*/ -1994 w 80863"/>
                  <a:gd name="csY9" fmla="*/ 45773 h 96063"/>
                  <a:gd name="csX10" fmla="*/ 10250 w 80863"/>
                  <a:gd name="csY10" fmla="*/ 81154 h 96063"/>
                  <a:gd name="csX11" fmla="*/ 44222 w 80863"/>
                  <a:gd name="csY11" fmla="*/ 93834 h 96063"/>
                  <a:gd name="csX12" fmla="*/ 61427 w 80863"/>
                  <a:gd name="csY12" fmla="*/ 91592 h 96063"/>
                  <a:gd name="csX13" fmla="*/ 76468 w 80863"/>
                  <a:gd name="csY13" fmla="*/ 85024 h 96063"/>
                  <a:gd name="csX14" fmla="*/ 76468 w 80863"/>
                  <a:gd name="csY14" fmla="*/ 71689 h 96063"/>
                  <a:gd name="csX15" fmla="*/ 61705 w 80863"/>
                  <a:gd name="csY15" fmla="*/ 80559 h 96063"/>
                  <a:gd name="csX16" fmla="*/ 45274 w 80863"/>
                  <a:gd name="csY16" fmla="*/ 83535 h 96063"/>
                  <a:gd name="csX17" fmla="*/ 19735 w 80863"/>
                  <a:gd name="csY17" fmla="*/ 74050 h 96063"/>
                  <a:gd name="csX18" fmla="*/ 11222 w 80863"/>
                  <a:gd name="csY18" fmla="*/ 45773 h 96063"/>
                  <a:gd name="csX19" fmla="*/ 19735 w 80863"/>
                  <a:gd name="csY19" fmla="*/ 17555 h 96063"/>
                  <a:gd name="csX20" fmla="*/ 45274 w 80863"/>
                  <a:gd name="csY20" fmla="*/ 8070 h 96063"/>
                  <a:gd name="csX21" fmla="*/ 57101 w 80863"/>
                  <a:gd name="csY21" fmla="*/ 9221 h 96063"/>
                  <a:gd name="csX22" fmla="*/ 66467 w 80863"/>
                  <a:gd name="csY22" fmla="*/ 12792 h 9606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</a:cxnLst>
                <a:rect l="l" t="t" r="r" b="b"/>
                <a:pathLst>
                  <a:path w="80863" h="96063">
                    <a:moveTo>
                      <a:pt x="66467" y="12792"/>
                    </a:moveTo>
                    <a:lnTo>
                      <a:pt x="66467" y="37657"/>
                    </a:lnTo>
                    <a:lnTo>
                      <a:pt x="46008" y="37657"/>
                    </a:lnTo>
                    <a:lnTo>
                      <a:pt x="46008" y="47956"/>
                    </a:lnTo>
                    <a:lnTo>
                      <a:pt x="78869" y="47956"/>
                    </a:lnTo>
                    <a:lnTo>
                      <a:pt x="78869" y="8189"/>
                    </a:lnTo>
                    <a:cubicBezTo>
                      <a:pt x="74041" y="4762"/>
                      <a:pt x="68709" y="2169"/>
                      <a:pt x="62875" y="410"/>
                    </a:cubicBezTo>
                    <a:cubicBezTo>
                      <a:pt x="57055" y="-1350"/>
                      <a:pt x="50837" y="-2229"/>
                      <a:pt x="44222" y="-2229"/>
                    </a:cubicBezTo>
                    <a:cubicBezTo>
                      <a:pt x="29750" y="-2229"/>
                      <a:pt x="18425" y="1997"/>
                      <a:pt x="10250" y="10451"/>
                    </a:cubicBezTo>
                    <a:cubicBezTo>
                      <a:pt x="2087" y="18918"/>
                      <a:pt x="-1994" y="30691"/>
                      <a:pt x="-1994" y="45773"/>
                    </a:cubicBezTo>
                    <a:cubicBezTo>
                      <a:pt x="-1994" y="60907"/>
                      <a:pt x="2087" y="72701"/>
                      <a:pt x="10250" y="81154"/>
                    </a:cubicBezTo>
                    <a:cubicBezTo>
                      <a:pt x="18425" y="89608"/>
                      <a:pt x="29750" y="93834"/>
                      <a:pt x="44222" y="93834"/>
                    </a:cubicBezTo>
                    <a:cubicBezTo>
                      <a:pt x="50255" y="93834"/>
                      <a:pt x="55990" y="93087"/>
                      <a:pt x="61427" y="91592"/>
                    </a:cubicBezTo>
                    <a:cubicBezTo>
                      <a:pt x="66864" y="90110"/>
                      <a:pt x="71878" y="87921"/>
                      <a:pt x="76468" y="85024"/>
                    </a:cubicBezTo>
                    <a:lnTo>
                      <a:pt x="76468" y="71689"/>
                    </a:lnTo>
                    <a:cubicBezTo>
                      <a:pt x="71838" y="75618"/>
                      <a:pt x="66917" y="78574"/>
                      <a:pt x="61705" y="80559"/>
                    </a:cubicBezTo>
                    <a:cubicBezTo>
                      <a:pt x="56492" y="82543"/>
                      <a:pt x="51015" y="83535"/>
                      <a:pt x="45274" y="83535"/>
                    </a:cubicBezTo>
                    <a:cubicBezTo>
                      <a:pt x="33937" y="83535"/>
                      <a:pt x="25424" y="80374"/>
                      <a:pt x="19735" y="74050"/>
                    </a:cubicBezTo>
                    <a:cubicBezTo>
                      <a:pt x="14060" y="67727"/>
                      <a:pt x="11222" y="58301"/>
                      <a:pt x="11222" y="45773"/>
                    </a:cubicBezTo>
                    <a:cubicBezTo>
                      <a:pt x="11222" y="33284"/>
                      <a:pt x="14060" y="23878"/>
                      <a:pt x="19735" y="17555"/>
                    </a:cubicBezTo>
                    <a:cubicBezTo>
                      <a:pt x="25424" y="11231"/>
                      <a:pt x="33937" y="8070"/>
                      <a:pt x="45274" y="8070"/>
                    </a:cubicBezTo>
                    <a:cubicBezTo>
                      <a:pt x="49693" y="8070"/>
                      <a:pt x="53635" y="8453"/>
                      <a:pt x="57101" y="9221"/>
                    </a:cubicBezTo>
                    <a:cubicBezTo>
                      <a:pt x="60580" y="9988"/>
                      <a:pt x="63702" y="11178"/>
                      <a:pt x="66467" y="1279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4" name="Freeform: Shape 333">
                <a:extLst>
                  <a:ext uri="{FF2B5EF4-FFF2-40B4-BE49-F238E27FC236}">
                    <a16:creationId xmlns:a16="http://schemas.microsoft.com/office/drawing/2014/main" id="{735DAE86-1A24-EAC4-2058-FD9F1455FA48}"/>
                  </a:ext>
                </a:extLst>
              </p:cNvPr>
              <p:cNvSpPr/>
              <p:nvPr/>
            </p:nvSpPr>
            <p:spPr>
              <a:xfrm flipV="1">
                <a:off x="6086243" y="1763155"/>
                <a:ext cx="63757" cy="72925"/>
              </a:xfrm>
              <a:custGeom>
                <a:avLst/>
                <a:gdLst>
                  <a:gd name="csX0" fmla="*/ 30319 w 63757"/>
                  <a:gd name="csY0" fmla="*/ 61616 h 72925"/>
                  <a:gd name="csX1" fmla="*/ 15814 w 63757"/>
                  <a:gd name="csY1" fmla="*/ 54453 h 72925"/>
                  <a:gd name="csX2" fmla="*/ 10476 w 63757"/>
                  <a:gd name="csY2" fmla="*/ 34827 h 72925"/>
                  <a:gd name="csX3" fmla="*/ 15774 w 63757"/>
                  <a:gd name="csY3" fmla="*/ 15202 h 72925"/>
                  <a:gd name="csX4" fmla="*/ 30319 w 63757"/>
                  <a:gd name="csY4" fmla="*/ 8038 h 72925"/>
                  <a:gd name="csX5" fmla="*/ 44766 w 63757"/>
                  <a:gd name="csY5" fmla="*/ 15222 h 72925"/>
                  <a:gd name="csX6" fmla="*/ 50104 w 63757"/>
                  <a:gd name="csY6" fmla="*/ 34827 h 72925"/>
                  <a:gd name="csX7" fmla="*/ 44766 w 63757"/>
                  <a:gd name="csY7" fmla="*/ 54393 h 72925"/>
                  <a:gd name="csX8" fmla="*/ 30319 w 63757"/>
                  <a:gd name="csY8" fmla="*/ 61616 h 72925"/>
                  <a:gd name="csX9" fmla="*/ 30319 w 63757"/>
                  <a:gd name="csY9" fmla="*/ 71280 h 72925"/>
                  <a:gd name="csX10" fmla="*/ 53695 w 63757"/>
                  <a:gd name="csY10" fmla="*/ 61597 h 72925"/>
                  <a:gd name="csX11" fmla="*/ 62208 w 63757"/>
                  <a:gd name="csY11" fmla="*/ 34827 h 72925"/>
                  <a:gd name="csX12" fmla="*/ 53695 w 63757"/>
                  <a:gd name="csY12" fmla="*/ 8058 h 72925"/>
                  <a:gd name="csX13" fmla="*/ 30319 w 63757"/>
                  <a:gd name="csY13" fmla="*/ -1645 h 72925"/>
                  <a:gd name="csX14" fmla="*/ 6904 w 63757"/>
                  <a:gd name="csY14" fmla="*/ 8058 h 72925"/>
                  <a:gd name="csX15" fmla="*/ -1550 w 63757"/>
                  <a:gd name="csY15" fmla="*/ 34827 h 72925"/>
                  <a:gd name="csX16" fmla="*/ 6904 w 63757"/>
                  <a:gd name="csY16" fmla="*/ 61597 h 72925"/>
                  <a:gd name="csX17" fmla="*/ 30319 w 63757"/>
                  <a:gd name="csY17" fmla="*/ 71280 h 729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</a:cxnLst>
                <a:rect l="l" t="t" r="r" b="b"/>
                <a:pathLst>
                  <a:path w="63757" h="72925">
                    <a:moveTo>
                      <a:pt x="30319" y="61616"/>
                    </a:moveTo>
                    <a:cubicBezTo>
                      <a:pt x="24207" y="61616"/>
                      <a:pt x="19372" y="59229"/>
                      <a:pt x="15814" y="54453"/>
                    </a:cubicBezTo>
                    <a:cubicBezTo>
                      <a:pt x="12255" y="49677"/>
                      <a:pt x="10476" y="43135"/>
                      <a:pt x="10476" y="34827"/>
                    </a:cubicBezTo>
                    <a:cubicBezTo>
                      <a:pt x="10476" y="26520"/>
                      <a:pt x="12242" y="19978"/>
                      <a:pt x="15774" y="15202"/>
                    </a:cubicBezTo>
                    <a:cubicBezTo>
                      <a:pt x="19319" y="10426"/>
                      <a:pt x="24168" y="8038"/>
                      <a:pt x="30319" y="8038"/>
                    </a:cubicBezTo>
                    <a:cubicBezTo>
                      <a:pt x="36405" y="8038"/>
                      <a:pt x="41220" y="10433"/>
                      <a:pt x="44766" y="15222"/>
                    </a:cubicBezTo>
                    <a:cubicBezTo>
                      <a:pt x="48324" y="20024"/>
                      <a:pt x="50104" y="26559"/>
                      <a:pt x="50104" y="34827"/>
                    </a:cubicBezTo>
                    <a:cubicBezTo>
                      <a:pt x="50104" y="43056"/>
                      <a:pt x="48324" y="49578"/>
                      <a:pt x="44766" y="54393"/>
                    </a:cubicBezTo>
                    <a:cubicBezTo>
                      <a:pt x="41220" y="59209"/>
                      <a:pt x="36405" y="61616"/>
                      <a:pt x="30319" y="61616"/>
                    </a:cubicBezTo>
                    <a:close/>
                    <a:moveTo>
                      <a:pt x="30319" y="71280"/>
                    </a:moveTo>
                    <a:cubicBezTo>
                      <a:pt x="40241" y="71280"/>
                      <a:pt x="48033" y="68052"/>
                      <a:pt x="53695" y="61597"/>
                    </a:cubicBezTo>
                    <a:cubicBezTo>
                      <a:pt x="59371" y="55154"/>
                      <a:pt x="62208" y="46231"/>
                      <a:pt x="62208" y="34827"/>
                    </a:cubicBezTo>
                    <a:cubicBezTo>
                      <a:pt x="62208" y="23464"/>
                      <a:pt x="59371" y="14540"/>
                      <a:pt x="53695" y="8058"/>
                    </a:cubicBezTo>
                    <a:cubicBezTo>
                      <a:pt x="48033" y="1589"/>
                      <a:pt x="40241" y="-1645"/>
                      <a:pt x="30319" y="-1645"/>
                    </a:cubicBezTo>
                    <a:cubicBezTo>
                      <a:pt x="20358" y="-1645"/>
                      <a:pt x="12553" y="1589"/>
                      <a:pt x="6904" y="8058"/>
                    </a:cubicBezTo>
                    <a:cubicBezTo>
                      <a:pt x="1268" y="14540"/>
                      <a:pt x="-1550" y="23464"/>
                      <a:pt x="-1550" y="34827"/>
                    </a:cubicBezTo>
                    <a:cubicBezTo>
                      <a:pt x="-1550" y="46231"/>
                      <a:pt x="1268" y="55154"/>
                      <a:pt x="6904" y="61597"/>
                    </a:cubicBezTo>
                    <a:cubicBezTo>
                      <a:pt x="12553" y="68052"/>
                      <a:pt x="20358" y="71280"/>
                      <a:pt x="30319" y="7128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5" name="Freeform: Shape 334">
                <a:extLst>
                  <a:ext uri="{FF2B5EF4-FFF2-40B4-BE49-F238E27FC236}">
                    <a16:creationId xmlns:a16="http://schemas.microsoft.com/office/drawing/2014/main" id="{DB792F30-FD2C-A884-AADE-F85328C663E3}"/>
                  </a:ext>
                </a:extLst>
              </p:cNvPr>
              <p:cNvSpPr/>
              <p:nvPr/>
            </p:nvSpPr>
            <p:spPr>
              <a:xfrm flipV="1">
                <a:off x="6168904" y="1737775"/>
                <a:ext cx="11410" cy="96500"/>
              </a:xfrm>
              <a:custGeom>
                <a:avLst/>
                <a:gdLst>
                  <a:gd name="csX0" fmla="*/ -476 w 11410"/>
                  <a:gd name="csY0" fmla="*/ 94169 h 96500"/>
                  <a:gd name="csX1" fmla="*/ 10934 w 11410"/>
                  <a:gd name="csY1" fmla="*/ 94169 h 96500"/>
                  <a:gd name="csX2" fmla="*/ 10934 w 11410"/>
                  <a:gd name="csY2" fmla="*/ -2331 h 96500"/>
                  <a:gd name="csX3" fmla="*/ -476 w 11410"/>
                  <a:gd name="csY3" fmla="*/ -2331 h 96500"/>
                  <a:gd name="csX4" fmla="*/ -476 w 11410"/>
                  <a:gd name="csY4" fmla="*/ 94169 h 965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1410" h="96500">
                    <a:moveTo>
                      <a:pt x="-476" y="94169"/>
                    </a:moveTo>
                    <a:lnTo>
                      <a:pt x="10934" y="94169"/>
                    </a:lnTo>
                    <a:lnTo>
                      <a:pt x="10934" y="-2331"/>
                    </a:lnTo>
                    <a:lnTo>
                      <a:pt x="-476" y="-2331"/>
                    </a:lnTo>
                    <a:lnTo>
                      <a:pt x="-476" y="94169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A02B8BB8-9049-CADC-F891-7A2C76BD005E}"/>
                  </a:ext>
                </a:extLst>
              </p:cNvPr>
              <p:cNvSpPr/>
              <p:nvPr/>
            </p:nvSpPr>
            <p:spPr>
              <a:xfrm flipV="1">
                <a:off x="6199228" y="1737775"/>
                <a:ext cx="62071" cy="98305"/>
              </a:xfrm>
              <a:custGeom>
                <a:avLst/>
                <a:gdLst>
                  <a:gd name="csX0" fmla="*/ 49163 w 62071"/>
                  <a:gd name="csY0" fmla="*/ 58436 h 98305"/>
                  <a:gd name="csX1" fmla="*/ 49163 w 62071"/>
                  <a:gd name="csY1" fmla="*/ 96020 h 98305"/>
                  <a:gd name="csX2" fmla="*/ 60573 w 62071"/>
                  <a:gd name="csY2" fmla="*/ 96020 h 98305"/>
                  <a:gd name="csX3" fmla="*/ 60573 w 62071"/>
                  <a:gd name="csY3" fmla="*/ -480 h 98305"/>
                  <a:gd name="csX4" fmla="*/ 49163 w 62071"/>
                  <a:gd name="csY4" fmla="*/ -480 h 98305"/>
                  <a:gd name="csX5" fmla="*/ 49163 w 62071"/>
                  <a:gd name="csY5" fmla="*/ 9938 h 98305"/>
                  <a:gd name="csX6" fmla="*/ 40074 w 62071"/>
                  <a:gd name="csY6" fmla="*/ 730 h 98305"/>
                  <a:gd name="csX7" fmla="*/ 26898 w 62071"/>
                  <a:gd name="csY7" fmla="*/ -2286 h 98305"/>
                  <a:gd name="csX8" fmla="*/ 6399 w 62071"/>
                  <a:gd name="csY8" fmla="*/ 7755 h 98305"/>
                  <a:gd name="csX9" fmla="*/ -1498 w 62071"/>
                  <a:gd name="csY9" fmla="*/ 34187 h 98305"/>
                  <a:gd name="csX10" fmla="*/ 6399 w 62071"/>
                  <a:gd name="csY10" fmla="*/ 60599 h 98305"/>
                  <a:gd name="csX11" fmla="*/ 26898 w 62071"/>
                  <a:gd name="csY11" fmla="*/ 70640 h 98305"/>
                  <a:gd name="csX12" fmla="*/ 40074 w 62071"/>
                  <a:gd name="csY12" fmla="*/ 67624 h 98305"/>
                  <a:gd name="csX13" fmla="*/ 49163 w 62071"/>
                  <a:gd name="csY13" fmla="*/ 58436 h 98305"/>
                  <a:gd name="csX14" fmla="*/ 10289 w 62071"/>
                  <a:gd name="csY14" fmla="*/ 34187 h 98305"/>
                  <a:gd name="csX15" fmla="*/ 15468 w 62071"/>
                  <a:gd name="csY15" fmla="*/ 14442 h 98305"/>
                  <a:gd name="csX16" fmla="*/ 29696 w 62071"/>
                  <a:gd name="csY16" fmla="*/ 7279 h 98305"/>
                  <a:gd name="csX17" fmla="*/ 43944 w 62071"/>
                  <a:gd name="csY17" fmla="*/ 14442 h 98305"/>
                  <a:gd name="csX18" fmla="*/ 49163 w 62071"/>
                  <a:gd name="csY18" fmla="*/ 34187 h 98305"/>
                  <a:gd name="csX19" fmla="*/ 43944 w 62071"/>
                  <a:gd name="csY19" fmla="*/ 53931 h 98305"/>
                  <a:gd name="csX20" fmla="*/ 29696 w 62071"/>
                  <a:gd name="csY20" fmla="*/ 61095 h 98305"/>
                  <a:gd name="csX21" fmla="*/ 15468 w 62071"/>
                  <a:gd name="csY21" fmla="*/ 53931 h 98305"/>
                  <a:gd name="csX22" fmla="*/ 10289 w 62071"/>
                  <a:gd name="csY22" fmla="*/ 34187 h 983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</a:cxnLst>
                <a:rect l="l" t="t" r="r" b="b"/>
                <a:pathLst>
                  <a:path w="62071" h="98305">
                    <a:moveTo>
                      <a:pt x="49163" y="58436"/>
                    </a:moveTo>
                    <a:lnTo>
                      <a:pt x="49163" y="96020"/>
                    </a:lnTo>
                    <a:lnTo>
                      <a:pt x="60573" y="96020"/>
                    </a:lnTo>
                    <a:lnTo>
                      <a:pt x="60573" y="-480"/>
                    </a:lnTo>
                    <a:lnTo>
                      <a:pt x="49163" y="-480"/>
                    </a:lnTo>
                    <a:lnTo>
                      <a:pt x="49163" y="9938"/>
                    </a:lnTo>
                    <a:cubicBezTo>
                      <a:pt x="46768" y="5810"/>
                      <a:pt x="43739" y="2741"/>
                      <a:pt x="40074" y="730"/>
                    </a:cubicBezTo>
                    <a:cubicBezTo>
                      <a:pt x="36423" y="-1280"/>
                      <a:pt x="32031" y="-2286"/>
                      <a:pt x="26898" y="-2286"/>
                    </a:cubicBezTo>
                    <a:cubicBezTo>
                      <a:pt x="18511" y="-2286"/>
                      <a:pt x="11678" y="1061"/>
                      <a:pt x="6399" y="7755"/>
                    </a:cubicBezTo>
                    <a:cubicBezTo>
                      <a:pt x="1134" y="14462"/>
                      <a:pt x="-1498" y="23273"/>
                      <a:pt x="-1498" y="34187"/>
                    </a:cubicBezTo>
                    <a:cubicBezTo>
                      <a:pt x="-1498" y="45101"/>
                      <a:pt x="1134" y="53905"/>
                      <a:pt x="6399" y="60599"/>
                    </a:cubicBezTo>
                    <a:cubicBezTo>
                      <a:pt x="11678" y="67293"/>
                      <a:pt x="18511" y="70640"/>
                      <a:pt x="26898" y="70640"/>
                    </a:cubicBezTo>
                    <a:cubicBezTo>
                      <a:pt x="32031" y="70640"/>
                      <a:pt x="36423" y="69634"/>
                      <a:pt x="40074" y="67624"/>
                    </a:cubicBezTo>
                    <a:cubicBezTo>
                      <a:pt x="43739" y="65626"/>
                      <a:pt x="46768" y="62563"/>
                      <a:pt x="49163" y="58436"/>
                    </a:cubicBezTo>
                    <a:close/>
                    <a:moveTo>
                      <a:pt x="10289" y="34187"/>
                    </a:moveTo>
                    <a:cubicBezTo>
                      <a:pt x="10289" y="25800"/>
                      <a:pt x="12015" y="19218"/>
                      <a:pt x="15468" y="14442"/>
                    </a:cubicBezTo>
                    <a:cubicBezTo>
                      <a:pt x="18921" y="9667"/>
                      <a:pt x="23663" y="7279"/>
                      <a:pt x="29696" y="7279"/>
                    </a:cubicBezTo>
                    <a:cubicBezTo>
                      <a:pt x="35728" y="7279"/>
                      <a:pt x="40478" y="9667"/>
                      <a:pt x="43944" y="14442"/>
                    </a:cubicBezTo>
                    <a:cubicBezTo>
                      <a:pt x="47423" y="19218"/>
                      <a:pt x="49163" y="25800"/>
                      <a:pt x="49163" y="34187"/>
                    </a:cubicBezTo>
                    <a:cubicBezTo>
                      <a:pt x="49163" y="42574"/>
                      <a:pt x="47423" y="49156"/>
                      <a:pt x="43944" y="53931"/>
                    </a:cubicBezTo>
                    <a:cubicBezTo>
                      <a:pt x="40478" y="58707"/>
                      <a:pt x="35728" y="61095"/>
                      <a:pt x="29696" y="61095"/>
                    </a:cubicBezTo>
                    <a:cubicBezTo>
                      <a:pt x="23663" y="61095"/>
                      <a:pt x="18921" y="58707"/>
                      <a:pt x="15468" y="53931"/>
                    </a:cubicBezTo>
                    <a:cubicBezTo>
                      <a:pt x="12015" y="49156"/>
                      <a:pt x="10289" y="42574"/>
                      <a:pt x="10289" y="34187"/>
                    </a:cubicBez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7" name="Freeform: Shape 336">
                <a:extLst>
                  <a:ext uri="{FF2B5EF4-FFF2-40B4-BE49-F238E27FC236}">
                    <a16:creationId xmlns:a16="http://schemas.microsoft.com/office/drawing/2014/main" id="{AC1E5998-6502-A7F5-EBB8-C1FA70579F6E}"/>
                  </a:ext>
                </a:extLst>
              </p:cNvPr>
              <p:cNvSpPr/>
              <p:nvPr/>
            </p:nvSpPr>
            <p:spPr>
              <a:xfrm flipV="1">
                <a:off x="6272839" y="1834275"/>
                <a:ext cx="12700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12700"/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" name="Freeform: Shape 337">
                <a:extLst>
                  <a:ext uri="{FF2B5EF4-FFF2-40B4-BE49-F238E27FC236}">
                    <a16:creationId xmlns:a16="http://schemas.microsoft.com/office/drawing/2014/main" id="{9120C390-6073-465D-E7E9-1D6471330EC3}"/>
                  </a:ext>
                </a:extLst>
              </p:cNvPr>
              <p:cNvSpPr/>
              <p:nvPr/>
            </p:nvSpPr>
            <p:spPr>
              <a:xfrm flipV="1">
                <a:off x="6325670" y="1741684"/>
                <a:ext cx="72132" cy="92590"/>
              </a:xfrm>
              <a:custGeom>
                <a:avLst/>
                <a:gdLst>
                  <a:gd name="csX0" fmla="*/ 41898 w 72132"/>
                  <a:gd name="csY0" fmla="*/ 41185 h 92590"/>
                  <a:gd name="csX1" fmla="*/ 49736 w 72132"/>
                  <a:gd name="csY1" fmla="*/ 35351 h 92590"/>
                  <a:gd name="csX2" fmla="*/ 57396 w 72132"/>
                  <a:gd name="csY2" fmla="*/ 23068 h 92590"/>
                  <a:gd name="csX3" fmla="*/ 70115 w 72132"/>
                  <a:gd name="csY3" fmla="*/ -2233 h 92590"/>
                  <a:gd name="csX4" fmla="*/ 56642 w 72132"/>
                  <a:gd name="csY4" fmla="*/ -2233 h 92590"/>
                  <a:gd name="csX5" fmla="*/ 44815 w 72132"/>
                  <a:gd name="csY5" fmla="*/ 21520 h 92590"/>
                  <a:gd name="csX6" fmla="*/ 35905 w 72132"/>
                  <a:gd name="csY6" fmla="*/ 33863 h 92590"/>
                  <a:gd name="csX7" fmla="*/ 24157 w 72132"/>
                  <a:gd name="csY7" fmla="*/ 36899 h 92590"/>
                  <a:gd name="csX8" fmla="*/ 10505 w 72132"/>
                  <a:gd name="csY8" fmla="*/ 36899 h 92590"/>
                  <a:gd name="csX9" fmla="*/ 10505 w 72132"/>
                  <a:gd name="csY9" fmla="*/ -2233 h 92590"/>
                  <a:gd name="csX10" fmla="*/ -2017 w 72132"/>
                  <a:gd name="csY10" fmla="*/ -2233 h 92590"/>
                  <a:gd name="csX11" fmla="*/ -2017 w 72132"/>
                  <a:gd name="csY11" fmla="*/ 90358 h 92590"/>
                  <a:gd name="csX12" fmla="*/ 26261 w 72132"/>
                  <a:gd name="csY12" fmla="*/ 90358 h 92590"/>
                  <a:gd name="csX13" fmla="*/ 49954 w 72132"/>
                  <a:gd name="csY13" fmla="*/ 83710 h 92590"/>
                  <a:gd name="csX14" fmla="*/ 57773 w 72132"/>
                  <a:gd name="csY14" fmla="*/ 63688 h 92590"/>
                  <a:gd name="csX15" fmla="*/ 53705 w 72132"/>
                  <a:gd name="csY15" fmla="*/ 49163 h 92590"/>
                  <a:gd name="csX16" fmla="*/ 41898 w 72132"/>
                  <a:gd name="csY16" fmla="*/ 41185 h 92590"/>
                  <a:gd name="csX17" fmla="*/ 10505 w 72132"/>
                  <a:gd name="csY17" fmla="*/ 80059 h 92590"/>
                  <a:gd name="csX18" fmla="*/ 10505 w 72132"/>
                  <a:gd name="csY18" fmla="*/ 47198 h 92590"/>
                  <a:gd name="csX19" fmla="*/ 26261 w 72132"/>
                  <a:gd name="csY19" fmla="*/ 47198 h 92590"/>
                  <a:gd name="csX20" fmla="*/ 39933 w 72132"/>
                  <a:gd name="csY20" fmla="*/ 51385 h 92590"/>
                  <a:gd name="csX21" fmla="*/ 44557 w 72132"/>
                  <a:gd name="csY21" fmla="*/ 63688 h 92590"/>
                  <a:gd name="csX22" fmla="*/ 39933 w 72132"/>
                  <a:gd name="csY22" fmla="*/ 75932 h 92590"/>
                  <a:gd name="csX23" fmla="*/ 26261 w 72132"/>
                  <a:gd name="csY23" fmla="*/ 80059 h 92590"/>
                  <a:gd name="csX24" fmla="*/ 10505 w 72132"/>
                  <a:gd name="csY24" fmla="*/ 80059 h 925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</a:cxnLst>
                <a:rect l="l" t="t" r="r" b="b"/>
                <a:pathLst>
                  <a:path w="72132" h="92590">
                    <a:moveTo>
                      <a:pt x="41898" y="41185"/>
                    </a:moveTo>
                    <a:cubicBezTo>
                      <a:pt x="44583" y="40273"/>
                      <a:pt x="47196" y="38328"/>
                      <a:pt x="49736" y="35351"/>
                    </a:cubicBezTo>
                    <a:cubicBezTo>
                      <a:pt x="52276" y="32375"/>
                      <a:pt x="54829" y="28280"/>
                      <a:pt x="57396" y="23068"/>
                    </a:cubicBezTo>
                    <a:lnTo>
                      <a:pt x="70115" y="-2233"/>
                    </a:lnTo>
                    <a:lnTo>
                      <a:pt x="56642" y="-2233"/>
                    </a:lnTo>
                    <a:lnTo>
                      <a:pt x="44815" y="21520"/>
                    </a:lnTo>
                    <a:cubicBezTo>
                      <a:pt x="41746" y="27725"/>
                      <a:pt x="38776" y="31839"/>
                      <a:pt x="35905" y="33863"/>
                    </a:cubicBezTo>
                    <a:cubicBezTo>
                      <a:pt x="33034" y="35887"/>
                      <a:pt x="29118" y="36899"/>
                      <a:pt x="24157" y="36899"/>
                    </a:cubicBezTo>
                    <a:lnTo>
                      <a:pt x="10505" y="36899"/>
                    </a:lnTo>
                    <a:lnTo>
                      <a:pt x="10505" y="-2233"/>
                    </a:lnTo>
                    <a:lnTo>
                      <a:pt x="-2017" y="-2233"/>
                    </a:lnTo>
                    <a:lnTo>
                      <a:pt x="-2017" y="90358"/>
                    </a:lnTo>
                    <a:lnTo>
                      <a:pt x="26261" y="90358"/>
                    </a:lnTo>
                    <a:cubicBezTo>
                      <a:pt x="36844" y="90358"/>
                      <a:pt x="44742" y="88142"/>
                      <a:pt x="49954" y="83710"/>
                    </a:cubicBezTo>
                    <a:cubicBezTo>
                      <a:pt x="55167" y="79292"/>
                      <a:pt x="57773" y="72618"/>
                      <a:pt x="57773" y="63688"/>
                    </a:cubicBezTo>
                    <a:cubicBezTo>
                      <a:pt x="57773" y="57854"/>
                      <a:pt x="56417" y="53012"/>
                      <a:pt x="53705" y="49163"/>
                    </a:cubicBezTo>
                    <a:cubicBezTo>
                      <a:pt x="50993" y="45326"/>
                      <a:pt x="47057" y="42667"/>
                      <a:pt x="41898" y="41185"/>
                    </a:cubicBezTo>
                    <a:close/>
                    <a:moveTo>
                      <a:pt x="10505" y="80059"/>
                    </a:moveTo>
                    <a:lnTo>
                      <a:pt x="10505" y="47198"/>
                    </a:lnTo>
                    <a:lnTo>
                      <a:pt x="26261" y="47198"/>
                    </a:lnTo>
                    <a:cubicBezTo>
                      <a:pt x="32293" y="47198"/>
                      <a:pt x="36851" y="48594"/>
                      <a:pt x="39933" y="51385"/>
                    </a:cubicBezTo>
                    <a:cubicBezTo>
                      <a:pt x="43016" y="54176"/>
                      <a:pt x="44557" y="58277"/>
                      <a:pt x="44557" y="63688"/>
                    </a:cubicBezTo>
                    <a:cubicBezTo>
                      <a:pt x="44557" y="69099"/>
                      <a:pt x="43016" y="73180"/>
                      <a:pt x="39933" y="75932"/>
                    </a:cubicBezTo>
                    <a:cubicBezTo>
                      <a:pt x="36851" y="78683"/>
                      <a:pt x="32293" y="80059"/>
                      <a:pt x="26261" y="80059"/>
                    </a:cubicBezTo>
                    <a:lnTo>
                      <a:pt x="10505" y="80059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9" name="Freeform: Shape 338">
                <a:extLst>
                  <a:ext uri="{FF2B5EF4-FFF2-40B4-BE49-F238E27FC236}">
                    <a16:creationId xmlns:a16="http://schemas.microsoft.com/office/drawing/2014/main" id="{C2846BC4-4A5B-BFFA-7A97-DBBEF8650E0C}"/>
                  </a:ext>
                </a:extLst>
              </p:cNvPr>
              <p:cNvSpPr/>
              <p:nvPr/>
            </p:nvSpPr>
            <p:spPr>
              <a:xfrm flipV="1">
                <a:off x="6402741" y="1763155"/>
                <a:ext cx="64373" cy="72925"/>
              </a:xfrm>
              <a:custGeom>
                <a:avLst/>
                <a:gdLst>
                  <a:gd name="csX0" fmla="*/ 62833 w 64373"/>
                  <a:gd name="csY0" fmla="*/ 37744 h 72925"/>
                  <a:gd name="csX1" fmla="*/ 62833 w 64373"/>
                  <a:gd name="csY1" fmla="*/ 32168 h 72925"/>
                  <a:gd name="csX2" fmla="*/ 10366 w 64373"/>
                  <a:gd name="csY2" fmla="*/ 32168 h 72925"/>
                  <a:gd name="csX3" fmla="*/ 17470 w 64373"/>
                  <a:gd name="csY3" fmla="*/ 14210 h 72925"/>
                  <a:gd name="csX4" fmla="*/ 35171 w 64373"/>
                  <a:gd name="csY4" fmla="*/ 8038 h 72925"/>
                  <a:gd name="csX5" fmla="*/ 47910 w 64373"/>
                  <a:gd name="csY5" fmla="*/ 9646 h 72925"/>
                  <a:gd name="csX6" fmla="*/ 60174 w 64373"/>
                  <a:gd name="csY6" fmla="*/ 14488 h 72925"/>
                  <a:gd name="csX7" fmla="*/ 60174 w 64373"/>
                  <a:gd name="csY7" fmla="*/ 3693 h 72925"/>
                  <a:gd name="csX8" fmla="*/ 47573 w 64373"/>
                  <a:gd name="csY8" fmla="*/ -276 h 72925"/>
                  <a:gd name="csX9" fmla="*/ 34496 w 64373"/>
                  <a:gd name="csY9" fmla="*/ -1645 h 72925"/>
                  <a:gd name="csX10" fmla="*/ 8163 w 64373"/>
                  <a:gd name="csY10" fmla="*/ 8019 h 72925"/>
                  <a:gd name="csX11" fmla="*/ -1540 w 64373"/>
                  <a:gd name="csY11" fmla="*/ 34212 h 72925"/>
                  <a:gd name="csX12" fmla="*/ 7667 w 64373"/>
                  <a:gd name="csY12" fmla="*/ 61259 h 72925"/>
                  <a:gd name="csX13" fmla="*/ 32512 w 64373"/>
                  <a:gd name="csY13" fmla="*/ 71280 h 72925"/>
                  <a:gd name="csX14" fmla="*/ 54677 w 64373"/>
                  <a:gd name="csY14" fmla="*/ 62251 h 72925"/>
                  <a:gd name="csX15" fmla="*/ 62833 w 64373"/>
                  <a:gd name="csY15" fmla="*/ 37744 h 72925"/>
                  <a:gd name="csX16" fmla="*/ 51423 w 64373"/>
                  <a:gd name="csY16" fmla="*/ 41098 h 72925"/>
                  <a:gd name="csX17" fmla="*/ 46184 w 64373"/>
                  <a:gd name="csY17" fmla="*/ 56021 h 72925"/>
                  <a:gd name="csX18" fmla="*/ 32631 w 64373"/>
                  <a:gd name="csY18" fmla="*/ 61616 h 72925"/>
                  <a:gd name="csX19" fmla="*/ 17351 w 64373"/>
                  <a:gd name="csY19" fmla="*/ 56219 h 72925"/>
                  <a:gd name="csX20" fmla="*/ 10743 w 64373"/>
                  <a:gd name="csY20" fmla="*/ 41019 h 72925"/>
                  <a:gd name="csX21" fmla="*/ 51423 w 64373"/>
                  <a:gd name="csY21" fmla="*/ 41098 h 729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</a:cxnLst>
                <a:rect l="l" t="t" r="r" b="b"/>
                <a:pathLst>
                  <a:path w="64373" h="72925">
                    <a:moveTo>
                      <a:pt x="62833" y="37744"/>
                    </a:moveTo>
                    <a:lnTo>
                      <a:pt x="62833" y="32168"/>
                    </a:lnTo>
                    <a:lnTo>
                      <a:pt x="10366" y="32168"/>
                    </a:lnTo>
                    <a:cubicBezTo>
                      <a:pt x="10869" y="24310"/>
                      <a:pt x="13237" y="18324"/>
                      <a:pt x="17470" y="14210"/>
                    </a:cubicBezTo>
                    <a:cubicBezTo>
                      <a:pt x="21703" y="10095"/>
                      <a:pt x="27604" y="8038"/>
                      <a:pt x="35171" y="8038"/>
                    </a:cubicBezTo>
                    <a:cubicBezTo>
                      <a:pt x="39549" y="8038"/>
                      <a:pt x="43796" y="8574"/>
                      <a:pt x="47910" y="9646"/>
                    </a:cubicBezTo>
                    <a:cubicBezTo>
                      <a:pt x="52025" y="10717"/>
                      <a:pt x="56112" y="12331"/>
                      <a:pt x="60174" y="14488"/>
                    </a:cubicBezTo>
                    <a:lnTo>
                      <a:pt x="60174" y="3693"/>
                    </a:lnTo>
                    <a:cubicBezTo>
                      <a:pt x="56073" y="1960"/>
                      <a:pt x="51872" y="637"/>
                      <a:pt x="47573" y="-276"/>
                    </a:cubicBezTo>
                    <a:cubicBezTo>
                      <a:pt x="43273" y="-1189"/>
                      <a:pt x="38914" y="-1645"/>
                      <a:pt x="34496" y="-1645"/>
                    </a:cubicBezTo>
                    <a:cubicBezTo>
                      <a:pt x="23410" y="-1645"/>
                      <a:pt x="14632" y="1576"/>
                      <a:pt x="8163" y="8019"/>
                    </a:cubicBezTo>
                    <a:cubicBezTo>
                      <a:pt x="1694" y="14474"/>
                      <a:pt x="-1540" y="23206"/>
                      <a:pt x="-1540" y="34212"/>
                    </a:cubicBezTo>
                    <a:cubicBezTo>
                      <a:pt x="-1540" y="45576"/>
                      <a:pt x="1529" y="54592"/>
                      <a:pt x="7667" y="61259"/>
                    </a:cubicBezTo>
                    <a:cubicBezTo>
                      <a:pt x="13806" y="67940"/>
                      <a:pt x="22087" y="71280"/>
                      <a:pt x="32512" y="71280"/>
                    </a:cubicBezTo>
                    <a:cubicBezTo>
                      <a:pt x="41851" y="71280"/>
                      <a:pt x="49240" y="68271"/>
                      <a:pt x="54677" y="62251"/>
                    </a:cubicBezTo>
                    <a:cubicBezTo>
                      <a:pt x="60114" y="56245"/>
                      <a:pt x="62833" y="48076"/>
                      <a:pt x="62833" y="37744"/>
                    </a:cubicBezTo>
                    <a:close/>
                    <a:moveTo>
                      <a:pt x="51423" y="41098"/>
                    </a:moveTo>
                    <a:cubicBezTo>
                      <a:pt x="51343" y="47329"/>
                      <a:pt x="49597" y="52303"/>
                      <a:pt x="46184" y="56021"/>
                    </a:cubicBezTo>
                    <a:cubicBezTo>
                      <a:pt x="42771" y="59751"/>
                      <a:pt x="38253" y="61616"/>
                      <a:pt x="32631" y="61616"/>
                    </a:cubicBezTo>
                    <a:cubicBezTo>
                      <a:pt x="26267" y="61616"/>
                      <a:pt x="21174" y="59817"/>
                      <a:pt x="17351" y="56219"/>
                    </a:cubicBezTo>
                    <a:cubicBezTo>
                      <a:pt x="13528" y="52621"/>
                      <a:pt x="11325" y="47554"/>
                      <a:pt x="10743" y="41019"/>
                    </a:cubicBezTo>
                    <a:lnTo>
                      <a:pt x="51423" y="41098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0" name="Freeform: Shape 339">
                <a:extLst>
                  <a:ext uri="{FF2B5EF4-FFF2-40B4-BE49-F238E27FC236}">
                    <a16:creationId xmlns:a16="http://schemas.microsoft.com/office/drawing/2014/main" id="{54DF6B85-5277-003E-DF7D-0237C395AF63}"/>
                  </a:ext>
                </a:extLst>
              </p:cNvPr>
              <p:cNvSpPr/>
              <p:nvPr/>
            </p:nvSpPr>
            <p:spPr>
              <a:xfrm flipV="1">
                <a:off x="6480875" y="1763155"/>
                <a:ext cx="62071" cy="97532"/>
              </a:xfrm>
              <a:custGeom>
                <a:avLst/>
                <a:gdLst>
                  <a:gd name="csX0" fmla="*/ 10311 w 62071"/>
                  <a:gd name="csY0" fmla="*/ 60055 h 97532"/>
                  <a:gd name="csX1" fmla="*/ 15490 w 62071"/>
                  <a:gd name="csY1" fmla="*/ 40310 h 97532"/>
                  <a:gd name="csX2" fmla="*/ 29718 w 62071"/>
                  <a:gd name="csY2" fmla="*/ 33147 h 97532"/>
                  <a:gd name="csX3" fmla="*/ 43966 w 62071"/>
                  <a:gd name="csY3" fmla="*/ 40310 h 97532"/>
                  <a:gd name="csX4" fmla="*/ 49185 w 62071"/>
                  <a:gd name="csY4" fmla="*/ 60055 h 97532"/>
                  <a:gd name="csX5" fmla="*/ 43966 w 62071"/>
                  <a:gd name="csY5" fmla="*/ 79799 h 97532"/>
                  <a:gd name="csX6" fmla="*/ 29718 w 62071"/>
                  <a:gd name="csY6" fmla="*/ 86963 h 97532"/>
                  <a:gd name="csX7" fmla="*/ 15490 w 62071"/>
                  <a:gd name="csY7" fmla="*/ 79799 h 97532"/>
                  <a:gd name="csX8" fmla="*/ 10311 w 62071"/>
                  <a:gd name="csY8" fmla="*/ 60055 h 97532"/>
                  <a:gd name="csX9" fmla="*/ 49185 w 62071"/>
                  <a:gd name="csY9" fmla="*/ 35806 h 97532"/>
                  <a:gd name="csX10" fmla="*/ 40096 w 62071"/>
                  <a:gd name="csY10" fmla="*/ 26598 h 97532"/>
                  <a:gd name="csX11" fmla="*/ 26920 w 62071"/>
                  <a:gd name="csY11" fmla="*/ 23582 h 97532"/>
                  <a:gd name="csX12" fmla="*/ 6422 w 62071"/>
                  <a:gd name="csY12" fmla="*/ 33623 h 97532"/>
                  <a:gd name="csX13" fmla="*/ -1476 w 62071"/>
                  <a:gd name="csY13" fmla="*/ 60055 h 97532"/>
                  <a:gd name="csX14" fmla="*/ 6422 w 62071"/>
                  <a:gd name="csY14" fmla="*/ 86467 h 97532"/>
                  <a:gd name="csX15" fmla="*/ 26920 w 62071"/>
                  <a:gd name="csY15" fmla="*/ 96508 h 97532"/>
                  <a:gd name="csX16" fmla="*/ 40096 w 62071"/>
                  <a:gd name="csY16" fmla="*/ 93491 h 97532"/>
                  <a:gd name="csX17" fmla="*/ 49185 w 62071"/>
                  <a:gd name="csY17" fmla="*/ 84304 h 97532"/>
                  <a:gd name="csX18" fmla="*/ 49185 w 62071"/>
                  <a:gd name="csY18" fmla="*/ 94841 h 97532"/>
                  <a:gd name="csX19" fmla="*/ 60595 w 62071"/>
                  <a:gd name="csY19" fmla="*/ 94841 h 97532"/>
                  <a:gd name="csX20" fmla="*/ 60595 w 62071"/>
                  <a:gd name="csY20" fmla="*/ -1024 h 97532"/>
                  <a:gd name="csX21" fmla="*/ 49185 w 62071"/>
                  <a:gd name="csY21" fmla="*/ -1024 h 97532"/>
                  <a:gd name="csX22" fmla="*/ 49185 w 62071"/>
                  <a:gd name="csY22" fmla="*/ 35806 h 975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</a:cxnLst>
                <a:rect l="l" t="t" r="r" b="b"/>
                <a:pathLst>
                  <a:path w="62071" h="97532">
                    <a:moveTo>
                      <a:pt x="10311" y="60055"/>
                    </a:moveTo>
                    <a:cubicBezTo>
                      <a:pt x="10311" y="51667"/>
                      <a:pt x="12037" y="45086"/>
                      <a:pt x="15490" y="40310"/>
                    </a:cubicBezTo>
                    <a:cubicBezTo>
                      <a:pt x="18943" y="35534"/>
                      <a:pt x="23686" y="33147"/>
                      <a:pt x="29718" y="33147"/>
                    </a:cubicBezTo>
                    <a:cubicBezTo>
                      <a:pt x="35751" y="33147"/>
                      <a:pt x="40500" y="35534"/>
                      <a:pt x="43966" y="40310"/>
                    </a:cubicBezTo>
                    <a:cubicBezTo>
                      <a:pt x="47445" y="45086"/>
                      <a:pt x="49185" y="51667"/>
                      <a:pt x="49185" y="60055"/>
                    </a:cubicBezTo>
                    <a:cubicBezTo>
                      <a:pt x="49185" y="68442"/>
                      <a:pt x="47445" y="75023"/>
                      <a:pt x="43966" y="79799"/>
                    </a:cubicBezTo>
                    <a:cubicBezTo>
                      <a:pt x="40500" y="84575"/>
                      <a:pt x="35751" y="86963"/>
                      <a:pt x="29718" y="86963"/>
                    </a:cubicBezTo>
                    <a:cubicBezTo>
                      <a:pt x="23686" y="86963"/>
                      <a:pt x="18943" y="84575"/>
                      <a:pt x="15490" y="79799"/>
                    </a:cubicBezTo>
                    <a:cubicBezTo>
                      <a:pt x="12037" y="75023"/>
                      <a:pt x="10311" y="68442"/>
                      <a:pt x="10311" y="60055"/>
                    </a:cubicBezTo>
                    <a:close/>
                    <a:moveTo>
                      <a:pt x="49185" y="35806"/>
                    </a:moveTo>
                    <a:cubicBezTo>
                      <a:pt x="46790" y="31678"/>
                      <a:pt x="43761" y="28609"/>
                      <a:pt x="40096" y="26598"/>
                    </a:cubicBezTo>
                    <a:cubicBezTo>
                      <a:pt x="36445" y="24587"/>
                      <a:pt x="32053" y="23582"/>
                      <a:pt x="26920" y="23582"/>
                    </a:cubicBezTo>
                    <a:cubicBezTo>
                      <a:pt x="18533" y="23582"/>
                      <a:pt x="11700" y="26929"/>
                      <a:pt x="6422" y="33623"/>
                    </a:cubicBezTo>
                    <a:cubicBezTo>
                      <a:pt x="1156" y="40330"/>
                      <a:pt x="-1476" y="49141"/>
                      <a:pt x="-1476" y="60055"/>
                    </a:cubicBezTo>
                    <a:cubicBezTo>
                      <a:pt x="-1476" y="70969"/>
                      <a:pt x="1156" y="79773"/>
                      <a:pt x="6422" y="86467"/>
                    </a:cubicBezTo>
                    <a:cubicBezTo>
                      <a:pt x="11700" y="93161"/>
                      <a:pt x="18533" y="96508"/>
                      <a:pt x="26920" y="96508"/>
                    </a:cubicBezTo>
                    <a:cubicBezTo>
                      <a:pt x="32053" y="96508"/>
                      <a:pt x="36445" y="95502"/>
                      <a:pt x="40096" y="93491"/>
                    </a:cubicBezTo>
                    <a:cubicBezTo>
                      <a:pt x="43761" y="91494"/>
                      <a:pt x="46790" y="88431"/>
                      <a:pt x="49185" y="84304"/>
                    </a:cubicBezTo>
                    <a:lnTo>
                      <a:pt x="49185" y="94841"/>
                    </a:lnTo>
                    <a:lnTo>
                      <a:pt x="60595" y="94841"/>
                    </a:lnTo>
                    <a:lnTo>
                      <a:pt x="60595" y="-1024"/>
                    </a:lnTo>
                    <a:lnTo>
                      <a:pt x="49185" y="-1024"/>
                    </a:lnTo>
                    <a:lnTo>
                      <a:pt x="49185" y="35806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1" name="Freeform: Shape 340">
                <a:extLst>
                  <a:ext uri="{FF2B5EF4-FFF2-40B4-BE49-F238E27FC236}">
                    <a16:creationId xmlns:a16="http://schemas.microsoft.com/office/drawing/2014/main" id="{1E94752B-223A-3F3D-7C9C-41D729580035}"/>
                  </a:ext>
                </a:extLst>
              </p:cNvPr>
              <p:cNvSpPr/>
              <p:nvPr/>
            </p:nvSpPr>
            <p:spPr>
              <a:xfrm flipV="1">
                <a:off x="6565281" y="1763155"/>
                <a:ext cx="58162" cy="72925"/>
              </a:xfrm>
              <a:custGeom>
                <a:avLst/>
                <a:gdLst>
                  <a:gd name="csX0" fmla="*/ -1562 w 58162"/>
                  <a:gd name="csY0" fmla="*/ 27565 h 72925"/>
                  <a:gd name="csX1" fmla="*/ -1562 w 58162"/>
                  <a:gd name="csY1" fmla="*/ 69614 h 72925"/>
                  <a:gd name="csX2" fmla="*/ 9848 w 58162"/>
                  <a:gd name="csY2" fmla="*/ 69614 h 72925"/>
                  <a:gd name="csX3" fmla="*/ 9848 w 58162"/>
                  <a:gd name="csY3" fmla="*/ 28001 h 72925"/>
                  <a:gd name="csX4" fmla="*/ 13678 w 58162"/>
                  <a:gd name="csY4" fmla="*/ 13198 h 72925"/>
                  <a:gd name="csX5" fmla="*/ 25227 w 58162"/>
                  <a:gd name="csY5" fmla="*/ 8276 h 72925"/>
                  <a:gd name="csX6" fmla="*/ 39812 w 58162"/>
                  <a:gd name="csY6" fmla="*/ 14170 h 72925"/>
                  <a:gd name="csX7" fmla="*/ 45190 w 58162"/>
                  <a:gd name="csY7" fmla="*/ 30244 h 72925"/>
                  <a:gd name="csX8" fmla="*/ 45190 w 58162"/>
                  <a:gd name="csY8" fmla="*/ 69614 h 72925"/>
                  <a:gd name="csX9" fmla="*/ 56600 w 58162"/>
                  <a:gd name="csY9" fmla="*/ 69614 h 72925"/>
                  <a:gd name="csX10" fmla="*/ 56600 w 58162"/>
                  <a:gd name="csY10" fmla="*/ 160 h 72925"/>
                  <a:gd name="csX11" fmla="*/ 45190 w 58162"/>
                  <a:gd name="csY11" fmla="*/ 160 h 72925"/>
                  <a:gd name="csX12" fmla="*/ 45190 w 58162"/>
                  <a:gd name="csY12" fmla="*/ 10836 h 72925"/>
                  <a:gd name="csX13" fmla="*/ 35546 w 58162"/>
                  <a:gd name="csY13" fmla="*/ 1430 h 72925"/>
                  <a:gd name="csX14" fmla="*/ 22806 w 58162"/>
                  <a:gd name="csY14" fmla="*/ -1645 h 72925"/>
                  <a:gd name="csX15" fmla="*/ 4629 w 58162"/>
                  <a:gd name="csY15" fmla="*/ 5796 h 72925"/>
                  <a:gd name="csX16" fmla="*/ -1562 w 58162"/>
                  <a:gd name="csY16" fmla="*/ 27565 h 72925"/>
                  <a:gd name="csX17" fmla="*/ 27152 w 58162"/>
                  <a:gd name="csY17" fmla="*/ 71280 h 72925"/>
                  <a:gd name="csX18" fmla="*/ 27152 w 58162"/>
                  <a:gd name="csY18" fmla="*/ 71280 h 729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</a:cxnLst>
                <a:rect l="l" t="t" r="r" b="b"/>
                <a:pathLst>
                  <a:path w="58162" h="72925">
                    <a:moveTo>
                      <a:pt x="-1562" y="27565"/>
                    </a:moveTo>
                    <a:lnTo>
                      <a:pt x="-1562" y="69614"/>
                    </a:lnTo>
                    <a:lnTo>
                      <a:pt x="9848" y="69614"/>
                    </a:lnTo>
                    <a:lnTo>
                      <a:pt x="9848" y="28001"/>
                    </a:lnTo>
                    <a:cubicBezTo>
                      <a:pt x="9848" y="21426"/>
                      <a:pt x="11125" y="16492"/>
                      <a:pt x="13678" y="13198"/>
                    </a:cubicBezTo>
                    <a:cubicBezTo>
                      <a:pt x="16244" y="9917"/>
                      <a:pt x="20094" y="8276"/>
                      <a:pt x="25227" y="8276"/>
                    </a:cubicBezTo>
                    <a:cubicBezTo>
                      <a:pt x="31378" y="8276"/>
                      <a:pt x="36240" y="10241"/>
                      <a:pt x="39812" y="14170"/>
                    </a:cubicBezTo>
                    <a:cubicBezTo>
                      <a:pt x="43397" y="18099"/>
                      <a:pt x="45190" y="23457"/>
                      <a:pt x="45190" y="30244"/>
                    </a:cubicBezTo>
                    <a:lnTo>
                      <a:pt x="45190" y="69614"/>
                    </a:lnTo>
                    <a:lnTo>
                      <a:pt x="56600" y="69614"/>
                    </a:lnTo>
                    <a:lnTo>
                      <a:pt x="56600" y="160"/>
                    </a:lnTo>
                    <a:lnTo>
                      <a:pt x="45190" y="160"/>
                    </a:lnTo>
                    <a:lnTo>
                      <a:pt x="45190" y="10836"/>
                    </a:lnTo>
                    <a:cubicBezTo>
                      <a:pt x="42425" y="6616"/>
                      <a:pt x="39210" y="3481"/>
                      <a:pt x="35546" y="1430"/>
                    </a:cubicBezTo>
                    <a:cubicBezTo>
                      <a:pt x="31894" y="-620"/>
                      <a:pt x="27648" y="-1645"/>
                      <a:pt x="22806" y="-1645"/>
                    </a:cubicBezTo>
                    <a:cubicBezTo>
                      <a:pt x="14829" y="-1645"/>
                      <a:pt x="8770" y="835"/>
                      <a:pt x="4629" y="5796"/>
                    </a:cubicBezTo>
                    <a:cubicBezTo>
                      <a:pt x="501" y="10757"/>
                      <a:pt x="-1562" y="18013"/>
                      <a:pt x="-1562" y="27565"/>
                    </a:cubicBezTo>
                    <a:close/>
                    <a:moveTo>
                      <a:pt x="27152" y="71280"/>
                    </a:moveTo>
                    <a:lnTo>
                      <a:pt x="27152" y="71280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2" name="Freeform: Shape 341">
                <a:extLst>
                  <a:ext uri="{FF2B5EF4-FFF2-40B4-BE49-F238E27FC236}">
                    <a16:creationId xmlns:a16="http://schemas.microsoft.com/office/drawing/2014/main" id="{27A13FA3-84BF-DA2E-7505-4DA1FDEA375D}"/>
                  </a:ext>
                </a:extLst>
              </p:cNvPr>
              <p:cNvSpPr/>
              <p:nvPr/>
            </p:nvSpPr>
            <p:spPr>
              <a:xfrm flipV="1">
                <a:off x="6641982" y="1763155"/>
                <a:ext cx="64373" cy="72925"/>
              </a:xfrm>
              <a:custGeom>
                <a:avLst/>
                <a:gdLst>
                  <a:gd name="csX0" fmla="*/ 62852 w 64373"/>
                  <a:gd name="csY0" fmla="*/ 37744 h 72925"/>
                  <a:gd name="csX1" fmla="*/ 62852 w 64373"/>
                  <a:gd name="csY1" fmla="*/ 32168 h 72925"/>
                  <a:gd name="csX2" fmla="*/ 10385 w 64373"/>
                  <a:gd name="csY2" fmla="*/ 32168 h 72925"/>
                  <a:gd name="csX3" fmla="*/ 17489 w 64373"/>
                  <a:gd name="csY3" fmla="*/ 14210 h 72925"/>
                  <a:gd name="csX4" fmla="*/ 35189 w 64373"/>
                  <a:gd name="csY4" fmla="*/ 8038 h 72925"/>
                  <a:gd name="csX5" fmla="*/ 47929 w 64373"/>
                  <a:gd name="csY5" fmla="*/ 9646 h 72925"/>
                  <a:gd name="csX6" fmla="*/ 60193 w 64373"/>
                  <a:gd name="csY6" fmla="*/ 14488 h 72925"/>
                  <a:gd name="csX7" fmla="*/ 60193 w 64373"/>
                  <a:gd name="csY7" fmla="*/ 3693 h 72925"/>
                  <a:gd name="csX8" fmla="*/ 47592 w 64373"/>
                  <a:gd name="csY8" fmla="*/ -276 h 72925"/>
                  <a:gd name="csX9" fmla="*/ 34515 w 64373"/>
                  <a:gd name="csY9" fmla="*/ -1645 h 72925"/>
                  <a:gd name="csX10" fmla="*/ 8182 w 64373"/>
                  <a:gd name="csY10" fmla="*/ 8019 h 72925"/>
                  <a:gd name="csX11" fmla="*/ -1521 w 64373"/>
                  <a:gd name="csY11" fmla="*/ 34212 h 72925"/>
                  <a:gd name="csX12" fmla="*/ 7686 w 64373"/>
                  <a:gd name="csY12" fmla="*/ 61259 h 72925"/>
                  <a:gd name="csX13" fmla="*/ 32530 w 64373"/>
                  <a:gd name="csY13" fmla="*/ 71280 h 72925"/>
                  <a:gd name="csX14" fmla="*/ 54696 w 64373"/>
                  <a:gd name="csY14" fmla="*/ 62251 h 72925"/>
                  <a:gd name="csX15" fmla="*/ 62852 w 64373"/>
                  <a:gd name="csY15" fmla="*/ 37744 h 72925"/>
                  <a:gd name="csX16" fmla="*/ 51441 w 64373"/>
                  <a:gd name="csY16" fmla="*/ 41098 h 72925"/>
                  <a:gd name="csX17" fmla="*/ 46203 w 64373"/>
                  <a:gd name="csY17" fmla="*/ 56021 h 72925"/>
                  <a:gd name="csX18" fmla="*/ 32649 w 64373"/>
                  <a:gd name="csY18" fmla="*/ 61616 h 72925"/>
                  <a:gd name="csX19" fmla="*/ 17370 w 64373"/>
                  <a:gd name="csY19" fmla="*/ 56219 h 72925"/>
                  <a:gd name="csX20" fmla="*/ 10762 w 64373"/>
                  <a:gd name="csY20" fmla="*/ 41019 h 72925"/>
                  <a:gd name="csX21" fmla="*/ 51441 w 64373"/>
                  <a:gd name="csY21" fmla="*/ 41098 h 729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</a:cxnLst>
                <a:rect l="l" t="t" r="r" b="b"/>
                <a:pathLst>
                  <a:path w="64373" h="72925">
                    <a:moveTo>
                      <a:pt x="62852" y="37744"/>
                    </a:moveTo>
                    <a:lnTo>
                      <a:pt x="62852" y="32168"/>
                    </a:lnTo>
                    <a:lnTo>
                      <a:pt x="10385" y="32168"/>
                    </a:lnTo>
                    <a:cubicBezTo>
                      <a:pt x="10887" y="24310"/>
                      <a:pt x="13256" y="18324"/>
                      <a:pt x="17489" y="14210"/>
                    </a:cubicBezTo>
                    <a:cubicBezTo>
                      <a:pt x="21722" y="10095"/>
                      <a:pt x="27622" y="8038"/>
                      <a:pt x="35189" y="8038"/>
                    </a:cubicBezTo>
                    <a:cubicBezTo>
                      <a:pt x="39568" y="8038"/>
                      <a:pt x="43815" y="8574"/>
                      <a:pt x="47929" y="9646"/>
                    </a:cubicBezTo>
                    <a:cubicBezTo>
                      <a:pt x="52043" y="10717"/>
                      <a:pt x="56131" y="12331"/>
                      <a:pt x="60193" y="14488"/>
                    </a:cubicBezTo>
                    <a:lnTo>
                      <a:pt x="60193" y="3693"/>
                    </a:lnTo>
                    <a:cubicBezTo>
                      <a:pt x="56092" y="1960"/>
                      <a:pt x="51891" y="637"/>
                      <a:pt x="47592" y="-276"/>
                    </a:cubicBezTo>
                    <a:cubicBezTo>
                      <a:pt x="43292" y="-1189"/>
                      <a:pt x="38933" y="-1645"/>
                      <a:pt x="34515" y="-1645"/>
                    </a:cubicBezTo>
                    <a:cubicBezTo>
                      <a:pt x="23429" y="-1645"/>
                      <a:pt x="14651" y="1576"/>
                      <a:pt x="8182" y="8019"/>
                    </a:cubicBezTo>
                    <a:cubicBezTo>
                      <a:pt x="1713" y="14474"/>
                      <a:pt x="-1521" y="23206"/>
                      <a:pt x="-1521" y="34212"/>
                    </a:cubicBezTo>
                    <a:cubicBezTo>
                      <a:pt x="-1521" y="45576"/>
                      <a:pt x="1548" y="54592"/>
                      <a:pt x="7686" y="61259"/>
                    </a:cubicBezTo>
                    <a:cubicBezTo>
                      <a:pt x="13824" y="67940"/>
                      <a:pt x="22106" y="71280"/>
                      <a:pt x="32530" y="71280"/>
                    </a:cubicBezTo>
                    <a:cubicBezTo>
                      <a:pt x="41870" y="71280"/>
                      <a:pt x="49259" y="68271"/>
                      <a:pt x="54696" y="62251"/>
                    </a:cubicBezTo>
                    <a:cubicBezTo>
                      <a:pt x="60133" y="56245"/>
                      <a:pt x="62852" y="48076"/>
                      <a:pt x="62852" y="37744"/>
                    </a:cubicBezTo>
                    <a:close/>
                    <a:moveTo>
                      <a:pt x="51441" y="41098"/>
                    </a:moveTo>
                    <a:cubicBezTo>
                      <a:pt x="51362" y="47329"/>
                      <a:pt x="49616" y="52303"/>
                      <a:pt x="46203" y="56021"/>
                    </a:cubicBezTo>
                    <a:cubicBezTo>
                      <a:pt x="42790" y="59751"/>
                      <a:pt x="38272" y="61616"/>
                      <a:pt x="32649" y="61616"/>
                    </a:cubicBezTo>
                    <a:cubicBezTo>
                      <a:pt x="26286" y="61616"/>
                      <a:pt x="21193" y="59817"/>
                      <a:pt x="17370" y="56219"/>
                    </a:cubicBezTo>
                    <a:cubicBezTo>
                      <a:pt x="13547" y="52621"/>
                      <a:pt x="11344" y="47554"/>
                      <a:pt x="10762" y="41019"/>
                    </a:cubicBezTo>
                    <a:lnTo>
                      <a:pt x="51441" y="41098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3" name="Freeform: Shape 342">
                <a:extLst>
                  <a:ext uri="{FF2B5EF4-FFF2-40B4-BE49-F238E27FC236}">
                    <a16:creationId xmlns:a16="http://schemas.microsoft.com/office/drawing/2014/main" id="{C4507EA5-29DB-3159-E50E-267BC0CED0A4}"/>
                  </a:ext>
                </a:extLst>
              </p:cNvPr>
              <p:cNvSpPr/>
              <p:nvPr/>
            </p:nvSpPr>
            <p:spPr>
              <a:xfrm flipV="1">
                <a:off x="6719998" y="1763155"/>
                <a:ext cx="53082" cy="72925"/>
              </a:xfrm>
              <a:custGeom>
                <a:avLst/>
                <a:gdLst>
                  <a:gd name="csX0" fmla="*/ 48126 w 53082"/>
                  <a:gd name="csY0" fmla="*/ 67570 h 72925"/>
                  <a:gd name="csX1" fmla="*/ 48126 w 53082"/>
                  <a:gd name="csY1" fmla="*/ 56775 h 72925"/>
                  <a:gd name="csX2" fmla="*/ 38085 w 53082"/>
                  <a:gd name="csY2" fmla="*/ 60485 h 72925"/>
                  <a:gd name="csX3" fmla="*/ 27290 w 53082"/>
                  <a:gd name="csY3" fmla="*/ 61736 h 72925"/>
                  <a:gd name="csX4" fmla="*/ 14551 w 53082"/>
                  <a:gd name="csY4" fmla="*/ 59136 h 72925"/>
                  <a:gd name="csX5" fmla="*/ 10304 w 53082"/>
                  <a:gd name="csY5" fmla="*/ 51318 h 72925"/>
                  <a:gd name="csX6" fmla="*/ 13340 w 53082"/>
                  <a:gd name="csY6" fmla="*/ 45087 h 72925"/>
                  <a:gd name="csX7" fmla="*/ 25564 w 53082"/>
                  <a:gd name="csY7" fmla="*/ 40781 h 72925"/>
                  <a:gd name="csX8" fmla="*/ 29473 w 53082"/>
                  <a:gd name="csY8" fmla="*/ 39907 h 72925"/>
                  <a:gd name="csX9" fmla="*/ 46737 w 53082"/>
                  <a:gd name="csY9" fmla="*/ 32565 h 72925"/>
                  <a:gd name="csX10" fmla="*/ 51857 w 53082"/>
                  <a:gd name="csY10" fmla="*/ 19329 h 72925"/>
                  <a:gd name="csX11" fmla="*/ 44197 w 53082"/>
                  <a:gd name="csY11" fmla="*/ 3990 h 72925"/>
                  <a:gd name="csX12" fmla="*/ 23143 w 53082"/>
                  <a:gd name="csY12" fmla="*/ -1645 h 72925"/>
                  <a:gd name="csX13" fmla="*/ 11514 w 53082"/>
                  <a:gd name="csY13" fmla="*/ -554 h 72925"/>
                  <a:gd name="csX14" fmla="*/ -1225 w 53082"/>
                  <a:gd name="csY14" fmla="*/ 2700 h 72925"/>
                  <a:gd name="csX15" fmla="*/ -1225 w 53082"/>
                  <a:gd name="csY15" fmla="*/ 14488 h 72925"/>
                  <a:gd name="csX16" fmla="*/ 11237 w 53082"/>
                  <a:gd name="csY16" fmla="*/ 9546 h 72925"/>
                  <a:gd name="csX17" fmla="*/ 23401 w 53082"/>
                  <a:gd name="csY17" fmla="*/ 7919 h 72925"/>
                  <a:gd name="csX18" fmla="*/ 35783 w 53082"/>
                  <a:gd name="csY18" fmla="*/ 10678 h 72925"/>
                  <a:gd name="csX19" fmla="*/ 40129 w 53082"/>
                  <a:gd name="csY19" fmla="*/ 18456 h 72925"/>
                  <a:gd name="csX20" fmla="*/ 36994 w 53082"/>
                  <a:gd name="csY20" fmla="*/ 25580 h 72925"/>
                  <a:gd name="csX21" fmla="*/ 23262 w 53082"/>
                  <a:gd name="csY21" fmla="*/ 30363 h 72925"/>
                  <a:gd name="csX22" fmla="*/ 19293 w 53082"/>
                  <a:gd name="csY22" fmla="*/ 31295 h 72925"/>
                  <a:gd name="csX23" fmla="*/ 3974 w 53082"/>
                  <a:gd name="csY23" fmla="*/ 38141 h 72925"/>
                  <a:gd name="csX24" fmla="*/ -729 w 53082"/>
                  <a:gd name="csY24" fmla="*/ 50821 h 72925"/>
                  <a:gd name="csX25" fmla="*/ 6216 w 53082"/>
                  <a:gd name="csY25" fmla="*/ 65942 h 72925"/>
                  <a:gd name="csX26" fmla="*/ 25941 w 53082"/>
                  <a:gd name="csY26" fmla="*/ 71280 h 72925"/>
                  <a:gd name="csX27" fmla="*/ 37827 w 53082"/>
                  <a:gd name="csY27" fmla="*/ 70348 h 72925"/>
                  <a:gd name="csX28" fmla="*/ 48126 w 53082"/>
                  <a:gd name="csY28" fmla="*/ 67570 h 729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</a:cxnLst>
                <a:rect l="l" t="t" r="r" b="b"/>
                <a:pathLst>
                  <a:path w="53082" h="72925">
                    <a:moveTo>
                      <a:pt x="48126" y="67570"/>
                    </a:moveTo>
                    <a:lnTo>
                      <a:pt x="48126" y="56775"/>
                    </a:lnTo>
                    <a:cubicBezTo>
                      <a:pt x="44911" y="58428"/>
                      <a:pt x="41564" y="59665"/>
                      <a:pt x="38085" y="60485"/>
                    </a:cubicBezTo>
                    <a:cubicBezTo>
                      <a:pt x="34619" y="61319"/>
                      <a:pt x="31021" y="61736"/>
                      <a:pt x="27290" y="61736"/>
                    </a:cubicBezTo>
                    <a:cubicBezTo>
                      <a:pt x="21628" y="61736"/>
                      <a:pt x="17382" y="60869"/>
                      <a:pt x="14551" y="59136"/>
                    </a:cubicBezTo>
                    <a:cubicBezTo>
                      <a:pt x="11719" y="57403"/>
                      <a:pt x="10304" y="54797"/>
                      <a:pt x="10304" y="51318"/>
                    </a:cubicBezTo>
                    <a:cubicBezTo>
                      <a:pt x="10304" y="48672"/>
                      <a:pt x="11316" y="46595"/>
                      <a:pt x="13340" y="45087"/>
                    </a:cubicBezTo>
                    <a:cubicBezTo>
                      <a:pt x="15364" y="43579"/>
                      <a:pt x="19439" y="42143"/>
                      <a:pt x="25564" y="40781"/>
                    </a:cubicBezTo>
                    <a:lnTo>
                      <a:pt x="29473" y="39907"/>
                    </a:lnTo>
                    <a:cubicBezTo>
                      <a:pt x="37569" y="38174"/>
                      <a:pt x="43324" y="35727"/>
                      <a:pt x="46737" y="32565"/>
                    </a:cubicBezTo>
                    <a:cubicBezTo>
                      <a:pt x="50150" y="29403"/>
                      <a:pt x="51857" y="24992"/>
                      <a:pt x="51857" y="19329"/>
                    </a:cubicBezTo>
                    <a:cubicBezTo>
                      <a:pt x="51857" y="12874"/>
                      <a:pt x="49304" y="7761"/>
                      <a:pt x="44197" y="3990"/>
                    </a:cubicBezTo>
                    <a:cubicBezTo>
                      <a:pt x="39091" y="233"/>
                      <a:pt x="32073" y="-1645"/>
                      <a:pt x="23143" y="-1645"/>
                    </a:cubicBezTo>
                    <a:cubicBezTo>
                      <a:pt x="19425" y="-1645"/>
                      <a:pt x="15549" y="-1282"/>
                      <a:pt x="11514" y="-554"/>
                    </a:cubicBezTo>
                    <a:cubicBezTo>
                      <a:pt x="7480" y="174"/>
                      <a:pt x="3233" y="1258"/>
                      <a:pt x="-1225" y="2700"/>
                    </a:cubicBezTo>
                    <a:lnTo>
                      <a:pt x="-1225" y="14488"/>
                    </a:lnTo>
                    <a:cubicBezTo>
                      <a:pt x="2995" y="12292"/>
                      <a:pt x="7149" y="10644"/>
                      <a:pt x="11237" y="9546"/>
                    </a:cubicBezTo>
                    <a:cubicBezTo>
                      <a:pt x="15324" y="8462"/>
                      <a:pt x="19379" y="7919"/>
                      <a:pt x="23401" y="7919"/>
                    </a:cubicBezTo>
                    <a:cubicBezTo>
                      <a:pt x="28772" y="7919"/>
                      <a:pt x="32899" y="8839"/>
                      <a:pt x="35783" y="10678"/>
                    </a:cubicBezTo>
                    <a:cubicBezTo>
                      <a:pt x="38681" y="12516"/>
                      <a:pt x="40129" y="15109"/>
                      <a:pt x="40129" y="18456"/>
                    </a:cubicBezTo>
                    <a:cubicBezTo>
                      <a:pt x="40129" y="21552"/>
                      <a:pt x="39084" y="23927"/>
                      <a:pt x="36994" y="25580"/>
                    </a:cubicBezTo>
                    <a:cubicBezTo>
                      <a:pt x="34917" y="27234"/>
                      <a:pt x="30340" y="28828"/>
                      <a:pt x="23262" y="30363"/>
                    </a:cubicBezTo>
                    <a:lnTo>
                      <a:pt x="19293" y="31295"/>
                    </a:lnTo>
                    <a:cubicBezTo>
                      <a:pt x="12229" y="32777"/>
                      <a:pt x="7122" y="35059"/>
                      <a:pt x="3974" y="38141"/>
                    </a:cubicBezTo>
                    <a:cubicBezTo>
                      <a:pt x="838" y="41224"/>
                      <a:pt x="-729" y="45450"/>
                      <a:pt x="-729" y="50821"/>
                    </a:cubicBezTo>
                    <a:cubicBezTo>
                      <a:pt x="-729" y="57357"/>
                      <a:pt x="1586" y="62397"/>
                      <a:pt x="6216" y="65942"/>
                    </a:cubicBezTo>
                    <a:cubicBezTo>
                      <a:pt x="10846" y="69501"/>
                      <a:pt x="17421" y="71280"/>
                      <a:pt x="25941" y="71280"/>
                    </a:cubicBezTo>
                    <a:cubicBezTo>
                      <a:pt x="30148" y="71280"/>
                      <a:pt x="34110" y="70970"/>
                      <a:pt x="37827" y="70348"/>
                    </a:cubicBezTo>
                    <a:cubicBezTo>
                      <a:pt x="41558" y="69739"/>
                      <a:pt x="44991" y="68813"/>
                      <a:pt x="48126" y="6757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4" name="Freeform: Shape 343">
                <a:extLst>
                  <a:ext uri="{FF2B5EF4-FFF2-40B4-BE49-F238E27FC236}">
                    <a16:creationId xmlns:a16="http://schemas.microsoft.com/office/drawing/2014/main" id="{5D28038A-870A-812C-0FC6-C03FD2A58DBD}"/>
                  </a:ext>
                </a:extLst>
              </p:cNvPr>
              <p:cNvSpPr/>
              <p:nvPr/>
            </p:nvSpPr>
            <p:spPr>
              <a:xfrm flipV="1">
                <a:off x="6782691" y="1745097"/>
                <a:ext cx="43338" cy="89177"/>
              </a:xfrm>
              <a:custGeom>
                <a:avLst/>
                <a:gdLst>
                  <a:gd name="csX0" fmla="*/ 19044 w 43338"/>
                  <a:gd name="csY0" fmla="*/ 87031 h 89177"/>
                  <a:gd name="csX1" fmla="*/ 19044 w 43338"/>
                  <a:gd name="csY1" fmla="*/ 67306 h 89177"/>
                  <a:gd name="csX2" fmla="*/ 42539 w 43338"/>
                  <a:gd name="csY2" fmla="*/ 67306 h 89177"/>
                  <a:gd name="csX3" fmla="*/ 42539 w 43338"/>
                  <a:gd name="csY3" fmla="*/ 58436 h 89177"/>
                  <a:gd name="csX4" fmla="*/ 19044 w 43338"/>
                  <a:gd name="csY4" fmla="*/ 58436 h 89177"/>
                  <a:gd name="csX5" fmla="*/ 19044 w 43338"/>
                  <a:gd name="csY5" fmla="*/ 20733 h 89177"/>
                  <a:gd name="csX6" fmla="*/ 21365 w 43338"/>
                  <a:gd name="csY6" fmla="*/ 9819 h 89177"/>
                  <a:gd name="csX7" fmla="*/ 30831 w 43338"/>
                  <a:gd name="csY7" fmla="*/ 7398 h 89177"/>
                  <a:gd name="csX8" fmla="*/ 42539 w 43338"/>
                  <a:gd name="csY8" fmla="*/ 7398 h 89177"/>
                  <a:gd name="csX9" fmla="*/ 42539 w 43338"/>
                  <a:gd name="csY9" fmla="*/ -2147 h 89177"/>
                  <a:gd name="csX10" fmla="*/ 30831 w 43338"/>
                  <a:gd name="csY10" fmla="*/ -2147 h 89177"/>
                  <a:gd name="csX11" fmla="*/ 12594 w 43338"/>
                  <a:gd name="csY11" fmla="*/ 2775 h 89177"/>
                  <a:gd name="csX12" fmla="*/ 7574 w 43338"/>
                  <a:gd name="csY12" fmla="*/ 20733 h 89177"/>
                  <a:gd name="csX13" fmla="*/ 7574 w 43338"/>
                  <a:gd name="csY13" fmla="*/ 58436 h 89177"/>
                  <a:gd name="csX14" fmla="*/ -800 w 43338"/>
                  <a:gd name="csY14" fmla="*/ 58436 h 89177"/>
                  <a:gd name="csX15" fmla="*/ -800 w 43338"/>
                  <a:gd name="csY15" fmla="*/ 67306 h 89177"/>
                  <a:gd name="csX16" fmla="*/ 7574 w 43338"/>
                  <a:gd name="csY16" fmla="*/ 67306 h 89177"/>
                  <a:gd name="csX17" fmla="*/ 7574 w 43338"/>
                  <a:gd name="csY17" fmla="*/ 87031 h 89177"/>
                  <a:gd name="csX18" fmla="*/ 19044 w 43338"/>
                  <a:gd name="csY18" fmla="*/ 87031 h 8917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</a:cxnLst>
                <a:rect l="l" t="t" r="r" b="b"/>
                <a:pathLst>
                  <a:path w="43338" h="89177">
                    <a:moveTo>
                      <a:pt x="19044" y="87031"/>
                    </a:moveTo>
                    <a:lnTo>
                      <a:pt x="19044" y="67306"/>
                    </a:lnTo>
                    <a:lnTo>
                      <a:pt x="42539" y="67306"/>
                    </a:lnTo>
                    <a:lnTo>
                      <a:pt x="42539" y="58436"/>
                    </a:lnTo>
                    <a:lnTo>
                      <a:pt x="19044" y="58436"/>
                    </a:lnTo>
                    <a:lnTo>
                      <a:pt x="19044" y="20733"/>
                    </a:lnTo>
                    <a:cubicBezTo>
                      <a:pt x="19044" y="15071"/>
                      <a:pt x="19817" y="11433"/>
                      <a:pt x="21365" y="9819"/>
                    </a:cubicBezTo>
                    <a:cubicBezTo>
                      <a:pt x="22913" y="8205"/>
                      <a:pt x="26068" y="7398"/>
                      <a:pt x="30831" y="7398"/>
                    </a:cubicBezTo>
                    <a:lnTo>
                      <a:pt x="42539" y="7398"/>
                    </a:lnTo>
                    <a:lnTo>
                      <a:pt x="42539" y="-2147"/>
                    </a:lnTo>
                    <a:lnTo>
                      <a:pt x="30831" y="-2147"/>
                    </a:lnTo>
                    <a:cubicBezTo>
                      <a:pt x="22020" y="-2147"/>
                      <a:pt x="15941" y="-506"/>
                      <a:pt x="12594" y="2775"/>
                    </a:cubicBezTo>
                    <a:cubicBezTo>
                      <a:pt x="9247" y="6069"/>
                      <a:pt x="7574" y="12055"/>
                      <a:pt x="7574" y="20733"/>
                    </a:cubicBezTo>
                    <a:lnTo>
                      <a:pt x="7574" y="58436"/>
                    </a:lnTo>
                    <a:lnTo>
                      <a:pt x="-800" y="58436"/>
                    </a:lnTo>
                    <a:lnTo>
                      <a:pt x="-800" y="67306"/>
                    </a:lnTo>
                    <a:lnTo>
                      <a:pt x="7574" y="67306"/>
                    </a:lnTo>
                    <a:lnTo>
                      <a:pt x="7574" y="87031"/>
                    </a:lnTo>
                    <a:lnTo>
                      <a:pt x="19044" y="87031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5" name="Freeform: Shape 344">
                <a:extLst>
                  <a:ext uri="{FF2B5EF4-FFF2-40B4-BE49-F238E27FC236}">
                    <a16:creationId xmlns:a16="http://schemas.microsoft.com/office/drawing/2014/main" id="{5A5732C4-659C-D2A8-1FEC-5E2F77E1622B}"/>
                  </a:ext>
                </a:extLst>
              </p:cNvPr>
              <p:cNvSpPr/>
              <p:nvPr/>
            </p:nvSpPr>
            <p:spPr>
              <a:xfrm flipV="1">
                <a:off x="6836079" y="1763155"/>
                <a:ext cx="64373" cy="72925"/>
              </a:xfrm>
              <a:custGeom>
                <a:avLst/>
                <a:gdLst>
                  <a:gd name="csX0" fmla="*/ 62867 w 64373"/>
                  <a:gd name="csY0" fmla="*/ 37744 h 72925"/>
                  <a:gd name="csX1" fmla="*/ 62867 w 64373"/>
                  <a:gd name="csY1" fmla="*/ 32168 h 72925"/>
                  <a:gd name="csX2" fmla="*/ 10400 w 64373"/>
                  <a:gd name="csY2" fmla="*/ 32168 h 72925"/>
                  <a:gd name="csX3" fmla="*/ 17504 w 64373"/>
                  <a:gd name="csY3" fmla="*/ 14210 h 72925"/>
                  <a:gd name="csX4" fmla="*/ 35205 w 64373"/>
                  <a:gd name="csY4" fmla="*/ 8038 h 72925"/>
                  <a:gd name="csX5" fmla="*/ 47944 w 64373"/>
                  <a:gd name="csY5" fmla="*/ 9646 h 72925"/>
                  <a:gd name="csX6" fmla="*/ 60208 w 64373"/>
                  <a:gd name="csY6" fmla="*/ 14488 h 72925"/>
                  <a:gd name="csX7" fmla="*/ 60208 w 64373"/>
                  <a:gd name="csY7" fmla="*/ 3693 h 72925"/>
                  <a:gd name="csX8" fmla="*/ 47607 w 64373"/>
                  <a:gd name="csY8" fmla="*/ -276 h 72925"/>
                  <a:gd name="csX9" fmla="*/ 34530 w 64373"/>
                  <a:gd name="csY9" fmla="*/ -1645 h 72925"/>
                  <a:gd name="csX10" fmla="*/ 8197 w 64373"/>
                  <a:gd name="csY10" fmla="*/ 8019 h 72925"/>
                  <a:gd name="csX11" fmla="*/ -1506 w 64373"/>
                  <a:gd name="csY11" fmla="*/ 34212 h 72925"/>
                  <a:gd name="csX12" fmla="*/ 7701 w 64373"/>
                  <a:gd name="csY12" fmla="*/ 61259 h 72925"/>
                  <a:gd name="csX13" fmla="*/ 32546 w 64373"/>
                  <a:gd name="csY13" fmla="*/ 71280 h 72925"/>
                  <a:gd name="csX14" fmla="*/ 54711 w 64373"/>
                  <a:gd name="csY14" fmla="*/ 62251 h 72925"/>
                  <a:gd name="csX15" fmla="*/ 62867 w 64373"/>
                  <a:gd name="csY15" fmla="*/ 37744 h 72925"/>
                  <a:gd name="csX16" fmla="*/ 51457 w 64373"/>
                  <a:gd name="csY16" fmla="*/ 41098 h 72925"/>
                  <a:gd name="csX17" fmla="*/ 46218 w 64373"/>
                  <a:gd name="csY17" fmla="*/ 56021 h 72925"/>
                  <a:gd name="csX18" fmla="*/ 32665 w 64373"/>
                  <a:gd name="csY18" fmla="*/ 61616 h 72925"/>
                  <a:gd name="csX19" fmla="*/ 17385 w 64373"/>
                  <a:gd name="csY19" fmla="*/ 56219 h 72925"/>
                  <a:gd name="csX20" fmla="*/ 10777 w 64373"/>
                  <a:gd name="csY20" fmla="*/ 41019 h 72925"/>
                  <a:gd name="csX21" fmla="*/ 51457 w 64373"/>
                  <a:gd name="csY21" fmla="*/ 41098 h 729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</a:cxnLst>
                <a:rect l="l" t="t" r="r" b="b"/>
                <a:pathLst>
                  <a:path w="64373" h="72925">
                    <a:moveTo>
                      <a:pt x="62867" y="37744"/>
                    </a:moveTo>
                    <a:lnTo>
                      <a:pt x="62867" y="32168"/>
                    </a:lnTo>
                    <a:lnTo>
                      <a:pt x="10400" y="32168"/>
                    </a:lnTo>
                    <a:cubicBezTo>
                      <a:pt x="10903" y="24310"/>
                      <a:pt x="13271" y="18324"/>
                      <a:pt x="17504" y="14210"/>
                    </a:cubicBezTo>
                    <a:cubicBezTo>
                      <a:pt x="21737" y="10095"/>
                      <a:pt x="27638" y="8038"/>
                      <a:pt x="35205" y="8038"/>
                    </a:cubicBezTo>
                    <a:cubicBezTo>
                      <a:pt x="39584" y="8038"/>
                      <a:pt x="43830" y="8574"/>
                      <a:pt x="47944" y="9646"/>
                    </a:cubicBezTo>
                    <a:cubicBezTo>
                      <a:pt x="52059" y="10717"/>
                      <a:pt x="56147" y="12331"/>
                      <a:pt x="60208" y="14488"/>
                    </a:cubicBezTo>
                    <a:lnTo>
                      <a:pt x="60208" y="3693"/>
                    </a:lnTo>
                    <a:cubicBezTo>
                      <a:pt x="56107" y="1960"/>
                      <a:pt x="51907" y="637"/>
                      <a:pt x="47607" y="-276"/>
                    </a:cubicBezTo>
                    <a:cubicBezTo>
                      <a:pt x="43308" y="-1189"/>
                      <a:pt x="38949" y="-1645"/>
                      <a:pt x="34530" y="-1645"/>
                    </a:cubicBezTo>
                    <a:cubicBezTo>
                      <a:pt x="23444" y="-1645"/>
                      <a:pt x="14666" y="1576"/>
                      <a:pt x="8197" y="8019"/>
                    </a:cubicBezTo>
                    <a:cubicBezTo>
                      <a:pt x="1728" y="14474"/>
                      <a:pt x="-1506" y="23206"/>
                      <a:pt x="-1506" y="34212"/>
                    </a:cubicBezTo>
                    <a:cubicBezTo>
                      <a:pt x="-1506" y="45576"/>
                      <a:pt x="1563" y="54592"/>
                      <a:pt x="7701" y="61259"/>
                    </a:cubicBezTo>
                    <a:cubicBezTo>
                      <a:pt x="13840" y="67940"/>
                      <a:pt x="22121" y="71280"/>
                      <a:pt x="32546" y="71280"/>
                    </a:cubicBezTo>
                    <a:cubicBezTo>
                      <a:pt x="41885" y="71280"/>
                      <a:pt x="49274" y="68271"/>
                      <a:pt x="54711" y="62251"/>
                    </a:cubicBezTo>
                    <a:cubicBezTo>
                      <a:pt x="60148" y="56245"/>
                      <a:pt x="62867" y="48076"/>
                      <a:pt x="62867" y="37744"/>
                    </a:cubicBezTo>
                    <a:close/>
                    <a:moveTo>
                      <a:pt x="51457" y="41098"/>
                    </a:moveTo>
                    <a:cubicBezTo>
                      <a:pt x="51377" y="47329"/>
                      <a:pt x="49631" y="52303"/>
                      <a:pt x="46218" y="56021"/>
                    </a:cubicBezTo>
                    <a:cubicBezTo>
                      <a:pt x="42805" y="59751"/>
                      <a:pt x="38287" y="61616"/>
                      <a:pt x="32665" y="61616"/>
                    </a:cubicBezTo>
                    <a:cubicBezTo>
                      <a:pt x="26302" y="61616"/>
                      <a:pt x="21208" y="59817"/>
                      <a:pt x="17385" y="56219"/>
                    </a:cubicBezTo>
                    <a:cubicBezTo>
                      <a:pt x="13562" y="52621"/>
                      <a:pt x="11359" y="47554"/>
                      <a:pt x="10777" y="41019"/>
                    </a:cubicBezTo>
                    <a:lnTo>
                      <a:pt x="51457" y="41098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6" name="Freeform: Shape 345">
                <a:extLst>
                  <a:ext uri="{FF2B5EF4-FFF2-40B4-BE49-F238E27FC236}">
                    <a16:creationId xmlns:a16="http://schemas.microsoft.com/office/drawing/2014/main" id="{E71D1740-7B23-AE47-7223-DD882EDF5951}"/>
                  </a:ext>
                </a:extLst>
              </p:cNvPr>
              <p:cNvSpPr/>
              <p:nvPr/>
            </p:nvSpPr>
            <p:spPr>
              <a:xfrm flipV="1">
                <a:off x="6914213" y="1737775"/>
                <a:ext cx="62071" cy="98305"/>
              </a:xfrm>
              <a:custGeom>
                <a:avLst/>
                <a:gdLst>
                  <a:gd name="csX0" fmla="*/ 49219 w 62071"/>
                  <a:gd name="csY0" fmla="*/ 58436 h 98305"/>
                  <a:gd name="csX1" fmla="*/ 49219 w 62071"/>
                  <a:gd name="csY1" fmla="*/ 96020 h 98305"/>
                  <a:gd name="csX2" fmla="*/ 60629 w 62071"/>
                  <a:gd name="csY2" fmla="*/ 96020 h 98305"/>
                  <a:gd name="csX3" fmla="*/ 60629 w 62071"/>
                  <a:gd name="csY3" fmla="*/ -480 h 98305"/>
                  <a:gd name="csX4" fmla="*/ 49219 w 62071"/>
                  <a:gd name="csY4" fmla="*/ -480 h 98305"/>
                  <a:gd name="csX5" fmla="*/ 49219 w 62071"/>
                  <a:gd name="csY5" fmla="*/ 9938 h 98305"/>
                  <a:gd name="csX6" fmla="*/ 40131 w 62071"/>
                  <a:gd name="csY6" fmla="*/ 730 h 98305"/>
                  <a:gd name="csX7" fmla="*/ 26954 w 62071"/>
                  <a:gd name="csY7" fmla="*/ -2286 h 98305"/>
                  <a:gd name="csX8" fmla="*/ 6456 w 62071"/>
                  <a:gd name="csY8" fmla="*/ 7755 h 98305"/>
                  <a:gd name="csX9" fmla="*/ -1442 w 62071"/>
                  <a:gd name="csY9" fmla="*/ 34187 h 98305"/>
                  <a:gd name="csX10" fmla="*/ 6456 w 62071"/>
                  <a:gd name="csY10" fmla="*/ 60599 h 98305"/>
                  <a:gd name="csX11" fmla="*/ 26954 w 62071"/>
                  <a:gd name="csY11" fmla="*/ 70640 h 98305"/>
                  <a:gd name="csX12" fmla="*/ 40131 w 62071"/>
                  <a:gd name="csY12" fmla="*/ 67624 h 98305"/>
                  <a:gd name="csX13" fmla="*/ 49219 w 62071"/>
                  <a:gd name="csY13" fmla="*/ 58436 h 98305"/>
                  <a:gd name="csX14" fmla="*/ 10345 w 62071"/>
                  <a:gd name="csY14" fmla="*/ 34187 h 98305"/>
                  <a:gd name="csX15" fmla="*/ 15524 w 62071"/>
                  <a:gd name="csY15" fmla="*/ 14442 h 98305"/>
                  <a:gd name="csX16" fmla="*/ 29752 w 62071"/>
                  <a:gd name="csY16" fmla="*/ 7279 h 98305"/>
                  <a:gd name="csX17" fmla="*/ 44000 w 62071"/>
                  <a:gd name="csY17" fmla="*/ 14442 h 98305"/>
                  <a:gd name="csX18" fmla="*/ 49219 w 62071"/>
                  <a:gd name="csY18" fmla="*/ 34187 h 98305"/>
                  <a:gd name="csX19" fmla="*/ 44000 w 62071"/>
                  <a:gd name="csY19" fmla="*/ 53931 h 98305"/>
                  <a:gd name="csX20" fmla="*/ 29752 w 62071"/>
                  <a:gd name="csY20" fmla="*/ 61095 h 98305"/>
                  <a:gd name="csX21" fmla="*/ 15524 w 62071"/>
                  <a:gd name="csY21" fmla="*/ 53931 h 98305"/>
                  <a:gd name="csX22" fmla="*/ 10345 w 62071"/>
                  <a:gd name="csY22" fmla="*/ 34187 h 983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</a:cxnLst>
                <a:rect l="l" t="t" r="r" b="b"/>
                <a:pathLst>
                  <a:path w="62071" h="98305">
                    <a:moveTo>
                      <a:pt x="49219" y="58436"/>
                    </a:moveTo>
                    <a:lnTo>
                      <a:pt x="49219" y="96020"/>
                    </a:lnTo>
                    <a:lnTo>
                      <a:pt x="60629" y="96020"/>
                    </a:lnTo>
                    <a:lnTo>
                      <a:pt x="60629" y="-480"/>
                    </a:lnTo>
                    <a:lnTo>
                      <a:pt x="49219" y="-480"/>
                    </a:lnTo>
                    <a:lnTo>
                      <a:pt x="49219" y="9938"/>
                    </a:lnTo>
                    <a:cubicBezTo>
                      <a:pt x="46824" y="5810"/>
                      <a:pt x="43795" y="2741"/>
                      <a:pt x="40131" y="730"/>
                    </a:cubicBezTo>
                    <a:cubicBezTo>
                      <a:pt x="36479" y="-1280"/>
                      <a:pt x="32087" y="-2286"/>
                      <a:pt x="26954" y="-2286"/>
                    </a:cubicBezTo>
                    <a:cubicBezTo>
                      <a:pt x="18567" y="-2286"/>
                      <a:pt x="11734" y="1061"/>
                      <a:pt x="6456" y="7755"/>
                    </a:cubicBezTo>
                    <a:cubicBezTo>
                      <a:pt x="1190" y="14462"/>
                      <a:pt x="-1442" y="23273"/>
                      <a:pt x="-1442" y="34187"/>
                    </a:cubicBezTo>
                    <a:cubicBezTo>
                      <a:pt x="-1442" y="45101"/>
                      <a:pt x="1190" y="53905"/>
                      <a:pt x="6456" y="60599"/>
                    </a:cubicBezTo>
                    <a:cubicBezTo>
                      <a:pt x="11734" y="67293"/>
                      <a:pt x="18567" y="70640"/>
                      <a:pt x="26954" y="70640"/>
                    </a:cubicBezTo>
                    <a:cubicBezTo>
                      <a:pt x="32087" y="70640"/>
                      <a:pt x="36479" y="69634"/>
                      <a:pt x="40131" y="67624"/>
                    </a:cubicBezTo>
                    <a:cubicBezTo>
                      <a:pt x="43795" y="65626"/>
                      <a:pt x="46824" y="62563"/>
                      <a:pt x="49219" y="58436"/>
                    </a:cubicBezTo>
                    <a:close/>
                    <a:moveTo>
                      <a:pt x="10345" y="34187"/>
                    </a:moveTo>
                    <a:cubicBezTo>
                      <a:pt x="10345" y="25800"/>
                      <a:pt x="12071" y="19218"/>
                      <a:pt x="15524" y="14442"/>
                    </a:cubicBezTo>
                    <a:cubicBezTo>
                      <a:pt x="18977" y="9667"/>
                      <a:pt x="23720" y="7279"/>
                      <a:pt x="29752" y="7279"/>
                    </a:cubicBezTo>
                    <a:cubicBezTo>
                      <a:pt x="35785" y="7279"/>
                      <a:pt x="40534" y="9667"/>
                      <a:pt x="44000" y="14442"/>
                    </a:cubicBezTo>
                    <a:cubicBezTo>
                      <a:pt x="47479" y="19218"/>
                      <a:pt x="49219" y="25800"/>
                      <a:pt x="49219" y="34187"/>
                    </a:cubicBezTo>
                    <a:cubicBezTo>
                      <a:pt x="49219" y="42574"/>
                      <a:pt x="47479" y="49156"/>
                      <a:pt x="44000" y="53931"/>
                    </a:cubicBezTo>
                    <a:cubicBezTo>
                      <a:pt x="40534" y="58707"/>
                      <a:pt x="35785" y="61095"/>
                      <a:pt x="29752" y="61095"/>
                    </a:cubicBezTo>
                    <a:cubicBezTo>
                      <a:pt x="23720" y="61095"/>
                      <a:pt x="18977" y="58707"/>
                      <a:pt x="15524" y="53931"/>
                    </a:cubicBezTo>
                    <a:cubicBezTo>
                      <a:pt x="12071" y="49156"/>
                      <a:pt x="10345" y="42574"/>
                      <a:pt x="10345" y="34187"/>
                    </a:cubicBez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7" name="Freeform: Shape 346">
                <a:extLst>
                  <a:ext uri="{FF2B5EF4-FFF2-40B4-BE49-F238E27FC236}">
                    <a16:creationId xmlns:a16="http://schemas.microsoft.com/office/drawing/2014/main" id="{6B690007-AC17-B16C-F5B8-8CB3FB8D88BC}"/>
                  </a:ext>
                </a:extLst>
              </p:cNvPr>
              <p:cNvSpPr/>
              <p:nvPr/>
            </p:nvSpPr>
            <p:spPr>
              <a:xfrm flipV="1">
                <a:off x="6987824" y="1834275"/>
                <a:ext cx="12700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12700"/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91A125D5-342A-00C9-C5B6-20ED9D530968}"/>
                  </a:ext>
                </a:extLst>
              </p:cNvPr>
              <p:cNvSpPr/>
              <p:nvPr/>
            </p:nvSpPr>
            <p:spPr>
              <a:xfrm flipV="1">
                <a:off x="7040655" y="1741684"/>
                <a:ext cx="65682" cy="92590"/>
              </a:xfrm>
              <a:custGeom>
                <a:avLst/>
                <a:gdLst>
                  <a:gd name="csX0" fmla="*/ 10723 w 65682"/>
                  <a:gd name="csY0" fmla="*/ 41979 h 92590"/>
                  <a:gd name="csX1" fmla="*/ 10723 w 65682"/>
                  <a:gd name="csY1" fmla="*/ 8066 h 92590"/>
                  <a:gd name="csX2" fmla="*/ 30825 w 65682"/>
                  <a:gd name="csY2" fmla="*/ 8066 h 92590"/>
                  <a:gd name="csX3" fmla="*/ 45787 w 65682"/>
                  <a:gd name="csY3" fmla="*/ 12253 h 92590"/>
                  <a:gd name="csX4" fmla="*/ 50669 w 65682"/>
                  <a:gd name="csY4" fmla="*/ 25052 h 92590"/>
                  <a:gd name="csX5" fmla="*/ 45787 w 65682"/>
                  <a:gd name="csY5" fmla="*/ 37852 h 92590"/>
                  <a:gd name="csX6" fmla="*/ 30825 w 65682"/>
                  <a:gd name="csY6" fmla="*/ 41979 h 92590"/>
                  <a:gd name="csX7" fmla="*/ 10723 w 65682"/>
                  <a:gd name="csY7" fmla="*/ 41979 h 92590"/>
                  <a:gd name="csX8" fmla="*/ 10723 w 65682"/>
                  <a:gd name="csY8" fmla="*/ 80059 h 92590"/>
                  <a:gd name="csX9" fmla="*/ 10723 w 65682"/>
                  <a:gd name="csY9" fmla="*/ 52159 h 92590"/>
                  <a:gd name="csX10" fmla="*/ 29277 w 65682"/>
                  <a:gd name="csY10" fmla="*/ 52159 h 92590"/>
                  <a:gd name="csX11" fmla="*/ 42930 w 65682"/>
                  <a:gd name="csY11" fmla="*/ 55592 h 92590"/>
                  <a:gd name="csX12" fmla="*/ 47434 w 65682"/>
                  <a:gd name="csY12" fmla="*/ 66109 h 92590"/>
                  <a:gd name="csX13" fmla="*/ 42930 w 65682"/>
                  <a:gd name="csY13" fmla="*/ 76587 h 92590"/>
                  <a:gd name="csX14" fmla="*/ 29277 w 65682"/>
                  <a:gd name="csY14" fmla="*/ 80059 h 92590"/>
                  <a:gd name="csX15" fmla="*/ 10723 w 65682"/>
                  <a:gd name="csY15" fmla="*/ 80059 h 92590"/>
                  <a:gd name="csX16" fmla="*/ -1798 w 65682"/>
                  <a:gd name="csY16" fmla="*/ 90358 h 92590"/>
                  <a:gd name="csX17" fmla="*/ 30210 w 65682"/>
                  <a:gd name="csY17" fmla="*/ 90358 h 92590"/>
                  <a:gd name="csX18" fmla="*/ 52276 w 65682"/>
                  <a:gd name="csY18" fmla="*/ 84405 h 92590"/>
                  <a:gd name="csX19" fmla="*/ 60035 w 65682"/>
                  <a:gd name="csY19" fmla="*/ 67478 h 92590"/>
                  <a:gd name="csX20" fmla="*/ 56066 w 65682"/>
                  <a:gd name="csY20" fmla="*/ 53945 h 92590"/>
                  <a:gd name="csX21" fmla="*/ 44398 w 65682"/>
                  <a:gd name="csY21" fmla="*/ 47694 h 92590"/>
                  <a:gd name="csX22" fmla="*/ 58765 w 65682"/>
                  <a:gd name="csY22" fmla="*/ 39399 h 92590"/>
                  <a:gd name="csX23" fmla="*/ 63885 w 65682"/>
                  <a:gd name="csY23" fmla="*/ 23683 h 92590"/>
                  <a:gd name="csX24" fmla="*/ 55451 w 65682"/>
                  <a:gd name="csY24" fmla="*/ 4514 h 92590"/>
                  <a:gd name="csX25" fmla="*/ 31440 w 65682"/>
                  <a:gd name="csY25" fmla="*/ -2233 h 92590"/>
                  <a:gd name="csX26" fmla="*/ -1798 w 65682"/>
                  <a:gd name="csY26" fmla="*/ -2233 h 92590"/>
                  <a:gd name="csX27" fmla="*/ -1798 w 65682"/>
                  <a:gd name="csY27" fmla="*/ 90358 h 925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</a:cxnLst>
                <a:rect l="l" t="t" r="r" b="b"/>
                <a:pathLst>
                  <a:path w="65682" h="92590">
                    <a:moveTo>
                      <a:pt x="10723" y="41979"/>
                    </a:moveTo>
                    <a:lnTo>
                      <a:pt x="10723" y="8066"/>
                    </a:lnTo>
                    <a:lnTo>
                      <a:pt x="30825" y="8066"/>
                    </a:lnTo>
                    <a:cubicBezTo>
                      <a:pt x="37559" y="8066"/>
                      <a:pt x="42546" y="9462"/>
                      <a:pt x="45787" y="12253"/>
                    </a:cubicBezTo>
                    <a:cubicBezTo>
                      <a:pt x="49042" y="15044"/>
                      <a:pt x="50669" y="19311"/>
                      <a:pt x="50669" y="25052"/>
                    </a:cubicBezTo>
                    <a:cubicBezTo>
                      <a:pt x="50669" y="30847"/>
                      <a:pt x="49042" y="35113"/>
                      <a:pt x="45787" y="37852"/>
                    </a:cubicBezTo>
                    <a:cubicBezTo>
                      <a:pt x="42546" y="40603"/>
                      <a:pt x="37559" y="41979"/>
                      <a:pt x="30825" y="41979"/>
                    </a:cubicBezTo>
                    <a:lnTo>
                      <a:pt x="10723" y="41979"/>
                    </a:lnTo>
                    <a:close/>
                    <a:moveTo>
                      <a:pt x="10723" y="80059"/>
                    </a:moveTo>
                    <a:lnTo>
                      <a:pt x="10723" y="52159"/>
                    </a:lnTo>
                    <a:lnTo>
                      <a:pt x="29277" y="52159"/>
                    </a:lnTo>
                    <a:cubicBezTo>
                      <a:pt x="35389" y="52159"/>
                      <a:pt x="39940" y="53303"/>
                      <a:pt x="42930" y="55592"/>
                    </a:cubicBezTo>
                    <a:cubicBezTo>
                      <a:pt x="45933" y="57894"/>
                      <a:pt x="47434" y="61399"/>
                      <a:pt x="47434" y="66109"/>
                    </a:cubicBezTo>
                    <a:cubicBezTo>
                      <a:pt x="47434" y="70779"/>
                      <a:pt x="45933" y="74271"/>
                      <a:pt x="42930" y="76587"/>
                    </a:cubicBezTo>
                    <a:cubicBezTo>
                      <a:pt x="39940" y="78902"/>
                      <a:pt x="35389" y="80059"/>
                      <a:pt x="29277" y="80059"/>
                    </a:cubicBezTo>
                    <a:lnTo>
                      <a:pt x="10723" y="80059"/>
                    </a:lnTo>
                    <a:close/>
                    <a:moveTo>
                      <a:pt x="-1798" y="90358"/>
                    </a:moveTo>
                    <a:lnTo>
                      <a:pt x="30210" y="90358"/>
                    </a:lnTo>
                    <a:cubicBezTo>
                      <a:pt x="39761" y="90358"/>
                      <a:pt x="47117" y="88374"/>
                      <a:pt x="52276" y="84405"/>
                    </a:cubicBezTo>
                    <a:cubicBezTo>
                      <a:pt x="57449" y="80436"/>
                      <a:pt x="60035" y="74794"/>
                      <a:pt x="60035" y="67478"/>
                    </a:cubicBezTo>
                    <a:cubicBezTo>
                      <a:pt x="60035" y="61803"/>
                      <a:pt x="58712" y="57292"/>
                      <a:pt x="56066" y="53945"/>
                    </a:cubicBezTo>
                    <a:cubicBezTo>
                      <a:pt x="53421" y="50598"/>
                      <a:pt x="49531" y="48514"/>
                      <a:pt x="44398" y="47694"/>
                    </a:cubicBezTo>
                    <a:cubicBezTo>
                      <a:pt x="50563" y="46371"/>
                      <a:pt x="55352" y="43606"/>
                      <a:pt x="58765" y="39399"/>
                    </a:cubicBezTo>
                    <a:cubicBezTo>
                      <a:pt x="62178" y="35206"/>
                      <a:pt x="63885" y="29967"/>
                      <a:pt x="63885" y="23683"/>
                    </a:cubicBezTo>
                    <a:cubicBezTo>
                      <a:pt x="63885" y="15415"/>
                      <a:pt x="61074" y="9025"/>
                      <a:pt x="55451" y="4514"/>
                    </a:cubicBezTo>
                    <a:cubicBezTo>
                      <a:pt x="49829" y="16"/>
                      <a:pt x="41825" y="-2233"/>
                      <a:pt x="31440" y="-2233"/>
                    </a:cubicBezTo>
                    <a:lnTo>
                      <a:pt x="-1798" y="-2233"/>
                    </a:lnTo>
                    <a:lnTo>
                      <a:pt x="-1798" y="90358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2DD54412-1C13-789B-BFB3-B5BDA3E427A0}"/>
                  </a:ext>
                </a:extLst>
              </p:cNvPr>
              <p:cNvSpPr/>
              <p:nvPr/>
            </p:nvSpPr>
            <p:spPr>
              <a:xfrm flipV="1">
                <a:off x="7114943" y="1741684"/>
                <a:ext cx="117197" cy="92590"/>
              </a:xfrm>
              <a:custGeom>
                <a:avLst/>
                <a:gdLst>
                  <a:gd name="csX0" fmla="*/ -2673 w 117197"/>
                  <a:gd name="csY0" fmla="*/ 90358 h 92590"/>
                  <a:gd name="csX1" fmla="*/ 9967 w 117197"/>
                  <a:gd name="csY1" fmla="*/ 90358 h 92590"/>
                  <a:gd name="csX2" fmla="*/ 29434 w 117197"/>
                  <a:gd name="csY2" fmla="*/ 12094 h 92590"/>
                  <a:gd name="csX3" fmla="*/ 48841 w 117197"/>
                  <a:gd name="csY3" fmla="*/ 90358 h 92590"/>
                  <a:gd name="csX4" fmla="*/ 62930 w 117197"/>
                  <a:gd name="csY4" fmla="*/ 90358 h 92590"/>
                  <a:gd name="csX5" fmla="*/ 82397 w 117197"/>
                  <a:gd name="csY5" fmla="*/ 12094 h 92590"/>
                  <a:gd name="csX6" fmla="*/ 101804 w 117197"/>
                  <a:gd name="csY6" fmla="*/ 90358 h 92590"/>
                  <a:gd name="csX7" fmla="*/ 114524 w 117197"/>
                  <a:gd name="csY7" fmla="*/ 90358 h 92590"/>
                  <a:gd name="csX8" fmla="*/ 91267 w 117197"/>
                  <a:gd name="csY8" fmla="*/ -2233 h 92590"/>
                  <a:gd name="csX9" fmla="*/ 75511 w 117197"/>
                  <a:gd name="csY9" fmla="*/ -2233 h 92590"/>
                  <a:gd name="csX10" fmla="*/ 55985 w 117197"/>
                  <a:gd name="csY10" fmla="*/ 78134 h 92590"/>
                  <a:gd name="csX11" fmla="*/ 36260 w 117197"/>
                  <a:gd name="csY11" fmla="*/ -2233 h 92590"/>
                  <a:gd name="csX12" fmla="*/ 20504 w 117197"/>
                  <a:gd name="csY12" fmla="*/ -2233 h 92590"/>
                  <a:gd name="csX13" fmla="*/ -2673 w 117197"/>
                  <a:gd name="csY13" fmla="*/ 90358 h 925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117197" h="92590">
                    <a:moveTo>
                      <a:pt x="-2673" y="90358"/>
                    </a:moveTo>
                    <a:lnTo>
                      <a:pt x="9967" y="90358"/>
                    </a:lnTo>
                    <a:lnTo>
                      <a:pt x="29434" y="12094"/>
                    </a:lnTo>
                    <a:lnTo>
                      <a:pt x="48841" y="90358"/>
                    </a:lnTo>
                    <a:lnTo>
                      <a:pt x="62930" y="90358"/>
                    </a:lnTo>
                    <a:lnTo>
                      <a:pt x="82397" y="12094"/>
                    </a:lnTo>
                    <a:lnTo>
                      <a:pt x="101804" y="90358"/>
                    </a:lnTo>
                    <a:lnTo>
                      <a:pt x="114524" y="90358"/>
                    </a:lnTo>
                    <a:lnTo>
                      <a:pt x="91267" y="-2233"/>
                    </a:lnTo>
                    <a:lnTo>
                      <a:pt x="75511" y="-2233"/>
                    </a:lnTo>
                    <a:lnTo>
                      <a:pt x="55985" y="78134"/>
                    </a:lnTo>
                    <a:lnTo>
                      <a:pt x="36260" y="-2233"/>
                    </a:lnTo>
                    <a:lnTo>
                      <a:pt x="20504" y="-2233"/>
                    </a:lnTo>
                    <a:lnTo>
                      <a:pt x="-2673" y="90358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E386C714-381C-D99C-3A5D-A0C43B3D3150}"/>
                </a:ext>
              </a:extLst>
            </p:cNvPr>
            <p:cNvSpPr/>
            <p:nvPr/>
          </p:nvSpPr>
          <p:spPr>
            <a:xfrm>
              <a:off x="5625225" y="1976237"/>
              <a:ext cx="254000" cy="12700"/>
            </a:xfrm>
            <a:custGeom>
              <a:avLst/>
              <a:gdLst>
                <a:gd name="csX0" fmla="*/ 0 w 254000"/>
                <a:gd name="csY0" fmla="*/ 0 h 12700"/>
                <a:gd name="csX1" fmla="*/ 127000 w 254000"/>
                <a:gd name="csY1" fmla="*/ 0 h 12700"/>
                <a:gd name="csX2" fmla="*/ 254000 w 254000"/>
                <a:gd name="csY2" fmla="*/ 0 h 127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000" h="12700">
                  <a:moveTo>
                    <a:pt x="0" y="0"/>
                  </a:moveTo>
                  <a:lnTo>
                    <a:pt x="127000" y="0"/>
                  </a:lnTo>
                  <a:lnTo>
                    <a:pt x="254000" y="0"/>
                  </a:lnTo>
                </a:path>
              </a:pathLst>
            </a:custGeom>
            <a:noFill/>
            <a:ln w="25400" cap="flat">
              <a:solidFill>
                <a:srgbClr val="2CA02C"/>
              </a:solidFill>
              <a:custDash>
                <a:ds d="960000" sp="240000"/>
                <a:ds d="150000" sp="240000"/>
              </a:custDash>
              <a:rou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351" name="Graphic 7">
              <a:extLst>
                <a:ext uri="{FF2B5EF4-FFF2-40B4-BE49-F238E27FC236}">
                  <a16:creationId xmlns:a16="http://schemas.microsoft.com/office/drawing/2014/main" id="{50513E9A-129A-8711-50A9-72B3AAE10C67}"/>
                </a:ext>
              </a:extLst>
            </p:cNvPr>
            <p:cNvGrpSpPr/>
            <p:nvPr/>
          </p:nvGrpSpPr>
          <p:grpSpPr>
            <a:xfrm>
              <a:off x="5987949" y="1924187"/>
              <a:ext cx="565311" cy="98305"/>
              <a:chOff x="5987949" y="1924187"/>
              <a:chExt cx="565311" cy="98305"/>
            </a:xfrm>
            <a:solidFill>
              <a:srgbClr val="FFFFFF"/>
            </a:solidFill>
          </p:grpSpPr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2AD1479F-AAE3-FA8C-5986-C072A6604AE1}"/>
                  </a:ext>
                </a:extLst>
              </p:cNvPr>
              <p:cNvSpPr/>
              <p:nvPr/>
            </p:nvSpPr>
            <p:spPr>
              <a:xfrm flipV="1">
                <a:off x="5987949" y="1926430"/>
                <a:ext cx="80863" cy="96063"/>
              </a:xfrm>
              <a:custGeom>
                <a:avLst/>
                <a:gdLst>
                  <a:gd name="csX0" fmla="*/ 66467 w 80863"/>
                  <a:gd name="csY0" fmla="*/ 12807 h 96063"/>
                  <a:gd name="csX1" fmla="*/ 66467 w 80863"/>
                  <a:gd name="csY1" fmla="*/ 37671 h 96063"/>
                  <a:gd name="csX2" fmla="*/ 46008 w 80863"/>
                  <a:gd name="csY2" fmla="*/ 37671 h 96063"/>
                  <a:gd name="csX3" fmla="*/ 46008 w 80863"/>
                  <a:gd name="csY3" fmla="*/ 47970 h 96063"/>
                  <a:gd name="csX4" fmla="*/ 78869 w 80863"/>
                  <a:gd name="csY4" fmla="*/ 47970 h 96063"/>
                  <a:gd name="csX5" fmla="*/ 78869 w 80863"/>
                  <a:gd name="csY5" fmla="*/ 8203 h 96063"/>
                  <a:gd name="csX6" fmla="*/ 62875 w 80863"/>
                  <a:gd name="csY6" fmla="*/ 425 h 96063"/>
                  <a:gd name="csX7" fmla="*/ 44222 w 80863"/>
                  <a:gd name="csY7" fmla="*/ -2215 h 96063"/>
                  <a:gd name="csX8" fmla="*/ 10250 w 80863"/>
                  <a:gd name="csY8" fmla="*/ 10466 h 96063"/>
                  <a:gd name="csX9" fmla="*/ -1994 w 80863"/>
                  <a:gd name="csY9" fmla="*/ 45787 h 96063"/>
                  <a:gd name="csX10" fmla="*/ 10250 w 80863"/>
                  <a:gd name="csY10" fmla="*/ 81169 h 96063"/>
                  <a:gd name="csX11" fmla="*/ 44222 w 80863"/>
                  <a:gd name="csY11" fmla="*/ 93849 h 96063"/>
                  <a:gd name="csX12" fmla="*/ 61427 w 80863"/>
                  <a:gd name="csY12" fmla="*/ 91607 h 96063"/>
                  <a:gd name="csX13" fmla="*/ 76468 w 80863"/>
                  <a:gd name="csY13" fmla="*/ 85038 h 96063"/>
                  <a:gd name="csX14" fmla="*/ 76468 w 80863"/>
                  <a:gd name="csY14" fmla="*/ 71703 h 96063"/>
                  <a:gd name="csX15" fmla="*/ 61705 w 80863"/>
                  <a:gd name="csY15" fmla="*/ 80573 h 96063"/>
                  <a:gd name="csX16" fmla="*/ 45274 w 80863"/>
                  <a:gd name="csY16" fmla="*/ 83550 h 96063"/>
                  <a:gd name="csX17" fmla="*/ 19735 w 80863"/>
                  <a:gd name="csY17" fmla="*/ 74065 h 96063"/>
                  <a:gd name="csX18" fmla="*/ 11222 w 80863"/>
                  <a:gd name="csY18" fmla="*/ 45787 h 96063"/>
                  <a:gd name="csX19" fmla="*/ 19735 w 80863"/>
                  <a:gd name="csY19" fmla="*/ 17570 h 96063"/>
                  <a:gd name="csX20" fmla="*/ 45274 w 80863"/>
                  <a:gd name="csY20" fmla="*/ 8084 h 96063"/>
                  <a:gd name="csX21" fmla="*/ 57101 w 80863"/>
                  <a:gd name="csY21" fmla="*/ 9235 h 96063"/>
                  <a:gd name="csX22" fmla="*/ 66467 w 80863"/>
                  <a:gd name="csY22" fmla="*/ 12807 h 9606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</a:cxnLst>
                <a:rect l="l" t="t" r="r" b="b"/>
                <a:pathLst>
                  <a:path w="80863" h="96063">
                    <a:moveTo>
                      <a:pt x="66467" y="12807"/>
                    </a:moveTo>
                    <a:lnTo>
                      <a:pt x="66467" y="37671"/>
                    </a:lnTo>
                    <a:lnTo>
                      <a:pt x="46008" y="37671"/>
                    </a:lnTo>
                    <a:lnTo>
                      <a:pt x="46008" y="47970"/>
                    </a:lnTo>
                    <a:lnTo>
                      <a:pt x="78869" y="47970"/>
                    </a:lnTo>
                    <a:lnTo>
                      <a:pt x="78869" y="8203"/>
                    </a:lnTo>
                    <a:cubicBezTo>
                      <a:pt x="74041" y="4777"/>
                      <a:pt x="68709" y="2184"/>
                      <a:pt x="62875" y="425"/>
                    </a:cubicBezTo>
                    <a:cubicBezTo>
                      <a:pt x="57055" y="-1335"/>
                      <a:pt x="50837" y="-2215"/>
                      <a:pt x="44222" y="-2215"/>
                    </a:cubicBezTo>
                    <a:cubicBezTo>
                      <a:pt x="29750" y="-2215"/>
                      <a:pt x="18425" y="2012"/>
                      <a:pt x="10250" y="10466"/>
                    </a:cubicBezTo>
                    <a:cubicBezTo>
                      <a:pt x="2087" y="18932"/>
                      <a:pt x="-1994" y="30706"/>
                      <a:pt x="-1994" y="45787"/>
                    </a:cubicBezTo>
                    <a:cubicBezTo>
                      <a:pt x="-1994" y="60922"/>
                      <a:pt x="2087" y="72715"/>
                      <a:pt x="10250" y="81169"/>
                    </a:cubicBezTo>
                    <a:cubicBezTo>
                      <a:pt x="18425" y="89622"/>
                      <a:pt x="29750" y="93849"/>
                      <a:pt x="44222" y="93849"/>
                    </a:cubicBezTo>
                    <a:cubicBezTo>
                      <a:pt x="50255" y="93849"/>
                      <a:pt x="55990" y="93102"/>
                      <a:pt x="61427" y="91607"/>
                    </a:cubicBezTo>
                    <a:cubicBezTo>
                      <a:pt x="66864" y="90125"/>
                      <a:pt x="71878" y="87936"/>
                      <a:pt x="76468" y="85038"/>
                    </a:cubicBezTo>
                    <a:lnTo>
                      <a:pt x="76468" y="71703"/>
                    </a:lnTo>
                    <a:cubicBezTo>
                      <a:pt x="71838" y="75632"/>
                      <a:pt x="66917" y="78589"/>
                      <a:pt x="61705" y="80573"/>
                    </a:cubicBezTo>
                    <a:cubicBezTo>
                      <a:pt x="56492" y="82558"/>
                      <a:pt x="51015" y="83550"/>
                      <a:pt x="45274" y="83550"/>
                    </a:cubicBezTo>
                    <a:cubicBezTo>
                      <a:pt x="33937" y="83550"/>
                      <a:pt x="25424" y="80388"/>
                      <a:pt x="19735" y="74065"/>
                    </a:cubicBezTo>
                    <a:cubicBezTo>
                      <a:pt x="14060" y="67741"/>
                      <a:pt x="11222" y="58315"/>
                      <a:pt x="11222" y="45787"/>
                    </a:cubicBezTo>
                    <a:cubicBezTo>
                      <a:pt x="11222" y="33299"/>
                      <a:pt x="14060" y="23893"/>
                      <a:pt x="19735" y="17570"/>
                    </a:cubicBezTo>
                    <a:cubicBezTo>
                      <a:pt x="25424" y="11246"/>
                      <a:pt x="33937" y="8084"/>
                      <a:pt x="45274" y="8084"/>
                    </a:cubicBezTo>
                    <a:cubicBezTo>
                      <a:pt x="49693" y="8084"/>
                      <a:pt x="53635" y="8468"/>
                      <a:pt x="57101" y="9235"/>
                    </a:cubicBezTo>
                    <a:cubicBezTo>
                      <a:pt x="60580" y="10003"/>
                      <a:pt x="63702" y="11193"/>
                      <a:pt x="66467" y="12807"/>
                    </a:cubicBez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3" name="Freeform: Shape 352">
                <a:extLst>
                  <a:ext uri="{FF2B5EF4-FFF2-40B4-BE49-F238E27FC236}">
                    <a16:creationId xmlns:a16="http://schemas.microsoft.com/office/drawing/2014/main" id="{B6ECC50E-B7A9-8304-7EEF-922BAEBF6D57}"/>
                  </a:ext>
                </a:extLst>
              </p:cNvPr>
              <p:cNvSpPr/>
              <p:nvPr/>
            </p:nvSpPr>
            <p:spPr>
              <a:xfrm flipV="1">
                <a:off x="6086243" y="1949567"/>
                <a:ext cx="63757" cy="72925"/>
              </a:xfrm>
              <a:custGeom>
                <a:avLst/>
                <a:gdLst>
                  <a:gd name="csX0" fmla="*/ 30319 w 63757"/>
                  <a:gd name="csY0" fmla="*/ 61631 h 72925"/>
                  <a:gd name="csX1" fmla="*/ 15814 w 63757"/>
                  <a:gd name="csY1" fmla="*/ 54468 h 72925"/>
                  <a:gd name="csX2" fmla="*/ 10476 w 63757"/>
                  <a:gd name="csY2" fmla="*/ 34842 h 72925"/>
                  <a:gd name="csX3" fmla="*/ 15774 w 63757"/>
                  <a:gd name="csY3" fmla="*/ 15217 h 72925"/>
                  <a:gd name="csX4" fmla="*/ 30319 w 63757"/>
                  <a:gd name="csY4" fmla="*/ 8053 h 72925"/>
                  <a:gd name="csX5" fmla="*/ 44766 w 63757"/>
                  <a:gd name="csY5" fmla="*/ 15236 h 72925"/>
                  <a:gd name="csX6" fmla="*/ 50104 w 63757"/>
                  <a:gd name="csY6" fmla="*/ 34842 h 72925"/>
                  <a:gd name="csX7" fmla="*/ 44766 w 63757"/>
                  <a:gd name="csY7" fmla="*/ 54408 h 72925"/>
                  <a:gd name="csX8" fmla="*/ 30319 w 63757"/>
                  <a:gd name="csY8" fmla="*/ 61631 h 72925"/>
                  <a:gd name="csX9" fmla="*/ 30319 w 63757"/>
                  <a:gd name="csY9" fmla="*/ 71295 h 72925"/>
                  <a:gd name="csX10" fmla="*/ 53695 w 63757"/>
                  <a:gd name="csY10" fmla="*/ 61611 h 72925"/>
                  <a:gd name="csX11" fmla="*/ 62208 w 63757"/>
                  <a:gd name="csY11" fmla="*/ 34842 h 72925"/>
                  <a:gd name="csX12" fmla="*/ 53695 w 63757"/>
                  <a:gd name="csY12" fmla="*/ 8073 h 72925"/>
                  <a:gd name="csX13" fmla="*/ 30319 w 63757"/>
                  <a:gd name="csY13" fmla="*/ -1631 h 72925"/>
                  <a:gd name="csX14" fmla="*/ 6904 w 63757"/>
                  <a:gd name="csY14" fmla="*/ 8073 h 72925"/>
                  <a:gd name="csX15" fmla="*/ -1550 w 63757"/>
                  <a:gd name="csY15" fmla="*/ 34842 h 72925"/>
                  <a:gd name="csX16" fmla="*/ 6904 w 63757"/>
                  <a:gd name="csY16" fmla="*/ 61611 h 72925"/>
                  <a:gd name="csX17" fmla="*/ 30319 w 63757"/>
                  <a:gd name="csY17" fmla="*/ 71295 h 729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</a:cxnLst>
                <a:rect l="l" t="t" r="r" b="b"/>
                <a:pathLst>
                  <a:path w="63757" h="72925">
                    <a:moveTo>
                      <a:pt x="30319" y="61631"/>
                    </a:moveTo>
                    <a:cubicBezTo>
                      <a:pt x="24207" y="61631"/>
                      <a:pt x="19372" y="59243"/>
                      <a:pt x="15814" y="54468"/>
                    </a:cubicBezTo>
                    <a:cubicBezTo>
                      <a:pt x="12255" y="49692"/>
                      <a:pt x="10476" y="43150"/>
                      <a:pt x="10476" y="34842"/>
                    </a:cubicBezTo>
                    <a:cubicBezTo>
                      <a:pt x="10476" y="26534"/>
                      <a:pt x="12242" y="19992"/>
                      <a:pt x="15774" y="15217"/>
                    </a:cubicBezTo>
                    <a:cubicBezTo>
                      <a:pt x="19319" y="10441"/>
                      <a:pt x="24168" y="8053"/>
                      <a:pt x="30319" y="8053"/>
                    </a:cubicBezTo>
                    <a:cubicBezTo>
                      <a:pt x="36405" y="8053"/>
                      <a:pt x="41220" y="10448"/>
                      <a:pt x="44766" y="15236"/>
                    </a:cubicBezTo>
                    <a:cubicBezTo>
                      <a:pt x="48324" y="20039"/>
                      <a:pt x="50104" y="26574"/>
                      <a:pt x="50104" y="34842"/>
                    </a:cubicBezTo>
                    <a:cubicBezTo>
                      <a:pt x="50104" y="43071"/>
                      <a:pt x="48324" y="49593"/>
                      <a:pt x="44766" y="54408"/>
                    </a:cubicBezTo>
                    <a:cubicBezTo>
                      <a:pt x="41220" y="59223"/>
                      <a:pt x="36405" y="61631"/>
                      <a:pt x="30319" y="61631"/>
                    </a:cubicBezTo>
                    <a:close/>
                    <a:moveTo>
                      <a:pt x="30319" y="71295"/>
                    </a:moveTo>
                    <a:cubicBezTo>
                      <a:pt x="40241" y="71295"/>
                      <a:pt x="48033" y="68067"/>
                      <a:pt x="53695" y="61611"/>
                    </a:cubicBezTo>
                    <a:cubicBezTo>
                      <a:pt x="59371" y="55169"/>
                      <a:pt x="62208" y="46246"/>
                      <a:pt x="62208" y="34842"/>
                    </a:cubicBezTo>
                    <a:cubicBezTo>
                      <a:pt x="62208" y="23478"/>
                      <a:pt x="59371" y="14555"/>
                      <a:pt x="53695" y="8073"/>
                    </a:cubicBezTo>
                    <a:cubicBezTo>
                      <a:pt x="48033" y="1604"/>
                      <a:pt x="40241" y="-1631"/>
                      <a:pt x="30319" y="-1631"/>
                    </a:cubicBezTo>
                    <a:cubicBezTo>
                      <a:pt x="20358" y="-1631"/>
                      <a:pt x="12553" y="1604"/>
                      <a:pt x="6904" y="8073"/>
                    </a:cubicBezTo>
                    <a:cubicBezTo>
                      <a:pt x="1268" y="14555"/>
                      <a:pt x="-1550" y="23478"/>
                      <a:pt x="-1550" y="34842"/>
                    </a:cubicBezTo>
                    <a:cubicBezTo>
                      <a:pt x="-1550" y="46246"/>
                      <a:pt x="1268" y="55169"/>
                      <a:pt x="6904" y="61611"/>
                    </a:cubicBezTo>
                    <a:cubicBezTo>
                      <a:pt x="12553" y="68067"/>
                      <a:pt x="20358" y="71295"/>
                      <a:pt x="30319" y="71295"/>
                    </a:cubicBez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4" name="Freeform: Shape 353">
                <a:extLst>
                  <a:ext uri="{FF2B5EF4-FFF2-40B4-BE49-F238E27FC236}">
                    <a16:creationId xmlns:a16="http://schemas.microsoft.com/office/drawing/2014/main" id="{640290B1-8762-CBEF-F937-40BA9B69DF52}"/>
                  </a:ext>
                </a:extLst>
              </p:cNvPr>
              <p:cNvSpPr/>
              <p:nvPr/>
            </p:nvSpPr>
            <p:spPr>
              <a:xfrm flipV="1">
                <a:off x="6168904" y="1924187"/>
                <a:ext cx="11410" cy="96500"/>
              </a:xfrm>
              <a:custGeom>
                <a:avLst/>
                <a:gdLst>
                  <a:gd name="csX0" fmla="*/ -476 w 11410"/>
                  <a:gd name="csY0" fmla="*/ 94183 h 96500"/>
                  <a:gd name="csX1" fmla="*/ 10934 w 11410"/>
                  <a:gd name="csY1" fmla="*/ 94183 h 96500"/>
                  <a:gd name="csX2" fmla="*/ 10934 w 11410"/>
                  <a:gd name="csY2" fmla="*/ -2317 h 96500"/>
                  <a:gd name="csX3" fmla="*/ -476 w 11410"/>
                  <a:gd name="csY3" fmla="*/ -2317 h 96500"/>
                  <a:gd name="csX4" fmla="*/ -476 w 11410"/>
                  <a:gd name="csY4" fmla="*/ 94183 h 965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1410" h="96500">
                    <a:moveTo>
                      <a:pt x="-476" y="94183"/>
                    </a:moveTo>
                    <a:lnTo>
                      <a:pt x="10934" y="94183"/>
                    </a:lnTo>
                    <a:lnTo>
                      <a:pt x="10934" y="-2317"/>
                    </a:lnTo>
                    <a:lnTo>
                      <a:pt x="-476" y="-2317"/>
                    </a:lnTo>
                    <a:lnTo>
                      <a:pt x="-476" y="94183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5" name="Freeform: Shape 354">
                <a:extLst>
                  <a:ext uri="{FF2B5EF4-FFF2-40B4-BE49-F238E27FC236}">
                    <a16:creationId xmlns:a16="http://schemas.microsoft.com/office/drawing/2014/main" id="{7B9EADDC-191A-9AFA-A786-66B6ED1B0735}"/>
                  </a:ext>
                </a:extLst>
              </p:cNvPr>
              <p:cNvSpPr/>
              <p:nvPr/>
            </p:nvSpPr>
            <p:spPr>
              <a:xfrm flipV="1">
                <a:off x="6199228" y="1924187"/>
                <a:ext cx="62071" cy="98305"/>
              </a:xfrm>
              <a:custGeom>
                <a:avLst/>
                <a:gdLst>
                  <a:gd name="csX0" fmla="*/ 49163 w 62071"/>
                  <a:gd name="csY0" fmla="*/ 58451 h 98305"/>
                  <a:gd name="csX1" fmla="*/ 49163 w 62071"/>
                  <a:gd name="csY1" fmla="*/ 96035 h 98305"/>
                  <a:gd name="csX2" fmla="*/ 60573 w 62071"/>
                  <a:gd name="csY2" fmla="*/ 96035 h 98305"/>
                  <a:gd name="csX3" fmla="*/ 60573 w 62071"/>
                  <a:gd name="csY3" fmla="*/ -465 h 98305"/>
                  <a:gd name="csX4" fmla="*/ 49163 w 62071"/>
                  <a:gd name="csY4" fmla="*/ -465 h 98305"/>
                  <a:gd name="csX5" fmla="*/ 49163 w 62071"/>
                  <a:gd name="csY5" fmla="*/ 9953 h 98305"/>
                  <a:gd name="csX6" fmla="*/ 40074 w 62071"/>
                  <a:gd name="csY6" fmla="*/ 745 h 98305"/>
                  <a:gd name="csX7" fmla="*/ 26898 w 62071"/>
                  <a:gd name="csY7" fmla="*/ -2271 h 98305"/>
                  <a:gd name="csX8" fmla="*/ 6399 w 62071"/>
                  <a:gd name="csY8" fmla="*/ 7770 h 98305"/>
                  <a:gd name="csX9" fmla="*/ -1498 w 62071"/>
                  <a:gd name="csY9" fmla="*/ 34202 h 98305"/>
                  <a:gd name="csX10" fmla="*/ 6399 w 62071"/>
                  <a:gd name="csY10" fmla="*/ 60614 h 98305"/>
                  <a:gd name="csX11" fmla="*/ 26898 w 62071"/>
                  <a:gd name="csY11" fmla="*/ 70655 h 98305"/>
                  <a:gd name="csX12" fmla="*/ 40074 w 62071"/>
                  <a:gd name="csY12" fmla="*/ 67638 h 98305"/>
                  <a:gd name="csX13" fmla="*/ 49163 w 62071"/>
                  <a:gd name="csY13" fmla="*/ 58451 h 98305"/>
                  <a:gd name="csX14" fmla="*/ 10289 w 62071"/>
                  <a:gd name="csY14" fmla="*/ 34202 h 98305"/>
                  <a:gd name="csX15" fmla="*/ 15468 w 62071"/>
                  <a:gd name="csY15" fmla="*/ 14457 h 98305"/>
                  <a:gd name="csX16" fmla="*/ 29696 w 62071"/>
                  <a:gd name="csY16" fmla="*/ 7293 h 98305"/>
                  <a:gd name="csX17" fmla="*/ 43944 w 62071"/>
                  <a:gd name="csY17" fmla="*/ 14457 h 98305"/>
                  <a:gd name="csX18" fmla="*/ 49163 w 62071"/>
                  <a:gd name="csY18" fmla="*/ 34202 h 98305"/>
                  <a:gd name="csX19" fmla="*/ 43944 w 62071"/>
                  <a:gd name="csY19" fmla="*/ 53946 h 98305"/>
                  <a:gd name="csX20" fmla="*/ 29696 w 62071"/>
                  <a:gd name="csY20" fmla="*/ 61110 h 98305"/>
                  <a:gd name="csX21" fmla="*/ 15468 w 62071"/>
                  <a:gd name="csY21" fmla="*/ 53946 h 98305"/>
                  <a:gd name="csX22" fmla="*/ 10289 w 62071"/>
                  <a:gd name="csY22" fmla="*/ 34202 h 983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</a:cxnLst>
                <a:rect l="l" t="t" r="r" b="b"/>
                <a:pathLst>
                  <a:path w="62071" h="98305">
                    <a:moveTo>
                      <a:pt x="49163" y="58451"/>
                    </a:moveTo>
                    <a:lnTo>
                      <a:pt x="49163" y="96035"/>
                    </a:lnTo>
                    <a:lnTo>
                      <a:pt x="60573" y="96035"/>
                    </a:lnTo>
                    <a:lnTo>
                      <a:pt x="60573" y="-465"/>
                    </a:lnTo>
                    <a:lnTo>
                      <a:pt x="49163" y="-465"/>
                    </a:lnTo>
                    <a:lnTo>
                      <a:pt x="49163" y="9953"/>
                    </a:lnTo>
                    <a:cubicBezTo>
                      <a:pt x="46768" y="5825"/>
                      <a:pt x="43739" y="2756"/>
                      <a:pt x="40074" y="745"/>
                    </a:cubicBezTo>
                    <a:cubicBezTo>
                      <a:pt x="36423" y="-1266"/>
                      <a:pt x="32031" y="-2271"/>
                      <a:pt x="26898" y="-2271"/>
                    </a:cubicBezTo>
                    <a:cubicBezTo>
                      <a:pt x="18511" y="-2271"/>
                      <a:pt x="11678" y="1076"/>
                      <a:pt x="6399" y="7770"/>
                    </a:cubicBezTo>
                    <a:cubicBezTo>
                      <a:pt x="1134" y="14477"/>
                      <a:pt x="-1498" y="23288"/>
                      <a:pt x="-1498" y="34202"/>
                    </a:cubicBezTo>
                    <a:cubicBezTo>
                      <a:pt x="-1498" y="45116"/>
                      <a:pt x="1134" y="53920"/>
                      <a:pt x="6399" y="60614"/>
                    </a:cubicBezTo>
                    <a:cubicBezTo>
                      <a:pt x="11678" y="67308"/>
                      <a:pt x="18511" y="70655"/>
                      <a:pt x="26898" y="70655"/>
                    </a:cubicBezTo>
                    <a:cubicBezTo>
                      <a:pt x="32031" y="70655"/>
                      <a:pt x="36423" y="69649"/>
                      <a:pt x="40074" y="67638"/>
                    </a:cubicBezTo>
                    <a:cubicBezTo>
                      <a:pt x="43739" y="65641"/>
                      <a:pt x="46768" y="62578"/>
                      <a:pt x="49163" y="58451"/>
                    </a:cubicBezTo>
                    <a:close/>
                    <a:moveTo>
                      <a:pt x="10289" y="34202"/>
                    </a:moveTo>
                    <a:cubicBezTo>
                      <a:pt x="10289" y="25814"/>
                      <a:pt x="12015" y="19233"/>
                      <a:pt x="15468" y="14457"/>
                    </a:cubicBezTo>
                    <a:cubicBezTo>
                      <a:pt x="18921" y="9681"/>
                      <a:pt x="23663" y="7293"/>
                      <a:pt x="29696" y="7293"/>
                    </a:cubicBezTo>
                    <a:cubicBezTo>
                      <a:pt x="35728" y="7293"/>
                      <a:pt x="40478" y="9681"/>
                      <a:pt x="43944" y="14457"/>
                    </a:cubicBezTo>
                    <a:cubicBezTo>
                      <a:pt x="47423" y="19233"/>
                      <a:pt x="49163" y="25814"/>
                      <a:pt x="49163" y="34202"/>
                    </a:cubicBezTo>
                    <a:cubicBezTo>
                      <a:pt x="49163" y="42589"/>
                      <a:pt x="47423" y="49170"/>
                      <a:pt x="43944" y="53946"/>
                    </a:cubicBezTo>
                    <a:cubicBezTo>
                      <a:pt x="40478" y="58722"/>
                      <a:pt x="35728" y="61110"/>
                      <a:pt x="29696" y="61110"/>
                    </a:cubicBezTo>
                    <a:cubicBezTo>
                      <a:pt x="23663" y="61110"/>
                      <a:pt x="18921" y="58722"/>
                      <a:pt x="15468" y="53946"/>
                    </a:cubicBezTo>
                    <a:cubicBezTo>
                      <a:pt x="12015" y="49170"/>
                      <a:pt x="10289" y="42589"/>
                      <a:pt x="10289" y="3420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6B858BBB-B9F5-F312-E9FE-5740B432D10E}"/>
                  </a:ext>
                </a:extLst>
              </p:cNvPr>
              <p:cNvSpPr/>
              <p:nvPr/>
            </p:nvSpPr>
            <p:spPr>
              <a:xfrm flipV="1">
                <a:off x="6272839" y="2020687"/>
                <a:ext cx="12700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12700"/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4533A603-37A5-1FCC-8912-FA26E7EF47E5}"/>
                  </a:ext>
                </a:extLst>
              </p:cNvPr>
              <p:cNvSpPr/>
              <p:nvPr/>
            </p:nvSpPr>
            <p:spPr>
              <a:xfrm flipV="1">
                <a:off x="6321582" y="1926430"/>
                <a:ext cx="65166" cy="96063"/>
              </a:xfrm>
              <a:custGeom>
                <a:avLst/>
                <a:gdLst>
                  <a:gd name="csX0" fmla="*/ 57955 w 65166"/>
                  <a:gd name="csY0" fmla="*/ 89146 h 96063"/>
                  <a:gd name="csX1" fmla="*/ 57955 w 65166"/>
                  <a:gd name="csY1" fmla="*/ 76922 h 96063"/>
                  <a:gd name="csX2" fmla="*/ 44501 w 65166"/>
                  <a:gd name="csY2" fmla="*/ 82002 h 96063"/>
                  <a:gd name="csX3" fmla="*/ 32277 w 65166"/>
                  <a:gd name="csY3" fmla="*/ 83689 h 96063"/>
                  <a:gd name="csX4" fmla="*/ 16502 w 65166"/>
                  <a:gd name="csY4" fmla="*/ 79720 h 96063"/>
                  <a:gd name="csX5" fmla="*/ 10945 w 65166"/>
                  <a:gd name="csY5" fmla="*/ 68429 h 96063"/>
                  <a:gd name="csX6" fmla="*/ 14636 w 65166"/>
                  <a:gd name="csY6" fmla="*/ 59142 h 96063"/>
                  <a:gd name="csX7" fmla="*/ 28626 w 65166"/>
                  <a:gd name="csY7" fmla="*/ 54102 h 96063"/>
                  <a:gd name="csX8" fmla="*/ 36187 w 65166"/>
                  <a:gd name="csY8" fmla="*/ 52554 h 96063"/>
                  <a:gd name="csX9" fmla="*/ 56864 w 65166"/>
                  <a:gd name="csY9" fmla="*/ 43148 h 96063"/>
                  <a:gd name="csX10" fmla="*/ 63531 w 65166"/>
                  <a:gd name="csY10" fmla="*/ 25150 h 96063"/>
                  <a:gd name="csX11" fmla="*/ 54502 w 65166"/>
                  <a:gd name="csY11" fmla="*/ 4731 h 96063"/>
                  <a:gd name="csX12" fmla="*/ 28070 w 65166"/>
                  <a:gd name="csY12" fmla="*/ -2215 h 96063"/>
                  <a:gd name="csX13" fmla="*/ 14081 w 65166"/>
                  <a:gd name="csY13" fmla="*/ -726 h 96063"/>
                  <a:gd name="csX14" fmla="*/ -1259 w 65166"/>
                  <a:gd name="csY14" fmla="*/ 3679 h 96063"/>
                  <a:gd name="csX15" fmla="*/ -1259 w 65166"/>
                  <a:gd name="csY15" fmla="*/ 16577 h 96063"/>
                  <a:gd name="csX16" fmla="*/ 13684 w 65166"/>
                  <a:gd name="csY16" fmla="*/ 10128 h 96063"/>
                  <a:gd name="csX17" fmla="*/ 28070 w 65166"/>
                  <a:gd name="csY17" fmla="*/ 7965 h 96063"/>
                  <a:gd name="csX18" fmla="*/ 44620 w 65166"/>
                  <a:gd name="csY18" fmla="*/ 12172 h 96063"/>
                  <a:gd name="csX19" fmla="*/ 50454 w 65166"/>
                  <a:gd name="csY19" fmla="*/ 24217 h 96063"/>
                  <a:gd name="csX20" fmla="*/ 46267 w 65166"/>
                  <a:gd name="csY20" fmla="*/ 34873 h 96063"/>
                  <a:gd name="csX21" fmla="*/ 32535 w 65166"/>
                  <a:gd name="csY21" fmla="*/ 40648 h 96063"/>
                  <a:gd name="csX22" fmla="*/ 24895 w 65166"/>
                  <a:gd name="csY22" fmla="*/ 42136 h 96063"/>
                  <a:gd name="csX23" fmla="*/ 4615 w 65166"/>
                  <a:gd name="csY23" fmla="*/ 50867 h 96063"/>
                  <a:gd name="csX24" fmla="*/ -1636 w 65166"/>
                  <a:gd name="csY24" fmla="*/ 67437 h 96063"/>
                  <a:gd name="csX25" fmla="*/ 7016 w 65166"/>
                  <a:gd name="csY25" fmla="*/ 86785 h 96063"/>
                  <a:gd name="csX26" fmla="*/ 30849 w 65166"/>
                  <a:gd name="csY26" fmla="*/ 93849 h 96063"/>
                  <a:gd name="csX27" fmla="*/ 44124 w 65166"/>
                  <a:gd name="csY27" fmla="*/ 92658 h 96063"/>
                  <a:gd name="csX28" fmla="*/ 57955 w 65166"/>
                  <a:gd name="csY28" fmla="*/ 89146 h 9606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</a:cxnLst>
                <a:rect l="l" t="t" r="r" b="b"/>
                <a:pathLst>
                  <a:path w="65166" h="96063">
                    <a:moveTo>
                      <a:pt x="57955" y="89146"/>
                    </a:moveTo>
                    <a:lnTo>
                      <a:pt x="57955" y="76922"/>
                    </a:lnTo>
                    <a:cubicBezTo>
                      <a:pt x="53206" y="79198"/>
                      <a:pt x="48721" y="80891"/>
                      <a:pt x="44501" y="82002"/>
                    </a:cubicBezTo>
                    <a:cubicBezTo>
                      <a:pt x="40281" y="83127"/>
                      <a:pt x="36206" y="83689"/>
                      <a:pt x="32277" y="83689"/>
                    </a:cubicBezTo>
                    <a:cubicBezTo>
                      <a:pt x="25464" y="83689"/>
                      <a:pt x="20206" y="82366"/>
                      <a:pt x="16502" y="79720"/>
                    </a:cubicBezTo>
                    <a:cubicBezTo>
                      <a:pt x="12797" y="77074"/>
                      <a:pt x="10945" y="73311"/>
                      <a:pt x="10945" y="68429"/>
                    </a:cubicBezTo>
                    <a:cubicBezTo>
                      <a:pt x="10945" y="64328"/>
                      <a:pt x="12176" y="61232"/>
                      <a:pt x="14636" y="59142"/>
                    </a:cubicBezTo>
                    <a:cubicBezTo>
                      <a:pt x="17097" y="57065"/>
                      <a:pt x="21760" y="55385"/>
                      <a:pt x="28626" y="54102"/>
                    </a:cubicBezTo>
                    <a:lnTo>
                      <a:pt x="36187" y="52554"/>
                    </a:lnTo>
                    <a:cubicBezTo>
                      <a:pt x="45526" y="50768"/>
                      <a:pt x="52419" y="47633"/>
                      <a:pt x="56864" y="43148"/>
                    </a:cubicBezTo>
                    <a:cubicBezTo>
                      <a:pt x="61309" y="38663"/>
                      <a:pt x="63531" y="32664"/>
                      <a:pt x="63531" y="25150"/>
                    </a:cubicBezTo>
                    <a:cubicBezTo>
                      <a:pt x="63531" y="16167"/>
                      <a:pt x="60522" y="9361"/>
                      <a:pt x="54502" y="4731"/>
                    </a:cubicBezTo>
                    <a:cubicBezTo>
                      <a:pt x="48496" y="100"/>
                      <a:pt x="39686" y="-2215"/>
                      <a:pt x="28070" y="-2215"/>
                    </a:cubicBezTo>
                    <a:cubicBezTo>
                      <a:pt x="23692" y="-2215"/>
                      <a:pt x="19028" y="-1719"/>
                      <a:pt x="14081" y="-726"/>
                    </a:cubicBezTo>
                    <a:cubicBezTo>
                      <a:pt x="9146" y="266"/>
                      <a:pt x="4033" y="1734"/>
                      <a:pt x="-1259" y="3679"/>
                    </a:cubicBezTo>
                    <a:lnTo>
                      <a:pt x="-1259" y="16577"/>
                    </a:lnTo>
                    <a:cubicBezTo>
                      <a:pt x="3821" y="13733"/>
                      <a:pt x="8802" y="11583"/>
                      <a:pt x="13684" y="10128"/>
                    </a:cubicBezTo>
                    <a:cubicBezTo>
                      <a:pt x="18565" y="8686"/>
                      <a:pt x="23361" y="7965"/>
                      <a:pt x="28070" y="7965"/>
                    </a:cubicBezTo>
                    <a:cubicBezTo>
                      <a:pt x="35214" y="7965"/>
                      <a:pt x="40731" y="9368"/>
                      <a:pt x="44620" y="12172"/>
                    </a:cubicBezTo>
                    <a:cubicBezTo>
                      <a:pt x="48509" y="14990"/>
                      <a:pt x="50454" y="19005"/>
                      <a:pt x="50454" y="24217"/>
                    </a:cubicBezTo>
                    <a:cubicBezTo>
                      <a:pt x="50454" y="28755"/>
                      <a:pt x="49058" y="32307"/>
                      <a:pt x="46267" y="34873"/>
                    </a:cubicBezTo>
                    <a:cubicBezTo>
                      <a:pt x="43476" y="37440"/>
                      <a:pt x="38898" y="39365"/>
                      <a:pt x="32535" y="40648"/>
                    </a:cubicBezTo>
                    <a:lnTo>
                      <a:pt x="24895" y="42136"/>
                    </a:lnTo>
                    <a:cubicBezTo>
                      <a:pt x="15556" y="43988"/>
                      <a:pt x="8796" y="46899"/>
                      <a:pt x="4615" y="50867"/>
                    </a:cubicBezTo>
                    <a:cubicBezTo>
                      <a:pt x="448" y="54836"/>
                      <a:pt x="-1636" y="60359"/>
                      <a:pt x="-1636" y="67437"/>
                    </a:cubicBezTo>
                    <a:cubicBezTo>
                      <a:pt x="-1636" y="75626"/>
                      <a:pt x="1248" y="82075"/>
                      <a:pt x="7016" y="86785"/>
                    </a:cubicBezTo>
                    <a:cubicBezTo>
                      <a:pt x="12784" y="91494"/>
                      <a:pt x="20728" y="93849"/>
                      <a:pt x="30849" y="93849"/>
                    </a:cubicBezTo>
                    <a:cubicBezTo>
                      <a:pt x="35201" y="93849"/>
                      <a:pt x="39626" y="93452"/>
                      <a:pt x="44124" y="92658"/>
                    </a:cubicBezTo>
                    <a:cubicBezTo>
                      <a:pt x="48635" y="91878"/>
                      <a:pt x="53246" y="90707"/>
                      <a:pt x="57955" y="89146"/>
                    </a:cubicBez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8" name="Freeform: Shape 357">
                <a:extLst>
                  <a:ext uri="{FF2B5EF4-FFF2-40B4-BE49-F238E27FC236}">
                    <a16:creationId xmlns:a16="http://schemas.microsoft.com/office/drawing/2014/main" id="{6FA430D2-B8B6-6DF3-2485-FD74EC6E339B}"/>
                  </a:ext>
                </a:extLst>
              </p:cNvPr>
              <p:cNvSpPr/>
              <p:nvPr/>
            </p:nvSpPr>
            <p:spPr>
              <a:xfrm flipV="1">
                <a:off x="6406285" y="1928096"/>
                <a:ext cx="57606" cy="92590"/>
              </a:xfrm>
              <a:custGeom>
                <a:avLst/>
                <a:gdLst>
                  <a:gd name="csX0" fmla="*/ -1645 w 57606"/>
                  <a:gd name="csY0" fmla="*/ 90373 h 92590"/>
                  <a:gd name="csX1" fmla="*/ 10877 w 57606"/>
                  <a:gd name="csY1" fmla="*/ 90373 h 92590"/>
                  <a:gd name="csX2" fmla="*/ 10877 w 57606"/>
                  <a:gd name="csY2" fmla="*/ 8319 h 92590"/>
                  <a:gd name="csX3" fmla="*/ 55962 w 57606"/>
                  <a:gd name="csY3" fmla="*/ 8319 h 92590"/>
                  <a:gd name="csX4" fmla="*/ 55962 w 57606"/>
                  <a:gd name="csY4" fmla="*/ -2218 h 92590"/>
                  <a:gd name="csX5" fmla="*/ -1645 w 57606"/>
                  <a:gd name="csY5" fmla="*/ -2218 h 92590"/>
                  <a:gd name="csX6" fmla="*/ -1645 w 57606"/>
                  <a:gd name="csY6" fmla="*/ 90373 h 925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57606" h="92590">
                    <a:moveTo>
                      <a:pt x="-1645" y="90373"/>
                    </a:moveTo>
                    <a:lnTo>
                      <a:pt x="10877" y="90373"/>
                    </a:lnTo>
                    <a:lnTo>
                      <a:pt x="10877" y="8319"/>
                    </a:lnTo>
                    <a:lnTo>
                      <a:pt x="55962" y="8319"/>
                    </a:lnTo>
                    <a:lnTo>
                      <a:pt x="55962" y="-2218"/>
                    </a:lnTo>
                    <a:lnTo>
                      <a:pt x="-1645" y="-2218"/>
                    </a:lnTo>
                    <a:lnTo>
                      <a:pt x="-1645" y="90373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" name="Freeform: Shape 358">
                <a:extLst>
                  <a:ext uri="{FF2B5EF4-FFF2-40B4-BE49-F238E27FC236}">
                    <a16:creationId xmlns:a16="http://schemas.microsoft.com/office/drawing/2014/main" id="{2A591132-8999-646A-2566-193768218DFE}"/>
                  </a:ext>
                </a:extLst>
              </p:cNvPr>
              <p:cNvSpPr/>
              <p:nvPr/>
            </p:nvSpPr>
            <p:spPr>
              <a:xfrm flipV="1">
                <a:off x="6468428" y="1928096"/>
                <a:ext cx="84832" cy="92590"/>
              </a:xfrm>
              <a:custGeom>
                <a:avLst/>
                <a:gdLst>
                  <a:gd name="csX0" fmla="*/ 40679 w 84832"/>
                  <a:gd name="csY0" fmla="*/ 78030 h 92590"/>
                  <a:gd name="csX1" fmla="*/ 23673 w 84832"/>
                  <a:gd name="csY1" fmla="*/ 31953 h 92590"/>
                  <a:gd name="csX2" fmla="*/ 57725 w 84832"/>
                  <a:gd name="csY2" fmla="*/ 31953 h 92590"/>
                  <a:gd name="csX3" fmla="*/ 40679 w 84832"/>
                  <a:gd name="csY3" fmla="*/ 78030 h 92590"/>
                  <a:gd name="csX4" fmla="*/ 33595 w 84832"/>
                  <a:gd name="csY4" fmla="*/ 90373 h 92590"/>
                  <a:gd name="csX5" fmla="*/ 47803 w 84832"/>
                  <a:gd name="csY5" fmla="*/ 90373 h 92590"/>
                  <a:gd name="csX6" fmla="*/ 83085 w 84832"/>
                  <a:gd name="csY6" fmla="*/ -2218 h 92590"/>
                  <a:gd name="csX7" fmla="*/ 70068 w 84832"/>
                  <a:gd name="csY7" fmla="*/ -2218 h 92590"/>
                  <a:gd name="csX8" fmla="*/ 61634 w 84832"/>
                  <a:gd name="csY8" fmla="*/ 21535 h 92590"/>
                  <a:gd name="csX9" fmla="*/ 19903 w 84832"/>
                  <a:gd name="csY9" fmla="*/ 21535 h 92590"/>
                  <a:gd name="csX10" fmla="*/ 11469 w 84832"/>
                  <a:gd name="csY10" fmla="*/ -2218 h 92590"/>
                  <a:gd name="csX11" fmla="*/ -1747 w 84832"/>
                  <a:gd name="csY11" fmla="*/ -2218 h 92590"/>
                  <a:gd name="csX12" fmla="*/ 33595 w 84832"/>
                  <a:gd name="csY12" fmla="*/ 90373 h 925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84832" h="92590">
                    <a:moveTo>
                      <a:pt x="40679" y="78030"/>
                    </a:moveTo>
                    <a:lnTo>
                      <a:pt x="23673" y="31953"/>
                    </a:lnTo>
                    <a:lnTo>
                      <a:pt x="57725" y="31953"/>
                    </a:lnTo>
                    <a:lnTo>
                      <a:pt x="40679" y="78030"/>
                    </a:lnTo>
                    <a:close/>
                    <a:moveTo>
                      <a:pt x="33595" y="90373"/>
                    </a:moveTo>
                    <a:lnTo>
                      <a:pt x="47803" y="90373"/>
                    </a:lnTo>
                    <a:lnTo>
                      <a:pt x="83085" y="-2218"/>
                    </a:lnTo>
                    <a:lnTo>
                      <a:pt x="70068" y="-2218"/>
                    </a:lnTo>
                    <a:lnTo>
                      <a:pt x="61634" y="21535"/>
                    </a:lnTo>
                    <a:lnTo>
                      <a:pt x="19903" y="21535"/>
                    </a:lnTo>
                    <a:lnTo>
                      <a:pt x="11469" y="-2218"/>
                    </a:lnTo>
                    <a:lnTo>
                      <a:pt x="-1747" y="-2218"/>
                    </a:lnTo>
                    <a:lnTo>
                      <a:pt x="33595" y="90373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842954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1716F-0259-756A-8386-270056250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7EBA7EA-1308-CFEC-E387-14A54567F3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2937" y="5193928"/>
            <a:ext cx="4036695" cy="917966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45E013-5F39-88A8-4317-8F9CD8750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Omar T. Amer</a:t>
            </a:r>
            <a:endParaRPr lang="en-US" dirty="0"/>
          </a:p>
        </p:txBody>
      </p:sp>
      <p:grpSp>
        <p:nvGrpSpPr>
          <p:cNvPr id="294" name="Graphic 7">
            <a:extLst>
              <a:ext uri="{FF2B5EF4-FFF2-40B4-BE49-F238E27FC236}">
                <a16:creationId xmlns:a16="http://schemas.microsoft.com/office/drawing/2014/main" id="{93E9E971-0B6E-7FE7-7FEF-EE88106C0355}"/>
              </a:ext>
            </a:extLst>
          </p:cNvPr>
          <p:cNvGrpSpPr/>
          <p:nvPr/>
        </p:nvGrpSpPr>
        <p:grpSpPr>
          <a:xfrm>
            <a:off x="1712757" y="5193928"/>
            <a:ext cx="1723418" cy="898846"/>
            <a:chOff x="5574425" y="1127739"/>
            <a:chExt cx="1860153" cy="970160"/>
          </a:xfrm>
        </p:grpSpPr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14C92CD2-AB2F-37EA-44B0-73016C04E5B8}"/>
                </a:ext>
              </a:extLst>
            </p:cNvPr>
            <p:cNvSpPr/>
            <p:nvPr/>
          </p:nvSpPr>
          <p:spPr>
            <a:xfrm>
              <a:off x="5574425" y="1127739"/>
              <a:ext cx="1860153" cy="970160"/>
            </a:xfrm>
            <a:custGeom>
              <a:avLst/>
              <a:gdLst>
                <a:gd name="csX0" fmla="*/ 25400 w 1860153"/>
                <a:gd name="csY0" fmla="*/ 970161 h 970160"/>
                <a:gd name="csX1" fmla="*/ 1834753 w 1860153"/>
                <a:gd name="csY1" fmla="*/ 970161 h 970160"/>
                <a:gd name="csX2" fmla="*/ 1860154 w 1860153"/>
                <a:gd name="csY2" fmla="*/ 944761 h 970160"/>
                <a:gd name="csX3" fmla="*/ 1860154 w 1860153"/>
                <a:gd name="csY3" fmla="*/ 25400 h 970160"/>
                <a:gd name="csX4" fmla="*/ 1834753 w 1860153"/>
                <a:gd name="csY4" fmla="*/ 0 h 970160"/>
                <a:gd name="csX5" fmla="*/ 25400 w 1860153"/>
                <a:gd name="csY5" fmla="*/ 0 h 970160"/>
                <a:gd name="csX6" fmla="*/ 0 w 1860153"/>
                <a:gd name="csY6" fmla="*/ 25400 h 970160"/>
                <a:gd name="csX7" fmla="*/ 0 w 1860153"/>
                <a:gd name="csY7" fmla="*/ 944761 h 970160"/>
                <a:gd name="csX8" fmla="*/ 25400 w 1860153"/>
                <a:gd name="csY8" fmla="*/ 970161 h 9701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860153" h="970160">
                  <a:moveTo>
                    <a:pt x="25400" y="970161"/>
                  </a:moveTo>
                  <a:lnTo>
                    <a:pt x="1834753" y="970161"/>
                  </a:lnTo>
                  <a:cubicBezTo>
                    <a:pt x="1851687" y="970161"/>
                    <a:pt x="1860154" y="961694"/>
                    <a:pt x="1860154" y="944761"/>
                  </a:cubicBezTo>
                  <a:lnTo>
                    <a:pt x="1860154" y="25400"/>
                  </a:lnTo>
                  <a:cubicBezTo>
                    <a:pt x="1860154" y="8467"/>
                    <a:pt x="1851687" y="0"/>
                    <a:pt x="1834753" y="0"/>
                  </a:cubicBezTo>
                  <a:lnTo>
                    <a:pt x="25400" y="0"/>
                  </a:lnTo>
                  <a:cubicBezTo>
                    <a:pt x="8467" y="0"/>
                    <a:pt x="0" y="8467"/>
                    <a:pt x="0" y="25400"/>
                  </a:cubicBezTo>
                  <a:lnTo>
                    <a:pt x="0" y="944761"/>
                  </a:lnTo>
                  <a:cubicBezTo>
                    <a:pt x="0" y="961694"/>
                    <a:pt x="8467" y="970161"/>
                    <a:pt x="25400" y="970161"/>
                  </a:cubicBezTo>
                  <a:close/>
                </a:path>
              </a:pathLst>
            </a:custGeom>
            <a:solidFill>
              <a:srgbClr val="000000">
                <a:alpha val="80000"/>
              </a:srgbClr>
            </a:solidFill>
            <a:ln w="12700" cap="flat">
              <a:solidFill>
                <a:srgbClr val="CCCCCC">
                  <a:alpha val="8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C471F4AA-C053-DD39-C8B4-CC5B38AE224C}"/>
                </a:ext>
              </a:extLst>
            </p:cNvPr>
            <p:cNvSpPr/>
            <p:nvPr/>
          </p:nvSpPr>
          <p:spPr>
            <a:xfrm>
              <a:off x="5625225" y="1230589"/>
              <a:ext cx="254000" cy="12700"/>
            </a:xfrm>
            <a:custGeom>
              <a:avLst/>
              <a:gdLst>
                <a:gd name="csX0" fmla="*/ 0 w 254000"/>
                <a:gd name="csY0" fmla="*/ 0 h 12700"/>
                <a:gd name="csX1" fmla="*/ 127000 w 254000"/>
                <a:gd name="csY1" fmla="*/ 0 h 12700"/>
                <a:gd name="csX2" fmla="*/ 254000 w 254000"/>
                <a:gd name="csY2" fmla="*/ 0 h 127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000" h="12700">
                  <a:moveTo>
                    <a:pt x="0" y="0"/>
                  </a:moveTo>
                  <a:lnTo>
                    <a:pt x="127000" y="0"/>
                  </a:lnTo>
                  <a:lnTo>
                    <a:pt x="254000" y="0"/>
                  </a:lnTo>
                </a:path>
              </a:pathLst>
            </a:custGeom>
            <a:noFill/>
            <a:ln w="19050" cap="sq">
              <a:solidFill>
                <a:srgbClr val="8DD3C7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97" name="Graphic 7">
              <a:extLst>
                <a:ext uri="{FF2B5EF4-FFF2-40B4-BE49-F238E27FC236}">
                  <a16:creationId xmlns:a16="http://schemas.microsoft.com/office/drawing/2014/main" id="{FEFA26FA-AB04-780F-69F6-561FAFF8A531}"/>
                </a:ext>
              </a:extLst>
            </p:cNvPr>
            <p:cNvGrpSpPr/>
            <p:nvPr/>
          </p:nvGrpSpPr>
          <p:grpSpPr>
            <a:xfrm>
              <a:off x="5993287" y="1182448"/>
              <a:ext cx="420253" cy="94396"/>
              <a:chOff x="5993287" y="1182448"/>
              <a:chExt cx="420253" cy="94396"/>
            </a:xfrm>
            <a:solidFill>
              <a:srgbClr val="FFFFFF"/>
            </a:solidFill>
          </p:grpSpPr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991E63BB-6682-8AB7-CB81-687C05D2D278}"/>
                  </a:ext>
                </a:extLst>
              </p:cNvPr>
              <p:cNvSpPr/>
              <p:nvPr/>
            </p:nvSpPr>
            <p:spPr>
              <a:xfrm flipV="1">
                <a:off x="5993287" y="1182448"/>
                <a:ext cx="65682" cy="92590"/>
              </a:xfrm>
              <a:custGeom>
                <a:avLst/>
                <a:gdLst>
                  <a:gd name="csX0" fmla="*/ 10641 w 65682"/>
                  <a:gd name="csY0" fmla="*/ 41935 h 92590"/>
                  <a:gd name="csX1" fmla="*/ 10641 w 65682"/>
                  <a:gd name="csY1" fmla="*/ 8022 h 92590"/>
                  <a:gd name="csX2" fmla="*/ 30743 w 65682"/>
                  <a:gd name="csY2" fmla="*/ 8022 h 92590"/>
                  <a:gd name="csX3" fmla="*/ 45705 w 65682"/>
                  <a:gd name="csY3" fmla="*/ 12209 h 92590"/>
                  <a:gd name="csX4" fmla="*/ 50586 w 65682"/>
                  <a:gd name="csY4" fmla="*/ 25008 h 92590"/>
                  <a:gd name="csX5" fmla="*/ 45705 w 65682"/>
                  <a:gd name="csY5" fmla="*/ 37808 h 92590"/>
                  <a:gd name="csX6" fmla="*/ 30743 w 65682"/>
                  <a:gd name="csY6" fmla="*/ 41935 h 92590"/>
                  <a:gd name="csX7" fmla="*/ 10641 w 65682"/>
                  <a:gd name="csY7" fmla="*/ 41935 h 92590"/>
                  <a:gd name="csX8" fmla="*/ 10641 w 65682"/>
                  <a:gd name="csY8" fmla="*/ 80015 h 92590"/>
                  <a:gd name="csX9" fmla="*/ 10641 w 65682"/>
                  <a:gd name="csY9" fmla="*/ 52115 h 92590"/>
                  <a:gd name="csX10" fmla="*/ 29195 w 65682"/>
                  <a:gd name="csY10" fmla="*/ 52115 h 92590"/>
                  <a:gd name="csX11" fmla="*/ 42847 w 65682"/>
                  <a:gd name="csY11" fmla="*/ 55548 h 92590"/>
                  <a:gd name="csX12" fmla="*/ 47352 w 65682"/>
                  <a:gd name="csY12" fmla="*/ 66065 h 92590"/>
                  <a:gd name="csX13" fmla="*/ 42847 w 65682"/>
                  <a:gd name="csY13" fmla="*/ 76543 h 92590"/>
                  <a:gd name="csX14" fmla="*/ 29195 w 65682"/>
                  <a:gd name="csY14" fmla="*/ 80015 h 92590"/>
                  <a:gd name="csX15" fmla="*/ 10641 w 65682"/>
                  <a:gd name="csY15" fmla="*/ 80015 h 92590"/>
                  <a:gd name="csX16" fmla="*/ -1881 w 65682"/>
                  <a:gd name="csY16" fmla="*/ 90314 h 92590"/>
                  <a:gd name="csX17" fmla="*/ 30127 w 65682"/>
                  <a:gd name="csY17" fmla="*/ 90314 h 92590"/>
                  <a:gd name="csX18" fmla="*/ 52194 w 65682"/>
                  <a:gd name="csY18" fmla="*/ 84361 h 92590"/>
                  <a:gd name="csX19" fmla="*/ 59953 w 65682"/>
                  <a:gd name="csY19" fmla="*/ 67434 h 92590"/>
                  <a:gd name="csX20" fmla="*/ 55984 w 65682"/>
                  <a:gd name="csY20" fmla="*/ 53901 h 92590"/>
                  <a:gd name="csX21" fmla="*/ 44316 w 65682"/>
                  <a:gd name="csY21" fmla="*/ 47650 h 92590"/>
                  <a:gd name="csX22" fmla="*/ 58683 w 65682"/>
                  <a:gd name="csY22" fmla="*/ 39355 h 92590"/>
                  <a:gd name="csX23" fmla="*/ 63802 w 65682"/>
                  <a:gd name="csY23" fmla="*/ 23639 h 92590"/>
                  <a:gd name="csX24" fmla="*/ 55369 w 65682"/>
                  <a:gd name="csY24" fmla="*/ 4470 h 92590"/>
                  <a:gd name="csX25" fmla="*/ 31358 w 65682"/>
                  <a:gd name="csY25" fmla="*/ -2277 h 92590"/>
                  <a:gd name="csX26" fmla="*/ -1881 w 65682"/>
                  <a:gd name="csY26" fmla="*/ -2277 h 92590"/>
                  <a:gd name="csX27" fmla="*/ -1881 w 65682"/>
                  <a:gd name="csY27" fmla="*/ 90314 h 925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</a:cxnLst>
                <a:rect l="l" t="t" r="r" b="b"/>
                <a:pathLst>
                  <a:path w="65682" h="92590">
                    <a:moveTo>
                      <a:pt x="10641" y="41935"/>
                    </a:moveTo>
                    <a:lnTo>
                      <a:pt x="10641" y="8022"/>
                    </a:lnTo>
                    <a:lnTo>
                      <a:pt x="30743" y="8022"/>
                    </a:lnTo>
                    <a:cubicBezTo>
                      <a:pt x="37476" y="8022"/>
                      <a:pt x="42464" y="9418"/>
                      <a:pt x="45705" y="12209"/>
                    </a:cubicBezTo>
                    <a:cubicBezTo>
                      <a:pt x="48959" y="15000"/>
                      <a:pt x="50586" y="19267"/>
                      <a:pt x="50586" y="25008"/>
                    </a:cubicBezTo>
                    <a:cubicBezTo>
                      <a:pt x="50586" y="30803"/>
                      <a:pt x="48959" y="35069"/>
                      <a:pt x="45705" y="37808"/>
                    </a:cubicBezTo>
                    <a:cubicBezTo>
                      <a:pt x="42464" y="40559"/>
                      <a:pt x="37476" y="41935"/>
                      <a:pt x="30743" y="41935"/>
                    </a:cubicBezTo>
                    <a:lnTo>
                      <a:pt x="10641" y="41935"/>
                    </a:lnTo>
                    <a:close/>
                    <a:moveTo>
                      <a:pt x="10641" y="80015"/>
                    </a:moveTo>
                    <a:lnTo>
                      <a:pt x="10641" y="52115"/>
                    </a:lnTo>
                    <a:lnTo>
                      <a:pt x="29195" y="52115"/>
                    </a:lnTo>
                    <a:cubicBezTo>
                      <a:pt x="35307" y="52115"/>
                      <a:pt x="39858" y="53259"/>
                      <a:pt x="42847" y="55548"/>
                    </a:cubicBezTo>
                    <a:cubicBezTo>
                      <a:pt x="45850" y="57850"/>
                      <a:pt x="47352" y="61355"/>
                      <a:pt x="47352" y="66065"/>
                    </a:cubicBezTo>
                    <a:cubicBezTo>
                      <a:pt x="47352" y="70735"/>
                      <a:pt x="45850" y="74227"/>
                      <a:pt x="42847" y="76543"/>
                    </a:cubicBezTo>
                    <a:cubicBezTo>
                      <a:pt x="39858" y="78858"/>
                      <a:pt x="35307" y="80015"/>
                      <a:pt x="29195" y="80015"/>
                    </a:cubicBezTo>
                    <a:lnTo>
                      <a:pt x="10641" y="80015"/>
                    </a:lnTo>
                    <a:close/>
                    <a:moveTo>
                      <a:pt x="-1881" y="90314"/>
                    </a:moveTo>
                    <a:lnTo>
                      <a:pt x="30127" y="90314"/>
                    </a:lnTo>
                    <a:cubicBezTo>
                      <a:pt x="39679" y="90314"/>
                      <a:pt x="47034" y="88330"/>
                      <a:pt x="52194" y="84361"/>
                    </a:cubicBezTo>
                    <a:cubicBezTo>
                      <a:pt x="57366" y="80392"/>
                      <a:pt x="59953" y="74750"/>
                      <a:pt x="59953" y="67434"/>
                    </a:cubicBezTo>
                    <a:cubicBezTo>
                      <a:pt x="59953" y="61759"/>
                      <a:pt x="58630" y="57248"/>
                      <a:pt x="55984" y="53901"/>
                    </a:cubicBezTo>
                    <a:cubicBezTo>
                      <a:pt x="53338" y="50554"/>
                      <a:pt x="49449" y="48470"/>
                      <a:pt x="44316" y="47650"/>
                    </a:cubicBezTo>
                    <a:cubicBezTo>
                      <a:pt x="50481" y="46327"/>
                      <a:pt x="55270" y="43562"/>
                      <a:pt x="58683" y="39355"/>
                    </a:cubicBezTo>
                    <a:cubicBezTo>
                      <a:pt x="62096" y="35162"/>
                      <a:pt x="63802" y="29923"/>
                      <a:pt x="63802" y="23639"/>
                    </a:cubicBezTo>
                    <a:cubicBezTo>
                      <a:pt x="63802" y="15371"/>
                      <a:pt x="60991" y="8981"/>
                      <a:pt x="55369" y="4470"/>
                    </a:cubicBezTo>
                    <a:cubicBezTo>
                      <a:pt x="49746" y="-28"/>
                      <a:pt x="41743" y="-2277"/>
                      <a:pt x="31358" y="-2277"/>
                    </a:cubicBezTo>
                    <a:lnTo>
                      <a:pt x="-1881" y="-2277"/>
                    </a:lnTo>
                    <a:lnTo>
                      <a:pt x="-1881" y="90314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8EAD8ABF-DBA3-DA8B-B96C-3AD4A406B2C0}"/>
                  </a:ext>
                </a:extLst>
              </p:cNvPr>
              <p:cNvSpPr/>
              <p:nvPr/>
            </p:nvSpPr>
            <p:spPr>
              <a:xfrm flipV="1">
                <a:off x="6079481" y="1203919"/>
                <a:ext cx="40679" cy="71119"/>
              </a:xfrm>
              <a:custGeom>
                <a:avLst/>
                <a:gdLst>
                  <a:gd name="csX0" fmla="*/ 39482 w 40679"/>
                  <a:gd name="csY0" fmla="*/ 57062 h 71119"/>
                  <a:gd name="csX1" fmla="*/ 35295 w 40679"/>
                  <a:gd name="csY1" fmla="*/ 58689 h 71119"/>
                  <a:gd name="csX2" fmla="*/ 30314 w 40679"/>
                  <a:gd name="csY2" fmla="*/ 59225 h 71119"/>
                  <a:gd name="csX3" fmla="*/ 15451 w 40679"/>
                  <a:gd name="csY3" fmla="*/ 52935 h 71119"/>
                  <a:gd name="csX4" fmla="*/ 10272 w 40679"/>
                  <a:gd name="csY4" fmla="*/ 34857 h 71119"/>
                  <a:gd name="csX5" fmla="*/ 10272 w 40679"/>
                  <a:gd name="csY5" fmla="*/ -1735 h 71119"/>
                  <a:gd name="csX6" fmla="*/ -1198 w 40679"/>
                  <a:gd name="csY6" fmla="*/ -1735 h 71119"/>
                  <a:gd name="csX7" fmla="*/ -1198 w 40679"/>
                  <a:gd name="csY7" fmla="*/ 67718 h 71119"/>
                  <a:gd name="csX8" fmla="*/ 10272 w 40679"/>
                  <a:gd name="csY8" fmla="*/ 67718 h 71119"/>
                  <a:gd name="csX9" fmla="*/ 10272 w 40679"/>
                  <a:gd name="csY9" fmla="*/ 56923 h 71119"/>
                  <a:gd name="csX10" fmla="*/ 19638 w 40679"/>
                  <a:gd name="csY10" fmla="*/ 66309 h 71119"/>
                  <a:gd name="csX11" fmla="*/ 33668 w 40679"/>
                  <a:gd name="csY11" fmla="*/ 69385 h 71119"/>
                  <a:gd name="csX12" fmla="*/ 36267 w 40679"/>
                  <a:gd name="csY12" fmla="*/ 69226 h 71119"/>
                  <a:gd name="csX13" fmla="*/ 39422 w 40679"/>
                  <a:gd name="csY13" fmla="*/ 68770 h 71119"/>
                  <a:gd name="csX14" fmla="*/ 39482 w 40679"/>
                  <a:gd name="csY14" fmla="*/ 57062 h 7111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40679" h="71119">
                    <a:moveTo>
                      <a:pt x="39482" y="57062"/>
                    </a:moveTo>
                    <a:cubicBezTo>
                      <a:pt x="38199" y="57803"/>
                      <a:pt x="36803" y="58345"/>
                      <a:pt x="35295" y="58689"/>
                    </a:cubicBezTo>
                    <a:cubicBezTo>
                      <a:pt x="33787" y="59046"/>
                      <a:pt x="32127" y="59225"/>
                      <a:pt x="30314" y="59225"/>
                    </a:cubicBezTo>
                    <a:cubicBezTo>
                      <a:pt x="23858" y="59225"/>
                      <a:pt x="18904" y="57128"/>
                      <a:pt x="15451" y="52935"/>
                    </a:cubicBezTo>
                    <a:cubicBezTo>
                      <a:pt x="11998" y="48741"/>
                      <a:pt x="10272" y="42715"/>
                      <a:pt x="10272" y="34857"/>
                    </a:cubicBezTo>
                    <a:lnTo>
                      <a:pt x="10272" y="-1735"/>
                    </a:lnTo>
                    <a:lnTo>
                      <a:pt x="-1198" y="-1735"/>
                    </a:lnTo>
                    <a:lnTo>
                      <a:pt x="-1198" y="67718"/>
                    </a:lnTo>
                    <a:lnTo>
                      <a:pt x="10272" y="67718"/>
                    </a:lnTo>
                    <a:lnTo>
                      <a:pt x="10272" y="56923"/>
                    </a:lnTo>
                    <a:cubicBezTo>
                      <a:pt x="12680" y="61143"/>
                      <a:pt x="15802" y="64272"/>
                      <a:pt x="19638" y="66309"/>
                    </a:cubicBezTo>
                    <a:cubicBezTo>
                      <a:pt x="23488" y="68360"/>
                      <a:pt x="28164" y="69385"/>
                      <a:pt x="33668" y="69385"/>
                    </a:cubicBezTo>
                    <a:cubicBezTo>
                      <a:pt x="34448" y="69385"/>
                      <a:pt x="35315" y="69332"/>
                      <a:pt x="36267" y="69226"/>
                    </a:cubicBezTo>
                    <a:cubicBezTo>
                      <a:pt x="37220" y="69134"/>
                      <a:pt x="38272" y="68982"/>
                      <a:pt x="39422" y="68770"/>
                    </a:cubicBezTo>
                    <a:lnTo>
                      <a:pt x="39482" y="57062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975432C9-410A-E2F4-4549-F1B510EEF023}"/>
                  </a:ext>
                </a:extLst>
              </p:cNvPr>
              <p:cNvSpPr/>
              <p:nvPr/>
            </p:nvSpPr>
            <p:spPr>
              <a:xfrm flipV="1">
                <a:off x="6124313" y="1203919"/>
                <a:ext cx="63757" cy="72925"/>
              </a:xfrm>
              <a:custGeom>
                <a:avLst/>
                <a:gdLst>
                  <a:gd name="csX0" fmla="*/ 30322 w 63757"/>
                  <a:gd name="csY0" fmla="*/ 61572 h 72925"/>
                  <a:gd name="csX1" fmla="*/ 15817 w 63757"/>
                  <a:gd name="csY1" fmla="*/ 54409 h 72925"/>
                  <a:gd name="csX2" fmla="*/ 10479 w 63757"/>
                  <a:gd name="csY2" fmla="*/ 34783 h 72925"/>
                  <a:gd name="csX3" fmla="*/ 15777 w 63757"/>
                  <a:gd name="csY3" fmla="*/ 15158 h 72925"/>
                  <a:gd name="csX4" fmla="*/ 30322 w 63757"/>
                  <a:gd name="csY4" fmla="*/ 7994 h 72925"/>
                  <a:gd name="csX5" fmla="*/ 44769 w 63757"/>
                  <a:gd name="csY5" fmla="*/ 15178 h 72925"/>
                  <a:gd name="csX6" fmla="*/ 50107 w 63757"/>
                  <a:gd name="csY6" fmla="*/ 34783 h 72925"/>
                  <a:gd name="csX7" fmla="*/ 44769 w 63757"/>
                  <a:gd name="csY7" fmla="*/ 54349 h 72925"/>
                  <a:gd name="csX8" fmla="*/ 30322 w 63757"/>
                  <a:gd name="csY8" fmla="*/ 61572 h 72925"/>
                  <a:gd name="csX9" fmla="*/ 30322 w 63757"/>
                  <a:gd name="csY9" fmla="*/ 71236 h 72925"/>
                  <a:gd name="csX10" fmla="*/ 53698 w 63757"/>
                  <a:gd name="csY10" fmla="*/ 61553 h 72925"/>
                  <a:gd name="csX11" fmla="*/ 62211 w 63757"/>
                  <a:gd name="csY11" fmla="*/ 34783 h 72925"/>
                  <a:gd name="csX12" fmla="*/ 53698 w 63757"/>
                  <a:gd name="csY12" fmla="*/ 8014 h 72925"/>
                  <a:gd name="csX13" fmla="*/ 30322 w 63757"/>
                  <a:gd name="csY13" fmla="*/ -1689 h 72925"/>
                  <a:gd name="csX14" fmla="*/ 6907 w 63757"/>
                  <a:gd name="csY14" fmla="*/ 8014 h 72925"/>
                  <a:gd name="csX15" fmla="*/ -1547 w 63757"/>
                  <a:gd name="csY15" fmla="*/ 34783 h 72925"/>
                  <a:gd name="csX16" fmla="*/ 6907 w 63757"/>
                  <a:gd name="csY16" fmla="*/ 61553 h 72925"/>
                  <a:gd name="csX17" fmla="*/ 30322 w 63757"/>
                  <a:gd name="csY17" fmla="*/ 71236 h 729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</a:cxnLst>
                <a:rect l="l" t="t" r="r" b="b"/>
                <a:pathLst>
                  <a:path w="63757" h="72925">
                    <a:moveTo>
                      <a:pt x="30322" y="61572"/>
                    </a:moveTo>
                    <a:cubicBezTo>
                      <a:pt x="24210" y="61572"/>
                      <a:pt x="19375" y="59185"/>
                      <a:pt x="15817" y="54409"/>
                    </a:cubicBezTo>
                    <a:cubicBezTo>
                      <a:pt x="12258" y="49633"/>
                      <a:pt x="10479" y="43091"/>
                      <a:pt x="10479" y="34783"/>
                    </a:cubicBezTo>
                    <a:cubicBezTo>
                      <a:pt x="10479" y="26475"/>
                      <a:pt x="12245" y="19934"/>
                      <a:pt x="15777" y="15158"/>
                    </a:cubicBezTo>
                    <a:cubicBezTo>
                      <a:pt x="19322" y="10382"/>
                      <a:pt x="24171" y="7994"/>
                      <a:pt x="30322" y="7994"/>
                    </a:cubicBezTo>
                    <a:cubicBezTo>
                      <a:pt x="36408" y="7994"/>
                      <a:pt x="41223" y="10389"/>
                      <a:pt x="44769" y="15178"/>
                    </a:cubicBezTo>
                    <a:cubicBezTo>
                      <a:pt x="48327" y="19980"/>
                      <a:pt x="50107" y="26515"/>
                      <a:pt x="50107" y="34783"/>
                    </a:cubicBezTo>
                    <a:cubicBezTo>
                      <a:pt x="50107" y="43012"/>
                      <a:pt x="48327" y="49534"/>
                      <a:pt x="44769" y="54349"/>
                    </a:cubicBezTo>
                    <a:cubicBezTo>
                      <a:pt x="41223" y="59165"/>
                      <a:pt x="36408" y="61572"/>
                      <a:pt x="30322" y="61572"/>
                    </a:cubicBezTo>
                    <a:close/>
                    <a:moveTo>
                      <a:pt x="30322" y="71236"/>
                    </a:moveTo>
                    <a:cubicBezTo>
                      <a:pt x="40244" y="71236"/>
                      <a:pt x="48036" y="68008"/>
                      <a:pt x="53698" y="61553"/>
                    </a:cubicBezTo>
                    <a:cubicBezTo>
                      <a:pt x="59374" y="55110"/>
                      <a:pt x="62211" y="46187"/>
                      <a:pt x="62211" y="34783"/>
                    </a:cubicBezTo>
                    <a:cubicBezTo>
                      <a:pt x="62211" y="23420"/>
                      <a:pt x="59374" y="14496"/>
                      <a:pt x="53698" y="8014"/>
                    </a:cubicBezTo>
                    <a:cubicBezTo>
                      <a:pt x="48036" y="1545"/>
                      <a:pt x="40244" y="-1689"/>
                      <a:pt x="30322" y="-1689"/>
                    </a:cubicBezTo>
                    <a:cubicBezTo>
                      <a:pt x="20361" y="-1689"/>
                      <a:pt x="12556" y="1545"/>
                      <a:pt x="6907" y="8014"/>
                    </a:cubicBezTo>
                    <a:cubicBezTo>
                      <a:pt x="1271" y="14496"/>
                      <a:pt x="-1547" y="23420"/>
                      <a:pt x="-1547" y="34783"/>
                    </a:cubicBezTo>
                    <a:cubicBezTo>
                      <a:pt x="-1547" y="46187"/>
                      <a:pt x="1271" y="55110"/>
                      <a:pt x="6907" y="61553"/>
                    </a:cubicBezTo>
                    <a:cubicBezTo>
                      <a:pt x="12556" y="68008"/>
                      <a:pt x="20361" y="71236"/>
                      <a:pt x="30322" y="71236"/>
                    </a:cubicBez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9E7D4906-A721-88D3-A31B-0373847AA782}"/>
                  </a:ext>
                </a:extLst>
              </p:cNvPr>
              <p:cNvSpPr/>
              <p:nvPr/>
            </p:nvSpPr>
            <p:spPr>
              <a:xfrm flipV="1">
                <a:off x="6206538" y="1203919"/>
                <a:ext cx="58181" cy="71119"/>
              </a:xfrm>
              <a:custGeom>
                <a:avLst/>
                <a:gdLst>
                  <a:gd name="csX0" fmla="*/ 56554 w 58181"/>
                  <a:gd name="csY0" fmla="*/ 40195 h 71119"/>
                  <a:gd name="csX1" fmla="*/ 56554 w 58181"/>
                  <a:gd name="csY1" fmla="*/ -1735 h 71119"/>
                  <a:gd name="csX2" fmla="*/ 45144 w 58181"/>
                  <a:gd name="csY2" fmla="*/ -1735 h 71119"/>
                  <a:gd name="csX3" fmla="*/ 45144 w 58181"/>
                  <a:gd name="csY3" fmla="*/ 39818 h 71119"/>
                  <a:gd name="csX4" fmla="*/ 41294 w 58181"/>
                  <a:gd name="csY4" fmla="*/ 54562 h 71119"/>
                  <a:gd name="csX5" fmla="*/ 29765 w 58181"/>
                  <a:gd name="csY5" fmla="*/ 59463 h 71119"/>
                  <a:gd name="csX6" fmla="*/ 15180 w 58181"/>
                  <a:gd name="csY6" fmla="*/ 53570 h 71119"/>
                  <a:gd name="csX7" fmla="*/ 9842 w 58181"/>
                  <a:gd name="csY7" fmla="*/ 37516 h 71119"/>
                  <a:gd name="csX8" fmla="*/ 9842 w 58181"/>
                  <a:gd name="csY8" fmla="*/ -1735 h 71119"/>
                  <a:gd name="csX9" fmla="*/ -1628 w 58181"/>
                  <a:gd name="csY9" fmla="*/ -1735 h 71119"/>
                  <a:gd name="csX10" fmla="*/ -1628 w 58181"/>
                  <a:gd name="csY10" fmla="*/ 67718 h 71119"/>
                  <a:gd name="csX11" fmla="*/ 9842 w 58181"/>
                  <a:gd name="csY11" fmla="*/ 67718 h 71119"/>
                  <a:gd name="csX12" fmla="*/ 9842 w 58181"/>
                  <a:gd name="csY12" fmla="*/ 56923 h 71119"/>
                  <a:gd name="csX13" fmla="*/ 19486 w 58181"/>
                  <a:gd name="csY13" fmla="*/ 66289 h 71119"/>
                  <a:gd name="csX14" fmla="*/ 32305 w 58181"/>
                  <a:gd name="csY14" fmla="*/ 69385 h 71119"/>
                  <a:gd name="csX15" fmla="*/ 50402 w 58181"/>
                  <a:gd name="csY15" fmla="*/ 61983 h 71119"/>
                  <a:gd name="csX16" fmla="*/ 56554 w 58181"/>
                  <a:gd name="csY16" fmla="*/ 40195 h 7111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58181" h="71119">
                    <a:moveTo>
                      <a:pt x="56554" y="40195"/>
                    </a:moveTo>
                    <a:lnTo>
                      <a:pt x="56554" y="-1735"/>
                    </a:lnTo>
                    <a:lnTo>
                      <a:pt x="45144" y="-1735"/>
                    </a:lnTo>
                    <a:lnTo>
                      <a:pt x="45144" y="39818"/>
                    </a:lnTo>
                    <a:cubicBezTo>
                      <a:pt x="45144" y="46393"/>
                      <a:pt x="43860" y="51307"/>
                      <a:pt x="41294" y="54562"/>
                    </a:cubicBezTo>
                    <a:cubicBezTo>
                      <a:pt x="38728" y="57829"/>
                      <a:pt x="34884" y="59463"/>
                      <a:pt x="29765" y="59463"/>
                    </a:cubicBezTo>
                    <a:cubicBezTo>
                      <a:pt x="23600" y="59463"/>
                      <a:pt x="18738" y="57499"/>
                      <a:pt x="15180" y="53570"/>
                    </a:cubicBezTo>
                    <a:cubicBezTo>
                      <a:pt x="11621" y="49654"/>
                      <a:pt x="9842" y="44303"/>
                      <a:pt x="9842" y="37516"/>
                    </a:cubicBezTo>
                    <a:lnTo>
                      <a:pt x="9842" y="-1735"/>
                    </a:lnTo>
                    <a:lnTo>
                      <a:pt x="-1628" y="-1735"/>
                    </a:lnTo>
                    <a:lnTo>
                      <a:pt x="-1628" y="67718"/>
                    </a:lnTo>
                    <a:lnTo>
                      <a:pt x="9842" y="67718"/>
                    </a:lnTo>
                    <a:lnTo>
                      <a:pt x="9842" y="56923"/>
                    </a:lnTo>
                    <a:cubicBezTo>
                      <a:pt x="12580" y="61104"/>
                      <a:pt x="15795" y="64226"/>
                      <a:pt x="19486" y="66289"/>
                    </a:cubicBezTo>
                    <a:cubicBezTo>
                      <a:pt x="23190" y="68353"/>
                      <a:pt x="27463" y="69385"/>
                      <a:pt x="32305" y="69385"/>
                    </a:cubicBezTo>
                    <a:cubicBezTo>
                      <a:pt x="40282" y="69385"/>
                      <a:pt x="46314" y="66918"/>
                      <a:pt x="50402" y="61983"/>
                    </a:cubicBezTo>
                    <a:cubicBezTo>
                      <a:pt x="54503" y="57049"/>
                      <a:pt x="56554" y="49786"/>
                      <a:pt x="56554" y="40195"/>
                    </a:cubicBez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3CB24E7B-E009-649B-CE43-F08C96034B61}"/>
                  </a:ext>
                </a:extLst>
              </p:cNvPr>
              <p:cNvSpPr/>
              <p:nvPr/>
            </p:nvSpPr>
            <p:spPr>
              <a:xfrm flipV="1">
                <a:off x="6280957" y="1205586"/>
                <a:ext cx="55741" cy="69453"/>
              </a:xfrm>
              <a:custGeom>
                <a:avLst/>
                <a:gdLst>
                  <a:gd name="csX0" fmla="*/ 293 w 55741"/>
                  <a:gd name="csY0" fmla="*/ 67760 h 69453"/>
                  <a:gd name="csX1" fmla="*/ 54486 w 55741"/>
                  <a:gd name="csY1" fmla="*/ 67760 h 69453"/>
                  <a:gd name="csX2" fmla="*/ 54486 w 55741"/>
                  <a:gd name="csY2" fmla="*/ 57342 h 69453"/>
                  <a:gd name="csX3" fmla="*/ 11584 w 55741"/>
                  <a:gd name="csY3" fmla="*/ 7415 h 69453"/>
                  <a:gd name="csX4" fmla="*/ 54486 w 55741"/>
                  <a:gd name="csY4" fmla="*/ 7415 h 69453"/>
                  <a:gd name="csX5" fmla="*/ 54486 w 55741"/>
                  <a:gd name="csY5" fmla="*/ -1693 h 69453"/>
                  <a:gd name="csX6" fmla="*/ -1255 w 55741"/>
                  <a:gd name="csY6" fmla="*/ -1693 h 69453"/>
                  <a:gd name="csX7" fmla="*/ -1255 w 55741"/>
                  <a:gd name="csY7" fmla="*/ 8725 h 69453"/>
                  <a:gd name="csX8" fmla="*/ 41667 w 55741"/>
                  <a:gd name="csY8" fmla="*/ 58652 h 69453"/>
                  <a:gd name="csX9" fmla="*/ 293 w 55741"/>
                  <a:gd name="csY9" fmla="*/ 58652 h 69453"/>
                  <a:gd name="csX10" fmla="*/ 293 w 55741"/>
                  <a:gd name="csY10" fmla="*/ 67760 h 6945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55741" h="69453">
                    <a:moveTo>
                      <a:pt x="293" y="67760"/>
                    </a:moveTo>
                    <a:lnTo>
                      <a:pt x="54486" y="67760"/>
                    </a:lnTo>
                    <a:lnTo>
                      <a:pt x="54486" y="57342"/>
                    </a:lnTo>
                    <a:lnTo>
                      <a:pt x="11584" y="7415"/>
                    </a:lnTo>
                    <a:lnTo>
                      <a:pt x="54486" y="7415"/>
                    </a:lnTo>
                    <a:lnTo>
                      <a:pt x="54486" y="-1693"/>
                    </a:lnTo>
                    <a:lnTo>
                      <a:pt x="-1255" y="-1693"/>
                    </a:lnTo>
                    <a:lnTo>
                      <a:pt x="-1255" y="8725"/>
                    </a:lnTo>
                    <a:lnTo>
                      <a:pt x="41667" y="58652"/>
                    </a:lnTo>
                    <a:lnTo>
                      <a:pt x="293" y="58652"/>
                    </a:lnTo>
                    <a:lnTo>
                      <a:pt x="293" y="67760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AC0A7A2B-1884-D5D2-10A5-F633A1E53F2B}"/>
                  </a:ext>
                </a:extLst>
              </p:cNvPr>
              <p:cNvSpPr/>
              <p:nvPr/>
            </p:nvSpPr>
            <p:spPr>
              <a:xfrm flipV="1">
                <a:off x="6349168" y="1203919"/>
                <a:ext cx="64373" cy="72925"/>
              </a:xfrm>
              <a:custGeom>
                <a:avLst/>
                <a:gdLst>
                  <a:gd name="csX0" fmla="*/ 62829 w 64373"/>
                  <a:gd name="csY0" fmla="*/ 37700 h 72925"/>
                  <a:gd name="csX1" fmla="*/ 62829 w 64373"/>
                  <a:gd name="csY1" fmla="*/ 32124 h 72925"/>
                  <a:gd name="csX2" fmla="*/ 10362 w 64373"/>
                  <a:gd name="csY2" fmla="*/ 32124 h 72925"/>
                  <a:gd name="csX3" fmla="*/ 17466 w 64373"/>
                  <a:gd name="csY3" fmla="*/ 14166 h 72925"/>
                  <a:gd name="csX4" fmla="*/ 35166 w 64373"/>
                  <a:gd name="csY4" fmla="*/ 7994 h 72925"/>
                  <a:gd name="csX5" fmla="*/ 47906 w 64373"/>
                  <a:gd name="csY5" fmla="*/ 9602 h 72925"/>
                  <a:gd name="csX6" fmla="*/ 60170 w 64373"/>
                  <a:gd name="csY6" fmla="*/ 14444 h 72925"/>
                  <a:gd name="csX7" fmla="*/ 60170 w 64373"/>
                  <a:gd name="csY7" fmla="*/ 3649 h 72925"/>
                  <a:gd name="csX8" fmla="*/ 47569 w 64373"/>
                  <a:gd name="csY8" fmla="*/ -320 h 72925"/>
                  <a:gd name="csX9" fmla="*/ 34492 w 64373"/>
                  <a:gd name="csY9" fmla="*/ -1689 h 72925"/>
                  <a:gd name="csX10" fmla="*/ 8159 w 64373"/>
                  <a:gd name="csY10" fmla="*/ 7974 h 72925"/>
                  <a:gd name="csX11" fmla="*/ -1545 w 64373"/>
                  <a:gd name="csY11" fmla="*/ 34168 h 72925"/>
                  <a:gd name="csX12" fmla="*/ 7663 w 64373"/>
                  <a:gd name="csY12" fmla="*/ 61215 h 72925"/>
                  <a:gd name="csX13" fmla="*/ 32507 w 64373"/>
                  <a:gd name="csY13" fmla="*/ 71236 h 72925"/>
                  <a:gd name="csX14" fmla="*/ 54673 w 64373"/>
                  <a:gd name="csY14" fmla="*/ 62207 h 72925"/>
                  <a:gd name="csX15" fmla="*/ 62829 w 64373"/>
                  <a:gd name="csY15" fmla="*/ 37700 h 72925"/>
                  <a:gd name="csX16" fmla="*/ 51418 w 64373"/>
                  <a:gd name="csY16" fmla="*/ 41054 h 72925"/>
                  <a:gd name="csX17" fmla="*/ 46180 w 64373"/>
                  <a:gd name="csY17" fmla="*/ 55977 h 72925"/>
                  <a:gd name="csX18" fmla="*/ 32626 w 64373"/>
                  <a:gd name="csY18" fmla="*/ 61572 h 72925"/>
                  <a:gd name="csX19" fmla="*/ 17347 w 64373"/>
                  <a:gd name="csY19" fmla="*/ 56175 h 72925"/>
                  <a:gd name="csX20" fmla="*/ 10739 w 64373"/>
                  <a:gd name="csY20" fmla="*/ 40975 h 72925"/>
                  <a:gd name="csX21" fmla="*/ 51418 w 64373"/>
                  <a:gd name="csY21" fmla="*/ 41054 h 729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</a:cxnLst>
                <a:rect l="l" t="t" r="r" b="b"/>
                <a:pathLst>
                  <a:path w="64373" h="72925">
                    <a:moveTo>
                      <a:pt x="62829" y="37700"/>
                    </a:moveTo>
                    <a:lnTo>
                      <a:pt x="62829" y="32124"/>
                    </a:lnTo>
                    <a:lnTo>
                      <a:pt x="10362" y="32124"/>
                    </a:lnTo>
                    <a:cubicBezTo>
                      <a:pt x="10864" y="24266"/>
                      <a:pt x="13232" y="18280"/>
                      <a:pt x="17466" y="14166"/>
                    </a:cubicBezTo>
                    <a:cubicBezTo>
                      <a:pt x="21699" y="10051"/>
                      <a:pt x="27599" y="7994"/>
                      <a:pt x="35166" y="7994"/>
                    </a:cubicBezTo>
                    <a:cubicBezTo>
                      <a:pt x="39545" y="7994"/>
                      <a:pt x="43792" y="8530"/>
                      <a:pt x="47906" y="9602"/>
                    </a:cubicBezTo>
                    <a:cubicBezTo>
                      <a:pt x="52020" y="10673"/>
                      <a:pt x="56108" y="12287"/>
                      <a:pt x="60170" y="14444"/>
                    </a:cubicBezTo>
                    <a:lnTo>
                      <a:pt x="60170" y="3649"/>
                    </a:lnTo>
                    <a:cubicBezTo>
                      <a:pt x="56068" y="1916"/>
                      <a:pt x="51868" y="593"/>
                      <a:pt x="47569" y="-320"/>
                    </a:cubicBezTo>
                    <a:cubicBezTo>
                      <a:pt x="43269" y="-1233"/>
                      <a:pt x="38910" y="-1689"/>
                      <a:pt x="34492" y="-1689"/>
                    </a:cubicBezTo>
                    <a:cubicBezTo>
                      <a:pt x="23406" y="-1689"/>
                      <a:pt x="14628" y="1532"/>
                      <a:pt x="8159" y="7974"/>
                    </a:cubicBezTo>
                    <a:cubicBezTo>
                      <a:pt x="1690" y="14430"/>
                      <a:pt x="-1545" y="23162"/>
                      <a:pt x="-1545" y="34168"/>
                    </a:cubicBezTo>
                    <a:cubicBezTo>
                      <a:pt x="-1545" y="45532"/>
                      <a:pt x="1525" y="54548"/>
                      <a:pt x="7663" y="61215"/>
                    </a:cubicBezTo>
                    <a:cubicBezTo>
                      <a:pt x="13801" y="67896"/>
                      <a:pt x="22083" y="71236"/>
                      <a:pt x="32507" y="71236"/>
                    </a:cubicBezTo>
                    <a:cubicBezTo>
                      <a:pt x="41847" y="71236"/>
                      <a:pt x="49236" y="68227"/>
                      <a:pt x="54673" y="62207"/>
                    </a:cubicBezTo>
                    <a:cubicBezTo>
                      <a:pt x="60110" y="56201"/>
                      <a:pt x="62829" y="48032"/>
                      <a:pt x="62829" y="37700"/>
                    </a:cubicBezTo>
                    <a:close/>
                    <a:moveTo>
                      <a:pt x="51418" y="41054"/>
                    </a:moveTo>
                    <a:cubicBezTo>
                      <a:pt x="51339" y="47285"/>
                      <a:pt x="49593" y="52259"/>
                      <a:pt x="46180" y="55977"/>
                    </a:cubicBezTo>
                    <a:cubicBezTo>
                      <a:pt x="42767" y="59707"/>
                      <a:pt x="38249" y="61572"/>
                      <a:pt x="32626" y="61572"/>
                    </a:cubicBezTo>
                    <a:cubicBezTo>
                      <a:pt x="26263" y="61572"/>
                      <a:pt x="21170" y="59773"/>
                      <a:pt x="17347" y="56175"/>
                    </a:cubicBezTo>
                    <a:cubicBezTo>
                      <a:pt x="13523" y="52577"/>
                      <a:pt x="11321" y="47510"/>
                      <a:pt x="10739" y="40975"/>
                    </a:cubicBezTo>
                    <a:lnTo>
                      <a:pt x="51418" y="41054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1E8D0E6E-F4F8-9268-FE87-0454AE6ADD4F}"/>
                </a:ext>
              </a:extLst>
            </p:cNvPr>
            <p:cNvSpPr/>
            <p:nvPr/>
          </p:nvSpPr>
          <p:spPr>
            <a:xfrm>
              <a:off x="5625225" y="1417001"/>
              <a:ext cx="254000" cy="12700"/>
            </a:xfrm>
            <a:custGeom>
              <a:avLst/>
              <a:gdLst>
                <a:gd name="csX0" fmla="*/ 0 w 254000"/>
                <a:gd name="csY0" fmla="*/ 0 h 12700"/>
                <a:gd name="csX1" fmla="*/ 127000 w 254000"/>
                <a:gd name="csY1" fmla="*/ 0 h 12700"/>
                <a:gd name="csX2" fmla="*/ 254000 w 254000"/>
                <a:gd name="csY2" fmla="*/ 0 h 127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000" h="12700">
                  <a:moveTo>
                    <a:pt x="0" y="0"/>
                  </a:moveTo>
                  <a:lnTo>
                    <a:pt x="127000" y="0"/>
                  </a:lnTo>
                  <a:lnTo>
                    <a:pt x="254000" y="0"/>
                  </a:lnTo>
                </a:path>
              </a:pathLst>
            </a:custGeom>
            <a:noFill/>
            <a:ln w="19050" cap="sq">
              <a:solidFill>
                <a:srgbClr val="FEFFB3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305" name="Graphic 7">
              <a:extLst>
                <a:ext uri="{FF2B5EF4-FFF2-40B4-BE49-F238E27FC236}">
                  <a16:creationId xmlns:a16="http://schemas.microsoft.com/office/drawing/2014/main" id="{AC03DD4E-899D-2CD2-6D24-B8D20F1E216B}"/>
                </a:ext>
              </a:extLst>
            </p:cNvPr>
            <p:cNvGrpSpPr/>
            <p:nvPr/>
          </p:nvGrpSpPr>
          <p:grpSpPr>
            <a:xfrm>
              <a:off x="5987949" y="1364951"/>
              <a:ext cx="273350" cy="98305"/>
              <a:chOff x="5987949" y="1364951"/>
              <a:chExt cx="273350" cy="98305"/>
            </a:xfrm>
            <a:solidFill>
              <a:srgbClr val="FFFFFF"/>
            </a:solidFill>
          </p:grpSpPr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F0C919A3-14DE-3D4D-D490-77E7F1A76BA9}"/>
                  </a:ext>
                </a:extLst>
              </p:cNvPr>
              <p:cNvSpPr/>
              <p:nvPr/>
            </p:nvSpPr>
            <p:spPr>
              <a:xfrm flipV="1">
                <a:off x="5987949" y="1367193"/>
                <a:ext cx="80863" cy="96063"/>
              </a:xfrm>
              <a:custGeom>
                <a:avLst/>
                <a:gdLst>
                  <a:gd name="csX0" fmla="*/ 66467 w 80863"/>
                  <a:gd name="csY0" fmla="*/ 12763 h 96063"/>
                  <a:gd name="csX1" fmla="*/ 66467 w 80863"/>
                  <a:gd name="csY1" fmla="*/ 37627 h 96063"/>
                  <a:gd name="csX2" fmla="*/ 46008 w 80863"/>
                  <a:gd name="csY2" fmla="*/ 37627 h 96063"/>
                  <a:gd name="csX3" fmla="*/ 46008 w 80863"/>
                  <a:gd name="csY3" fmla="*/ 47926 h 96063"/>
                  <a:gd name="csX4" fmla="*/ 78869 w 80863"/>
                  <a:gd name="csY4" fmla="*/ 47926 h 96063"/>
                  <a:gd name="csX5" fmla="*/ 78869 w 80863"/>
                  <a:gd name="csY5" fmla="*/ 8159 h 96063"/>
                  <a:gd name="csX6" fmla="*/ 62875 w 80863"/>
                  <a:gd name="csY6" fmla="*/ 381 h 96063"/>
                  <a:gd name="csX7" fmla="*/ 44222 w 80863"/>
                  <a:gd name="csY7" fmla="*/ -2259 h 96063"/>
                  <a:gd name="csX8" fmla="*/ 10250 w 80863"/>
                  <a:gd name="csY8" fmla="*/ 10421 h 96063"/>
                  <a:gd name="csX9" fmla="*/ -1994 w 80863"/>
                  <a:gd name="csY9" fmla="*/ 45743 h 96063"/>
                  <a:gd name="csX10" fmla="*/ 10250 w 80863"/>
                  <a:gd name="csY10" fmla="*/ 81125 h 96063"/>
                  <a:gd name="csX11" fmla="*/ 44222 w 80863"/>
                  <a:gd name="csY11" fmla="*/ 93805 h 96063"/>
                  <a:gd name="csX12" fmla="*/ 61427 w 80863"/>
                  <a:gd name="csY12" fmla="*/ 91563 h 96063"/>
                  <a:gd name="csX13" fmla="*/ 76468 w 80863"/>
                  <a:gd name="csY13" fmla="*/ 84994 h 96063"/>
                  <a:gd name="csX14" fmla="*/ 76468 w 80863"/>
                  <a:gd name="csY14" fmla="*/ 71659 h 96063"/>
                  <a:gd name="csX15" fmla="*/ 61705 w 80863"/>
                  <a:gd name="csY15" fmla="*/ 80529 h 96063"/>
                  <a:gd name="csX16" fmla="*/ 45274 w 80863"/>
                  <a:gd name="csY16" fmla="*/ 83506 h 96063"/>
                  <a:gd name="csX17" fmla="*/ 19735 w 80863"/>
                  <a:gd name="csY17" fmla="*/ 74021 h 96063"/>
                  <a:gd name="csX18" fmla="*/ 11222 w 80863"/>
                  <a:gd name="csY18" fmla="*/ 45743 h 96063"/>
                  <a:gd name="csX19" fmla="*/ 19735 w 80863"/>
                  <a:gd name="csY19" fmla="*/ 17526 h 96063"/>
                  <a:gd name="csX20" fmla="*/ 45274 w 80863"/>
                  <a:gd name="csY20" fmla="*/ 8040 h 96063"/>
                  <a:gd name="csX21" fmla="*/ 57101 w 80863"/>
                  <a:gd name="csY21" fmla="*/ 9191 h 96063"/>
                  <a:gd name="csX22" fmla="*/ 66467 w 80863"/>
                  <a:gd name="csY22" fmla="*/ 12763 h 9606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</a:cxnLst>
                <a:rect l="l" t="t" r="r" b="b"/>
                <a:pathLst>
                  <a:path w="80863" h="96063">
                    <a:moveTo>
                      <a:pt x="66467" y="12763"/>
                    </a:moveTo>
                    <a:lnTo>
                      <a:pt x="66467" y="37627"/>
                    </a:lnTo>
                    <a:lnTo>
                      <a:pt x="46008" y="37627"/>
                    </a:lnTo>
                    <a:lnTo>
                      <a:pt x="46008" y="47926"/>
                    </a:lnTo>
                    <a:lnTo>
                      <a:pt x="78869" y="47926"/>
                    </a:lnTo>
                    <a:lnTo>
                      <a:pt x="78869" y="8159"/>
                    </a:lnTo>
                    <a:cubicBezTo>
                      <a:pt x="74041" y="4733"/>
                      <a:pt x="68709" y="2140"/>
                      <a:pt x="62875" y="381"/>
                    </a:cubicBezTo>
                    <a:cubicBezTo>
                      <a:pt x="57055" y="-1379"/>
                      <a:pt x="50837" y="-2259"/>
                      <a:pt x="44222" y="-2259"/>
                    </a:cubicBezTo>
                    <a:cubicBezTo>
                      <a:pt x="29750" y="-2259"/>
                      <a:pt x="18425" y="1968"/>
                      <a:pt x="10250" y="10421"/>
                    </a:cubicBezTo>
                    <a:cubicBezTo>
                      <a:pt x="2087" y="18888"/>
                      <a:pt x="-1994" y="30662"/>
                      <a:pt x="-1994" y="45743"/>
                    </a:cubicBezTo>
                    <a:cubicBezTo>
                      <a:pt x="-1994" y="60878"/>
                      <a:pt x="2087" y="72671"/>
                      <a:pt x="10250" y="81125"/>
                    </a:cubicBezTo>
                    <a:cubicBezTo>
                      <a:pt x="18425" y="89578"/>
                      <a:pt x="29750" y="93805"/>
                      <a:pt x="44222" y="93805"/>
                    </a:cubicBezTo>
                    <a:cubicBezTo>
                      <a:pt x="50255" y="93805"/>
                      <a:pt x="55990" y="93057"/>
                      <a:pt x="61427" y="91563"/>
                    </a:cubicBezTo>
                    <a:cubicBezTo>
                      <a:pt x="66864" y="90081"/>
                      <a:pt x="71878" y="87891"/>
                      <a:pt x="76468" y="84994"/>
                    </a:cubicBezTo>
                    <a:lnTo>
                      <a:pt x="76468" y="71659"/>
                    </a:lnTo>
                    <a:cubicBezTo>
                      <a:pt x="71838" y="75588"/>
                      <a:pt x="66917" y="78545"/>
                      <a:pt x="61705" y="80529"/>
                    </a:cubicBezTo>
                    <a:cubicBezTo>
                      <a:pt x="56492" y="82514"/>
                      <a:pt x="51015" y="83506"/>
                      <a:pt x="45274" y="83506"/>
                    </a:cubicBezTo>
                    <a:cubicBezTo>
                      <a:pt x="33937" y="83506"/>
                      <a:pt x="25424" y="80344"/>
                      <a:pt x="19735" y="74021"/>
                    </a:cubicBezTo>
                    <a:cubicBezTo>
                      <a:pt x="14060" y="67697"/>
                      <a:pt x="11222" y="58271"/>
                      <a:pt x="11222" y="45743"/>
                    </a:cubicBezTo>
                    <a:cubicBezTo>
                      <a:pt x="11222" y="33255"/>
                      <a:pt x="14060" y="23849"/>
                      <a:pt x="19735" y="17526"/>
                    </a:cubicBezTo>
                    <a:cubicBezTo>
                      <a:pt x="25424" y="11202"/>
                      <a:pt x="33937" y="8040"/>
                      <a:pt x="45274" y="8040"/>
                    </a:cubicBezTo>
                    <a:cubicBezTo>
                      <a:pt x="49693" y="8040"/>
                      <a:pt x="53635" y="8424"/>
                      <a:pt x="57101" y="9191"/>
                    </a:cubicBezTo>
                    <a:cubicBezTo>
                      <a:pt x="60580" y="9958"/>
                      <a:pt x="63702" y="11149"/>
                      <a:pt x="66467" y="12763"/>
                    </a:cubicBez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17BD0616-38FD-9607-9FFF-E1F2CA6A88F7}"/>
                  </a:ext>
                </a:extLst>
              </p:cNvPr>
              <p:cNvSpPr/>
              <p:nvPr/>
            </p:nvSpPr>
            <p:spPr>
              <a:xfrm flipV="1">
                <a:off x="6086243" y="1390331"/>
                <a:ext cx="63757" cy="72925"/>
              </a:xfrm>
              <a:custGeom>
                <a:avLst/>
                <a:gdLst>
                  <a:gd name="csX0" fmla="*/ 30319 w 63757"/>
                  <a:gd name="csY0" fmla="*/ 61587 h 72925"/>
                  <a:gd name="csX1" fmla="*/ 15814 w 63757"/>
                  <a:gd name="csY1" fmla="*/ 54424 h 72925"/>
                  <a:gd name="csX2" fmla="*/ 10476 w 63757"/>
                  <a:gd name="csY2" fmla="*/ 34798 h 72925"/>
                  <a:gd name="csX3" fmla="*/ 15774 w 63757"/>
                  <a:gd name="csY3" fmla="*/ 15173 h 72925"/>
                  <a:gd name="csX4" fmla="*/ 30319 w 63757"/>
                  <a:gd name="csY4" fmla="*/ 8009 h 72925"/>
                  <a:gd name="csX5" fmla="*/ 44766 w 63757"/>
                  <a:gd name="csY5" fmla="*/ 15192 h 72925"/>
                  <a:gd name="csX6" fmla="*/ 50104 w 63757"/>
                  <a:gd name="csY6" fmla="*/ 34798 h 72925"/>
                  <a:gd name="csX7" fmla="*/ 44766 w 63757"/>
                  <a:gd name="csY7" fmla="*/ 54364 h 72925"/>
                  <a:gd name="csX8" fmla="*/ 30319 w 63757"/>
                  <a:gd name="csY8" fmla="*/ 61587 h 72925"/>
                  <a:gd name="csX9" fmla="*/ 30319 w 63757"/>
                  <a:gd name="csY9" fmla="*/ 71251 h 72925"/>
                  <a:gd name="csX10" fmla="*/ 53695 w 63757"/>
                  <a:gd name="csY10" fmla="*/ 61567 h 72925"/>
                  <a:gd name="csX11" fmla="*/ 62208 w 63757"/>
                  <a:gd name="csY11" fmla="*/ 34798 h 72925"/>
                  <a:gd name="csX12" fmla="*/ 53695 w 63757"/>
                  <a:gd name="csY12" fmla="*/ 8029 h 72925"/>
                  <a:gd name="csX13" fmla="*/ 30319 w 63757"/>
                  <a:gd name="csY13" fmla="*/ -1675 h 72925"/>
                  <a:gd name="csX14" fmla="*/ 6904 w 63757"/>
                  <a:gd name="csY14" fmla="*/ 8029 h 72925"/>
                  <a:gd name="csX15" fmla="*/ -1550 w 63757"/>
                  <a:gd name="csY15" fmla="*/ 34798 h 72925"/>
                  <a:gd name="csX16" fmla="*/ 6904 w 63757"/>
                  <a:gd name="csY16" fmla="*/ 61567 h 72925"/>
                  <a:gd name="csX17" fmla="*/ 30319 w 63757"/>
                  <a:gd name="csY17" fmla="*/ 71251 h 729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</a:cxnLst>
                <a:rect l="l" t="t" r="r" b="b"/>
                <a:pathLst>
                  <a:path w="63757" h="72925">
                    <a:moveTo>
                      <a:pt x="30319" y="61587"/>
                    </a:moveTo>
                    <a:cubicBezTo>
                      <a:pt x="24207" y="61587"/>
                      <a:pt x="19372" y="59199"/>
                      <a:pt x="15814" y="54424"/>
                    </a:cubicBezTo>
                    <a:cubicBezTo>
                      <a:pt x="12255" y="49648"/>
                      <a:pt x="10476" y="43106"/>
                      <a:pt x="10476" y="34798"/>
                    </a:cubicBezTo>
                    <a:cubicBezTo>
                      <a:pt x="10476" y="26490"/>
                      <a:pt x="12242" y="19948"/>
                      <a:pt x="15774" y="15173"/>
                    </a:cubicBezTo>
                    <a:cubicBezTo>
                      <a:pt x="19319" y="10397"/>
                      <a:pt x="24168" y="8009"/>
                      <a:pt x="30319" y="8009"/>
                    </a:cubicBezTo>
                    <a:cubicBezTo>
                      <a:pt x="36405" y="8009"/>
                      <a:pt x="41220" y="10403"/>
                      <a:pt x="44766" y="15192"/>
                    </a:cubicBezTo>
                    <a:cubicBezTo>
                      <a:pt x="48324" y="19995"/>
                      <a:pt x="50104" y="26530"/>
                      <a:pt x="50104" y="34798"/>
                    </a:cubicBezTo>
                    <a:cubicBezTo>
                      <a:pt x="50104" y="43027"/>
                      <a:pt x="48324" y="49549"/>
                      <a:pt x="44766" y="54364"/>
                    </a:cubicBezTo>
                    <a:cubicBezTo>
                      <a:pt x="41220" y="59179"/>
                      <a:pt x="36405" y="61587"/>
                      <a:pt x="30319" y="61587"/>
                    </a:cubicBezTo>
                    <a:close/>
                    <a:moveTo>
                      <a:pt x="30319" y="71251"/>
                    </a:moveTo>
                    <a:cubicBezTo>
                      <a:pt x="40241" y="71251"/>
                      <a:pt x="48033" y="68023"/>
                      <a:pt x="53695" y="61567"/>
                    </a:cubicBezTo>
                    <a:cubicBezTo>
                      <a:pt x="59371" y="55125"/>
                      <a:pt x="62208" y="46202"/>
                      <a:pt x="62208" y="34798"/>
                    </a:cubicBezTo>
                    <a:cubicBezTo>
                      <a:pt x="62208" y="23434"/>
                      <a:pt x="59371" y="14511"/>
                      <a:pt x="53695" y="8029"/>
                    </a:cubicBezTo>
                    <a:cubicBezTo>
                      <a:pt x="48033" y="1560"/>
                      <a:pt x="40241" y="-1675"/>
                      <a:pt x="30319" y="-1675"/>
                    </a:cubicBezTo>
                    <a:cubicBezTo>
                      <a:pt x="20358" y="-1675"/>
                      <a:pt x="12553" y="1560"/>
                      <a:pt x="6904" y="8029"/>
                    </a:cubicBezTo>
                    <a:cubicBezTo>
                      <a:pt x="1268" y="14511"/>
                      <a:pt x="-1550" y="23434"/>
                      <a:pt x="-1550" y="34798"/>
                    </a:cubicBezTo>
                    <a:cubicBezTo>
                      <a:pt x="-1550" y="46202"/>
                      <a:pt x="1268" y="55125"/>
                      <a:pt x="6904" y="61567"/>
                    </a:cubicBezTo>
                    <a:cubicBezTo>
                      <a:pt x="12553" y="68023"/>
                      <a:pt x="20358" y="71251"/>
                      <a:pt x="30319" y="71251"/>
                    </a:cubicBez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3310DAA7-C70F-3491-E426-322AB601EBFE}"/>
                  </a:ext>
                </a:extLst>
              </p:cNvPr>
              <p:cNvSpPr/>
              <p:nvPr/>
            </p:nvSpPr>
            <p:spPr>
              <a:xfrm flipV="1">
                <a:off x="6168904" y="1364951"/>
                <a:ext cx="11410" cy="96500"/>
              </a:xfrm>
              <a:custGeom>
                <a:avLst/>
                <a:gdLst>
                  <a:gd name="csX0" fmla="*/ -476 w 11410"/>
                  <a:gd name="csY0" fmla="*/ 94139 h 96500"/>
                  <a:gd name="csX1" fmla="*/ 10934 w 11410"/>
                  <a:gd name="csY1" fmla="*/ 94139 h 96500"/>
                  <a:gd name="csX2" fmla="*/ 10934 w 11410"/>
                  <a:gd name="csY2" fmla="*/ -2361 h 96500"/>
                  <a:gd name="csX3" fmla="*/ -476 w 11410"/>
                  <a:gd name="csY3" fmla="*/ -2361 h 96500"/>
                  <a:gd name="csX4" fmla="*/ -476 w 11410"/>
                  <a:gd name="csY4" fmla="*/ 94139 h 965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1410" h="96500">
                    <a:moveTo>
                      <a:pt x="-476" y="94139"/>
                    </a:moveTo>
                    <a:lnTo>
                      <a:pt x="10934" y="94139"/>
                    </a:lnTo>
                    <a:lnTo>
                      <a:pt x="10934" y="-2361"/>
                    </a:lnTo>
                    <a:lnTo>
                      <a:pt x="-476" y="-2361"/>
                    </a:lnTo>
                    <a:lnTo>
                      <a:pt x="-476" y="94139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38170A04-55F2-F5E2-1A7B-CDA8FC3BAC33}"/>
                  </a:ext>
                </a:extLst>
              </p:cNvPr>
              <p:cNvSpPr/>
              <p:nvPr/>
            </p:nvSpPr>
            <p:spPr>
              <a:xfrm flipV="1">
                <a:off x="6199228" y="1364951"/>
                <a:ext cx="62071" cy="98305"/>
              </a:xfrm>
              <a:custGeom>
                <a:avLst/>
                <a:gdLst>
                  <a:gd name="csX0" fmla="*/ 49163 w 62071"/>
                  <a:gd name="csY0" fmla="*/ 58407 h 98305"/>
                  <a:gd name="csX1" fmla="*/ 49163 w 62071"/>
                  <a:gd name="csY1" fmla="*/ 95991 h 98305"/>
                  <a:gd name="csX2" fmla="*/ 60573 w 62071"/>
                  <a:gd name="csY2" fmla="*/ 95991 h 98305"/>
                  <a:gd name="csX3" fmla="*/ 60573 w 62071"/>
                  <a:gd name="csY3" fmla="*/ -509 h 98305"/>
                  <a:gd name="csX4" fmla="*/ 49163 w 62071"/>
                  <a:gd name="csY4" fmla="*/ -509 h 98305"/>
                  <a:gd name="csX5" fmla="*/ 49163 w 62071"/>
                  <a:gd name="csY5" fmla="*/ 9908 h 98305"/>
                  <a:gd name="csX6" fmla="*/ 40074 w 62071"/>
                  <a:gd name="csY6" fmla="*/ 701 h 98305"/>
                  <a:gd name="csX7" fmla="*/ 26898 w 62071"/>
                  <a:gd name="csY7" fmla="*/ -2315 h 98305"/>
                  <a:gd name="csX8" fmla="*/ 6399 w 62071"/>
                  <a:gd name="csY8" fmla="*/ 7726 h 98305"/>
                  <a:gd name="csX9" fmla="*/ -1498 w 62071"/>
                  <a:gd name="csY9" fmla="*/ 34158 h 98305"/>
                  <a:gd name="csX10" fmla="*/ 6399 w 62071"/>
                  <a:gd name="csY10" fmla="*/ 60570 h 98305"/>
                  <a:gd name="csX11" fmla="*/ 26898 w 62071"/>
                  <a:gd name="csY11" fmla="*/ 70611 h 98305"/>
                  <a:gd name="csX12" fmla="*/ 40074 w 62071"/>
                  <a:gd name="csY12" fmla="*/ 67594 h 98305"/>
                  <a:gd name="csX13" fmla="*/ 49163 w 62071"/>
                  <a:gd name="csY13" fmla="*/ 58407 h 98305"/>
                  <a:gd name="csX14" fmla="*/ 10289 w 62071"/>
                  <a:gd name="csY14" fmla="*/ 34158 h 98305"/>
                  <a:gd name="csX15" fmla="*/ 15468 w 62071"/>
                  <a:gd name="csY15" fmla="*/ 14413 h 98305"/>
                  <a:gd name="csX16" fmla="*/ 29696 w 62071"/>
                  <a:gd name="csY16" fmla="*/ 7249 h 98305"/>
                  <a:gd name="csX17" fmla="*/ 43944 w 62071"/>
                  <a:gd name="csY17" fmla="*/ 14413 h 98305"/>
                  <a:gd name="csX18" fmla="*/ 49163 w 62071"/>
                  <a:gd name="csY18" fmla="*/ 34158 h 98305"/>
                  <a:gd name="csX19" fmla="*/ 43944 w 62071"/>
                  <a:gd name="csY19" fmla="*/ 53902 h 98305"/>
                  <a:gd name="csX20" fmla="*/ 29696 w 62071"/>
                  <a:gd name="csY20" fmla="*/ 61066 h 98305"/>
                  <a:gd name="csX21" fmla="*/ 15468 w 62071"/>
                  <a:gd name="csY21" fmla="*/ 53902 h 98305"/>
                  <a:gd name="csX22" fmla="*/ 10289 w 62071"/>
                  <a:gd name="csY22" fmla="*/ 34158 h 983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</a:cxnLst>
                <a:rect l="l" t="t" r="r" b="b"/>
                <a:pathLst>
                  <a:path w="62071" h="98305">
                    <a:moveTo>
                      <a:pt x="49163" y="58407"/>
                    </a:moveTo>
                    <a:lnTo>
                      <a:pt x="49163" y="95991"/>
                    </a:lnTo>
                    <a:lnTo>
                      <a:pt x="60573" y="95991"/>
                    </a:lnTo>
                    <a:lnTo>
                      <a:pt x="60573" y="-509"/>
                    </a:lnTo>
                    <a:lnTo>
                      <a:pt x="49163" y="-509"/>
                    </a:lnTo>
                    <a:lnTo>
                      <a:pt x="49163" y="9908"/>
                    </a:lnTo>
                    <a:cubicBezTo>
                      <a:pt x="46768" y="5781"/>
                      <a:pt x="43739" y="2712"/>
                      <a:pt x="40074" y="701"/>
                    </a:cubicBezTo>
                    <a:cubicBezTo>
                      <a:pt x="36423" y="-1310"/>
                      <a:pt x="32031" y="-2315"/>
                      <a:pt x="26898" y="-2315"/>
                    </a:cubicBezTo>
                    <a:cubicBezTo>
                      <a:pt x="18511" y="-2315"/>
                      <a:pt x="11678" y="1032"/>
                      <a:pt x="6399" y="7726"/>
                    </a:cubicBezTo>
                    <a:cubicBezTo>
                      <a:pt x="1134" y="14433"/>
                      <a:pt x="-1498" y="23243"/>
                      <a:pt x="-1498" y="34158"/>
                    </a:cubicBezTo>
                    <a:cubicBezTo>
                      <a:pt x="-1498" y="45072"/>
                      <a:pt x="1134" y="53876"/>
                      <a:pt x="6399" y="60570"/>
                    </a:cubicBezTo>
                    <a:cubicBezTo>
                      <a:pt x="11678" y="67264"/>
                      <a:pt x="18511" y="70611"/>
                      <a:pt x="26898" y="70611"/>
                    </a:cubicBezTo>
                    <a:cubicBezTo>
                      <a:pt x="32031" y="70611"/>
                      <a:pt x="36423" y="69605"/>
                      <a:pt x="40074" y="67594"/>
                    </a:cubicBezTo>
                    <a:cubicBezTo>
                      <a:pt x="43739" y="65597"/>
                      <a:pt x="46768" y="62534"/>
                      <a:pt x="49163" y="58407"/>
                    </a:cubicBezTo>
                    <a:close/>
                    <a:moveTo>
                      <a:pt x="10289" y="34158"/>
                    </a:moveTo>
                    <a:cubicBezTo>
                      <a:pt x="10289" y="25770"/>
                      <a:pt x="12015" y="19189"/>
                      <a:pt x="15468" y="14413"/>
                    </a:cubicBezTo>
                    <a:cubicBezTo>
                      <a:pt x="18921" y="9637"/>
                      <a:pt x="23663" y="7249"/>
                      <a:pt x="29696" y="7249"/>
                    </a:cubicBezTo>
                    <a:cubicBezTo>
                      <a:pt x="35728" y="7249"/>
                      <a:pt x="40478" y="9637"/>
                      <a:pt x="43944" y="14413"/>
                    </a:cubicBezTo>
                    <a:cubicBezTo>
                      <a:pt x="47423" y="19189"/>
                      <a:pt x="49163" y="25770"/>
                      <a:pt x="49163" y="34158"/>
                    </a:cubicBezTo>
                    <a:cubicBezTo>
                      <a:pt x="49163" y="42545"/>
                      <a:pt x="47423" y="49126"/>
                      <a:pt x="43944" y="53902"/>
                    </a:cubicBezTo>
                    <a:cubicBezTo>
                      <a:pt x="40478" y="58678"/>
                      <a:pt x="35728" y="61066"/>
                      <a:pt x="29696" y="61066"/>
                    </a:cubicBezTo>
                    <a:cubicBezTo>
                      <a:pt x="23663" y="61066"/>
                      <a:pt x="18921" y="58678"/>
                      <a:pt x="15468" y="53902"/>
                    </a:cubicBezTo>
                    <a:cubicBezTo>
                      <a:pt x="12015" y="49126"/>
                      <a:pt x="10289" y="42545"/>
                      <a:pt x="10289" y="34158"/>
                    </a:cubicBez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FB087653-224F-55C6-C0BA-D8F59A66145F}"/>
                </a:ext>
              </a:extLst>
            </p:cNvPr>
            <p:cNvSpPr/>
            <p:nvPr/>
          </p:nvSpPr>
          <p:spPr>
            <a:xfrm>
              <a:off x="5625225" y="1603413"/>
              <a:ext cx="254000" cy="12700"/>
            </a:xfrm>
            <a:custGeom>
              <a:avLst/>
              <a:gdLst>
                <a:gd name="csX0" fmla="*/ 0 w 254000"/>
                <a:gd name="csY0" fmla="*/ 0 h 12700"/>
                <a:gd name="csX1" fmla="*/ 127000 w 254000"/>
                <a:gd name="csY1" fmla="*/ 0 h 12700"/>
                <a:gd name="csX2" fmla="*/ 254000 w 254000"/>
                <a:gd name="csY2" fmla="*/ 0 h 127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000" h="12700">
                  <a:moveTo>
                    <a:pt x="0" y="0"/>
                  </a:moveTo>
                  <a:lnTo>
                    <a:pt x="127000" y="0"/>
                  </a:lnTo>
                  <a:lnTo>
                    <a:pt x="254000" y="0"/>
                  </a:lnTo>
                </a:path>
              </a:pathLst>
            </a:custGeom>
            <a:noFill/>
            <a:ln w="19050" cap="sq">
              <a:solidFill>
                <a:srgbClr val="9467BD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311" name="Graphic 7">
              <a:extLst>
                <a:ext uri="{FF2B5EF4-FFF2-40B4-BE49-F238E27FC236}">
                  <a16:creationId xmlns:a16="http://schemas.microsoft.com/office/drawing/2014/main" id="{D9B5932D-B227-E446-7349-64BBD0C46BC3}"/>
                </a:ext>
              </a:extLst>
            </p:cNvPr>
            <p:cNvGrpSpPr/>
            <p:nvPr/>
          </p:nvGrpSpPr>
          <p:grpSpPr>
            <a:xfrm>
              <a:off x="5993287" y="1551363"/>
              <a:ext cx="1386311" cy="122912"/>
              <a:chOff x="5993287" y="1551363"/>
              <a:chExt cx="1386311" cy="122912"/>
            </a:xfrm>
            <a:solidFill>
              <a:srgbClr val="FFFFFF"/>
            </a:solidFill>
          </p:grpSpPr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92134141-D580-D77A-0FCE-0F6042CDD1D1}"/>
                  </a:ext>
                </a:extLst>
              </p:cNvPr>
              <p:cNvSpPr/>
              <p:nvPr/>
            </p:nvSpPr>
            <p:spPr>
              <a:xfrm flipV="1">
                <a:off x="5993287" y="1555272"/>
                <a:ext cx="65682" cy="92590"/>
              </a:xfrm>
              <a:custGeom>
                <a:avLst/>
                <a:gdLst>
                  <a:gd name="csX0" fmla="*/ 10641 w 65682"/>
                  <a:gd name="csY0" fmla="*/ 41964 h 92590"/>
                  <a:gd name="csX1" fmla="*/ 10641 w 65682"/>
                  <a:gd name="csY1" fmla="*/ 8051 h 92590"/>
                  <a:gd name="csX2" fmla="*/ 30743 w 65682"/>
                  <a:gd name="csY2" fmla="*/ 8051 h 92590"/>
                  <a:gd name="csX3" fmla="*/ 45705 w 65682"/>
                  <a:gd name="csY3" fmla="*/ 12238 h 92590"/>
                  <a:gd name="csX4" fmla="*/ 50586 w 65682"/>
                  <a:gd name="csY4" fmla="*/ 25038 h 92590"/>
                  <a:gd name="csX5" fmla="*/ 45705 w 65682"/>
                  <a:gd name="csY5" fmla="*/ 37837 h 92590"/>
                  <a:gd name="csX6" fmla="*/ 30743 w 65682"/>
                  <a:gd name="csY6" fmla="*/ 41964 h 92590"/>
                  <a:gd name="csX7" fmla="*/ 10641 w 65682"/>
                  <a:gd name="csY7" fmla="*/ 41964 h 92590"/>
                  <a:gd name="csX8" fmla="*/ 10641 w 65682"/>
                  <a:gd name="csY8" fmla="*/ 80045 h 92590"/>
                  <a:gd name="csX9" fmla="*/ 10641 w 65682"/>
                  <a:gd name="csY9" fmla="*/ 52144 h 92590"/>
                  <a:gd name="csX10" fmla="*/ 29195 w 65682"/>
                  <a:gd name="csY10" fmla="*/ 52144 h 92590"/>
                  <a:gd name="csX11" fmla="*/ 42847 w 65682"/>
                  <a:gd name="csY11" fmla="*/ 55577 h 92590"/>
                  <a:gd name="csX12" fmla="*/ 47352 w 65682"/>
                  <a:gd name="csY12" fmla="*/ 66094 h 92590"/>
                  <a:gd name="csX13" fmla="*/ 42847 w 65682"/>
                  <a:gd name="csY13" fmla="*/ 76572 h 92590"/>
                  <a:gd name="csX14" fmla="*/ 29195 w 65682"/>
                  <a:gd name="csY14" fmla="*/ 80045 h 92590"/>
                  <a:gd name="csX15" fmla="*/ 10641 w 65682"/>
                  <a:gd name="csY15" fmla="*/ 80045 h 92590"/>
                  <a:gd name="csX16" fmla="*/ -1881 w 65682"/>
                  <a:gd name="csY16" fmla="*/ 90343 h 92590"/>
                  <a:gd name="csX17" fmla="*/ 30127 w 65682"/>
                  <a:gd name="csY17" fmla="*/ 90343 h 92590"/>
                  <a:gd name="csX18" fmla="*/ 52194 w 65682"/>
                  <a:gd name="csY18" fmla="*/ 84390 h 92590"/>
                  <a:gd name="csX19" fmla="*/ 59953 w 65682"/>
                  <a:gd name="csY19" fmla="*/ 67464 h 92590"/>
                  <a:gd name="csX20" fmla="*/ 55984 w 65682"/>
                  <a:gd name="csY20" fmla="*/ 53930 h 92590"/>
                  <a:gd name="csX21" fmla="*/ 44316 w 65682"/>
                  <a:gd name="csY21" fmla="*/ 47679 h 92590"/>
                  <a:gd name="csX22" fmla="*/ 58683 w 65682"/>
                  <a:gd name="csY22" fmla="*/ 39385 h 92590"/>
                  <a:gd name="csX23" fmla="*/ 63802 w 65682"/>
                  <a:gd name="csY23" fmla="*/ 23668 h 92590"/>
                  <a:gd name="csX24" fmla="*/ 55369 w 65682"/>
                  <a:gd name="csY24" fmla="*/ 4499 h 92590"/>
                  <a:gd name="csX25" fmla="*/ 31358 w 65682"/>
                  <a:gd name="csY25" fmla="*/ -2247 h 92590"/>
                  <a:gd name="csX26" fmla="*/ -1881 w 65682"/>
                  <a:gd name="csY26" fmla="*/ -2247 h 92590"/>
                  <a:gd name="csX27" fmla="*/ -1881 w 65682"/>
                  <a:gd name="csY27" fmla="*/ 90343 h 925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</a:cxnLst>
                <a:rect l="l" t="t" r="r" b="b"/>
                <a:pathLst>
                  <a:path w="65682" h="92590">
                    <a:moveTo>
                      <a:pt x="10641" y="41964"/>
                    </a:moveTo>
                    <a:lnTo>
                      <a:pt x="10641" y="8051"/>
                    </a:lnTo>
                    <a:lnTo>
                      <a:pt x="30743" y="8051"/>
                    </a:lnTo>
                    <a:cubicBezTo>
                      <a:pt x="37476" y="8051"/>
                      <a:pt x="42464" y="9447"/>
                      <a:pt x="45705" y="12238"/>
                    </a:cubicBezTo>
                    <a:cubicBezTo>
                      <a:pt x="48959" y="15030"/>
                      <a:pt x="50586" y="19296"/>
                      <a:pt x="50586" y="25038"/>
                    </a:cubicBezTo>
                    <a:cubicBezTo>
                      <a:pt x="50586" y="30832"/>
                      <a:pt x="48959" y="35098"/>
                      <a:pt x="45705" y="37837"/>
                    </a:cubicBezTo>
                    <a:cubicBezTo>
                      <a:pt x="42464" y="40589"/>
                      <a:pt x="37476" y="41964"/>
                      <a:pt x="30743" y="41964"/>
                    </a:cubicBezTo>
                    <a:lnTo>
                      <a:pt x="10641" y="41964"/>
                    </a:lnTo>
                    <a:close/>
                    <a:moveTo>
                      <a:pt x="10641" y="80045"/>
                    </a:moveTo>
                    <a:lnTo>
                      <a:pt x="10641" y="52144"/>
                    </a:lnTo>
                    <a:lnTo>
                      <a:pt x="29195" y="52144"/>
                    </a:lnTo>
                    <a:cubicBezTo>
                      <a:pt x="35307" y="52144"/>
                      <a:pt x="39858" y="53289"/>
                      <a:pt x="42847" y="55577"/>
                    </a:cubicBezTo>
                    <a:cubicBezTo>
                      <a:pt x="45850" y="57879"/>
                      <a:pt x="47352" y="61385"/>
                      <a:pt x="47352" y="66094"/>
                    </a:cubicBezTo>
                    <a:cubicBezTo>
                      <a:pt x="47352" y="70764"/>
                      <a:pt x="45850" y="74257"/>
                      <a:pt x="42847" y="76572"/>
                    </a:cubicBezTo>
                    <a:cubicBezTo>
                      <a:pt x="39858" y="78887"/>
                      <a:pt x="35307" y="80045"/>
                      <a:pt x="29195" y="80045"/>
                    </a:cubicBezTo>
                    <a:lnTo>
                      <a:pt x="10641" y="80045"/>
                    </a:lnTo>
                    <a:close/>
                    <a:moveTo>
                      <a:pt x="-1881" y="90343"/>
                    </a:moveTo>
                    <a:lnTo>
                      <a:pt x="30127" y="90343"/>
                    </a:lnTo>
                    <a:cubicBezTo>
                      <a:pt x="39679" y="90343"/>
                      <a:pt x="47034" y="88359"/>
                      <a:pt x="52194" y="84390"/>
                    </a:cubicBezTo>
                    <a:cubicBezTo>
                      <a:pt x="57366" y="80422"/>
                      <a:pt x="59953" y="74779"/>
                      <a:pt x="59953" y="67464"/>
                    </a:cubicBezTo>
                    <a:cubicBezTo>
                      <a:pt x="59953" y="61788"/>
                      <a:pt x="58630" y="57277"/>
                      <a:pt x="55984" y="53930"/>
                    </a:cubicBezTo>
                    <a:cubicBezTo>
                      <a:pt x="53338" y="50583"/>
                      <a:pt x="49449" y="48500"/>
                      <a:pt x="44316" y="47679"/>
                    </a:cubicBezTo>
                    <a:cubicBezTo>
                      <a:pt x="50481" y="46356"/>
                      <a:pt x="55270" y="43592"/>
                      <a:pt x="58683" y="39385"/>
                    </a:cubicBezTo>
                    <a:cubicBezTo>
                      <a:pt x="62096" y="35191"/>
                      <a:pt x="63802" y="29952"/>
                      <a:pt x="63802" y="23668"/>
                    </a:cubicBezTo>
                    <a:cubicBezTo>
                      <a:pt x="63802" y="15400"/>
                      <a:pt x="60991" y="9011"/>
                      <a:pt x="55369" y="4499"/>
                    </a:cubicBezTo>
                    <a:cubicBezTo>
                      <a:pt x="49746" y="1"/>
                      <a:pt x="41743" y="-2247"/>
                      <a:pt x="31358" y="-2247"/>
                    </a:cubicBezTo>
                    <a:lnTo>
                      <a:pt x="-1881" y="-2247"/>
                    </a:lnTo>
                    <a:lnTo>
                      <a:pt x="-1881" y="90343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21A3B52D-1575-D830-40C5-8674F0407363}"/>
                  </a:ext>
                </a:extLst>
              </p:cNvPr>
              <p:cNvSpPr/>
              <p:nvPr/>
            </p:nvSpPr>
            <p:spPr>
              <a:xfrm flipV="1">
                <a:off x="6079481" y="1576743"/>
                <a:ext cx="40679" cy="71119"/>
              </a:xfrm>
              <a:custGeom>
                <a:avLst/>
                <a:gdLst>
                  <a:gd name="csX0" fmla="*/ 39482 w 40679"/>
                  <a:gd name="csY0" fmla="*/ 57091 h 71119"/>
                  <a:gd name="csX1" fmla="*/ 35295 w 40679"/>
                  <a:gd name="csY1" fmla="*/ 58719 h 71119"/>
                  <a:gd name="csX2" fmla="*/ 30314 w 40679"/>
                  <a:gd name="csY2" fmla="*/ 59254 h 71119"/>
                  <a:gd name="csX3" fmla="*/ 15451 w 40679"/>
                  <a:gd name="csY3" fmla="*/ 52964 h 71119"/>
                  <a:gd name="csX4" fmla="*/ 10272 w 40679"/>
                  <a:gd name="csY4" fmla="*/ 34886 h 71119"/>
                  <a:gd name="csX5" fmla="*/ 10272 w 40679"/>
                  <a:gd name="csY5" fmla="*/ -1706 h 71119"/>
                  <a:gd name="csX6" fmla="*/ -1198 w 40679"/>
                  <a:gd name="csY6" fmla="*/ -1706 h 71119"/>
                  <a:gd name="csX7" fmla="*/ -1198 w 40679"/>
                  <a:gd name="csY7" fmla="*/ 67747 h 71119"/>
                  <a:gd name="csX8" fmla="*/ 10272 w 40679"/>
                  <a:gd name="csY8" fmla="*/ 67747 h 71119"/>
                  <a:gd name="csX9" fmla="*/ 10272 w 40679"/>
                  <a:gd name="csY9" fmla="*/ 56952 h 71119"/>
                  <a:gd name="csX10" fmla="*/ 19638 w 40679"/>
                  <a:gd name="csY10" fmla="*/ 66339 h 71119"/>
                  <a:gd name="csX11" fmla="*/ 33668 w 40679"/>
                  <a:gd name="csY11" fmla="*/ 69414 h 71119"/>
                  <a:gd name="csX12" fmla="*/ 36267 w 40679"/>
                  <a:gd name="csY12" fmla="*/ 69256 h 71119"/>
                  <a:gd name="csX13" fmla="*/ 39422 w 40679"/>
                  <a:gd name="csY13" fmla="*/ 68799 h 71119"/>
                  <a:gd name="csX14" fmla="*/ 39482 w 40679"/>
                  <a:gd name="csY14" fmla="*/ 57091 h 7111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40679" h="71119">
                    <a:moveTo>
                      <a:pt x="39482" y="57091"/>
                    </a:moveTo>
                    <a:cubicBezTo>
                      <a:pt x="38199" y="57832"/>
                      <a:pt x="36803" y="58375"/>
                      <a:pt x="35295" y="58719"/>
                    </a:cubicBezTo>
                    <a:cubicBezTo>
                      <a:pt x="33787" y="59076"/>
                      <a:pt x="32127" y="59254"/>
                      <a:pt x="30314" y="59254"/>
                    </a:cubicBezTo>
                    <a:cubicBezTo>
                      <a:pt x="23858" y="59254"/>
                      <a:pt x="18904" y="57158"/>
                      <a:pt x="15451" y="52964"/>
                    </a:cubicBezTo>
                    <a:cubicBezTo>
                      <a:pt x="11998" y="48770"/>
                      <a:pt x="10272" y="42744"/>
                      <a:pt x="10272" y="34886"/>
                    </a:cubicBezTo>
                    <a:lnTo>
                      <a:pt x="10272" y="-1706"/>
                    </a:lnTo>
                    <a:lnTo>
                      <a:pt x="-1198" y="-1706"/>
                    </a:lnTo>
                    <a:lnTo>
                      <a:pt x="-1198" y="67747"/>
                    </a:lnTo>
                    <a:lnTo>
                      <a:pt x="10272" y="67747"/>
                    </a:lnTo>
                    <a:lnTo>
                      <a:pt x="10272" y="56952"/>
                    </a:lnTo>
                    <a:cubicBezTo>
                      <a:pt x="12680" y="61173"/>
                      <a:pt x="15802" y="64301"/>
                      <a:pt x="19638" y="66339"/>
                    </a:cubicBezTo>
                    <a:cubicBezTo>
                      <a:pt x="23488" y="68389"/>
                      <a:pt x="28164" y="69414"/>
                      <a:pt x="33668" y="69414"/>
                    </a:cubicBezTo>
                    <a:cubicBezTo>
                      <a:pt x="34448" y="69414"/>
                      <a:pt x="35315" y="69361"/>
                      <a:pt x="36267" y="69256"/>
                    </a:cubicBezTo>
                    <a:cubicBezTo>
                      <a:pt x="37220" y="69163"/>
                      <a:pt x="38272" y="69011"/>
                      <a:pt x="39422" y="68799"/>
                    </a:cubicBezTo>
                    <a:lnTo>
                      <a:pt x="39482" y="57091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2F582541-A612-57DF-DE75-04CBE3304355}"/>
                  </a:ext>
                </a:extLst>
              </p:cNvPr>
              <p:cNvSpPr/>
              <p:nvPr/>
            </p:nvSpPr>
            <p:spPr>
              <a:xfrm flipV="1">
                <a:off x="6124313" y="1576743"/>
                <a:ext cx="63757" cy="72925"/>
              </a:xfrm>
              <a:custGeom>
                <a:avLst/>
                <a:gdLst>
                  <a:gd name="csX0" fmla="*/ 30322 w 63757"/>
                  <a:gd name="csY0" fmla="*/ 61602 h 72925"/>
                  <a:gd name="csX1" fmla="*/ 15817 w 63757"/>
                  <a:gd name="csY1" fmla="*/ 54438 h 72925"/>
                  <a:gd name="csX2" fmla="*/ 10479 w 63757"/>
                  <a:gd name="csY2" fmla="*/ 34813 h 72925"/>
                  <a:gd name="csX3" fmla="*/ 15777 w 63757"/>
                  <a:gd name="csY3" fmla="*/ 15187 h 72925"/>
                  <a:gd name="csX4" fmla="*/ 30322 w 63757"/>
                  <a:gd name="csY4" fmla="*/ 8024 h 72925"/>
                  <a:gd name="csX5" fmla="*/ 44769 w 63757"/>
                  <a:gd name="csY5" fmla="*/ 15207 h 72925"/>
                  <a:gd name="csX6" fmla="*/ 50107 w 63757"/>
                  <a:gd name="csY6" fmla="*/ 34813 h 72925"/>
                  <a:gd name="csX7" fmla="*/ 44769 w 63757"/>
                  <a:gd name="csY7" fmla="*/ 54379 h 72925"/>
                  <a:gd name="csX8" fmla="*/ 30322 w 63757"/>
                  <a:gd name="csY8" fmla="*/ 61602 h 72925"/>
                  <a:gd name="csX9" fmla="*/ 30322 w 63757"/>
                  <a:gd name="csY9" fmla="*/ 71266 h 72925"/>
                  <a:gd name="csX10" fmla="*/ 53698 w 63757"/>
                  <a:gd name="csY10" fmla="*/ 61582 h 72925"/>
                  <a:gd name="csX11" fmla="*/ 62211 w 63757"/>
                  <a:gd name="csY11" fmla="*/ 34813 h 72925"/>
                  <a:gd name="csX12" fmla="*/ 53698 w 63757"/>
                  <a:gd name="csY12" fmla="*/ 8044 h 72925"/>
                  <a:gd name="csX13" fmla="*/ 30322 w 63757"/>
                  <a:gd name="csY13" fmla="*/ -1660 h 72925"/>
                  <a:gd name="csX14" fmla="*/ 6907 w 63757"/>
                  <a:gd name="csY14" fmla="*/ 8044 h 72925"/>
                  <a:gd name="csX15" fmla="*/ -1547 w 63757"/>
                  <a:gd name="csY15" fmla="*/ 34813 h 72925"/>
                  <a:gd name="csX16" fmla="*/ 6907 w 63757"/>
                  <a:gd name="csY16" fmla="*/ 61582 h 72925"/>
                  <a:gd name="csX17" fmla="*/ 30322 w 63757"/>
                  <a:gd name="csY17" fmla="*/ 71266 h 729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</a:cxnLst>
                <a:rect l="l" t="t" r="r" b="b"/>
                <a:pathLst>
                  <a:path w="63757" h="72925">
                    <a:moveTo>
                      <a:pt x="30322" y="61602"/>
                    </a:moveTo>
                    <a:cubicBezTo>
                      <a:pt x="24210" y="61602"/>
                      <a:pt x="19375" y="59214"/>
                      <a:pt x="15817" y="54438"/>
                    </a:cubicBezTo>
                    <a:cubicBezTo>
                      <a:pt x="12258" y="49662"/>
                      <a:pt x="10479" y="43121"/>
                      <a:pt x="10479" y="34813"/>
                    </a:cubicBezTo>
                    <a:cubicBezTo>
                      <a:pt x="10479" y="26505"/>
                      <a:pt x="12245" y="19963"/>
                      <a:pt x="15777" y="15187"/>
                    </a:cubicBezTo>
                    <a:cubicBezTo>
                      <a:pt x="19322" y="10412"/>
                      <a:pt x="24171" y="8024"/>
                      <a:pt x="30322" y="8024"/>
                    </a:cubicBezTo>
                    <a:cubicBezTo>
                      <a:pt x="36408" y="8024"/>
                      <a:pt x="41223" y="10418"/>
                      <a:pt x="44769" y="15207"/>
                    </a:cubicBezTo>
                    <a:cubicBezTo>
                      <a:pt x="48327" y="20009"/>
                      <a:pt x="50107" y="26545"/>
                      <a:pt x="50107" y="34813"/>
                    </a:cubicBezTo>
                    <a:cubicBezTo>
                      <a:pt x="50107" y="43041"/>
                      <a:pt x="48327" y="49563"/>
                      <a:pt x="44769" y="54379"/>
                    </a:cubicBezTo>
                    <a:cubicBezTo>
                      <a:pt x="41223" y="59194"/>
                      <a:pt x="36408" y="61602"/>
                      <a:pt x="30322" y="61602"/>
                    </a:cubicBezTo>
                    <a:close/>
                    <a:moveTo>
                      <a:pt x="30322" y="71266"/>
                    </a:moveTo>
                    <a:cubicBezTo>
                      <a:pt x="40244" y="71266"/>
                      <a:pt x="48036" y="68038"/>
                      <a:pt x="53698" y="61582"/>
                    </a:cubicBezTo>
                    <a:cubicBezTo>
                      <a:pt x="59374" y="55139"/>
                      <a:pt x="62211" y="46216"/>
                      <a:pt x="62211" y="34813"/>
                    </a:cubicBezTo>
                    <a:cubicBezTo>
                      <a:pt x="62211" y="23449"/>
                      <a:pt x="59374" y="14526"/>
                      <a:pt x="53698" y="8044"/>
                    </a:cubicBezTo>
                    <a:cubicBezTo>
                      <a:pt x="48036" y="1574"/>
                      <a:pt x="40244" y="-1660"/>
                      <a:pt x="30322" y="-1660"/>
                    </a:cubicBezTo>
                    <a:cubicBezTo>
                      <a:pt x="20361" y="-1660"/>
                      <a:pt x="12556" y="1574"/>
                      <a:pt x="6907" y="8044"/>
                    </a:cubicBezTo>
                    <a:cubicBezTo>
                      <a:pt x="1271" y="14526"/>
                      <a:pt x="-1547" y="23449"/>
                      <a:pt x="-1547" y="34813"/>
                    </a:cubicBezTo>
                    <a:cubicBezTo>
                      <a:pt x="-1547" y="46216"/>
                      <a:pt x="1271" y="55139"/>
                      <a:pt x="6907" y="61582"/>
                    </a:cubicBezTo>
                    <a:cubicBezTo>
                      <a:pt x="12556" y="68038"/>
                      <a:pt x="20361" y="71266"/>
                      <a:pt x="30322" y="71266"/>
                    </a:cubicBez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D70D0AFE-A6C9-1277-517E-CBA82E579C3C}"/>
                  </a:ext>
                </a:extLst>
              </p:cNvPr>
              <p:cNvSpPr/>
              <p:nvPr/>
            </p:nvSpPr>
            <p:spPr>
              <a:xfrm flipV="1">
                <a:off x="6206538" y="1576743"/>
                <a:ext cx="58181" cy="71119"/>
              </a:xfrm>
              <a:custGeom>
                <a:avLst/>
                <a:gdLst>
                  <a:gd name="csX0" fmla="*/ 56554 w 58181"/>
                  <a:gd name="csY0" fmla="*/ 40224 h 71119"/>
                  <a:gd name="csX1" fmla="*/ 56554 w 58181"/>
                  <a:gd name="csY1" fmla="*/ -1706 h 71119"/>
                  <a:gd name="csX2" fmla="*/ 45144 w 58181"/>
                  <a:gd name="csY2" fmla="*/ -1706 h 71119"/>
                  <a:gd name="csX3" fmla="*/ 45144 w 58181"/>
                  <a:gd name="csY3" fmla="*/ 39847 h 71119"/>
                  <a:gd name="csX4" fmla="*/ 41294 w 58181"/>
                  <a:gd name="csY4" fmla="*/ 54591 h 71119"/>
                  <a:gd name="csX5" fmla="*/ 29765 w 58181"/>
                  <a:gd name="csY5" fmla="*/ 59492 h 71119"/>
                  <a:gd name="csX6" fmla="*/ 15180 w 58181"/>
                  <a:gd name="csY6" fmla="*/ 53599 h 71119"/>
                  <a:gd name="csX7" fmla="*/ 9842 w 58181"/>
                  <a:gd name="csY7" fmla="*/ 37545 h 71119"/>
                  <a:gd name="csX8" fmla="*/ 9842 w 58181"/>
                  <a:gd name="csY8" fmla="*/ -1706 h 71119"/>
                  <a:gd name="csX9" fmla="*/ -1628 w 58181"/>
                  <a:gd name="csY9" fmla="*/ -1706 h 71119"/>
                  <a:gd name="csX10" fmla="*/ -1628 w 58181"/>
                  <a:gd name="csY10" fmla="*/ 67747 h 71119"/>
                  <a:gd name="csX11" fmla="*/ 9842 w 58181"/>
                  <a:gd name="csY11" fmla="*/ 67747 h 71119"/>
                  <a:gd name="csX12" fmla="*/ 9842 w 58181"/>
                  <a:gd name="csY12" fmla="*/ 56952 h 71119"/>
                  <a:gd name="csX13" fmla="*/ 19486 w 58181"/>
                  <a:gd name="csY13" fmla="*/ 66319 h 71119"/>
                  <a:gd name="csX14" fmla="*/ 32305 w 58181"/>
                  <a:gd name="csY14" fmla="*/ 69414 h 71119"/>
                  <a:gd name="csX15" fmla="*/ 50402 w 58181"/>
                  <a:gd name="csY15" fmla="*/ 62013 h 71119"/>
                  <a:gd name="csX16" fmla="*/ 56554 w 58181"/>
                  <a:gd name="csY16" fmla="*/ 40224 h 7111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58181" h="71119">
                    <a:moveTo>
                      <a:pt x="56554" y="40224"/>
                    </a:moveTo>
                    <a:lnTo>
                      <a:pt x="56554" y="-1706"/>
                    </a:lnTo>
                    <a:lnTo>
                      <a:pt x="45144" y="-1706"/>
                    </a:lnTo>
                    <a:lnTo>
                      <a:pt x="45144" y="39847"/>
                    </a:lnTo>
                    <a:cubicBezTo>
                      <a:pt x="45144" y="46422"/>
                      <a:pt x="43860" y="51337"/>
                      <a:pt x="41294" y="54591"/>
                    </a:cubicBezTo>
                    <a:cubicBezTo>
                      <a:pt x="38728" y="57859"/>
                      <a:pt x="34884" y="59492"/>
                      <a:pt x="29765" y="59492"/>
                    </a:cubicBezTo>
                    <a:cubicBezTo>
                      <a:pt x="23600" y="59492"/>
                      <a:pt x="18738" y="57528"/>
                      <a:pt x="15180" y="53599"/>
                    </a:cubicBezTo>
                    <a:cubicBezTo>
                      <a:pt x="11621" y="49683"/>
                      <a:pt x="9842" y="44332"/>
                      <a:pt x="9842" y="37545"/>
                    </a:cubicBezTo>
                    <a:lnTo>
                      <a:pt x="9842" y="-1706"/>
                    </a:lnTo>
                    <a:lnTo>
                      <a:pt x="-1628" y="-1706"/>
                    </a:lnTo>
                    <a:lnTo>
                      <a:pt x="-1628" y="67747"/>
                    </a:lnTo>
                    <a:lnTo>
                      <a:pt x="9842" y="67747"/>
                    </a:lnTo>
                    <a:lnTo>
                      <a:pt x="9842" y="56952"/>
                    </a:lnTo>
                    <a:cubicBezTo>
                      <a:pt x="12580" y="61133"/>
                      <a:pt x="15795" y="64255"/>
                      <a:pt x="19486" y="66319"/>
                    </a:cubicBezTo>
                    <a:cubicBezTo>
                      <a:pt x="23190" y="68382"/>
                      <a:pt x="27463" y="69414"/>
                      <a:pt x="32305" y="69414"/>
                    </a:cubicBezTo>
                    <a:cubicBezTo>
                      <a:pt x="40282" y="69414"/>
                      <a:pt x="46314" y="66947"/>
                      <a:pt x="50402" y="62013"/>
                    </a:cubicBezTo>
                    <a:cubicBezTo>
                      <a:pt x="54503" y="57078"/>
                      <a:pt x="56554" y="49815"/>
                      <a:pt x="56554" y="40224"/>
                    </a:cubicBez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F0DC2935-1DA5-6F09-73D4-9BADF126EAF1}"/>
                  </a:ext>
                </a:extLst>
              </p:cNvPr>
              <p:cNvSpPr/>
              <p:nvPr/>
            </p:nvSpPr>
            <p:spPr>
              <a:xfrm flipV="1">
                <a:off x="6280957" y="1578410"/>
                <a:ext cx="55741" cy="69453"/>
              </a:xfrm>
              <a:custGeom>
                <a:avLst/>
                <a:gdLst>
                  <a:gd name="csX0" fmla="*/ 293 w 55741"/>
                  <a:gd name="csY0" fmla="*/ 67790 h 69453"/>
                  <a:gd name="csX1" fmla="*/ 54486 w 55741"/>
                  <a:gd name="csY1" fmla="*/ 67790 h 69453"/>
                  <a:gd name="csX2" fmla="*/ 54486 w 55741"/>
                  <a:gd name="csY2" fmla="*/ 57372 h 69453"/>
                  <a:gd name="csX3" fmla="*/ 11584 w 55741"/>
                  <a:gd name="csY3" fmla="*/ 7445 h 69453"/>
                  <a:gd name="csX4" fmla="*/ 54486 w 55741"/>
                  <a:gd name="csY4" fmla="*/ 7445 h 69453"/>
                  <a:gd name="csX5" fmla="*/ 54486 w 55741"/>
                  <a:gd name="csY5" fmla="*/ -1664 h 69453"/>
                  <a:gd name="csX6" fmla="*/ -1255 w 55741"/>
                  <a:gd name="csY6" fmla="*/ -1664 h 69453"/>
                  <a:gd name="csX7" fmla="*/ -1255 w 55741"/>
                  <a:gd name="csY7" fmla="*/ 8754 h 69453"/>
                  <a:gd name="csX8" fmla="*/ 41667 w 55741"/>
                  <a:gd name="csY8" fmla="*/ 58681 h 69453"/>
                  <a:gd name="csX9" fmla="*/ 293 w 55741"/>
                  <a:gd name="csY9" fmla="*/ 58681 h 69453"/>
                  <a:gd name="csX10" fmla="*/ 293 w 55741"/>
                  <a:gd name="csY10" fmla="*/ 67790 h 6945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55741" h="69453">
                    <a:moveTo>
                      <a:pt x="293" y="67790"/>
                    </a:moveTo>
                    <a:lnTo>
                      <a:pt x="54486" y="67790"/>
                    </a:lnTo>
                    <a:lnTo>
                      <a:pt x="54486" y="57372"/>
                    </a:lnTo>
                    <a:lnTo>
                      <a:pt x="11584" y="7445"/>
                    </a:lnTo>
                    <a:lnTo>
                      <a:pt x="54486" y="7445"/>
                    </a:lnTo>
                    <a:lnTo>
                      <a:pt x="54486" y="-1664"/>
                    </a:lnTo>
                    <a:lnTo>
                      <a:pt x="-1255" y="-1664"/>
                    </a:lnTo>
                    <a:lnTo>
                      <a:pt x="-1255" y="8754"/>
                    </a:lnTo>
                    <a:lnTo>
                      <a:pt x="41667" y="58681"/>
                    </a:lnTo>
                    <a:lnTo>
                      <a:pt x="293" y="58681"/>
                    </a:lnTo>
                    <a:lnTo>
                      <a:pt x="293" y="67790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E598F602-4164-463C-5A6B-D413632DF291}"/>
                  </a:ext>
                </a:extLst>
              </p:cNvPr>
              <p:cNvSpPr/>
              <p:nvPr/>
            </p:nvSpPr>
            <p:spPr>
              <a:xfrm flipV="1">
                <a:off x="6349168" y="1576743"/>
                <a:ext cx="64373" cy="72925"/>
              </a:xfrm>
              <a:custGeom>
                <a:avLst/>
                <a:gdLst>
                  <a:gd name="csX0" fmla="*/ 62829 w 64373"/>
                  <a:gd name="csY0" fmla="*/ 37730 h 72925"/>
                  <a:gd name="csX1" fmla="*/ 62829 w 64373"/>
                  <a:gd name="csY1" fmla="*/ 32154 h 72925"/>
                  <a:gd name="csX2" fmla="*/ 10362 w 64373"/>
                  <a:gd name="csY2" fmla="*/ 32154 h 72925"/>
                  <a:gd name="csX3" fmla="*/ 17466 w 64373"/>
                  <a:gd name="csY3" fmla="*/ 14195 h 72925"/>
                  <a:gd name="csX4" fmla="*/ 35166 w 64373"/>
                  <a:gd name="csY4" fmla="*/ 8024 h 72925"/>
                  <a:gd name="csX5" fmla="*/ 47906 w 64373"/>
                  <a:gd name="csY5" fmla="*/ 9631 h 72925"/>
                  <a:gd name="csX6" fmla="*/ 60170 w 64373"/>
                  <a:gd name="csY6" fmla="*/ 14473 h 72925"/>
                  <a:gd name="csX7" fmla="*/ 60170 w 64373"/>
                  <a:gd name="csY7" fmla="*/ 3678 h 72925"/>
                  <a:gd name="csX8" fmla="*/ 47569 w 64373"/>
                  <a:gd name="csY8" fmla="*/ -291 h 72925"/>
                  <a:gd name="csX9" fmla="*/ 34492 w 64373"/>
                  <a:gd name="csY9" fmla="*/ -1660 h 72925"/>
                  <a:gd name="csX10" fmla="*/ 8159 w 64373"/>
                  <a:gd name="csY10" fmla="*/ 8004 h 72925"/>
                  <a:gd name="csX11" fmla="*/ -1545 w 64373"/>
                  <a:gd name="csY11" fmla="*/ 34198 h 72925"/>
                  <a:gd name="csX12" fmla="*/ 7663 w 64373"/>
                  <a:gd name="csY12" fmla="*/ 61245 h 72925"/>
                  <a:gd name="csX13" fmla="*/ 32507 w 64373"/>
                  <a:gd name="csY13" fmla="*/ 71266 h 72925"/>
                  <a:gd name="csX14" fmla="*/ 54673 w 64373"/>
                  <a:gd name="csY14" fmla="*/ 62237 h 72925"/>
                  <a:gd name="csX15" fmla="*/ 62829 w 64373"/>
                  <a:gd name="csY15" fmla="*/ 37730 h 72925"/>
                  <a:gd name="csX16" fmla="*/ 51418 w 64373"/>
                  <a:gd name="csY16" fmla="*/ 41083 h 72925"/>
                  <a:gd name="csX17" fmla="*/ 46180 w 64373"/>
                  <a:gd name="csY17" fmla="*/ 56006 h 72925"/>
                  <a:gd name="csX18" fmla="*/ 32626 w 64373"/>
                  <a:gd name="csY18" fmla="*/ 61602 h 72925"/>
                  <a:gd name="csX19" fmla="*/ 17347 w 64373"/>
                  <a:gd name="csY19" fmla="*/ 56204 h 72925"/>
                  <a:gd name="csX20" fmla="*/ 10739 w 64373"/>
                  <a:gd name="csY20" fmla="*/ 41004 h 72925"/>
                  <a:gd name="csX21" fmla="*/ 51418 w 64373"/>
                  <a:gd name="csY21" fmla="*/ 41083 h 729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</a:cxnLst>
                <a:rect l="l" t="t" r="r" b="b"/>
                <a:pathLst>
                  <a:path w="64373" h="72925">
                    <a:moveTo>
                      <a:pt x="62829" y="37730"/>
                    </a:moveTo>
                    <a:lnTo>
                      <a:pt x="62829" y="32154"/>
                    </a:lnTo>
                    <a:lnTo>
                      <a:pt x="10362" y="32154"/>
                    </a:lnTo>
                    <a:cubicBezTo>
                      <a:pt x="10864" y="24296"/>
                      <a:pt x="13232" y="18309"/>
                      <a:pt x="17466" y="14195"/>
                    </a:cubicBezTo>
                    <a:cubicBezTo>
                      <a:pt x="21699" y="10081"/>
                      <a:pt x="27599" y="8024"/>
                      <a:pt x="35166" y="8024"/>
                    </a:cubicBezTo>
                    <a:cubicBezTo>
                      <a:pt x="39545" y="8024"/>
                      <a:pt x="43792" y="8559"/>
                      <a:pt x="47906" y="9631"/>
                    </a:cubicBezTo>
                    <a:cubicBezTo>
                      <a:pt x="52020" y="10703"/>
                      <a:pt x="56108" y="12317"/>
                      <a:pt x="60170" y="14473"/>
                    </a:cubicBezTo>
                    <a:lnTo>
                      <a:pt x="60170" y="3678"/>
                    </a:lnTo>
                    <a:cubicBezTo>
                      <a:pt x="56068" y="1945"/>
                      <a:pt x="51868" y="622"/>
                      <a:pt x="47569" y="-291"/>
                    </a:cubicBezTo>
                    <a:cubicBezTo>
                      <a:pt x="43269" y="-1204"/>
                      <a:pt x="38910" y="-1660"/>
                      <a:pt x="34492" y="-1660"/>
                    </a:cubicBezTo>
                    <a:cubicBezTo>
                      <a:pt x="23406" y="-1660"/>
                      <a:pt x="14628" y="1561"/>
                      <a:pt x="8159" y="8004"/>
                    </a:cubicBezTo>
                    <a:cubicBezTo>
                      <a:pt x="1690" y="14460"/>
                      <a:pt x="-1545" y="23191"/>
                      <a:pt x="-1545" y="34198"/>
                    </a:cubicBezTo>
                    <a:cubicBezTo>
                      <a:pt x="-1545" y="45561"/>
                      <a:pt x="1525" y="54577"/>
                      <a:pt x="7663" y="61245"/>
                    </a:cubicBezTo>
                    <a:cubicBezTo>
                      <a:pt x="13801" y="67925"/>
                      <a:pt x="22083" y="71266"/>
                      <a:pt x="32507" y="71266"/>
                    </a:cubicBezTo>
                    <a:cubicBezTo>
                      <a:pt x="41847" y="71266"/>
                      <a:pt x="49236" y="68256"/>
                      <a:pt x="54673" y="62237"/>
                    </a:cubicBezTo>
                    <a:cubicBezTo>
                      <a:pt x="60110" y="56231"/>
                      <a:pt x="62829" y="48062"/>
                      <a:pt x="62829" y="37730"/>
                    </a:cubicBezTo>
                    <a:close/>
                    <a:moveTo>
                      <a:pt x="51418" y="41083"/>
                    </a:moveTo>
                    <a:cubicBezTo>
                      <a:pt x="51339" y="47314"/>
                      <a:pt x="49593" y="52288"/>
                      <a:pt x="46180" y="56006"/>
                    </a:cubicBezTo>
                    <a:cubicBezTo>
                      <a:pt x="42767" y="59736"/>
                      <a:pt x="38249" y="61602"/>
                      <a:pt x="32626" y="61602"/>
                    </a:cubicBezTo>
                    <a:cubicBezTo>
                      <a:pt x="26263" y="61602"/>
                      <a:pt x="21170" y="59803"/>
                      <a:pt x="17347" y="56204"/>
                    </a:cubicBezTo>
                    <a:cubicBezTo>
                      <a:pt x="13523" y="52606"/>
                      <a:pt x="11321" y="47539"/>
                      <a:pt x="10739" y="41004"/>
                    </a:cubicBezTo>
                    <a:lnTo>
                      <a:pt x="51418" y="41083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47B3147C-45A8-4D82-611D-EF93B632516E}"/>
                  </a:ext>
                </a:extLst>
              </p:cNvPr>
              <p:cNvSpPr/>
              <p:nvPr/>
            </p:nvSpPr>
            <p:spPr>
              <a:xfrm flipV="1">
                <a:off x="6420297" y="1647863"/>
                <a:ext cx="12700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12700"/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F06A24C1-D6D5-E768-95D4-04260DAFAE8E}"/>
                  </a:ext>
                </a:extLst>
              </p:cNvPr>
              <p:cNvSpPr/>
              <p:nvPr/>
            </p:nvSpPr>
            <p:spPr>
              <a:xfrm flipV="1">
                <a:off x="6473129" y="1555272"/>
                <a:ext cx="72132" cy="92590"/>
              </a:xfrm>
              <a:custGeom>
                <a:avLst/>
                <a:gdLst>
                  <a:gd name="csX0" fmla="*/ 41909 w 72132"/>
                  <a:gd name="csY0" fmla="*/ 41171 h 92590"/>
                  <a:gd name="csX1" fmla="*/ 49748 w 72132"/>
                  <a:gd name="csY1" fmla="*/ 35337 h 92590"/>
                  <a:gd name="csX2" fmla="*/ 57407 w 72132"/>
                  <a:gd name="csY2" fmla="*/ 23053 h 92590"/>
                  <a:gd name="csX3" fmla="*/ 70127 w 72132"/>
                  <a:gd name="csY3" fmla="*/ -2247 h 92590"/>
                  <a:gd name="csX4" fmla="*/ 56653 w 72132"/>
                  <a:gd name="csY4" fmla="*/ -2247 h 92590"/>
                  <a:gd name="csX5" fmla="*/ 44826 w 72132"/>
                  <a:gd name="csY5" fmla="*/ 21505 h 92590"/>
                  <a:gd name="csX6" fmla="*/ 35916 w 72132"/>
                  <a:gd name="csY6" fmla="*/ 33848 h 92590"/>
                  <a:gd name="csX7" fmla="*/ 24169 w 72132"/>
                  <a:gd name="csY7" fmla="*/ 36884 h 92590"/>
                  <a:gd name="csX8" fmla="*/ 10516 w 72132"/>
                  <a:gd name="csY8" fmla="*/ 36884 h 92590"/>
                  <a:gd name="csX9" fmla="*/ 10516 w 72132"/>
                  <a:gd name="csY9" fmla="*/ -2247 h 92590"/>
                  <a:gd name="csX10" fmla="*/ -2005 w 72132"/>
                  <a:gd name="csY10" fmla="*/ -2247 h 92590"/>
                  <a:gd name="csX11" fmla="*/ -2005 w 72132"/>
                  <a:gd name="csY11" fmla="*/ 90343 h 92590"/>
                  <a:gd name="csX12" fmla="*/ 26272 w 72132"/>
                  <a:gd name="csY12" fmla="*/ 90343 h 92590"/>
                  <a:gd name="csX13" fmla="*/ 49966 w 72132"/>
                  <a:gd name="csY13" fmla="*/ 83696 h 92590"/>
                  <a:gd name="csX14" fmla="*/ 57784 w 72132"/>
                  <a:gd name="csY14" fmla="*/ 63673 h 92590"/>
                  <a:gd name="csX15" fmla="*/ 53716 w 72132"/>
                  <a:gd name="csY15" fmla="*/ 49148 h 92590"/>
                  <a:gd name="csX16" fmla="*/ 41909 w 72132"/>
                  <a:gd name="csY16" fmla="*/ 41171 h 92590"/>
                  <a:gd name="csX17" fmla="*/ 10516 w 72132"/>
                  <a:gd name="csY17" fmla="*/ 80045 h 92590"/>
                  <a:gd name="csX18" fmla="*/ 10516 w 72132"/>
                  <a:gd name="csY18" fmla="*/ 47183 h 92590"/>
                  <a:gd name="csX19" fmla="*/ 26272 w 72132"/>
                  <a:gd name="csY19" fmla="*/ 47183 h 92590"/>
                  <a:gd name="csX20" fmla="*/ 39945 w 72132"/>
                  <a:gd name="csY20" fmla="*/ 51370 h 92590"/>
                  <a:gd name="csX21" fmla="*/ 44568 w 72132"/>
                  <a:gd name="csY21" fmla="*/ 63673 h 92590"/>
                  <a:gd name="csX22" fmla="*/ 39945 w 72132"/>
                  <a:gd name="csY22" fmla="*/ 75917 h 92590"/>
                  <a:gd name="csX23" fmla="*/ 26272 w 72132"/>
                  <a:gd name="csY23" fmla="*/ 80045 h 92590"/>
                  <a:gd name="csX24" fmla="*/ 10516 w 72132"/>
                  <a:gd name="csY24" fmla="*/ 80045 h 925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</a:cxnLst>
                <a:rect l="l" t="t" r="r" b="b"/>
                <a:pathLst>
                  <a:path w="72132" h="92590">
                    <a:moveTo>
                      <a:pt x="41909" y="41171"/>
                    </a:moveTo>
                    <a:cubicBezTo>
                      <a:pt x="44595" y="40258"/>
                      <a:pt x="47208" y="38313"/>
                      <a:pt x="49748" y="35337"/>
                    </a:cubicBezTo>
                    <a:cubicBezTo>
                      <a:pt x="52288" y="32360"/>
                      <a:pt x="54841" y="28266"/>
                      <a:pt x="57407" y="23053"/>
                    </a:cubicBezTo>
                    <a:lnTo>
                      <a:pt x="70127" y="-2247"/>
                    </a:lnTo>
                    <a:lnTo>
                      <a:pt x="56653" y="-2247"/>
                    </a:lnTo>
                    <a:lnTo>
                      <a:pt x="44826" y="21505"/>
                    </a:lnTo>
                    <a:cubicBezTo>
                      <a:pt x="41757" y="27710"/>
                      <a:pt x="38787" y="31824"/>
                      <a:pt x="35916" y="33848"/>
                    </a:cubicBezTo>
                    <a:cubicBezTo>
                      <a:pt x="33046" y="35872"/>
                      <a:pt x="29130" y="36884"/>
                      <a:pt x="24169" y="36884"/>
                    </a:cubicBezTo>
                    <a:lnTo>
                      <a:pt x="10516" y="36884"/>
                    </a:lnTo>
                    <a:lnTo>
                      <a:pt x="10516" y="-2247"/>
                    </a:lnTo>
                    <a:lnTo>
                      <a:pt x="-2005" y="-2247"/>
                    </a:lnTo>
                    <a:lnTo>
                      <a:pt x="-2005" y="90343"/>
                    </a:lnTo>
                    <a:lnTo>
                      <a:pt x="26272" y="90343"/>
                    </a:lnTo>
                    <a:cubicBezTo>
                      <a:pt x="36856" y="90343"/>
                      <a:pt x="44754" y="88128"/>
                      <a:pt x="49966" y="83696"/>
                    </a:cubicBezTo>
                    <a:cubicBezTo>
                      <a:pt x="55178" y="79277"/>
                      <a:pt x="57784" y="72603"/>
                      <a:pt x="57784" y="63673"/>
                    </a:cubicBezTo>
                    <a:cubicBezTo>
                      <a:pt x="57784" y="57839"/>
                      <a:pt x="56428" y="52998"/>
                      <a:pt x="53716" y="49148"/>
                    </a:cubicBezTo>
                    <a:cubicBezTo>
                      <a:pt x="51004" y="45311"/>
                      <a:pt x="47069" y="42652"/>
                      <a:pt x="41909" y="41171"/>
                    </a:cubicBezTo>
                    <a:close/>
                    <a:moveTo>
                      <a:pt x="10516" y="80045"/>
                    </a:moveTo>
                    <a:lnTo>
                      <a:pt x="10516" y="47183"/>
                    </a:lnTo>
                    <a:lnTo>
                      <a:pt x="26272" y="47183"/>
                    </a:lnTo>
                    <a:cubicBezTo>
                      <a:pt x="32305" y="47183"/>
                      <a:pt x="36862" y="48579"/>
                      <a:pt x="39945" y="51370"/>
                    </a:cubicBezTo>
                    <a:cubicBezTo>
                      <a:pt x="43027" y="54162"/>
                      <a:pt x="44568" y="58263"/>
                      <a:pt x="44568" y="63673"/>
                    </a:cubicBezTo>
                    <a:cubicBezTo>
                      <a:pt x="44568" y="69084"/>
                      <a:pt x="43027" y="73165"/>
                      <a:pt x="39945" y="75917"/>
                    </a:cubicBezTo>
                    <a:cubicBezTo>
                      <a:pt x="36862" y="78669"/>
                      <a:pt x="32305" y="80045"/>
                      <a:pt x="26272" y="80045"/>
                    </a:cubicBezTo>
                    <a:lnTo>
                      <a:pt x="10516" y="80045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0F6FCD26-7D0D-9D89-CEAD-8B130AB4555F}"/>
                  </a:ext>
                </a:extLst>
              </p:cNvPr>
              <p:cNvSpPr/>
              <p:nvPr/>
            </p:nvSpPr>
            <p:spPr>
              <a:xfrm flipV="1">
                <a:off x="6550200" y="1576743"/>
                <a:ext cx="64373" cy="72925"/>
              </a:xfrm>
              <a:custGeom>
                <a:avLst/>
                <a:gdLst>
                  <a:gd name="csX0" fmla="*/ 62844 w 64373"/>
                  <a:gd name="csY0" fmla="*/ 37730 h 72925"/>
                  <a:gd name="csX1" fmla="*/ 62844 w 64373"/>
                  <a:gd name="csY1" fmla="*/ 32154 h 72925"/>
                  <a:gd name="csX2" fmla="*/ 10378 w 64373"/>
                  <a:gd name="csY2" fmla="*/ 32154 h 72925"/>
                  <a:gd name="csX3" fmla="*/ 17482 w 64373"/>
                  <a:gd name="csY3" fmla="*/ 14195 h 72925"/>
                  <a:gd name="csX4" fmla="*/ 35182 w 64373"/>
                  <a:gd name="csY4" fmla="*/ 8024 h 72925"/>
                  <a:gd name="csX5" fmla="*/ 47922 w 64373"/>
                  <a:gd name="csY5" fmla="*/ 9631 h 72925"/>
                  <a:gd name="csX6" fmla="*/ 60185 w 64373"/>
                  <a:gd name="csY6" fmla="*/ 14473 h 72925"/>
                  <a:gd name="csX7" fmla="*/ 60185 w 64373"/>
                  <a:gd name="csY7" fmla="*/ 3678 h 72925"/>
                  <a:gd name="csX8" fmla="*/ 47585 w 64373"/>
                  <a:gd name="csY8" fmla="*/ -291 h 72925"/>
                  <a:gd name="csX9" fmla="*/ 34508 w 64373"/>
                  <a:gd name="csY9" fmla="*/ -1660 h 72925"/>
                  <a:gd name="csX10" fmla="*/ 8175 w 64373"/>
                  <a:gd name="csY10" fmla="*/ 8004 h 72925"/>
                  <a:gd name="csX11" fmla="*/ -1529 w 64373"/>
                  <a:gd name="csY11" fmla="*/ 34198 h 72925"/>
                  <a:gd name="csX12" fmla="*/ 7679 w 64373"/>
                  <a:gd name="csY12" fmla="*/ 61245 h 72925"/>
                  <a:gd name="csX13" fmla="*/ 32523 w 64373"/>
                  <a:gd name="csY13" fmla="*/ 71266 h 72925"/>
                  <a:gd name="csX14" fmla="*/ 54689 w 64373"/>
                  <a:gd name="csY14" fmla="*/ 62237 h 72925"/>
                  <a:gd name="csX15" fmla="*/ 62844 w 64373"/>
                  <a:gd name="csY15" fmla="*/ 37730 h 72925"/>
                  <a:gd name="csX16" fmla="*/ 51434 w 64373"/>
                  <a:gd name="csY16" fmla="*/ 41083 h 72925"/>
                  <a:gd name="csX17" fmla="*/ 46196 w 64373"/>
                  <a:gd name="csY17" fmla="*/ 56006 h 72925"/>
                  <a:gd name="csX18" fmla="*/ 32642 w 64373"/>
                  <a:gd name="csY18" fmla="*/ 61602 h 72925"/>
                  <a:gd name="csX19" fmla="*/ 17363 w 64373"/>
                  <a:gd name="csY19" fmla="*/ 56204 h 72925"/>
                  <a:gd name="csX20" fmla="*/ 10755 w 64373"/>
                  <a:gd name="csY20" fmla="*/ 41004 h 72925"/>
                  <a:gd name="csX21" fmla="*/ 51434 w 64373"/>
                  <a:gd name="csY21" fmla="*/ 41083 h 729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</a:cxnLst>
                <a:rect l="l" t="t" r="r" b="b"/>
                <a:pathLst>
                  <a:path w="64373" h="72925">
                    <a:moveTo>
                      <a:pt x="62844" y="37730"/>
                    </a:moveTo>
                    <a:lnTo>
                      <a:pt x="62844" y="32154"/>
                    </a:lnTo>
                    <a:lnTo>
                      <a:pt x="10378" y="32154"/>
                    </a:lnTo>
                    <a:cubicBezTo>
                      <a:pt x="10880" y="24296"/>
                      <a:pt x="13248" y="18309"/>
                      <a:pt x="17482" y="14195"/>
                    </a:cubicBezTo>
                    <a:cubicBezTo>
                      <a:pt x="21715" y="10081"/>
                      <a:pt x="27615" y="8024"/>
                      <a:pt x="35182" y="8024"/>
                    </a:cubicBezTo>
                    <a:cubicBezTo>
                      <a:pt x="39561" y="8024"/>
                      <a:pt x="43808" y="8559"/>
                      <a:pt x="47922" y="9631"/>
                    </a:cubicBezTo>
                    <a:cubicBezTo>
                      <a:pt x="52036" y="10703"/>
                      <a:pt x="56124" y="12317"/>
                      <a:pt x="60185" y="14473"/>
                    </a:cubicBezTo>
                    <a:lnTo>
                      <a:pt x="60185" y="3678"/>
                    </a:lnTo>
                    <a:cubicBezTo>
                      <a:pt x="56084" y="1945"/>
                      <a:pt x="51884" y="622"/>
                      <a:pt x="47585" y="-291"/>
                    </a:cubicBezTo>
                    <a:cubicBezTo>
                      <a:pt x="43285" y="-1204"/>
                      <a:pt x="38926" y="-1660"/>
                      <a:pt x="34508" y="-1660"/>
                    </a:cubicBezTo>
                    <a:cubicBezTo>
                      <a:pt x="23422" y="-1660"/>
                      <a:pt x="14644" y="1561"/>
                      <a:pt x="8175" y="8004"/>
                    </a:cubicBezTo>
                    <a:cubicBezTo>
                      <a:pt x="1706" y="14460"/>
                      <a:pt x="-1529" y="23191"/>
                      <a:pt x="-1529" y="34198"/>
                    </a:cubicBezTo>
                    <a:cubicBezTo>
                      <a:pt x="-1529" y="45561"/>
                      <a:pt x="1540" y="54577"/>
                      <a:pt x="7679" y="61245"/>
                    </a:cubicBezTo>
                    <a:cubicBezTo>
                      <a:pt x="13817" y="67925"/>
                      <a:pt x="22099" y="71266"/>
                      <a:pt x="32523" y="71266"/>
                    </a:cubicBezTo>
                    <a:cubicBezTo>
                      <a:pt x="41863" y="71266"/>
                      <a:pt x="49251" y="68256"/>
                      <a:pt x="54689" y="62237"/>
                    </a:cubicBezTo>
                    <a:cubicBezTo>
                      <a:pt x="60126" y="56231"/>
                      <a:pt x="62844" y="48062"/>
                      <a:pt x="62844" y="37730"/>
                    </a:cubicBezTo>
                    <a:close/>
                    <a:moveTo>
                      <a:pt x="51434" y="41083"/>
                    </a:moveTo>
                    <a:cubicBezTo>
                      <a:pt x="51355" y="47314"/>
                      <a:pt x="49609" y="52288"/>
                      <a:pt x="46196" y="56006"/>
                    </a:cubicBezTo>
                    <a:cubicBezTo>
                      <a:pt x="42782" y="59736"/>
                      <a:pt x="38265" y="61602"/>
                      <a:pt x="32642" y="61602"/>
                    </a:cubicBezTo>
                    <a:cubicBezTo>
                      <a:pt x="26279" y="61602"/>
                      <a:pt x="21186" y="59803"/>
                      <a:pt x="17363" y="56204"/>
                    </a:cubicBezTo>
                    <a:cubicBezTo>
                      <a:pt x="13539" y="52606"/>
                      <a:pt x="11337" y="47539"/>
                      <a:pt x="10755" y="41004"/>
                    </a:cubicBezTo>
                    <a:lnTo>
                      <a:pt x="51434" y="41083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6FDEDA33-7012-ACB0-ED53-85D58D6E57BC}"/>
                  </a:ext>
                </a:extLst>
              </p:cNvPr>
              <p:cNvSpPr/>
              <p:nvPr/>
            </p:nvSpPr>
            <p:spPr>
              <a:xfrm flipV="1">
                <a:off x="6628334" y="1576743"/>
                <a:ext cx="62071" cy="97532"/>
              </a:xfrm>
              <a:custGeom>
                <a:avLst/>
                <a:gdLst>
                  <a:gd name="csX0" fmla="*/ 10323 w 62071"/>
                  <a:gd name="csY0" fmla="*/ 60040 h 97532"/>
                  <a:gd name="csX1" fmla="*/ 15502 w 62071"/>
                  <a:gd name="csY1" fmla="*/ 40295 h 97532"/>
                  <a:gd name="csX2" fmla="*/ 29730 w 62071"/>
                  <a:gd name="csY2" fmla="*/ 33132 h 97532"/>
                  <a:gd name="csX3" fmla="*/ 43978 w 62071"/>
                  <a:gd name="csY3" fmla="*/ 40295 h 97532"/>
                  <a:gd name="csX4" fmla="*/ 49196 w 62071"/>
                  <a:gd name="csY4" fmla="*/ 60040 h 97532"/>
                  <a:gd name="csX5" fmla="*/ 43978 w 62071"/>
                  <a:gd name="csY5" fmla="*/ 79784 h 97532"/>
                  <a:gd name="csX6" fmla="*/ 29730 w 62071"/>
                  <a:gd name="csY6" fmla="*/ 86948 h 97532"/>
                  <a:gd name="csX7" fmla="*/ 15502 w 62071"/>
                  <a:gd name="csY7" fmla="*/ 79784 h 97532"/>
                  <a:gd name="csX8" fmla="*/ 10323 w 62071"/>
                  <a:gd name="csY8" fmla="*/ 60040 h 97532"/>
                  <a:gd name="csX9" fmla="*/ 49196 w 62071"/>
                  <a:gd name="csY9" fmla="*/ 35791 h 97532"/>
                  <a:gd name="csX10" fmla="*/ 40108 w 62071"/>
                  <a:gd name="csY10" fmla="*/ 26583 h 97532"/>
                  <a:gd name="csX11" fmla="*/ 26932 w 62071"/>
                  <a:gd name="csY11" fmla="*/ 23567 h 97532"/>
                  <a:gd name="csX12" fmla="*/ 6433 w 62071"/>
                  <a:gd name="csY12" fmla="*/ 33608 h 97532"/>
                  <a:gd name="csX13" fmla="*/ -1465 w 62071"/>
                  <a:gd name="csY13" fmla="*/ 60040 h 97532"/>
                  <a:gd name="csX14" fmla="*/ 6433 w 62071"/>
                  <a:gd name="csY14" fmla="*/ 86452 h 97532"/>
                  <a:gd name="csX15" fmla="*/ 26932 w 62071"/>
                  <a:gd name="csY15" fmla="*/ 96493 h 97532"/>
                  <a:gd name="csX16" fmla="*/ 40108 w 62071"/>
                  <a:gd name="csY16" fmla="*/ 93477 h 97532"/>
                  <a:gd name="csX17" fmla="*/ 49196 w 62071"/>
                  <a:gd name="csY17" fmla="*/ 84289 h 97532"/>
                  <a:gd name="csX18" fmla="*/ 49196 w 62071"/>
                  <a:gd name="csY18" fmla="*/ 94826 h 97532"/>
                  <a:gd name="csX19" fmla="*/ 60607 w 62071"/>
                  <a:gd name="csY19" fmla="*/ 94826 h 97532"/>
                  <a:gd name="csX20" fmla="*/ 60607 w 62071"/>
                  <a:gd name="csY20" fmla="*/ -1039 h 97532"/>
                  <a:gd name="csX21" fmla="*/ 49196 w 62071"/>
                  <a:gd name="csY21" fmla="*/ -1039 h 97532"/>
                  <a:gd name="csX22" fmla="*/ 49196 w 62071"/>
                  <a:gd name="csY22" fmla="*/ 35791 h 975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</a:cxnLst>
                <a:rect l="l" t="t" r="r" b="b"/>
                <a:pathLst>
                  <a:path w="62071" h="97532">
                    <a:moveTo>
                      <a:pt x="10323" y="60040"/>
                    </a:moveTo>
                    <a:cubicBezTo>
                      <a:pt x="10323" y="51653"/>
                      <a:pt x="12049" y="45071"/>
                      <a:pt x="15502" y="40295"/>
                    </a:cubicBezTo>
                    <a:cubicBezTo>
                      <a:pt x="18955" y="35520"/>
                      <a:pt x="23697" y="33132"/>
                      <a:pt x="29730" y="33132"/>
                    </a:cubicBezTo>
                    <a:cubicBezTo>
                      <a:pt x="35762" y="33132"/>
                      <a:pt x="40512" y="35520"/>
                      <a:pt x="43978" y="40295"/>
                    </a:cubicBezTo>
                    <a:cubicBezTo>
                      <a:pt x="47457" y="45071"/>
                      <a:pt x="49196" y="51653"/>
                      <a:pt x="49196" y="60040"/>
                    </a:cubicBezTo>
                    <a:cubicBezTo>
                      <a:pt x="49196" y="68427"/>
                      <a:pt x="47457" y="75009"/>
                      <a:pt x="43978" y="79784"/>
                    </a:cubicBezTo>
                    <a:cubicBezTo>
                      <a:pt x="40512" y="84560"/>
                      <a:pt x="35762" y="86948"/>
                      <a:pt x="29730" y="86948"/>
                    </a:cubicBezTo>
                    <a:cubicBezTo>
                      <a:pt x="23697" y="86948"/>
                      <a:pt x="18955" y="84560"/>
                      <a:pt x="15502" y="79784"/>
                    </a:cubicBezTo>
                    <a:cubicBezTo>
                      <a:pt x="12049" y="75009"/>
                      <a:pt x="10323" y="68427"/>
                      <a:pt x="10323" y="60040"/>
                    </a:cubicBezTo>
                    <a:close/>
                    <a:moveTo>
                      <a:pt x="49196" y="35791"/>
                    </a:moveTo>
                    <a:cubicBezTo>
                      <a:pt x="46802" y="31663"/>
                      <a:pt x="43772" y="28594"/>
                      <a:pt x="40108" y="26583"/>
                    </a:cubicBezTo>
                    <a:cubicBezTo>
                      <a:pt x="36457" y="24573"/>
                      <a:pt x="32065" y="23567"/>
                      <a:pt x="26932" y="23567"/>
                    </a:cubicBezTo>
                    <a:cubicBezTo>
                      <a:pt x="18544" y="23567"/>
                      <a:pt x="11712" y="26914"/>
                      <a:pt x="6433" y="33608"/>
                    </a:cubicBezTo>
                    <a:cubicBezTo>
                      <a:pt x="1168" y="40315"/>
                      <a:pt x="-1465" y="49126"/>
                      <a:pt x="-1465" y="60040"/>
                    </a:cubicBezTo>
                    <a:cubicBezTo>
                      <a:pt x="-1465" y="70954"/>
                      <a:pt x="1168" y="79758"/>
                      <a:pt x="6433" y="86452"/>
                    </a:cubicBezTo>
                    <a:cubicBezTo>
                      <a:pt x="11712" y="93146"/>
                      <a:pt x="18544" y="96493"/>
                      <a:pt x="26932" y="96493"/>
                    </a:cubicBezTo>
                    <a:cubicBezTo>
                      <a:pt x="32065" y="96493"/>
                      <a:pt x="36457" y="95488"/>
                      <a:pt x="40108" y="93477"/>
                    </a:cubicBezTo>
                    <a:cubicBezTo>
                      <a:pt x="43772" y="91479"/>
                      <a:pt x="46802" y="88417"/>
                      <a:pt x="49196" y="84289"/>
                    </a:cubicBezTo>
                    <a:lnTo>
                      <a:pt x="49196" y="94826"/>
                    </a:lnTo>
                    <a:lnTo>
                      <a:pt x="60607" y="94826"/>
                    </a:lnTo>
                    <a:lnTo>
                      <a:pt x="60607" y="-1039"/>
                    </a:lnTo>
                    <a:lnTo>
                      <a:pt x="49196" y="-1039"/>
                    </a:lnTo>
                    <a:lnTo>
                      <a:pt x="49196" y="35791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2" name="Freeform: Shape 321">
                <a:extLst>
                  <a:ext uri="{FF2B5EF4-FFF2-40B4-BE49-F238E27FC236}">
                    <a16:creationId xmlns:a16="http://schemas.microsoft.com/office/drawing/2014/main" id="{8C3A4D79-B425-4988-BDEB-90728A03D3D7}"/>
                  </a:ext>
                </a:extLst>
              </p:cNvPr>
              <p:cNvSpPr/>
              <p:nvPr/>
            </p:nvSpPr>
            <p:spPr>
              <a:xfrm flipV="1">
                <a:off x="6712740" y="1576743"/>
                <a:ext cx="58162" cy="72925"/>
              </a:xfrm>
              <a:custGeom>
                <a:avLst/>
                <a:gdLst>
                  <a:gd name="csX0" fmla="*/ -1551 w 58162"/>
                  <a:gd name="csY0" fmla="*/ 27550 h 72925"/>
                  <a:gd name="csX1" fmla="*/ -1551 w 58162"/>
                  <a:gd name="csY1" fmla="*/ 69599 h 72925"/>
                  <a:gd name="csX2" fmla="*/ 9860 w 58162"/>
                  <a:gd name="csY2" fmla="*/ 69599 h 72925"/>
                  <a:gd name="csX3" fmla="*/ 9860 w 58162"/>
                  <a:gd name="csY3" fmla="*/ 27986 h 72925"/>
                  <a:gd name="csX4" fmla="*/ 13689 w 58162"/>
                  <a:gd name="csY4" fmla="*/ 13183 h 72925"/>
                  <a:gd name="csX5" fmla="*/ 25238 w 58162"/>
                  <a:gd name="csY5" fmla="*/ 8262 h 72925"/>
                  <a:gd name="csX6" fmla="*/ 39824 w 58162"/>
                  <a:gd name="csY6" fmla="*/ 14155 h 72925"/>
                  <a:gd name="csX7" fmla="*/ 45201 w 58162"/>
                  <a:gd name="csY7" fmla="*/ 30229 h 72925"/>
                  <a:gd name="csX8" fmla="*/ 45201 w 58162"/>
                  <a:gd name="csY8" fmla="*/ 69599 h 72925"/>
                  <a:gd name="csX9" fmla="*/ 56611 w 58162"/>
                  <a:gd name="csY9" fmla="*/ 69599 h 72925"/>
                  <a:gd name="csX10" fmla="*/ 56611 w 58162"/>
                  <a:gd name="csY10" fmla="*/ 146 h 72925"/>
                  <a:gd name="csX11" fmla="*/ 45201 w 58162"/>
                  <a:gd name="csY11" fmla="*/ 146 h 72925"/>
                  <a:gd name="csX12" fmla="*/ 45201 w 58162"/>
                  <a:gd name="csY12" fmla="*/ 10822 h 72925"/>
                  <a:gd name="csX13" fmla="*/ 35557 w 58162"/>
                  <a:gd name="csY13" fmla="*/ 1416 h 72925"/>
                  <a:gd name="csX14" fmla="*/ 22817 w 58162"/>
                  <a:gd name="csY14" fmla="*/ -1660 h 72925"/>
                  <a:gd name="csX15" fmla="*/ 4641 w 58162"/>
                  <a:gd name="csY15" fmla="*/ 5781 h 72925"/>
                  <a:gd name="csX16" fmla="*/ -1551 w 58162"/>
                  <a:gd name="csY16" fmla="*/ 27550 h 72925"/>
                  <a:gd name="csX17" fmla="*/ 27163 w 58162"/>
                  <a:gd name="csY17" fmla="*/ 71266 h 72925"/>
                  <a:gd name="csX18" fmla="*/ 27163 w 58162"/>
                  <a:gd name="csY18" fmla="*/ 71266 h 729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</a:cxnLst>
                <a:rect l="l" t="t" r="r" b="b"/>
                <a:pathLst>
                  <a:path w="58162" h="72925">
                    <a:moveTo>
                      <a:pt x="-1551" y="27550"/>
                    </a:moveTo>
                    <a:lnTo>
                      <a:pt x="-1551" y="69599"/>
                    </a:lnTo>
                    <a:lnTo>
                      <a:pt x="9860" y="69599"/>
                    </a:lnTo>
                    <a:lnTo>
                      <a:pt x="9860" y="27986"/>
                    </a:lnTo>
                    <a:cubicBezTo>
                      <a:pt x="9860" y="21412"/>
                      <a:pt x="11136" y="16477"/>
                      <a:pt x="13689" y="13183"/>
                    </a:cubicBezTo>
                    <a:cubicBezTo>
                      <a:pt x="16256" y="9902"/>
                      <a:pt x="20105" y="8262"/>
                      <a:pt x="25238" y="8262"/>
                    </a:cubicBezTo>
                    <a:cubicBezTo>
                      <a:pt x="31390" y="8262"/>
                      <a:pt x="36252" y="10226"/>
                      <a:pt x="39824" y="14155"/>
                    </a:cubicBezTo>
                    <a:cubicBezTo>
                      <a:pt x="43409" y="18084"/>
                      <a:pt x="45201" y="23442"/>
                      <a:pt x="45201" y="30229"/>
                    </a:cubicBezTo>
                    <a:lnTo>
                      <a:pt x="45201" y="69599"/>
                    </a:lnTo>
                    <a:lnTo>
                      <a:pt x="56611" y="69599"/>
                    </a:lnTo>
                    <a:lnTo>
                      <a:pt x="56611" y="146"/>
                    </a:lnTo>
                    <a:lnTo>
                      <a:pt x="45201" y="146"/>
                    </a:lnTo>
                    <a:lnTo>
                      <a:pt x="45201" y="10822"/>
                    </a:lnTo>
                    <a:cubicBezTo>
                      <a:pt x="42436" y="6602"/>
                      <a:pt x="39222" y="3466"/>
                      <a:pt x="35557" y="1416"/>
                    </a:cubicBezTo>
                    <a:cubicBezTo>
                      <a:pt x="31906" y="-635"/>
                      <a:pt x="27659" y="-1660"/>
                      <a:pt x="22817" y="-1660"/>
                    </a:cubicBezTo>
                    <a:cubicBezTo>
                      <a:pt x="14840" y="-1660"/>
                      <a:pt x="8781" y="820"/>
                      <a:pt x="4641" y="5781"/>
                    </a:cubicBezTo>
                    <a:cubicBezTo>
                      <a:pt x="513" y="10742"/>
                      <a:pt x="-1551" y="17998"/>
                      <a:pt x="-1551" y="27550"/>
                    </a:cubicBezTo>
                    <a:close/>
                    <a:moveTo>
                      <a:pt x="27163" y="71266"/>
                    </a:moveTo>
                    <a:lnTo>
                      <a:pt x="27163" y="71266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A35BCF29-B00C-FE89-3CCC-49EDA046D331}"/>
                  </a:ext>
                </a:extLst>
              </p:cNvPr>
              <p:cNvSpPr/>
              <p:nvPr/>
            </p:nvSpPr>
            <p:spPr>
              <a:xfrm flipV="1">
                <a:off x="6789441" y="1576743"/>
                <a:ext cx="64373" cy="72925"/>
              </a:xfrm>
              <a:custGeom>
                <a:avLst/>
                <a:gdLst>
                  <a:gd name="csX0" fmla="*/ 62863 w 64373"/>
                  <a:gd name="csY0" fmla="*/ 37730 h 72925"/>
                  <a:gd name="csX1" fmla="*/ 62863 w 64373"/>
                  <a:gd name="csY1" fmla="*/ 32154 h 72925"/>
                  <a:gd name="csX2" fmla="*/ 10396 w 64373"/>
                  <a:gd name="csY2" fmla="*/ 32154 h 72925"/>
                  <a:gd name="csX3" fmla="*/ 17500 w 64373"/>
                  <a:gd name="csY3" fmla="*/ 14195 h 72925"/>
                  <a:gd name="csX4" fmla="*/ 35201 w 64373"/>
                  <a:gd name="csY4" fmla="*/ 8024 h 72925"/>
                  <a:gd name="csX5" fmla="*/ 47941 w 64373"/>
                  <a:gd name="csY5" fmla="*/ 9631 h 72925"/>
                  <a:gd name="csX6" fmla="*/ 60204 w 64373"/>
                  <a:gd name="csY6" fmla="*/ 14473 h 72925"/>
                  <a:gd name="csX7" fmla="*/ 60204 w 64373"/>
                  <a:gd name="csY7" fmla="*/ 3678 h 72925"/>
                  <a:gd name="csX8" fmla="*/ 47603 w 64373"/>
                  <a:gd name="csY8" fmla="*/ -291 h 72925"/>
                  <a:gd name="csX9" fmla="*/ 34526 w 64373"/>
                  <a:gd name="csY9" fmla="*/ -1660 h 72925"/>
                  <a:gd name="csX10" fmla="*/ 8194 w 64373"/>
                  <a:gd name="csY10" fmla="*/ 8004 h 72925"/>
                  <a:gd name="csX11" fmla="*/ -1510 w 64373"/>
                  <a:gd name="csY11" fmla="*/ 34198 h 72925"/>
                  <a:gd name="csX12" fmla="*/ 7698 w 64373"/>
                  <a:gd name="csY12" fmla="*/ 61245 h 72925"/>
                  <a:gd name="csX13" fmla="*/ 32542 w 64373"/>
                  <a:gd name="csY13" fmla="*/ 71266 h 72925"/>
                  <a:gd name="csX14" fmla="*/ 54707 w 64373"/>
                  <a:gd name="csY14" fmla="*/ 62237 h 72925"/>
                  <a:gd name="csX15" fmla="*/ 62863 w 64373"/>
                  <a:gd name="csY15" fmla="*/ 37730 h 72925"/>
                  <a:gd name="csX16" fmla="*/ 51453 w 64373"/>
                  <a:gd name="csY16" fmla="*/ 41083 h 72925"/>
                  <a:gd name="csX17" fmla="*/ 46214 w 64373"/>
                  <a:gd name="csY17" fmla="*/ 56006 h 72925"/>
                  <a:gd name="csX18" fmla="*/ 32661 w 64373"/>
                  <a:gd name="csY18" fmla="*/ 61602 h 72925"/>
                  <a:gd name="csX19" fmla="*/ 17381 w 64373"/>
                  <a:gd name="csY19" fmla="*/ 56204 h 72925"/>
                  <a:gd name="csX20" fmla="*/ 10773 w 64373"/>
                  <a:gd name="csY20" fmla="*/ 41004 h 72925"/>
                  <a:gd name="csX21" fmla="*/ 51453 w 64373"/>
                  <a:gd name="csY21" fmla="*/ 41083 h 729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</a:cxnLst>
                <a:rect l="l" t="t" r="r" b="b"/>
                <a:pathLst>
                  <a:path w="64373" h="72925">
                    <a:moveTo>
                      <a:pt x="62863" y="37730"/>
                    </a:moveTo>
                    <a:lnTo>
                      <a:pt x="62863" y="32154"/>
                    </a:lnTo>
                    <a:lnTo>
                      <a:pt x="10396" y="32154"/>
                    </a:lnTo>
                    <a:cubicBezTo>
                      <a:pt x="10899" y="24296"/>
                      <a:pt x="13267" y="18309"/>
                      <a:pt x="17500" y="14195"/>
                    </a:cubicBezTo>
                    <a:cubicBezTo>
                      <a:pt x="21734" y="10081"/>
                      <a:pt x="27634" y="8024"/>
                      <a:pt x="35201" y="8024"/>
                    </a:cubicBezTo>
                    <a:cubicBezTo>
                      <a:pt x="39580" y="8024"/>
                      <a:pt x="43826" y="8559"/>
                      <a:pt x="47941" y="9631"/>
                    </a:cubicBezTo>
                    <a:cubicBezTo>
                      <a:pt x="52055" y="10703"/>
                      <a:pt x="56143" y="12317"/>
                      <a:pt x="60204" y="14473"/>
                    </a:cubicBezTo>
                    <a:lnTo>
                      <a:pt x="60204" y="3678"/>
                    </a:lnTo>
                    <a:cubicBezTo>
                      <a:pt x="56103" y="1945"/>
                      <a:pt x="51903" y="622"/>
                      <a:pt x="47603" y="-291"/>
                    </a:cubicBezTo>
                    <a:cubicBezTo>
                      <a:pt x="43304" y="-1204"/>
                      <a:pt x="38945" y="-1660"/>
                      <a:pt x="34526" y="-1660"/>
                    </a:cubicBezTo>
                    <a:cubicBezTo>
                      <a:pt x="23440" y="-1660"/>
                      <a:pt x="14663" y="1561"/>
                      <a:pt x="8194" y="8004"/>
                    </a:cubicBezTo>
                    <a:cubicBezTo>
                      <a:pt x="1725" y="14460"/>
                      <a:pt x="-1510" y="23191"/>
                      <a:pt x="-1510" y="34198"/>
                    </a:cubicBezTo>
                    <a:cubicBezTo>
                      <a:pt x="-1510" y="45561"/>
                      <a:pt x="1559" y="54577"/>
                      <a:pt x="7698" y="61245"/>
                    </a:cubicBezTo>
                    <a:cubicBezTo>
                      <a:pt x="13836" y="67925"/>
                      <a:pt x="22117" y="71266"/>
                      <a:pt x="32542" y="71266"/>
                    </a:cubicBezTo>
                    <a:cubicBezTo>
                      <a:pt x="41882" y="71266"/>
                      <a:pt x="49270" y="68256"/>
                      <a:pt x="54707" y="62237"/>
                    </a:cubicBezTo>
                    <a:cubicBezTo>
                      <a:pt x="60145" y="56231"/>
                      <a:pt x="62863" y="48062"/>
                      <a:pt x="62863" y="37730"/>
                    </a:cubicBezTo>
                    <a:close/>
                    <a:moveTo>
                      <a:pt x="51453" y="41083"/>
                    </a:moveTo>
                    <a:cubicBezTo>
                      <a:pt x="51374" y="47314"/>
                      <a:pt x="49627" y="52288"/>
                      <a:pt x="46214" y="56006"/>
                    </a:cubicBezTo>
                    <a:cubicBezTo>
                      <a:pt x="42801" y="59736"/>
                      <a:pt x="38283" y="61602"/>
                      <a:pt x="32661" y="61602"/>
                    </a:cubicBezTo>
                    <a:cubicBezTo>
                      <a:pt x="26298" y="61602"/>
                      <a:pt x="21205" y="59803"/>
                      <a:pt x="17381" y="56204"/>
                    </a:cubicBezTo>
                    <a:cubicBezTo>
                      <a:pt x="13558" y="52606"/>
                      <a:pt x="11356" y="47539"/>
                      <a:pt x="10773" y="41004"/>
                    </a:cubicBezTo>
                    <a:lnTo>
                      <a:pt x="51453" y="41083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876BF2CC-1753-18B0-C7CD-F2653A039A3F}"/>
                  </a:ext>
                </a:extLst>
              </p:cNvPr>
              <p:cNvSpPr/>
              <p:nvPr/>
            </p:nvSpPr>
            <p:spPr>
              <a:xfrm flipV="1">
                <a:off x="6867457" y="1576743"/>
                <a:ext cx="53082" cy="72925"/>
              </a:xfrm>
              <a:custGeom>
                <a:avLst/>
                <a:gdLst>
                  <a:gd name="csX0" fmla="*/ 48138 w 53082"/>
                  <a:gd name="csY0" fmla="*/ 67555 h 72925"/>
                  <a:gd name="csX1" fmla="*/ 48138 w 53082"/>
                  <a:gd name="csY1" fmla="*/ 56760 h 72925"/>
                  <a:gd name="csX2" fmla="*/ 38097 w 53082"/>
                  <a:gd name="csY2" fmla="*/ 60471 h 72925"/>
                  <a:gd name="csX3" fmla="*/ 27302 w 53082"/>
                  <a:gd name="csY3" fmla="*/ 61721 h 72925"/>
                  <a:gd name="csX4" fmla="*/ 14562 w 53082"/>
                  <a:gd name="csY4" fmla="*/ 59121 h 72925"/>
                  <a:gd name="csX5" fmla="*/ 10316 w 53082"/>
                  <a:gd name="csY5" fmla="*/ 51303 h 72925"/>
                  <a:gd name="csX6" fmla="*/ 13352 w 53082"/>
                  <a:gd name="csY6" fmla="*/ 45072 h 72925"/>
                  <a:gd name="csX7" fmla="*/ 25575 w 53082"/>
                  <a:gd name="csY7" fmla="*/ 40766 h 72925"/>
                  <a:gd name="csX8" fmla="*/ 29485 w 53082"/>
                  <a:gd name="csY8" fmla="*/ 39893 h 72925"/>
                  <a:gd name="csX9" fmla="*/ 46749 w 53082"/>
                  <a:gd name="csY9" fmla="*/ 32551 h 72925"/>
                  <a:gd name="csX10" fmla="*/ 51868 w 53082"/>
                  <a:gd name="csY10" fmla="*/ 19315 h 72925"/>
                  <a:gd name="csX11" fmla="*/ 44209 w 53082"/>
                  <a:gd name="csY11" fmla="*/ 3976 h 72925"/>
                  <a:gd name="csX12" fmla="*/ 23154 w 53082"/>
                  <a:gd name="csY12" fmla="*/ -1660 h 72925"/>
                  <a:gd name="csX13" fmla="*/ 11526 w 53082"/>
                  <a:gd name="csY13" fmla="*/ -569 h 72925"/>
                  <a:gd name="csX14" fmla="*/ -1214 w 53082"/>
                  <a:gd name="csY14" fmla="*/ 2686 h 72925"/>
                  <a:gd name="csX15" fmla="*/ -1214 w 53082"/>
                  <a:gd name="csY15" fmla="*/ 14473 h 72925"/>
                  <a:gd name="csX16" fmla="*/ 11248 w 53082"/>
                  <a:gd name="csY16" fmla="*/ 9532 h 72925"/>
                  <a:gd name="csX17" fmla="*/ 23412 w 53082"/>
                  <a:gd name="csY17" fmla="*/ 7905 h 72925"/>
                  <a:gd name="csX18" fmla="*/ 35795 w 53082"/>
                  <a:gd name="csY18" fmla="*/ 10663 h 72925"/>
                  <a:gd name="csX19" fmla="*/ 40141 w 53082"/>
                  <a:gd name="csY19" fmla="*/ 18442 h 72925"/>
                  <a:gd name="csX20" fmla="*/ 37005 w 53082"/>
                  <a:gd name="csY20" fmla="*/ 25566 h 72925"/>
                  <a:gd name="csX21" fmla="*/ 23274 w 53082"/>
                  <a:gd name="csY21" fmla="*/ 30348 h 72925"/>
                  <a:gd name="csX22" fmla="*/ 19305 w 53082"/>
                  <a:gd name="csY22" fmla="*/ 31281 h 72925"/>
                  <a:gd name="csX23" fmla="*/ 3985 w 53082"/>
                  <a:gd name="csY23" fmla="*/ 38127 h 72925"/>
                  <a:gd name="csX24" fmla="*/ -718 w 53082"/>
                  <a:gd name="csY24" fmla="*/ 50807 h 72925"/>
                  <a:gd name="csX25" fmla="*/ 6228 w 53082"/>
                  <a:gd name="csY25" fmla="*/ 65928 h 72925"/>
                  <a:gd name="csX26" fmla="*/ 25952 w 53082"/>
                  <a:gd name="csY26" fmla="*/ 71266 h 72925"/>
                  <a:gd name="csX27" fmla="*/ 37839 w 53082"/>
                  <a:gd name="csY27" fmla="*/ 70333 h 72925"/>
                  <a:gd name="csX28" fmla="*/ 48138 w 53082"/>
                  <a:gd name="csY28" fmla="*/ 67555 h 729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</a:cxnLst>
                <a:rect l="l" t="t" r="r" b="b"/>
                <a:pathLst>
                  <a:path w="53082" h="72925">
                    <a:moveTo>
                      <a:pt x="48138" y="67555"/>
                    </a:moveTo>
                    <a:lnTo>
                      <a:pt x="48138" y="56760"/>
                    </a:lnTo>
                    <a:cubicBezTo>
                      <a:pt x="44923" y="58414"/>
                      <a:pt x="41576" y="59651"/>
                      <a:pt x="38097" y="60471"/>
                    </a:cubicBezTo>
                    <a:cubicBezTo>
                      <a:pt x="34631" y="61304"/>
                      <a:pt x="31032" y="61721"/>
                      <a:pt x="27302" y="61721"/>
                    </a:cubicBezTo>
                    <a:cubicBezTo>
                      <a:pt x="21640" y="61721"/>
                      <a:pt x="17393" y="60854"/>
                      <a:pt x="14562" y="59121"/>
                    </a:cubicBezTo>
                    <a:cubicBezTo>
                      <a:pt x="11731" y="57388"/>
                      <a:pt x="10316" y="54782"/>
                      <a:pt x="10316" y="51303"/>
                    </a:cubicBezTo>
                    <a:cubicBezTo>
                      <a:pt x="10316" y="48657"/>
                      <a:pt x="11328" y="46580"/>
                      <a:pt x="13352" y="45072"/>
                    </a:cubicBezTo>
                    <a:cubicBezTo>
                      <a:pt x="15376" y="43564"/>
                      <a:pt x="19450" y="42128"/>
                      <a:pt x="25575" y="40766"/>
                    </a:cubicBezTo>
                    <a:lnTo>
                      <a:pt x="29485" y="39893"/>
                    </a:lnTo>
                    <a:cubicBezTo>
                      <a:pt x="37581" y="38160"/>
                      <a:pt x="43336" y="35712"/>
                      <a:pt x="46749" y="32551"/>
                    </a:cubicBezTo>
                    <a:cubicBezTo>
                      <a:pt x="50162" y="29389"/>
                      <a:pt x="51868" y="24977"/>
                      <a:pt x="51868" y="19315"/>
                    </a:cubicBezTo>
                    <a:cubicBezTo>
                      <a:pt x="51868" y="12859"/>
                      <a:pt x="49315" y="7746"/>
                      <a:pt x="44209" y="3976"/>
                    </a:cubicBezTo>
                    <a:cubicBezTo>
                      <a:pt x="39102" y="218"/>
                      <a:pt x="32084" y="-1660"/>
                      <a:pt x="23154" y="-1660"/>
                    </a:cubicBezTo>
                    <a:cubicBezTo>
                      <a:pt x="19437" y="-1660"/>
                      <a:pt x="15561" y="-1296"/>
                      <a:pt x="11526" y="-569"/>
                    </a:cubicBezTo>
                    <a:cubicBezTo>
                      <a:pt x="7491" y="159"/>
                      <a:pt x="3245" y="1244"/>
                      <a:pt x="-1214" y="2686"/>
                    </a:cubicBezTo>
                    <a:lnTo>
                      <a:pt x="-1214" y="14473"/>
                    </a:lnTo>
                    <a:cubicBezTo>
                      <a:pt x="3006" y="12277"/>
                      <a:pt x="7160" y="10630"/>
                      <a:pt x="11248" y="9532"/>
                    </a:cubicBezTo>
                    <a:cubicBezTo>
                      <a:pt x="15336" y="8447"/>
                      <a:pt x="19391" y="7905"/>
                      <a:pt x="23412" y="7905"/>
                    </a:cubicBezTo>
                    <a:cubicBezTo>
                      <a:pt x="28783" y="7905"/>
                      <a:pt x="32911" y="8824"/>
                      <a:pt x="35795" y="10663"/>
                    </a:cubicBezTo>
                    <a:cubicBezTo>
                      <a:pt x="38692" y="12502"/>
                      <a:pt x="40141" y="15095"/>
                      <a:pt x="40141" y="18442"/>
                    </a:cubicBezTo>
                    <a:cubicBezTo>
                      <a:pt x="40141" y="21537"/>
                      <a:pt x="39096" y="23912"/>
                      <a:pt x="37005" y="25566"/>
                    </a:cubicBezTo>
                    <a:cubicBezTo>
                      <a:pt x="34928" y="27219"/>
                      <a:pt x="30351" y="28813"/>
                      <a:pt x="23274" y="30348"/>
                    </a:cubicBezTo>
                    <a:lnTo>
                      <a:pt x="19305" y="31281"/>
                    </a:lnTo>
                    <a:cubicBezTo>
                      <a:pt x="12240" y="32762"/>
                      <a:pt x="7134" y="35044"/>
                      <a:pt x="3985" y="38127"/>
                    </a:cubicBezTo>
                    <a:cubicBezTo>
                      <a:pt x="850" y="41209"/>
                      <a:pt x="-718" y="45436"/>
                      <a:pt x="-718" y="50807"/>
                    </a:cubicBezTo>
                    <a:cubicBezTo>
                      <a:pt x="-718" y="57342"/>
                      <a:pt x="1598" y="62382"/>
                      <a:pt x="6228" y="65928"/>
                    </a:cubicBezTo>
                    <a:cubicBezTo>
                      <a:pt x="10858" y="69486"/>
                      <a:pt x="17433" y="71266"/>
                      <a:pt x="25952" y="71266"/>
                    </a:cubicBezTo>
                    <a:cubicBezTo>
                      <a:pt x="30159" y="71266"/>
                      <a:pt x="34121" y="70955"/>
                      <a:pt x="37839" y="70333"/>
                    </a:cubicBezTo>
                    <a:cubicBezTo>
                      <a:pt x="41569" y="69725"/>
                      <a:pt x="45002" y="68798"/>
                      <a:pt x="48138" y="67555"/>
                    </a:cubicBez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F1BBE7F2-6E2D-1CC6-50F4-00793A50D4F4}"/>
                  </a:ext>
                </a:extLst>
              </p:cNvPr>
              <p:cNvSpPr/>
              <p:nvPr/>
            </p:nvSpPr>
            <p:spPr>
              <a:xfrm flipV="1">
                <a:off x="6930150" y="1558685"/>
                <a:ext cx="43338" cy="89177"/>
              </a:xfrm>
              <a:custGeom>
                <a:avLst/>
                <a:gdLst>
                  <a:gd name="csX0" fmla="*/ 19055 w 43338"/>
                  <a:gd name="csY0" fmla="*/ 87016 h 89177"/>
                  <a:gd name="csX1" fmla="*/ 19055 w 43338"/>
                  <a:gd name="csY1" fmla="*/ 67292 h 89177"/>
                  <a:gd name="csX2" fmla="*/ 42550 w 43338"/>
                  <a:gd name="csY2" fmla="*/ 67292 h 89177"/>
                  <a:gd name="csX3" fmla="*/ 42550 w 43338"/>
                  <a:gd name="csY3" fmla="*/ 58422 h 89177"/>
                  <a:gd name="csX4" fmla="*/ 19055 w 43338"/>
                  <a:gd name="csY4" fmla="*/ 58422 h 89177"/>
                  <a:gd name="csX5" fmla="*/ 19055 w 43338"/>
                  <a:gd name="csY5" fmla="*/ 20718 h 89177"/>
                  <a:gd name="csX6" fmla="*/ 21377 w 43338"/>
                  <a:gd name="csY6" fmla="*/ 9804 h 89177"/>
                  <a:gd name="csX7" fmla="*/ 30842 w 43338"/>
                  <a:gd name="csY7" fmla="*/ 7383 h 89177"/>
                  <a:gd name="csX8" fmla="*/ 42550 w 43338"/>
                  <a:gd name="csY8" fmla="*/ 7383 h 89177"/>
                  <a:gd name="csX9" fmla="*/ 42550 w 43338"/>
                  <a:gd name="csY9" fmla="*/ -2161 h 89177"/>
                  <a:gd name="csX10" fmla="*/ 30842 w 43338"/>
                  <a:gd name="csY10" fmla="*/ -2161 h 89177"/>
                  <a:gd name="csX11" fmla="*/ 12606 w 43338"/>
                  <a:gd name="csY11" fmla="*/ 2760 h 89177"/>
                  <a:gd name="csX12" fmla="*/ 7585 w 43338"/>
                  <a:gd name="csY12" fmla="*/ 20718 h 89177"/>
                  <a:gd name="csX13" fmla="*/ 7585 w 43338"/>
                  <a:gd name="csY13" fmla="*/ 58422 h 89177"/>
                  <a:gd name="csX14" fmla="*/ -789 w 43338"/>
                  <a:gd name="csY14" fmla="*/ 58422 h 89177"/>
                  <a:gd name="csX15" fmla="*/ -789 w 43338"/>
                  <a:gd name="csY15" fmla="*/ 67292 h 89177"/>
                  <a:gd name="csX16" fmla="*/ 7585 w 43338"/>
                  <a:gd name="csY16" fmla="*/ 67292 h 89177"/>
                  <a:gd name="csX17" fmla="*/ 7585 w 43338"/>
                  <a:gd name="csY17" fmla="*/ 87016 h 89177"/>
                  <a:gd name="csX18" fmla="*/ 19055 w 43338"/>
                  <a:gd name="csY18" fmla="*/ 87016 h 8917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</a:cxnLst>
                <a:rect l="l" t="t" r="r" b="b"/>
                <a:pathLst>
                  <a:path w="43338" h="89177">
                    <a:moveTo>
                      <a:pt x="19055" y="87016"/>
                    </a:moveTo>
                    <a:lnTo>
                      <a:pt x="19055" y="67292"/>
                    </a:lnTo>
                    <a:lnTo>
                      <a:pt x="42550" y="67292"/>
                    </a:lnTo>
                    <a:lnTo>
                      <a:pt x="42550" y="58422"/>
                    </a:lnTo>
                    <a:lnTo>
                      <a:pt x="19055" y="58422"/>
                    </a:lnTo>
                    <a:lnTo>
                      <a:pt x="19055" y="20718"/>
                    </a:lnTo>
                    <a:cubicBezTo>
                      <a:pt x="19055" y="15056"/>
                      <a:pt x="19829" y="11418"/>
                      <a:pt x="21377" y="9804"/>
                    </a:cubicBezTo>
                    <a:cubicBezTo>
                      <a:pt x="22925" y="8190"/>
                      <a:pt x="26080" y="7383"/>
                      <a:pt x="30842" y="7383"/>
                    </a:cubicBezTo>
                    <a:lnTo>
                      <a:pt x="42550" y="7383"/>
                    </a:lnTo>
                    <a:lnTo>
                      <a:pt x="42550" y="-2161"/>
                    </a:lnTo>
                    <a:lnTo>
                      <a:pt x="30842" y="-2161"/>
                    </a:lnTo>
                    <a:cubicBezTo>
                      <a:pt x="22032" y="-2161"/>
                      <a:pt x="15953" y="-521"/>
                      <a:pt x="12606" y="2760"/>
                    </a:cubicBezTo>
                    <a:cubicBezTo>
                      <a:pt x="9259" y="6054"/>
                      <a:pt x="7585" y="12040"/>
                      <a:pt x="7585" y="20718"/>
                    </a:cubicBezTo>
                    <a:lnTo>
                      <a:pt x="7585" y="58422"/>
                    </a:lnTo>
                    <a:lnTo>
                      <a:pt x="-789" y="58422"/>
                    </a:lnTo>
                    <a:lnTo>
                      <a:pt x="-789" y="67292"/>
                    </a:lnTo>
                    <a:lnTo>
                      <a:pt x="7585" y="67292"/>
                    </a:lnTo>
                    <a:lnTo>
                      <a:pt x="7585" y="87016"/>
                    </a:lnTo>
                    <a:lnTo>
                      <a:pt x="19055" y="87016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80B60BFF-5BBC-826F-FC53-0AFA73517D16}"/>
                  </a:ext>
                </a:extLst>
              </p:cNvPr>
              <p:cNvSpPr/>
              <p:nvPr/>
            </p:nvSpPr>
            <p:spPr>
              <a:xfrm flipV="1">
                <a:off x="6983538" y="1576743"/>
                <a:ext cx="64373" cy="72925"/>
              </a:xfrm>
              <a:custGeom>
                <a:avLst/>
                <a:gdLst>
                  <a:gd name="csX0" fmla="*/ 62879 w 64373"/>
                  <a:gd name="csY0" fmla="*/ 37730 h 72925"/>
                  <a:gd name="csX1" fmla="*/ 62879 w 64373"/>
                  <a:gd name="csY1" fmla="*/ 32154 h 72925"/>
                  <a:gd name="csX2" fmla="*/ 10412 w 64373"/>
                  <a:gd name="csY2" fmla="*/ 32154 h 72925"/>
                  <a:gd name="csX3" fmla="*/ 17516 w 64373"/>
                  <a:gd name="csY3" fmla="*/ 14195 h 72925"/>
                  <a:gd name="csX4" fmla="*/ 35216 w 64373"/>
                  <a:gd name="csY4" fmla="*/ 8024 h 72925"/>
                  <a:gd name="csX5" fmla="*/ 47956 w 64373"/>
                  <a:gd name="csY5" fmla="*/ 9631 h 72925"/>
                  <a:gd name="csX6" fmla="*/ 60219 w 64373"/>
                  <a:gd name="csY6" fmla="*/ 14473 h 72925"/>
                  <a:gd name="csX7" fmla="*/ 60219 w 64373"/>
                  <a:gd name="csY7" fmla="*/ 3678 h 72925"/>
                  <a:gd name="csX8" fmla="*/ 47619 w 64373"/>
                  <a:gd name="csY8" fmla="*/ -291 h 72925"/>
                  <a:gd name="csX9" fmla="*/ 34542 w 64373"/>
                  <a:gd name="csY9" fmla="*/ -1660 h 72925"/>
                  <a:gd name="csX10" fmla="*/ 8209 w 64373"/>
                  <a:gd name="csY10" fmla="*/ 8004 h 72925"/>
                  <a:gd name="csX11" fmla="*/ -1495 w 64373"/>
                  <a:gd name="csY11" fmla="*/ 34198 h 72925"/>
                  <a:gd name="csX12" fmla="*/ 7713 w 64373"/>
                  <a:gd name="csY12" fmla="*/ 61245 h 72925"/>
                  <a:gd name="csX13" fmla="*/ 32557 w 64373"/>
                  <a:gd name="csY13" fmla="*/ 71266 h 72925"/>
                  <a:gd name="csX14" fmla="*/ 54723 w 64373"/>
                  <a:gd name="csY14" fmla="*/ 62237 h 72925"/>
                  <a:gd name="csX15" fmla="*/ 62879 w 64373"/>
                  <a:gd name="csY15" fmla="*/ 37730 h 72925"/>
                  <a:gd name="csX16" fmla="*/ 51468 w 64373"/>
                  <a:gd name="csY16" fmla="*/ 41083 h 72925"/>
                  <a:gd name="csX17" fmla="*/ 46230 w 64373"/>
                  <a:gd name="csY17" fmla="*/ 56006 h 72925"/>
                  <a:gd name="csX18" fmla="*/ 32676 w 64373"/>
                  <a:gd name="csY18" fmla="*/ 61602 h 72925"/>
                  <a:gd name="csX19" fmla="*/ 17397 w 64373"/>
                  <a:gd name="csY19" fmla="*/ 56204 h 72925"/>
                  <a:gd name="csX20" fmla="*/ 10789 w 64373"/>
                  <a:gd name="csY20" fmla="*/ 41004 h 72925"/>
                  <a:gd name="csX21" fmla="*/ 51468 w 64373"/>
                  <a:gd name="csY21" fmla="*/ 41083 h 729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</a:cxnLst>
                <a:rect l="l" t="t" r="r" b="b"/>
                <a:pathLst>
                  <a:path w="64373" h="72925">
                    <a:moveTo>
                      <a:pt x="62879" y="37730"/>
                    </a:moveTo>
                    <a:lnTo>
                      <a:pt x="62879" y="32154"/>
                    </a:lnTo>
                    <a:lnTo>
                      <a:pt x="10412" y="32154"/>
                    </a:lnTo>
                    <a:cubicBezTo>
                      <a:pt x="10914" y="24296"/>
                      <a:pt x="13282" y="18309"/>
                      <a:pt x="17516" y="14195"/>
                    </a:cubicBezTo>
                    <a:cubicBezTo>
                      <a:pt x="21749" y="10081"/>
                      <a:pt x="27649" y="8024"/>
                      <a:pt x="35216" y="8024"/>
                    </a:cubicBezTo>
                    <a:cubicBezTo>
                      <a:pt x="39595" y="8024"/>
                      <a:pt x="43842" y="8559"/>
                      <a:pt x="47956" y="9631"/>
                    </a:cubicBezTo>
                    <a:cubicBezTo>
                      <a:pt x="52070" y="10703"/>
                      <a:pt x="56158" y="12317"/>
                      <a:pt x="60219" y="14473"/>
                    </a:cubicBezTo>
                    <a:lnTo>
                      <a:pt x="60219" y="3678"/>
                    </a:lnTo>
                    <a:cubicBezTo>
                      <a:pt x="56118" y="1945"/>
                      <a:pt x="51918" y="622"/>
                      <a:pt x="47619" y="-291"/>
                    </a:cubicBezTo>
                    <a:cubicBezTo>
                      <a:pt x="43319" y="-1204"/>
                      <a:pt x="38960" y="-1660"/>
                      <a:pt x="34542" y="-1660"/>
                    </a:cubicBezTo>
                    <a:cubicBezTo>
                      <a:pt x="23456" y="-1660"/>
                      <a:pt x="14678" y="1561"/>
                      <a:pt x="8209" y="8004"/>
                    </a:cubicBezTo>
                    <a:cubicBezTo>
                      <a:pt x="1740" y="14460"/>
                      <a:pt x="-1495" y="23191"/>
                      <a:pt x="-1495" y="34198"/>
                    </a:cubicBezTo>
                    <a:cubicBezTo>
                      <a:pt x="-1495" y="45561"/>
                      <a:pt x="1575" y="54577"/>
                      <a:pt x="7713" y="61245"/>
                    </a:cubicBezTo>
                    <a:cubicBezTo>
                      <a:pt x="13851" y="67925"/>
                      <a:pt x="22133" y="71266"/>
                      <a:pt x="32557" y="71266"/>
                    </a:cubicBezTo>
                    <a:cubicBezTo>
                      <a:pt x="41897" y="71266"/>
                      <a:pt x="49286" y="68256"/>
                      <a:pt x="54723" y="62237"/>
                    </a:cubicBezTo>
                    <a:cubicBezTo>
                      <a:pt x="60160" y="56231"/>
                      <a:pt x="62879" y="48062"/>
                      <a:pt x="62879" y="37730"/>
                    </a:cubicBezTo>
                    <a:close/>
                    <a:moveTo>
                      <a:pt x="51468" y="41083"/>
                    </a:moveTo>
                    <a:cubicBezTo>
                      <a:pt x="51389" y="47314"/>
                      <a:pt x="49643" y="52288"/>
                      <a:pt x="46230" y="56006"/>
                    </a:cubicBezTo>
                    <a:cubicBezTo>
                      <a:pt x="42817" y="59736"/>
                      <a:pt x="38299" y="61602"/>
                      <a:pt x="32676" y="61602"/>
                    </a:cubicBezTo>
                    <a:cubicBezTo>
                      <a:pt x="26313" y="61602"/>
                      <a:pt x="21220" y="59803"/>
                      <a:pt x="17397" y="56204"/>
                    </a:cubicBezTo>
                    <a:cubicBezTo>
                      <a:pt x="13573" y="52606"/>
                      <a:pt x="11371" y="47539"/>
                      <a:pt x="10789" y="41004"/>
                    </a:cubicBezTo>
                    <a:lnTo>
                      <a:pt x="51468" y="41083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0B74B348-8DDE-8394-0255-DF72277A920B}"/>
                  </a:ext>
                </a:extLst>
              </p:cNvPr>
              <p:cNvSpPr/>
              <p:nvPr/>
            </p:nvSpPr>
            <p:spPr>
              <a:xfrm flipV="1">
                <a:off x="7061672" y="1551363"/>
                <a:ext cx="62071" cy="98305"/>
              </a:xfrm>
              <a:custGeom>
                <a:avLst/>
                <a:gdLst>
                  <a:gd name="csX0" fmla="*/ 49231 w 62071"/>
                  <a:gd name="csY0" fmla="*/ 58421 h 98305"/>
                  <a:gd name="csX1" fmla="*/ 49231 w 62071"/>
                  <a:gd name="csY1" fmla="*/ 96005 h 98305"/>
                  <a:gd name="csX2" fmla="*/ 60641 w 62071"/>
                  <a:gd name="csY2" fmla="*/ 96005 h 98305"/>
                  <a:gd name="csX3" fmla="*/ 60641 w 62071"/>
                  <a:gd name="csY3" fmla="*/ -495 h 98305"/>
                  <a:gd name="csX4" fmla="*/ 49231 w 62071"/>
                  <a:gd name="csY4" fmla="*/ -495 h 98305"/>
                  <a:gd name="csX5" fmla="*/ 49231 w 62071"/>
                  <a:gd name="csY5" fmla="*/ 9923 h 98305"/>
                  <a:gd name="csX6" fmla="*/ 40142 w 62071"/>
                  <a:gd name="csY6" fmla="*/ 716 h 98305"/>
                  <a:gd name="csX7" fmla="*/ 26966 w 62071"/>
                  <a:gd name="csY7" fmla="*/ -2301 h 98305"/>
                  <a:gd name="csX8" fmla="*/ 6467 w 62071"/>
                  <a:gd name="csY8" fmla="*/ 7740 h 98305"/>
                  <a:gd name="csX9" fmla="*/ -1431 w 62071"/>
                  <a:gd name="csY9" fmla="*/ 34172 h 98305"/>
                  <a:gd name="csX10" fmla="*/ 6467 w 62071"/>
                  <a:gd name="csY10" fmla="*/ 60584 h 98305"/>
                  <a:gd name="csX11" fmla="*/ 26966 w 62071"/>
                  <a:gd name="csY11" fmla="*/ 70625 h 98305"/>
                  <a:gd name="csX12" fmla="*/ 40142 w 62071"/>
                  <a:gd name="csY12" fmla="*/ 67609 h 98305"/>
                  <a:gd name="csX13" fmla="*/ 49231 w 62071"/>
                  <a:gd name="csY13" fmla="*/ 58421 h 98305"/>
                  <a:gd name="csX14" fmla="*/ 10357 w 62071"/>
                  <a:gd name="csY14" fmla="*/ 34172 h 98305"/>
                  <a:gd name="csX15" fmla="*/ 15536 w 62071"/>
                  <a:gd name="csY15" fmla="*/ 14428 h 98305"/>
                  <a:gd name="csX16" fmla="*/ 29764 w 62071"/>
                  <a:gd name="csY16" fmla="*/ 7264 h 98305"/>
                  <a:gd name="csX17" fmla="*/ 44012 w 62071"/>
                  <a:gd name="csY17" fmla="*/ 14428 h 98305"/>
                  <a:gd name="csX18" fmla="*/ 49231 w 62071"/>
                  <a:gd name="csY18" fmla="*/ 34172 h 98305"/>
                  <a:gd name="csX19" fmla="*/ 44012 w 62071"/>
                  <a:gd name="csY19" fmla="*/ 53917 h 98305"/>
                  <a:gd name="csX20" fmla="*/ 29764 w 62071"/>
                  <a:gd name="csY20" fmla="*/ 61080 h 98305"/>
                  <a:gd name="csX21" fmla="*/ 15536 w 62071"/>
                  <a:gd name="csY21" fmla="*/ 53917 h 98305"/>
                  <a:gd name="csX22" fmla="*/ 10357 w 62071"/>
                  <a:gd name="csY22" fmla="*/ 34172 h 983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</a:cxnLst>
                <a:rect l="l" t="t" r="r" b="b"/>
                <a:pathLst>
                  <a:path w="62071" h="98305">
                    <a:moveTo>
                      <a:pt x="49231" y="58421"/>
                    </a:moveTo>
                    <a:lnTo>
                      <a:pt x="49231" y="96005"/>
                    </a:lnTo>
                    <a:lnTo>
                      <a:pt x="60641" y="96005"/>
                    </a:lnTo>
                    <a:lnTo>
                      <a:pt x="60641" y="-495"/>
                    </a:lnTo>
                    <a:lnTo>
                      <a:pt x="49231" y="-495"/>
                    </a:lnTo>
                    <a:lnTo>
                      <a:pt x="49231" y="9923"/>
                    </a:lnTo>
                    <a:cubicBezTo>
                      <a:pt x="46836" y="5796"/>
                      <a:pt x="43807" y="2727"/>
                      <a:pt x="40142" y="716"/>
                    </a:cubicBezTo>
                    <a:cubicBezTo>
                      <a:pt x="36491" y="-1295"/>
                      <a:pt x="32099" y="-2301"/>
                      <a:pt x="26966" y="-2301"/>
                    </a:cubicBezTo>
                    <a:cubicBezTo>
                      <a:pt x="18579" y="-2301"/>
                      <a:pt x="11746" y="1046"/>
                      <a:pt x="6467" y="7740"/>
                    </a:cubicBezTo>
                    <a:cubicBezTo>
                      <a:pt x="1202" y="14448"/>
                      <a:pt x="-1431" y="23258"/>
                      <a:pt x="-1431" y="34172"/>
                    </a:cubicBezTo>
                    <a:cubicBezTo>
                      <a:pt x="-1431" y="45086"/>
                      <a:pt x="1202" y="53890"/>
                      <a:pt x="6467" y="60584"/>
                    </a:cubicBezTo>
                    <a:cubicBezTo>
                      <a:pt x="11746" y="67278"/>
                      <a:pt x="18579" y="70625"/>
                      <a:pt x="26966" y="70625"/>
                    </a:cubicBezTo>
                    <a:cubicBezTo>
                      <a:pt x="32099" y="70625"/>
                      <a:pt x="36491" y="69620"/>
                      <a:pt x="40142" y="67609"/>
                    </a:cubicBezTo>
                    <a:cubicBezTo>
                      <a:pt x="43807" y="65611"/>
                      <a:pt x="46836" y="62549"/>
                      <a:pt x="49231" y="58421"/>
                    </a:cubicBezTo>
                    <a:close/>
                    <a:moveTo>
                      <a:pt x="10357" y="34172"/>
                    </a:moveTo>
                    <a:cubicBezTo>
                      <a:pt x="10357" y="25785"/>
                      <a:pt x="12083" y="19203"/>
                      <a:pt x="15536" y="14428"/>
                    </a:cubicBezTo>
                    <a:cubicBezTo>
                      <a:pt x="18989" y="9652"/>
                      <a:pt x="23731" y="7264"/>
                      <a:pt x="29764" y="7264"/>
                    </a:cubicBezTo>
                    <a:cubicBezTo>
                      <a:pt x="35796" y="7264"/>
                      <a:pt x="40546" y="9652"/>
                      <a:pt x="44012" y="14428"/>
                    </a:cubicBezTo>
                    <a:cubicBezTo>
                      <a:pt x="47491" y="19203"/>
                      <a:pt x="49231" y="25785"/>
                      <a:pt x="49231" y="34172"/>
                    </a:cubicBezTo>
                    <a:cubicBezTo>
                      <a:pt x="49231" y="42560"/>
                      <a:pt x="47491" y="49141"/>
                      <a:pt x="44012" y="53917"/>
                    </a:cubicBezTo>
                    <a:cubicBezTo>
                      <a:pt x="40546" y="58693"/>
                      <a:pt x="35796" y="61080"/>
                      <a:pt x="29764" y="61080"/>
                    </a:cubicBezTo>
                    <a:cubicBezTo>
                      <a:pt x="23731" y="61080"/>
                      <a:pt x="18989" y="58693"/>
                      <a:pt x="15536" y="53917"/>
                    </a:cubicBezTo>
                    <a:cubicBezTo>
                      <a:pt x="12083" y="49141"/>
                      <a:pt x="10357" y="42560"/>
                      <a:pt x="10357" y="3417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C57EFC9E-45FF-C360-D962-84068C4BA21B}"/>
                  </a:ext>
                </a:extLst>
              </p:cNvPr>
              <p:cNvSpPr/>
              <p:nvPr/>
            </p:nvSpPr>
            <p:spPr>
              <a:xfrm flipV="1">
                <a:off x="7135283" y="1647863"/>
                <a:ext cx="12700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12700"/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9" name="Freeform: Shape 328">
                <a:extLst>
                  <a:ext uri="{FF2B5EF4-FFF2-40B4-BE49-F238E27FC236}">
                    <a16:creationId xmlns:a16="http://schemas.microsoft.com/office/drawing/2014/main" id="{8860917D-DEBF-82CB-A708-8F41D8BCC479}"/>
                  </a:ext>
                </a:extLst>
              </p:cNvPr>
              <p:cNvSpPr/>
              <p:nvPr/>
            </p:nvSpPr>
            <p:spPr>
              <a:xfrm flipV="1">
                <a:off x="7188114" y="1555272"/>
                <a:ext cx="65682" cy="92590"/>
              </a:xfrm>
              <a:custGeom>
                <a:avLst/>
                <a:gdLst>
                  <a:gd name="csX0" fmla="*/ 10735 w 65682"/>
                  <a:gd name="csY0" fmla="*/ 41964 h 92590"/>
                  <a:gd name="csX1" fmla="*/ 10735 w 65682"/>
                  <a:gd name="csY1" fmla="*/ 8051 h 92590"/>
                  <a:gd name="csX2" fmla="*/ 30837 w 65682"/>
                  <a:gd name="csY2" fmla="*/ 8051 h 92590"/>
                  <a:gd name="csX3" fmla="*/ 45799 w 65682"/>
                  <a:gd name="csY3" fmla="*/ 12238 h 92590"/>
                  <a:gd name="csX4" fmla="*/ 50680 w 65682"/>
                  <a:gd name="csY4" fmla="*/ 25038 h 92590"/>
                  <a:gd name="csX5" fmla="*/ 45799 w 65682"/>
                  <a:gd name="csY5" fmla="*/ 37837 h 92590"/>
                  <a:gd name="csX6" fmla="*/ 30837 w 65682"/>
                  <a:gd name="csY6" fmla="*/ 41964 h 92590"/>
                  <a:gd name="csX7" fmla="*/ 10735 w 65682"/>
                  <a:gd name="csY7" fmla="*/ 41964 h 92590"/>
                  <a:gd name="csX8" fmla="*/ 10735 w 65682"/>
                  <a:gd name="csY8" fmla="*/ 80045 h 92590"/>
                  <a:gd name="csX9" fmla="*/ 10735 w 65682"/>
                  <a:gd name="csY9" fmla="*/ 52144 h 92590"/>
                  <a:gd name="csX10" fmla="*/ 29289 w 65682"/>
                  <a:gd name="csY10" fmla="*/ 52144 h 92590"/>
                  <a:gd name="csX11" fmla="*/ 42941 w 65682"/>
                  <a:gd name="csY11" fmla="*/ 55577 h 92590"/>
                  <a:gd name="csX12" fmla="*/ 47446 w 65682"/>
                  <a:gd name="csY12" fmla="*/ 66094 h 92590"/>
                  <a:gd name="csX13" fmla="*/ 42941 w 65682"/>
                  <a:gd name="csY13" fmla="*/ 76572 h 92590"/>
                  <a:gd name="csX14" fmla="*/ 29289 w 65682"/>
                  <a:gd name="csY14" fmla="*/ 80045 h 92590"/>
                  <a:gd name="csX15" fmla="*/ 10735 w 65682"/>
                  <a:gd name="csY15" fmla="*/ 80045 h 92590"/>
                  <a:gd name="csX16" fmla="*/ -1786 w 65682"/>
                  <a:gd name="csY16" fmla="*/ 90343 h 92590"/>
                  <a:gd name="csX17" fmla="*/ 30222 w 65682"/>
                  <a:gd name="csY17" fmla="*/ 90343 h 92590"/>
                  <a:gd name="csX18" fmla="*/ 52288 w 65682"/>
                  <a:gd name="csY18" fmla="*/ 84390 h 92590"/>
                  <a:gd name="csX19" fmla="*/ 60047 w 65682"/>
                  <a:gd name="csY19" fmla="*/ 67464 h 92590"/>
                  <a:gd name="csX20" fmla="*/ 56078 w 65682"/>
                  <a:gd name="csY20" fmla="*/ 53930 h 92590"/>
                  <a:gd name="csX21" fmla="*/ 44410 w 65682"/>
                  <a:gd name="csY21" fmla="*/ 47679 h 92590"/>
                  <a:gd name="csX22" fmla="*/ 58777 w 65682"/>
                  <a:gd name="csY22" fmla="*/ 39385 h 92590"/>
                  <a:gd name="csX23" fmla="*/ 63896 w 65682"/>
                  <a:gd name="csY23" fmla="*/ 23668 h 92590"/>
                  <a:gd name="csX24" fmla="*/ 55463 w 65682"/>
                  <a:gd name="csY24" fmla="*/ 4499 h 92590"/>
                  <a:gd name="csX25" fmla="*/ 31452 w 65682"/>
                  <a:gd name="csY25" fmla="*/ -2247 h 92590"/>
                  <a:gd name="csX26" fmla="*/ -1786 w 65682"/>
                  <a:gd name="csY26" fmla="*/ -2247 h 92590"/>
                  <a:gd name="csX27" fmla="*/ -1786 w 65682"/>
                  <a:gd name="csY27" fmla="*/ 90343 h 925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</a:cxnLst>
                <a:rect l="l" t="t" r="r" b="b"/>
                <a:pathLst>
                  <a:path w="65682" h="92590">
                    <a:moveTo>
                      <a:pt x="10735" y="41964"/>
                    </a:moveTo>
                    <a:lnTo>
                      <a:pt x="10735" y="8051"/>
                    </a:lnTo>
                    <a:lnTo>
                      <a:pt x="30837" y="8051"/>
                    </a:lnTo>
                    <a:cubicBezTo>
                      <a:pt x="37570" y="8051"/>
                      <a:pt x="42558" y="9447"/>
                      <a:pt x="45799" y="12238"/>
                    </a:cubicBezTo>
                    <a:cubicBezTo>
                      <a:pt x="49053" y="15030"/>
                      <a:pt x="50680" y="19296"/>
                      <a:pt x="50680" y="25038"/>
                    </a:cubicBezTo>
                    <a:cubicBezTo>
                      <a:pt x="50680" y="30832"/>
                      <a:pt x="49053" y="35098"/>
                      <a:pt x="45799" y="37837"/>
                    </a:cubicBezTo>
                    <a:cubicBezTo>
                      <a:pt x="42558" y="40589"/>
                      <a:pt x="37570" y="41964"/>
                      <a:pt x="30837" y="41964"/>
                    </a:cubicBezTo>
                    <a:lnTo>
                      <a:pt x="10735" y="41964"/>
                    </a:lnTo>
                    <a:close/>
                    <a:moveTo>
                      <a:pt x="10735" y="80045"/>
                    </a:moveTo>
                    <a:lnTo>
                      <a:pt x="10735" y="52144"/>
                    </a:lnTo>
                    <a:lnTo>
                      <a:pt x="29289" y="52144"/>
                    </a:lnTo>
                    <a:cubicBezTo>
                      <a:pt x="35401" y="52144"/>
                      <a:pt x="39952" y="53289"/>
                      <a:pt x="42941" y="55577"/>
                    </a:cubicBezTo>
                    <a:cubicBezTo>
                      <a:pt x="45944" y="57879"/>
                      <a:pt x="47446" y="61385"/>
                      <a:pt x="47446" y="66094"/>
                    </a:cubicBezTo>
                    <a:cubicBezTo>
                      <a:pt x="47446" y="70764"/>
                      <a:pt x="45944" y="74257"/>
                      <a:pt x="42941" y="76572"/>
                    </a:cubicBezTo>
                    <a:cubicBezTo>
                      <a:pt x="39952" y="78887"/>
                      <a:pt x="35401" y="80045"/>
                      <a:pt x="29289" y="80045"/>
                    </a:cubicBezTo>
                    <a:lnTo>
                      <a:pt x="10735" y="80045"/>
                    </a:lnTo>
                    <a:close/>
                    <a:moveTo>
                      <a:pt x="-1786" y="90343"/>
                    </a:moveTo>
                    <a:lnTo>
                      <a:pt x="30222" y="90343"/>
                    </a:lnTo>
                    <a:cubicBezTo>
                      <a:pt x="39773" y="90343"/>
                      <a:pt x="47128" y="88359"/>
                      <a:pt x="52288" y="84390"/>
                    </a:cubicBezTo>
                    <a:cubicBezTo>
                      <a:pt x="57460" y="80422"/>
                      <a:pt x="60047" y="74779"/>
                      <a:pt x="60047" y="67464"/>
                    </a:cubicBezTo>
                    <a:cubicBezTo>
                      <a:pt x="60047" y="61788"/>
                      <a:pt x="58724" y="57277"/>
                      <a:pt x="56078" y="53930"/>
                    </a:cubicBezTo>
                    <a:cubicBezTo>
                      <a:pt x="53432" y="50583"/>
                      <a:pt x="49543" y="48500"/>
                      <a:pt x="44410" y="47679"/>
                    </a:cubicBezTo>
                    <a:cubicBezTo>
                      <a:pt x="50575" y="46356"/>
                      <a:pt x="55364" y="43592"/>
                      <a:pt x="58777" y="39385"/>
                    </a:cubicBezTo>
                    <a:cubicBezTo>
                      <a:pt x="62190" y="35191"/>
                      <a:pt x="63896" y="29952"/>
                      <a:pt x="63896" y="23668"/>
                    </a:cubicBezTo>
                    <a:cubicBezTo>
                      <a:pt x="63896" y="15400"/>
                      <a:pt x="61085" y="9011"/>
                      <a:pt x="55463" y="4499"/>
                    </a:cubicBezTo>
                    <a:cubicBezTo>
                      <a:pt x="49840" y="1"/>
                      <a:pt x="41837" y="-2247"/>
                      <a:pt x="31452" y="-2247"/>
                    </a:cubicBezTo>
                    <a:lnTo>
                      <a:pt x="-1786" y="-2247"/>
                    </a:lnTo>
                    <a:lnTo>
                      <a:pt x="-1786" y="90343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0" name="Freeform: Shape 329">
                <a:extLst>
                  <a:ext uri="{FF2B5EF4-FFF2-40B4-BE49-F238E27FC236}">
                    <a16:creationId xmlns:a16="http://schemas.microsoft.com/office/drawing/2014/main" id="{F42A8AF2-8D10-A82B-74CD-C665F6606EC3}"/>
                  </a:ext>
                </a:extLst>
              </p:cNvPr>
              <p:cNvSpPr/>
              <p:nvPr/>
            </p:nvSpPr>
            <p:spPr>
              <a:xfrm flipV="1">
                <a:off x="7262402" y="1555272"/>
                <a:ext cx="117197" cy="92590"/>
              </a:xfrm>
              <a:custGeom>
                <a:avLst/>
                <a:gdLst>
                  <a:gd name="csX0" fmla="*/ -2662 w 117197"/>
                  <a:gd name="csY0" fmla="*/ 90343 h 92590"/>
                  <a:gd name="csX1" fmla="*/ 9979 w 117197"/>
                  <a:gd name="csY1" fmla="*/ 90343 h 92590"/>
                  <a:gd name="csX2" fmla="*/ 29446 w 117197"/>
                  <a:gd name="csY2" fmla="*/ 12080 h 92590"/>
                  <a:gd name="csX3" fmla="*/ 48853 w 117197"/>
                  <a:gd name="csY3" fmla="*/ 90343 h 92590"/>
                  <a:gd name="csX4" fmla="*/ 62942 w 117197"/>
                  <a:gd name="csY4" fmla="*/ 90343 h 92590"/>
                  <a:gd name="csX5" fmla="*/ 82409 w 117197"/>
                  <a:gd name="csY5" fmla="*/ 12080 h 92590"/>
                  <a:gd name="csX6" fmla="*/ 101816 w 117197"/>
                  <a:gd name="csY6" fmla="*/ 90343 h 92590"/>
                  <a:gd name="csX7" fmla="*/ 114536 w 117197"/>
                  <a:gd name="csY7" fmla="*/ 90343 h 92590"/>
                  <a:gd name="csX8" fmla="*/ 91279 w 117197"/>
                  <a:gd name="csY8" fmla="*/ -2247 h 92590"/>
                  <a:gd name="csX9" fmla="*/ 75523 w 117197"/>
                  <a:gd name="csY9" fmla="*/ -2247 h 92590"/>
                  <a:gd name="csX10" fmla="*/ 55997 w 117197"/>
                  <a:gd name="csY10" fmla="*/ 78120 h 92590"/>
                  <a:gd name="csX11" fmla="*/ 36272 w 117197"/>
                  <a:gd name="csY11" fmla="*/ -2247 h 92590"/>
                  <a:gd name="csX12" fmla="*/ 20516 w 117197"/>
                  <a:gd name="csY12" fmla="*/ -2247 h 92590"/>
                  <a:gd name="csX13" fmla="*/ -2662 w 117197"/>
                  <a:gd name="csY13" fmla="*/ 90343 h 925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117197" h="92590">
                    <a:moveTo>
                      <a:pt x="-2662" y="90343"/>
                    </a:moveTo>
                    <a:lnTo>
                      <a:pt x="9979" y="90343"/>
                    </a:lnTo>
                    <a:lnTo>
                      <a:pt x="29446" y="12080"/>
                    </a:lnTo>
                    <a:lnTo>
                      <a:pt x="48853" y="90343"/>
                    </a:lnTo>
                    <a:lnTo>
                      <a:pt x="62942" y="90343"/>
                    </a:lnTo>
                    <a:lnTo>
                      <a:pt x="82409" y="12080"/>
                    </a:lnTo>
                    <a:lnTo>
                      <a:pt x="101816" y="90343"/>
                    </a:lnTo>
                    <a:lnTo>
                      <a:pt x="114536" y="90343"/>
                    </a:lnTo>
                    <a:lnTo>
                      <a:pt x="91279" y="-2247"/>
                    </a:lnTo>
                    <a:lnTo>
                      <a:pt x="75523" y="-2247"/>
                    </a:lnTo>
                    <a:lnTo>
                      <a:pt x="55997" y="78120"/>
                    </a:lnTo>
                    <a:lnTo>
                      <a:pt x="36272" y="-2247"/>
                    </a:lnTo>
                    <a:lnTo>
                      <a:pt x="20516" y="-2247"/>
                    </a:lnTo>
                    <a:lnTo>
                      <a:pt x="-2662" y="90343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CD8F5274-5A94-794F-8767-D726D9CD4D8D}"/>
                </a:ext>
              </a:extLst>
            </p:cNvPr>
            <p:cNvSpPr/>
            <p:nvPr/>
          </p:nvSpPr>
          <p:spPr>
            <a:xfrm>
              <a:off x="5625225" y="1789825"/>
              <a:ext cx="254000" cy="12700"/>
            </a:xfrm>
            <a:custGeom>
              <a:avLst/>
              <a:gdLst>
                <a:gd name="csX0" fmla="*/ 0 w 254000"/>
                <a:gd name="csY0" fmla="*/ 0 h 12700"/>
                <a:gd name="csX1" fmla="*/ 127000 w 254000"/>
                <a:gd name="csY1" fmla="*/ 0 h 12700"/>
                <a:gd name="csX2" fmla="*/ 254000 w 254000"/>
                <a:gd name="csY2" fmla="*/ 0 h 127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000" h="12700">
                  <a:moveTo>
                    <a:pt x="0" y="0"/>
                  </a:moveTo>
                  <a:lnTo>
                    <a:pt x="127000" y="0"/>
                  </a:lnTo>
                  <a:lnTo>
                    <a:pt x="254000" y="0"/>
                  </a:lnTo>
                </a:path>
              </a:pathLst>
            </a:custGeom>
            <a:noFill/>
            <a:ln w="19050" cap="sq">
              <a:solidFill>
                <a:srgbClr val="E377C2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332" name="Graphic 7">
              <a:extLst>
                <a:ext uri="{FF2B5EF4-FFF2-40B4-BE49-F238E27FC236}">
                  <a16:creationId xmlns:a16="http://schemas.microsoft.com/office/drawing/2014/main" id="{02681FBC-0480-684F-C5E9-72CDE8CB10D1}"/>
                </a:ext>
              </a:extLst>
            </p:cNvPr>
            <p:cNvGrpSpPr/>
            <p:nvPr/>
          </p:nvGrpSpPr>
          <p:grpSpPr>
            <a:xfrm>
              <a:off x="5987949" y="1737775"/>
              <a:ext cx="1244190" cy="122912"/>
              <a:chOff x="5987949" y="1737775"/>
              <a:chExt cx="1244190" cy="122912"/>
            </a:xfrm>
            <a:solidFill>
              <a:srgbClr val="FFFFFF"/>
            </a:solidFill>
          </p:grpSpPr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C0C50B48-AF9F-AFF0-7E63-29423BE4E0AB}"/>
                  </a:ext>
                </a:extLst>
              </p:cNvPr>
              <p:cNvSpPr/>
              <p:nvPr/>
            </p:nvSpPr>
            <p:spPr>
              <a:xfrm flipV="1">
                <a:off x="5987949" y="1740017"/>
                <a:ext cx="80863" cy="96063"/>
              </a:xfrm>
              <a:custGeom>
                <a:avLst/>
                <a:gdLst>
                  <a:gd name="csX0" fmla="*/ 66467 w 80863"/>
                  <a:gd name="csY0" fmla="*/ 12792 h 96063"/>
                  <a:gd name="csX1" fmla="*/ 66467 w 80863"/>
                  <a:gd name="csY1" fmla="*/ 37657 h 96063"/>
                  <a:gd name="csX2" fmla="*/ 46008 w 80863"/>
                  <a:gd name="csY2" fmla="*/ 37657 h 96063"/>
                  <a:gd name="csX3" fmla="*/ 46008 w 80863"/>
                  <a:gd name="csY3" fmla="*/ 47956 h 96063"/>
                  <a:gd name="csX4" fmla="*/ 78869 w 80863"/>
                  <a:gd name="csY4" fmla="*/ 47956 h 96063"/>
                  <a:gd name="csX5" fmla="*/ 78869 w 80863"/>
                  <a:gd name="csY5" fmla="*/ 8189 h 96063"/>
                  <a:gd name="csX6" fmla="*/ 62875 w 80863"/>
                  <a:gd name="csY6" fmla="*/ 410 h 96063"/>
                  <a:gd name="csX7" fmla="*/ 44222 w 80863"/>
                  <a:gd name="csY7" fmla="*/ -2229 h 96063"/>
                  <a:gd name="csX8" fmla="*/ 10250 w 80863"/>
                  <a:gd name="csY8" fmla="*/ 10451 h 96063"/>
                  <a:gd name="csX9" fmla="*/ -1994 w 80863"/>
                  <a:gd name="csY9" fmla="*/ 45773 h 96063"/>
                  <a:gd name="csX10" fmla="*/ 10250 w 80863"/>
                  <a:gd name="csY10" fmla="*/ 81154 h 96063"/>
                  <a:gd name="csX11" fmla="*/ 44222 w 80863"/>
                  <a:gd name="csY11" fmla="*/ 93834 h 96063"/>
                  <a:gd name="csX12" fmla="*/ 61427 w 80863"/>
                  <a:gd name="csY12" fmla="*/ 91592 h 96063"/>
                  <a:gd name="csX13" fmla="*/ 76468 w 80863"/>
                  <a:gd name="csY13" fmla="*/ 85024 h 96063"/>
                  <a:gd name="csX14" fmla="*/ 76468 w 80863"/>
                  <a:gd name="csY14" fmla="*/ 71689 h 96063"/>
                  <a:gd name="csX15" fmla="*/ 61705 w 80863"/>
                  <a:gd name="csY15" fmla="*/ 80559 h 96063"/>
                  <a:gd name="csX16" fmla="*/ 45274 w 80863"/>
                  <a:gd name="csY16" fmla="*/ 83535 h 96063"/>
                  <a:gd name="csX17" fmla="*/ 19735 w 80863"/>
                  <a:gd name="csY17" fmla="*/ 74050 h 96063"/>
                  <a:gd name="csX18" fmla="*/ 11222 w 80863"/>
                  <a:gd name="csY18" fmla="*/ 45773 h 96063"/>
                  <a:gd name="csX19" fmla="*/ 19735 w 80863"/>
                  <a:gd name="csY19" fmla="*/ 17555 h 96063"/>
                  <a:gd name="csX20" fmla="*/ 45274 w 80863"/>
                  <a:gd name="csY20" fmla="*/ 8070 h 96063"/>
                  <a:gd name="csX21" fmla="*/ 57101 w 80863"/>
                  <a:gd name="csY21" fmla="*/ 9221 h 96063"/>
                  <a:gd name="csX22" fmla="*/ 66467 w 80863"/>
                  <a:gd name="csY22" fmla="*/ 12792 h 9606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</a:cxnLst>
                <a:rect l="l" t="t" r="r" b="b"/>
                <a:pathLst>
                  <a:path w="80863" h="96063">
                    <a:moveTo>
                      <a:pt x="66467" y="12792"/>
                    </a:moveTo>
                    <a:lnTo>
                      <a:pt x="66467" y="37657"/>
                    </a:lnTo>
                    <a:lnTo>
                      <a:pt x="46008" y="37657"/>
                    </a:lnTo>
                    <a:lnTo>
                      <a:pt x="46008" y="47956"/>
                    </a:lnTo>
                    <a:lnTo>
                      <a:pt x="78869" y="47956"/>
                    </a:lnTo>
                    <a:lnTo>
                      <a:pt x="78869" y="8189"/>
                    </a:lnTo>
                    <a:cubicBezTo>
                      <a:pt x="74041" y="4762"/>
                      <a:pt x="68709" y="2169"/>
                      <a:pt x="62875" y="410"/>
                    </a:cubicBezTo>
                    <a:cubicBezTo>
                      <a:pt x="57055" y="-1350"/>
                      <a:pt x="50837" y="-2229"/>
                      <a:pt x="44222" y="-2229"/>
                    </a:cubicBezTo>
                    <a:cubicBezTo>
                      <a:pt x="29750" y="-2229"/>
                      <a:pt x="18425" y="1997"/>
                      <a:pt x="10250" y="10451"/>
                    </a:cubicBezTo>
                    <a:cubicBezTo>
                      <a:pt x="2087" y="18918"/>
                      <a:pt x="-1994" y="30691"/>
                      <a:pt x="-1994" y="45773"/>
                    </a:cubicBezTo>
                    <a:cubicBezTo>
                      <a:pt x="-1994" y="60907"/>
                      <a:pt x="2087" y="72701"/>
                      <a:pt x="10250" y="81154"/>
                    </a:cubicBezTo>
                    <a:cubicBezTo>
                      <a:pt x="18425" y="89608"/>
                      <a:pt x="29750" y="93834"/>
                      <a:pt x="44222" y="93834"/>
                    </a:cubicBezTo>
                    <a:cubicBezTo>
                      <a:pt x="50255" y="93834"/>
                      <a:pt x="55990" y="93087"/>
                      <a:pt x="61427" y="91592"/>
                    </a:cubicBezTo>
                    <a:cubicBezTo>
                      <a:pt x="66864" y="90110"/>
                      <a:pt x="71878" y="87921"/>
                      <a:pt x="76468" y="85024"/>
                    </a:cubicBezTo>
                    <a:lnTo>
                      <a:pt x="76468" y="71689"/>
                    </a:lnTo>
                    <a:cubicBezTo>
                      <a:pt x="71838" y="75618"/>
                      <a:pt x="66917" y="78574"/>
                      <a:pt x="61705" y="80559"/>
                    </a:cubicBezTo>
                    <a:cubicBezTo>
                      <a:pt x="56492" y="82543"/>
                      <a:pt x="51015" y="83535"/>
                      <a:pt x="45274" y="83535"/>
                    </a:cubicBezTo>
                    <a:cubicBezTo>
                      <a:pt x="33937" y="83535"/>
                      <a:pt x="25424" y="80374"/>
                      <a:pt x="19735" y="74050"/>
                    </a:cubicBezTo>
                    <a:cubicBezTo>
                      <a:pt x="14060" y="67727"/>
                      <a:pt x="11222" y="58301"/>
                      <a:pt x="11222" y="45773"/>
                    </a:cubicBezTo>
                    <a:cubicBezTo>
                      <a:pt x="11222" y="33284"/>
                      <a:pt x="14060" y="23878"/>
                      <a:pt x="19735" y="17555"/>
                    </a:cubicBezTo>
                    <a:cubicBezTo>
                      <a:pt x="25424" y="11231"/>
                      <a:pt x="33937" y="8070"/>
                      <a:pt x="45274" y="8070"/>
                    </a:cubicBezTo>
                    <a:cubicBezTo>
                      <a:pt x="49693" y="8070"/>
                      <a:pt x="53635" y="8453"/>
                      <a:pt x="57101" y="9221"/>
                    </a:cubicBezTo>
                    <a:cubicBezTo>
                      <a:pt x="60580" y="9988"/>
                      <a:pt x="63702" y="11178"/>
                      <a:pt x="66467" y="1279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4" name="Freeform: Shape 333">
                <a:extLst>
                  <a:ext uri="{FF2B5EF4-FFF2-40B4-BE49-F238E27FC236}">
                    <a16:creationId xmlns:a16="http://schemas.microsoft.com/office/drawing/2014/main" id="{11C913D8-4EF9-36C3-19CE-9D221B6DDF2D}"/>
                  </a:ext>
                </a:extLst>
              </p:cNvPr>
              <p:cNvSpPr/>
              <p:nvPr/>
            </p:nvSpPr>
            <p:spPr>
              <a:xfrm flipV="1">
                <a:off x="6086243" y="1763155"/>
                <a:ext cx="63757" cy="72925"/>
              </a:xfrm>
              <a:custGeom>
                <a:avLst/>
                <a:gdLst>
                  <a:gd name="csX0" fmla="*/ 30319 w 63757"/>
                  <a:gd name="csY0" fmla="*/ 61616 h 72925"/>
                  <a:gd name="csX1" fmla="*/ 15814 w 63757"/>
                  <a:gd name="csY1" fmla="*/ 54453 h 72925"/>
                  <a:gd name="csX2" fmla="*/ 10476 w 63757"/>
                  <a:gd name="csY2" fmla="*/ 34827 h 72925"/>
                  <a:gd name="csX3" fmla="*/ 15774 w 63757"/>
                  <a:gd name="csY3" fmla="*/ 15202 h 72925"/>
                  <a:gd name="csX4" fmla="*/ 30319 w 63757"/>
                  <a:gd name="csY4" fmla="*/ 8038 h 72925"/>
                  <a:gd name="csX5" fmla="*/ 44766 w 63757"/>
                  <a:gd name="csY5" fmla="*/ 15222 h 72925"/>
                  <a:gd name="csX6" fmla="*/ 50104 w 63757"/>
                  <a:gd name="csY6" fmla="*/ 34827 h 72925"/>
                  <a:gd name="csX7" fmla="*/ 44766 w 63757"/>
                  <a:gd name="csY7" fmla="*/ 54393 h 72925"/>
                  <a:gd name="csX8" fmla="*/ 30319 w 63757"/>
                  <a:gd name="csY8" fmla="*/ 61616 h 72925"/>
                  <a:gd name="csX9" fmla="*/ 30319 w 63757"/>
                  <a:gd name="csY9" fmla="*/ 71280 h 72925"/>
                  <a:gd name="csX10" fmla="*/ 53695 w 63757"/>
                  <a:gd name="csY10" fmla="*/ 61597 h 72925"/>
                  <a:gd name="csX11" fmla="*/ 62208 w 63757"/>
                  <a:gd name="csY11" fmla="*/ 34827 h 72925"/>
                  <a:gd name="csX12" fmla="*/ 53695 w 63757"/>
                  <a:gd name="csY12" fmla="*/ 8058 h 72925"/>
                  <a:gd name="csX13" fmla="*/ 30319 w 63757"/>
                  <a:gd name="csY13" fmla="*/ -1645 h 72925"/>
                  <a:gd name="csX14" fmla="*/ 6904 w 63757"/>
                  <a:gd name="csY14" fmla="*/ 8058 h 72925"/>
                  <a:gd name="csX15" fmla="*/ -1550 w 63757"/>
                  <a:gd name="csY15" fmla="*/ 34827 h 72925"/>
                  <a:gd name="csX16" fmla="*/ 6904 w 63757"/>
                  <a:gd name="csY16" fmla="*/ 61597 h 72925"/>
                  <a:gd name="csX17" fmla="*/ 30319 w 63757"/>
                  <a:gd name="csY17" fmla="*/ 71280 h 729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</a:cxnLst>
                <a:rect l="l" t="t" r="r" b="b"/>
                <a:pathLst>
                  <a:path w="63757" h="72925">
                    <a:moveTo>
                      <a:pt x="30319" y="61616"/>
                    </a:moveTo>
                    <a:cubicBezTo>
                      <a:pt x="24207" y="61616"/>
                      <a:pt x="19372" y="59229"/>
                      <a:pt x="15814" y="54453"/>
                    </a:cubicBezTo>
                    <a:cubicBezTo>
                      <a:pt x="12255" y="49677"/>
                      <a:pt x="10476" y="43135"/>
                      <a:pt x="10476" y="34827"/>
                    </a:cubicBezTo>
                    <a:cubicBezTo>
                      <a:pt x="10476" y="26520"/>
                      <a:pt x="12242" y="19978"/>
                      <a:pt x="15774" y="15202"/>
                    </a:cubicBezTo>
                    <a:cubicBezTo>
                      <a:pt x="19319" y="10426"/>
                      <a:pt x="24168" y="8038"/>
                      <a:pt x="30319" y="8038"/>
                    </a:cubicBezTo>
                    <a:cubicBezTo>
                      <a:pt x="36405" y="8038"/>
                      <a:pt x="41220" y="10433"/>
                      <a:pt x="44766" y="15222"/>
                    </a:cubicBezTo>
                    <a:cubicBezTo>
                      <a:pt x="48324" y="20024"/>
                      <a:pt x="50104" y="26559"/>
                      <a:pt x="50104" y="34827"/>
                    </a:cubicBezTo>
                    <a:cubicBezTo>
                      <a:pt x="50104" y="43056"/>
                      <a:pt x="48324" y="49578"/>
                      <a:pt x="44766" y="54393"/>
                    </a:cubicBezTo>
                    <a:cubicBezTo>
                      <a:pt x="41220" y="59209"/>
                      <a:pt x="36405" y="61616"/>
                      <a:pt x="30319" y="61616"/>
                    </a:cubicBezTo>
                    <a:close/>
                    <a:moveTo>
                      <a:pt x="30319" y="71280"/>
                    </a:moveTo>
                    <a:cubicBezTo>
                      <a:pt x="40241" y="71280"/>
                      <a:pt x="48033" y="68052"/>
                      <a:pt x="53695" y="61597"/>
                    </a:cubicBezTo>
                    <a:cubicBezTo>
                      <a:pt x="59371" y="55154"/>
                      <a:pt x="62208" y="46231"/>
                      <a:pt x="62208" y="34827"/>
                    </a:cubicBezTo>
                    <a:cubicBezTo>
                      <a:pt x="62208" y="23464"/>
                      <a:pt x="59371" y="14540"/>
                      <a:pt x="53695" y="8058"/>
                    </a:cubicBezTo>
                    <a:cubicBezTo>
                      <a:pt x="48033" y="1589"/>
                      <a:pt x="40241" y="-1645"/>
                      <a:pt x="30319" y="-1645"/>
                    </a:cubicBezTo>
                    <a:cubicBezTo>
                      <a:pt x="20358" y="-1645"/>
                      <a:pt x="12553" y="1589"/>
                      <a:pt x="6904" y="8058"/>
                    </a:cubicBezTo>
                    <a:cubicBezTo>
                      <a:pt x="1268" y="14540"/>
                      <a:pt x="-1550" y="23464"/>
                      <a:pt x="-1550" y="34827"/>
                    </a:cubicBezTo>
                    <a:cubicBezTo>
                      <a:pt x="-1550" y="46231"/>
                      <a:pt x="1268" y="55154"/>
                      <a:pt x="6904" y="61597"/>
                    </a:cubicBezTo>
                    <a:cubicBezTo>
                      <a:pt x="12553" y="68052"/>
                      <a:pt x="20358" y="71280"/>
                      <a:pt x="30319" y="7128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5" name="Freeform: Shape 334">
                <a:extLst>
                  <a:ext uri="{FF2B5EF4-FFF2-40B4-BE49-F238E27FC236}">
                    <a16:creationId xmlns:a16="http://schemas.microsoft.com/office/drawing/2014/main" id="{FCAE1ACB-4410-025D-EB71-6038C8D0BE81}"/>
                  </a:ext>
                </a:extLst>
              </p:cNvPr>
              <p:cNvSpPr/>
              <p:nvPr/>
            </p:nvSpPr>
            <p:spPr>
              <a:xfrm flipV="1">
                <a:off x="6168904" y="1737775"/>
                <a:ext cx="11410" cy="96500"/>
              </a:xfrm>
              <a:custGeom>
                <a:avLst/>
                <a:gdLst>
                  <a:gd name="csX0" fmla="*/ -476 w 11410"/>
                  <a:gd name="csY0" fmla="*/ 94169 h 96500"/>
                  <a:gd name="csX1" fmla="*/ 10934 w 11410"/>
                  <a:gd name="csY1" fmla="*/ 94169 h 96500"/>
                  <a:gd name="csX2" fmla="*/ 10934 w 11410"/>
                  <a:gd name="csY2" fmla="*/ -2331 h 96500"/>
                  <a:gd name="csX3" fmla="*/ -476 w 11410"/>
                  <a:gd name="csY3" fmla="*/ -2331 h 96500"/>
                  <a:gd name="csX4" fmla="*/ -476 w 11410"/>
                  <a:gd name="csY4" fmla="*/ 94169 h 965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1410" h="96500">
                    <a:moveTo>
                      <a:pt x="-476" y="94169"/>
                    </a:moveTo>
                    <a:lnTo>
                      <a:pt x="10934" y="94169"/>
                    </a:lnTo>
                    <a:lnTo>
                      <a:pt x="10934" y="-2331"/>
                    </a:lnTo>
                    <a:lnTo>
                      <a:pt x="-476" y="-2331"/>
                    </a:lnTo>
                    <a:lnTo>
                      <a:pt x="-476" y="94169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638B728F-F533-0B24-E348-EB1BEC68DABC}"/>
                  </a:ext>
                </a:extLst>
              </p:cNvPr>
              <p:cNvSpPr/>
              <p:nvPr/>
            </p:nvSpPr>
            <p:spPr>
              <a:xfrm flipV="1">
                <a:off x="6199228" y="1737775"/>
                <a:ext cx="62071" cy="98305"/>
              </a:xfrm>
              <a:custGeom>
                <a:avLst/>
                <a:gdLst>
                  <a:gd name="csX0" fmla="*/ 49163 w 62071"/>
                  <a:gd name="csY0" fmla="*/ 58436 h 98305"/>
                  <a:gd name="csX1" fmla="*/ 49163 w 62071"/>
                  <a:gd name="csY1" fmla="*/ 96020 h 98305"/>
                  <a:gd name="csX2" fmla="*/ 60573 w 62071"/>
                  <a:gd name="csY2" fmla="*/ 96020 h 98305"/>
                  <a:gd name="csX3" fmla="*/ 60573 w 62071"/>
                  <a:gd name="csY3" fmla="*/ -480 h 98305"/>
                  <a:gd name="csX4" fmla="*/ 49163 w 62071"/>
                  <a:gd name="csY4" fmla="*/ -480 h 98305"/>
                  <a:gd name="csX5" fmla="*/ 49163 w 62071"/>
                  <a:gd name="csY5" fmla="*/ 9938 h 98305"/>
                  <a:gd name="csX6" fmla="*/ 40074 w 62071"/>
                  <a:gd name="csY6" fmla="*/ 730 h 98305"/>
                  <a:gd name="csX7" fmla="*/ 26898 w 62071"/>
                  <a:gd name="csY7" fmla="*/ -2286 h 98305"/>
                  <a:gd name="csX8" fmla="*/ 6399 w 62071"/>
                  <a:gd name="csY8" fmla="*/ 7755 h 98305"/>
                  <a:gd name="csX9" fmla="*/ -1498 w 62071"/>
                  <a:gd name="csY9" fmla="*/ 34187 h 98305"/>
                  <a:gd name="csX10" fmla="*/ 6399 w 62071"/>
                  <a:gd name="csY10" fmla="*/ 60599 h 98305"/>
                  <a:gd name="csX11" fmla="*/ 26898 w 62071"/>
                  <a:gd name="csY11" fmla="*/ 70640 h 98305"/>
                  <a:gd name="csX12" fmla="*/ 40074 w 62071"/>
                  <a:gd name="csY12" fmla="*/ 67624 h 98305"/>
                  <a:gd name="csX13" fmla="*/ 49163 w 62071"/>
                  <a:gd name="csY13" fmla="*/ 58436 h 98305"/>
                  <a:gd name="csX14" fmla="*/ 10289 w 62071"/>
                  <a:gd name="csY14" fmla="*/ 34187 h 98305"/>
                  <a:gd name="csX15" fmla="*/ 15468 w 62071"/>
                  <a:gd name="csY15" fmla="*/ 14442 h 98305"/>
                  <a:gd name="csX16" fmla="*/ 29696 w 62071"/>
                  <a:gd name="csY16" fmla="*/ 7279 h 98305"/>
                  <a:gd name="csX17" fmla="*/ 43944 w 62071"/>
                  <a:gd name="csY17" fmla="*/ 14442 h 98305"/>
                  <a:gd name="csX18" fmla="*/ 49163 w 62071"/>
                  <a:gd name="csY18" fmla="*/ 34187 h 98305"/>
                  <a:gd name="csX19" fmla="*/ 43944 w 62071"/>
                  <a:gd name="csY19" fmla="*/ 53931 h 98305"/>
                  <a:gd name="csX20" fmla="*/ 29696 w 62071"/>
                  <a:gd name="csY20" fmla="*/ 61095 h 98305"/>
                  <a:gd name="csX21" fmla="*/ 15468 w 62071"/>
                  <a:gd name="csY21" fmla="*/ 53931 h 98305"/>
                  <a:gd name="csX22" fmla="*/ 10289 w 62071"/>
                  <a:gd name="csY22" fmla="*/ 34187 h 983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</a:cxnLst>
                <a:rect l="l" t="t" r="r" b="b"/>
                <a:pathLst>
                  <a:path w="62071" h="98305">
                    <a:moveTo>
                      <a:pt x="49163" y="58436"/>
                    </a:moveTo>
                    <a:lnTo>
                      <a:pt x="49163" y="96020"/>
                    </a:lnTo>
                    <a:lnTo>
                      <a:pt x="60573" y="96020"/>
                    </a:lnTo>
                    <a:lnTo>
                      <a:pt x="60573" y="-480"/>
                    </a:lnTo>
                    <a:lnTo>
                      <a:pt x="49163" y="-480"/>
                    </a:lnTo>
                    <a:lnTo>
                      <a:pt x="49163" y="9938"/>
                    </a:lnTo>
                    <a:cubicBezTo>
                      <a:pt x="46768" y="5810"/>
                      <a:pt x="43739" y="2741"/>
                      <a:pt x="40074" y="730"/>
                    </a:cubicBezTo>
                    <a:cubicBezTo>
                      <a:pt x="36423" y="-1280"/>
                      <a:pt x="32031" y="-2286"/>
                      <a:pt x="26898" y="-2286"/>
                    </a:cubicBezTo>
                    <a:cubicBezTo>
                      <a:pt x="18511" y="-2286"/>
                      <a:pt x="11678" y="1061"/>
                      <a:pt x="6399" y="7755"/>
                    </a:cubicBezTo>
                    <a:cubicBezTo>
                      <a:pt x="1134" y="14462"/>
                      <a:pt x="-1498" y="23273"/>
                      <a:pt x="-1498" y="34187"/>
                    </a:cubicBezTo>
                    <a:cubicBezTo>
                      <a:pt x="-1498" y="45101"/>
                      <a:pt x="1134" y="53905"/>
                      <a:pt x="6399" y="60599"/>
                    </a:cubicBezTo>
                    <a:cubicBezTo>
                      <a:pt x="11678" y="67293"/>
                      <a:pt x="18511" y="70640"/>
                      <a:pt x="26898" y="70640"/>
                    </a:cubicBezTo>
                    <a:cubicBezTo>
                      <a:pt x="32031" y="70640"/>
                      <a:pt x="36423" y="69634"/>
                      <a:pt x="40074" y="67624"/>
                    </a:cubicBezTo>
                    <a:cubicBezTo>
                      <a:pt x="43739" y="65626"/>
                      <a:pt x="46768" y="62563"/>
                      <a:pt x="49163" y="58436"/>
                    </a:cubicBezTo>
                    <a:close/>
                    <a:moveTo>
                      <a:pt x="10289" y="34187"/>
                    </a:moveTo>
                    <a:cubicBezTo>
                      <a:pt x="10289" y="25800"/>
                      <a:pt x="12015" y="19218"/>
                      <a:pt x="15468" y="14442"/>
                    </a:cubicBezTo>
                    <a:cubicBezTo>
                      <a:pt x="18921" y="9667"/>
                      <a:pt x="23663" y="7279"/>
                      <a:pt x="29696" y="7279"/>
                    </a:cubicBezTo>
                    <a:cubicBezTo>
                      <a:pt x="35728" y="7279"/>
                      <a:pt x="40478" y="9667"/>
                      <a:pt x="43944" y="14442"/>
                    </a:cubicBezTo>
                    <a:cubicBezTo>
                      <a:pt x="47423" y="19218"/>
                      <a:pt x="49163" y="25800"/>
                      <a:pt x="49163" y="34187"/>
                    </a:cubicBezTo>
                    <a:cubicBezTo>
                      <a:pt x="49163" y="42574"/>
                      <a:pt x="47423" y="49156"/>
                      <a:pt x="43944" y="53931"/>
                    </a:cubicBezTo>
                    <a:cubicBezTo>
                      <a:pt x="40478" y="58707"/>
                      <a:pt x="35728" y="61095"/>
                      <a:pt x="29696" y="61095"/>
                    </a:cubicBezTo>
                    <a:cubicBezTo>
                      <a:pt x="23663" y="61095"/>
                      <a:pt x="18921" y="58707"/>
                      <a:pt x="15468" y="53931"/>
                    </a:cubicBezTo>
                    <a:cubicBezTo>
                      <a:pt x="12015" y="49156"/>
                      <a:pt x="10289" y="42574"/>
                      <a:pt x="10289" y="34187"/>
                    </a:cubicBez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7" name="Freeform: Shape 336">
                <a:extLst>
                  <a:ext uri="{FF2B5EF4-FFF2-40B4-BE49-F238E27FC236}">
                    <a16:creationId xmlns:a16="http://schemas.microsoft.com/office/drawing/2014/main" id="{5228F5E8-EE37-5538-6BEC-9DB7B03B3FEC}"/>
                  </a:ext>
                </a:extLst>
              </p:cNvPr>
              <p:cNvSpPr/>
              <p:nvPr/>
            </p:nvSpPr>
            <p:spPr>
              <a:xfrm flipV="1">
                <a:off x="6272839" y="1834275"/>
                <a:ext cx="12700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12700"/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" name="Freeform: Shape 337">
                <a:extLst>
                  <a:ext uri="{FF2B5EF4-FFF2-40B4-BE49-F238E27FC236}">
                    <a16:creationId xmlns:a16="http://schemas.microsoft.com/office/drawing/2014/main" id="{752D76CC-ECB2-F0EC-A078-195336588800}"/>
                  </a:ext>
                </a:extLst>
              </p:cNvPr>
              <p:cNvSpPr/>
              <p:nvPr/>
            </p:nvSpPr>
            <p:spPr>
              <a:xfrm flipV="1">
                <a:off x="6325670" y="1741684"/>
                <a:ext cx="72132" cy="92590"/>
              </a:xfrm>
              <a:custGeom>
                <a:avLst/>
                <a:gdLst>
                  <a:gd name="csX0" fmla="*/ 41898 w 72132"/>
                  <a:gd name="csY0" fmla="*/ 41185 h 92590"/>
                  <a:gd name="csX1" fmla="*/ 49736 w 72132"/>
                  <a:gd name="csY1" fmla="*/ 35351 h 92590"/>
                  <a:gd name="csX2" fmla="*/ 57396 w 72132"/>
                  <a:gd name="csY2" fmla="*/ 23068 h 92590"/>
                  <a:gd name="csX3" fmla="*/ 70115 w 72132"/>
                  <a:gd name="csY3" fmla="*/ -2233 h 92590"/>
                  <a:gd name="csX4" fmla="*/ 56642 w 72132"/>
                  <a:gd name="csY4" fmla="*/ -2233 h 92590"/>
                  <a:gd name="csX5" fmla="*/ 44815 w 72132"/>
                  <a:gd name="csY5" fmla="*/ 21520 h 92590"/>
                  <a:gd name="csX6" fmla="*/ 35905 w 72132"/>
                  <a:gd name="csY6" fmla="*/ 33863 h 92590"/>
                  <a:gd name="csX7" fmla="*/ 24157 w 72132"/>
                  <a:gd name="csY7" fmla="*/ 36899 h 92590"/>
                  <a:gd name="csX8" fmla="*/ 10505 w 72132"/>
                  <a:gd name="csY8" fmla="*/ 36899 h 92590"/>
                  <a:gd name="csX9" fmla="*/ 10505 w 72132"/>
                  <a:gd name="csY9" fmla="*/ -2233 h 92590"/>
                  <a:gd name="csX10" fmla="*/ -2017 w 72132"/>
                  <a:gd name="csY10" fmla="*/ -2233 h 92590"/>
                  <a:gd name="csX11" fmla="*/ -2017 w 72132"/>
                  <a:gd name="csY11" fmla="*/ 90358 h 92590"/>
                  <a:gd name="csX12" fmla="*/ 26261 w 72132"/>
                  <a:gd name="csY12" fmla="*/ 90358 h 92590"/>
                  <a:gd name="csX13" fmla="*/ 49954 w 72132"/>
                  <a:gd name="csY13" fmla="*/ 83710 h 92590"/>
                  <a:gd name="csX14" fmla="*/ 57773 w 72132"/>
                  <a:gd name="csY14" fmla="*/ 63688 h 92590"/>
                  <a:gd name="csX15" fmla="*/ 53705 w 72132"/>
                  <a:gd name="csY15" fmla="*/ 49163 h 92590"/>
                  <a:gd name="csX16" fmla="*/ 41898 w 72132"/>
                  <a:gd name="csY16" fmla="*/ 41185 h 92590"/>
                  <a:gd name="csX17" fmla="*/ 10505 w 72132"/>
                  <a:gd name="csY17" fmla="*/ 80059 h 92590"/>
                  <a:gd name="csX18" fmla="*/ 10505 w 72132"/>
                  <a:gd name="csY18" fmla="*/ 47198 h 92590"/>
                  <a:gd name="csX19" fmla="*/ 26261 w 72132"/>
                  <a:gd name="csY19" fmla="*/ 47198 h 92590"/>
                  <a:gd name="csX20" fmla="*/ 39933 w 72132"/>
                  <a:gd name="csY20" fmla="*/ 51385 h 92590"/>
                  <a:gd name="csX21" fmla="*/ 44557 w 72132"/>
                  <a:gd name="csY21" fmla="*/ 63688 h 92590"/>
                  <a:gd name="csX22" fmla="*/ 39933 w 72132"/>
                  <a:gd name="csY22" fmla="*/ 75932 h 92590"/>
                  <a:gd name="csX23" fmla="*/ 26261 w 72132"/>
                  <a:gd name="csY23" fmla="*/ 80059 h 92590"/>
                  <a:gd name="csX24" fmla="*/ 10505 w 72132"/>
                  <a:gd name="csY24" fmla="*/ 80059 h 925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</a:cxnLst>
                <a:rect l="l" t="t" r="r" b="b"/>
                <a:pathLst>
                  <a:path w="72132" h="92590">
                    <a:moveTo>
                      <a:pt x="41898" y="41185"/>
                    </a:moveTo>
                    <a:cubicBezTo>
                      <a:pt x="44583" y="40273"/>
                      <a:pt x="47196" y="38328"/>
                      <a:pt x="49736" y="35351"/>
                    </a:cubicBezTo>
                    <a:cubicBezTo>
                      <a:pt x="52276" y="32375"/>
                      <a:pt x="54829" y="28280"/>
                      <a:pt x="57396" y="23068"/>
                    </a:cubicBezTo>
                    <a:lnTo>
                      <a:pt x="70115" y="-2233"/>
                    </a:lnTo>
                    <a:lnTo>
                      <a:pt x="56642" y="-2233"/>
                    </a:lnTo>
                    <a:lnTo>
                      <a:pt x="44815" y="21520"/>
                    </a:lnTo>
                    <a:cubicBezTo>
                      <a:pt x="41746" y="27725"/>
                      <a:pt x="38776" y="31839"/>
                      <a:pt x="35905" y="33863"/>
                    </a:cubicBezTo>
                    <a:cubicBezTo>
                      <a:pt x="33034" y="35887"/>
                      <a:pt x="29118" y="36899"/>
                      <a:pt x="24157" y="36899"/>
                    </a:cubicBezTo>
                    <a:lnTo>
                      <a:pt x="10505" y="36899"/>
                    </a:lnTo>
                    <a:lnTo>
                      <a:pt x="10505" y="-2233"/>
                    </a:lnTo>
                    <a:lnTo>
                      <a:pt x="-2017" y="-2233"/>
                    </a:lnTo>
                    <a:lnTo>
                      <a:pt x="-2017" y="90358"/>
                    </a:lnTo>
                    <a:lnTo>
                      <a:pt x="26261" y="90358"/>
                    </a:lnTo>
                    <a:cubicBezTo>
                      <a:pt x="36844" y="90358"/>
                      <a:pt x="44742" y="88142"/>
                      <a:pt x="49954" y="83710"/>
                    </a:cubicBezTo>
                    <a:cubicBezTo>
                      <a:pt x="55167" y="79292"/>
                      <a:pt x="57773" y="72618"/>
                      <a:pt x="57773" y="63688"/>
                    </a:cubicBezTo>
                    <a:cubicBezTo>
                      <a:pt x="57773" y="57854"/>
                      <a:pt x="56417" y="53012"/>
                      <a:pt x="53705" y="49163"/>
                    </a:cubicBezTo>
                    <a:cubicBezTo>
                      <a:pt x="50993" y="45326"/>
                      <a:pt x="47057" y="42667"/>
                      <a:pt x="41898" y="41185"/>
                    </a:cubicBezTo>
                    <a:close/>
                    <a:moveTo>
                      <a:pt x="10505" y="80059"/>
                    </a:moveTo>
                    <a:lnTo>
                      <a:pt x="10505" y="47198"/>
                    </a:lnTo>
                    <a:lnTo>
                      <a:pt x="26261" y="47198"/>
                    </a:lnTo>
                    <a:cubicBezTo>
                      <a:pt x="32293" y="47198"/>
                      <a:pt x="36851" y="48594"/>
                      <a:pt x="39933" y="51385"/>
                    </a:cubicBezTo>
                    <a:cubicBezTo>
                      <a:pt x="43016" y="54176"/>
                      <a:pt x="44557" y="58277"/>
                      <a:pt x="44557" y="63688"/>
                    </a:cubicBezTo>
                    <a:cubicBezTo>
                      <a:pt x="44557" y="69099"/>
                      <a:pt x="43016" y="73180"/>
                      <a:pt x="39933" y="75932"/>
                    </a:cubicBezTo>
                    <a:cubicBezTo>
                      <a:pt x="36851" y="78683"/>
                      <a:pt x="32293" y="80059"/>
                      <a:pt x="26261" y="80059"/>
                    </a:cubicBezTo>
                    <a:lnTo>
                      <a:pt x="10505" y="80059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9" name="Freeform: Shape 338">
                <a:extLst>
                  <a:ext uri="{FF2B5EF4-FFF2-40B4-BE49-F238E27FC236}">
                    <a16:creationId xmlns:a16="http://schemas.microsoft.com/office/drawing/2014/main" id="{B48050F7-4186-F84E-E2AB-4B65FB20F9F6}"/>
                  </a:ext>
                </a:extLst>
              </p:cNvPr>
              <p:cNvSpPr/>
              <p:nvPr/>
            </p:nvSpPr>
            <p:spPr>
              <a:xfrm flipV="1">
                <a:off x="6402741" y="1763155"/>
                <a:ext cx="64373" cy="72925"/>
              </a:xfrm>
              <a:custGeom>
                <a:avLst/>
                <a:gdLst>
                  <a:gd name="csX0" fmla="*/ 62833 w 64373"/>
                  <a:gd name="csY0" fmla="*/ 37744 h 72925"/>
                  <a:gd name="csX1" fmla="*/ 62833 w 64373"/>
                  <a:gd name="csY1" fmla="*/ 32168 h 72925"/>
                  <a:gd name="csX2" fmla="*/ 10366 w 64373"/>
                  <a:gd name="csY2" fmla="*/ 32168 h 72925"/>
                  <a:gd name="csX3" fmla="*/ 17470 w 64373"/>
                  <a:gd name="csY3" fmla="*/ 14210 h 72925"/>
                  <a:gd name="csX4" fmla="*/ 35171 w 64373"/>
                  <a:gd name="csY4" fmla="*/ 8038 h 72925"/>
                  <a:gd name="csX5" fmla="*/ 47910 w 64373"/>
                  <a:gd name="csY5" fmla="*/ 9646 h 72925"/>
                  <a:gd name="csX6" fmla="*/ 60174 w 64373"/>
                  <a:gd name="csY6" fmla="*/ 14488 h 72925"/>
                  <a:gd name="csX7" fmla="*/ 60174 w 64373"/>
                  <a:gd name="csY7" fmla="*/ 3693 h 72925"/>
                  <a:gd name="csX8" fmla="*/ 47573 w 64373"/>
                  <a:gd name="csY8" fmla="*/ -276 h 72925"/>
                  <a:gd name="csX9" fmla="*/ 34496 w 64373"/>
                  <a:gd name="csY9" fmla="*/ -1645 h 72925"/>
                  <a:gd name="csX10" fmla="*/ 8163 w 64373"/>
                  <a:gd name="csY10" fmla="*/ 8019 h 72925"/>
                  <a:gd name="csX11" fmla="*/ -1540 w 64373"/>
                  <a:gd name="csY11" fmla="*/ 34212 h 72925"/>
                  <a:gd name="csX12" fmla="*/ 7667 w 64373"/>
                  <a:gd name="csY12" fmla="*/ 61259 h 72925"/>
                  <a:gd name="csX13" fmla="*/ 32512 w 64373"/>
                  <a:gd name="csY13" fmla="*/ 71280 h 72925"/>
                  <a:gd name="csX14" fmla="*/ 54677 w 64373"/>
                  <a:gd name="csY14" fmla="*/ 62251 h 72925"/>
                  <a:gd name="csX15" fmla="*/ 62833 w 64373"/>
                  <a:gd name="csY15" fmla="*/ 37744 h 72925"/>
                  <a:gd name="csX16" fmla="*/ 51423 w 64373"/>
                  <a:gd name="csY16" fmla="*/ 41098 h 72925"/>
                  <a:gd name="csX17" fmla="*/ 46184 w 64373"/>
                  <a:gd name="csY17" fmla="*/ 56021 h 72925"/>
                  <a:gd name="csX18" fmla="*/ 32631 w 64373"/>
                  <a:gd name="csY18" fmla="*/ 61616 h 72925"/>
                  <a:gd name="csX19" fmla="*/ 17351 w 64373"/>
                  <a:gd name="csY19" fmla="*/ 56219 h 72925"/>
                  <a:gd name="csX20" fmla="*/ 10743 w 64373"/>
                  <a:gd name="csY20" fmla="*/ 41019 h 72925"/>
                  <a:gd name="csX21" fmla="*/ 51423 w 64373"/>
                  <a:gd name="csY21" fmla="*/ 41098 h 729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</a:cxnLst>
                <a:rect l="l" t="t" r="r" b="b"/>
                <a:pathLst>
                  <a:path w="64373" h="72925">
                    <a:moveTo>
                      <a:pt x="62833" y="37744"/>
                    </a:moveTo>
                    <a:lnTo>
                      <a:pt x="62833" y="32168"/>
                    </a:lnTo>
                    <a:lnTo>
                      <a:pt x="10366" y="32168"/>
                    </a:lnTo>
                    <a:cubicBezTo>
                      <a:pt x="10869" y="24310"/>
                      <a:pt x="13237" y="18324"/>
                      <a:pt x="17470" y="14210"/>
                    </a:cubicBezTo>
                    <a:cubicBezTo>
                      <a:pt x="21703" y="10095"/>
                      <a:pt x="27604" y="8038"/>
                      <a:pt x="35171" y="8038"/>
                    </a:cubicBezTo>
                    <a:cubicBezTo>
                      <a:pt x="39549" y="8038"/>
                      <a:pt x="43796" y="8574"/>
                      <a:pt x="47910" y="9646"/>
                    </a:cubicBezTo>
                    <a:cubicBezTo>
                      <a:pt x="52025" y="10717"/>
                      <a:pt x="56112" y="12331"/>
                      <a:pt x="60174" y="14488"/>
                    </a:cubicBezTo>
                    <a:lnTo>
                      <a:pt x="60174" y="3693"/>
                    </a:lnTo>
                    <a:cubicBezTo>
                      <a:pt x="56073" y="1960"/>
                      <a:pt x="51872" y="637"/>
                      <a:pt x="47573" y="-276"/>
                    </a:cubicBezTo>
                    <a:cubicBezTo>
                      <a:pt x="43273" y="-1189"/>
                      <a:pt x="38914" y="-1645"/>
                      <a:pt x="34496" y="-1645"/>
                    </a:cubicBezTo>
                    <a:cubicBezTo>
                      <a:pt x="23410" y="-1645"/>
                      <a:pt x="14632" y="1576"/>
                      <a:pt x="8163" y="8019"/>
                    </a:cubicBezTo>
                    <a:cubicBezTo>
                      <a:pt x="1694" y="14474"/>
                      <a:pt x="-1540" y="23206"/>
                      <a:pt x="-1540" y="34212"/>
                    </a:cubicBezTo>
                    <a:cubicBezTo>
                      <a:pt x="-1540" y="45576"/>
                      <a:pt x="1529" y="54592"/>
                      <a:pt x="7667" y="61259"/>
                    </a:cubicBezTo>
                    <a:cubicBezTo>
                      <a:pt x="13806" y="67940"/>
                      <a:pt x="22087" y="71280"/>
                      <a:pt x="32512" y="71280"/>
                    </a:cubicBezTo>
                    <a:cubicBezTo>
                      <a:pt x="41851" y="71280"/>
                      <a:pt x="49240" y="68271"/>
                      <a:pt x="54677" y="62251"/>
                    </a:cubicBezTo>
                    <a:cubicBezTo>
                      <a:pt x="60114" y="56245"/>
                      <a:pt x="62833" y="48076"/>
                      <a:pt x="62833" y="37744"/>
                    </a:cubicBezTo>
                    <a:close/>
                    <a:moveTo>
                      <a:pt x="51423" y="41098"/>
                    </a:moveTo>
                    <a:cubicBezTo>
                      <a:pt x="51343" y="47329"/>
                      <a:pt x="49597" y="52303"/>
                      <a:pt x="46184" y="56021"/>
                    </a:cubicBezTo>
                    <a:cubicBezTo>
                      <a:pt x="42771" y="59751"/>
                      <a:pt x="38253" y="61616"/>
                      <a:pt x="32631" y="61616"/>
                    </a:cubicBezTo>
                    <a:cubicBezTo>
                      <a:pt x="26267" y="61616"/>
                      <a:pt x="21174" y="59817"/>
                      <a:pt x="17351" y="56219"/>
                    </a:cubicBezTo>
                    <a:cubicBezTo>
                      <a:pt x="13528" y="52621"/>
                      <a:pt x="11325" y="47554"/>
                      <a:pt x="10743" y="41019"/>
                    </a:cubicBezTo>
                    <a:lnTo>
                      <a:pt x="51423" y="41098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0" name="Freeform: Shape 339">
                <a:extLst>
                  <a:ext uri="{FF2B5EF4-FFF2-40B4-BE49-F238E27FC236}">
                    <a16:creationId xmlns:a16="http://schemas.microsoft.com/office/drawing/2014/main" id="{5B11E460-9E5C-90F3-85B1-6092271EF8AE}"/>
                  </a:ext>
                </a:extLst>
              </p:cNvPr>
              <p:cNvSpPr/>
              <p:nvPr/>
            </p:nvSpPr>
            <p:spPr>
              <a:xfrm flipV="1">
                <a:off x="6480875" y="1763155"/>
                <a:ext cx="62071" cy="97532"/>
              </a:xfrm>
              <a:custGeom>
                <a:avLst/>
                <a:gdLst>
                  <a:gd name="csX0" fmla="*/ 10311 w 62071"/>
                  <a:gd name="csY0" fmla="*/ 60055 h 97532"/>
                  <a:gd name="csX1" fmla="*/ 15490 w 62071"/>
                  <a:gd name="csY1" fmla="*/ 40310 h 97532"/>
                  <a:gd name="csX2" fmla="*/ 29718 w 62071"/>
                  <a:gd name="csY2" fmla="*/ 33147 h 97532"/>
                  <a:gd name="csX3" fmla="*/ 43966 w 62071"/>
                  <a:gd name="csY3" fmla="*/ 40310 h 97532"/>
                  <a:gd name="csX4" fmla="*/ 49185 w 62071"/>
                  <a:gd name="csY4" fmla="*/ 60055 h 97532"/>
                  <a:gd name="csX5" fmla="*/ 43966 w 62071"/>
                  <a:gd name="csY5" fmla="*/ 79799 h 97532"/>
                  <a:gd name="csX6" fmla="*/ 29718 w 62071"/>
                  <a:gd name="csY6" fmla="*/ 86963 h 97532"/>
                  <a:gd name="csX7" fmla="*/ 15490 w 62071"/>
                  <a:gd name="csY7" fmla="*/ 79799 h 97532"/>
                  <a:gd name="csX8" fmla="*/ 10311 w 62071"/>
                  <a:gd name="csY8" fmla="*/ 60055 h 97532"/>
                  <a:gd name="csX9" fmla="*/ 49185 w 62071"/>
                  <a:gd name="csY9" fmla="*/ 35806 h 97532"/>
                  <a:gd name="csX10" fmla="*/ 40096 w 62071"/>
                  <a:gd name="csY10" fmla="*/ 26598 h 97532"/>
                  <a:gd name="csX11" fmla="*/ 26920 w 62071"/>
                  <a:gd name="csY11" fmla="*/ 23582 h 97532"/>
                  <a:gd name="csX12" fmla="*/ 6422 w 62071"/>
                  <a:gd name="csY12" fmla="*/ 33623 h 97532"/>
                  <a:gd name="csX13" fmla="*/ -1476 w 62071"/>
                  <a:gd name="csY13" fmla="*/ 60055 h 97532"/>
                  <a:gd name="csX14" fmla="*/ 6422 w 62071"/>
                  <a:gd name="csY14" fmla="*/ 86467 h 97532"/>
                  <a:gd name="csX15" fmla="*/ 26920 w 62071"/>
                  <a:gd name="csY15" fmla="*/ 96508 h 97532"/>
                  <a:gd name="csX16" fmla="*/ 40096 w 62071"/>
                  <a:gd name="csY16" fmla="*/ 93491 h 97532"/>
                  <a:gd name="csX17" fmla="*/ 49185 w 62071"/>
                  <a:gd name="csY17" fmla="*/ 84304 h 97532"/>
                  <a:gd name="csX18" fmla="*/ 49185 w 62071"/>
                  <a:gd name="csY18" fmla="*/ 94841 h 97532"/>
                  <a:gd name="csX19" fmla="*/ 60595 w 62071"/>
                  <a:gd name="csY19" fmla="*/ 94841 h 97532"/>
                  <a:gd name="csX20" fmla="*/ 60595 w 62071"/>
                  <a:gd name="csY20" fmla="*/ -1024 h 97532"/>
                  <a:gd name="csX21" fmla="*/ 49185 w 62071"/>
                  <a:gd name="csY21" fmla="*/ -1024 h 97532"/>
                  <a:gd name="csX22" fmla="*/ 49185 w 62071"/>
                  <a:gd name="csY22" fmla="*/ 35806 h 975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</a:cxnLst>
                <a:rect l="l" t="t" r="r" b="b"/>
                <a:pathLst>
                  <a:path w="62071" h="97532">
                    <a:moveTo>
                      <a:pt x="10311" y="60055"/>
                    </a:moveTo>
                    <a:cubicBezTo>
                      <a:pt x="10311" y="51667"/>
                      <a:pt x="12037" y="45086"/>
                      <a:pt x="15490" y="40310"/>
                    </a:cubicBezTo>
                    <a:cubicBezTo>
                      <a:pt x="18943" y="35534"/>
                      <a:pt x="23686" y="33147"/>
                      <a:pt x="29718" y="33147"/>
                    </a:cubicBezTo>
                    <a:cubicBezTo>
                      <a:pt x="35751" y="33147"/>
                      <a:pt x="40500" y="35534"/>
                      <a:pt x="43966" y="40310"/>
                    </a:cubicBezTo>
                    <a:cubicBezTo>
                      <a:pt x="47445" y="45086"/>
                      <a:pt x="49185" y="51667"/>
                      <a:pt x="49185" y="60055"/>
                    </a:cubicBezTo>
                    <a:cubicBezTo>
                      <a:pt x="49185" y="68442"/>
                      <a:pt x="47445" y="75023"/>
                      <a:pt x="43966" y="79799"/>
                    </a:cubicBezTo>
                    <a:cubicBezTo>
                      <a:pt x="40500" y="84575"/>
                      <a:pt x="35751" y="86963"/>
                      <a:pt x="29718" y="86963"/>
                    </a:cubicBezTo>
                    <a:cubicBezTo>
                      <a:pt x="23686" y="86963"/>
                      <a:pt x="18943" y="84575"/>
                      <a:pt x="15490" y="79799"/>
                    </a:cubicBezTo>
                    <a:cubicBezTo>
                      <a:pt x="12037" y="75023"/>
                      <a:pt x="10311" y="68442"/>
                      <a:pt x="10311" y="60055"/>
                    </a:cubicBezTo>
                    <a:close/>
                    <a:moveTo>
                      <a:pt x="49185" y="35806"/>
                    </a:moveTo>
                    <a:cubicBezTo>
                      <a:pt x="46790" y="31678"/>
                      <a:pt x="43761" y="28609"/>
                      <a:pt x="40096" y="26598"/>
                    </a:cubicBezTo>
                    <a:cubicBezTo>
                      <a:pt x="36445" y="24587"/>
                      <a:pt x="32053" y="23582"/>
                      <a:pt x="26920" y="23582"/>
                    </a:cubicBezTo>
                    <a:cubicBezTo>
                      <a:pt x="18533" y="23582"/>
                      <a:pt x="11700" y="26929"/>
                      <a:pt x="6422" y="33623"/>
                    </a:cubicBezTo>
                    <a:cubicBezTo>
                      <a:pt x="1156" y="40330"/>
                      <a:pt x="-1476" y="49141"/>
                      <a:pt x="-1476" y="60055"/>
                    </a:cubicBezTo>
                    <a:cubicBezTo>
                      <a:pt x="-1476" y="70969"/>
                      <a:pt x="1156" y="79773"/>
                      <a:pt x="6422" y="86467"/>
                    </a:cubicBezTo>
                    <a:cubicBezTo>
                      <a:pt x="11700" y="93161"/>
                      <a:pt x="18533" y="96508"/>
                      <a:pt x="26920" y="96508"/>
                    </a:cubicBezTo>
                    <a:cubicBezTo>
                      <a:pt x="32053" y="96508"/>
                      <a:pt x="36445" y="95502"/>
                      <a:pt x="40096" y="93491"/>
                    </a:cubicBezTo>
                    <a:cubicBezTo>
                      <a:pt x="43761" y="91494"/>
                      <a:pt x="46790" y="88431"/>
                      <a:pt x="49185" y="84304"/>
                    </a:cubicBezTo>
                    <a:lnTo>
                      <a:pt x="49185" y="94841"/>
                    </a:lnTo>
                    <a:lnTo>
                      <a:pt x="60595" y="94841"/>
                    </a:lnTo>
                    <a:lnTo>
                      <a:pt x="60595" y="-1024"/>
                    </a:lnTo>
                    <a:lnTo>
                      <a:pt x="49185" y="-1024"/>
                    </a:lnTo>
                    <a:lnTo>
                      <a:pt x="49185" y="35806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1" name="Freeform: Shape 340">
                <a:extLst>
                  <a:ext uri="{FF2B5EF4-FFF2-40B4-BE49-F238E27FC236}">
                    <a16:creationId xmlns:a16="http://schemas.microsoft.com/office/drawing/2014/main" id="{A24940C7-46A9-9549-D122-71BD846085A1}"/>
                  </a:ext>
                </a:extLst>
              </p:cNvPr>
              <p:cNvSpPr/>
              <p:nvPr/>
            </p:nvSpPr>
            <p:spPr>
              <a:xfrm flipV="1">
                <a:off x="6565281" y="1763155"/>
                <a:ext cx="58162" cy="72925"/>
              </a:xfrm>
              <a:custGeom>
                <a:avLst/>
                <a:gdLst>
                  <a:gd name="csX0" fmla="*/ -1562 w 58162"/>
                  <a:gd name="csY0" fmla="*/ 27565 h 72925"/>
                  <a:gd name="csX1" fmla="*/ -1562 w 58162"/>
                  <a:gd name="csY1" fmla="*/ 69614 h 72925"/>
                  <a:gd name="csX2" fmla="*/ 9848 w 58162"/>
                  <a:gd name="csY2" fmla="*/ 69614 h 72925"/>
                  <a:gd name="csX3" fmla="*/ 9848 w 58162"/>
                  <a:gd name="csY3" fmla="*/ 28001 h 72925"/>
                  <a:gd name="csX4" fmla="*/ 13678 w 58162"/>
                  <a:gd name="csY4" fmla="*/ 13198 h 72925"/>
                  <a:gd name="csX5" fmla="*/ 25227 w 58162"/>
                  <a:gd name="csY5" fmla="*/ 8276 h 72925"/>
                  <a:gd name="csX6" fmla="*/ 39812 w 58162"/>
                  <a:gd name="csY6" fmla="*/ 14170 h 72925"/>
                  <a:gd name="csX7" fmla="*/ 45190 w 58162"/>
                  <a:gd name="csY7" fmla="*/ 30244 h 72925"/>
                  <a:gd name="csX8" fmla="*/ 45190 w 58162"/>
                  <a:gd name="csY8" fmla="*/ 69614 h 72925"/>
                  <a:gd name="csX9" fmla="*/ 56600 w 58162"/>
                  <a:gd name="csY9" fmla="*/ 69614 h 72925"/>
                  <a:gd name="csX10" fmla="*/ 56600 w 58162"/>
                  <a:gd name="csY10" fmla="*/ 160 h 72925"/>
                  <a:gd name="csX11" fmla="*/ 45190 w 58162"/>
                  <a:gd name="csY11" fmla="*/ 160 h 72925"/>
                  <a:gd name="csX12" fmla="*/ 45190 w 58162"/>
                  <a:gd name="csY12" fmla="*/ 10836 h 72925"/>
                  <a:gd name="csX13" fmla="*/ 35546 w 58162"/>
                  <a:gd name="csY13" fmla="*/ 1430 h 72925"/>
                  <a:gd name="csX14" fmla="*/ 22806 w 58162"/>
                  <a:gd name="csY14" fmla="*/ -1645 h 72925"/>
                  <a:gd name="csX15" fmla="*/ 4629 w 58162"/>
                  <a:gd name="csY15" fmla="*/ 5796 h 72925"/>
                  <a:gd name="csX16" fmla="*/ -1562 w 58162"/>
                  <a:gd name="csY16" fmla="*/ 27565 h 72925"/>
                  <a:gd name="csX17" fmla="*/ 27152 w 58162"/>
                  <a:gd name="csY17" fmla="*/ 71280 h 72925"/>
                  <a:gd name="csX18" fmla="*/ 27152 w 58162"/>
                  <a:gd name="csY18" fmla="*/ 71280 h 729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</a:cxnLst>
                <a:rect l="l" t="t" r="r" b="b"/>
                <a:pathLst>
                  <a:path w="58162" h="72925">
                    <a:moveTo>
                      <a:pt x="-1562" y="27565"/>
                    </a:moveTo>
                    <a:lnTo>
                      <a:pt x="-1562" y="69614"/>
                    </a:lnTo>
                    <a:lnTo>
                      <a:pt x="9848" y="69614"/>
                    </a:lnTo>
                    <a:lnTo>
                      <a:pt x="9848" y="28001"/>
                    </a:lnTo>
                    <a:cubicBezTo>
                      <a:pt x="9848" y="21426"/>
                      <a:pt x="11125" y="16492"/>
                      <a:pt x="13678" y="13198"/>
                    </a:cubicBezTo>
                    <a:cubicBezTo>
                      <a:pt x="16244" y="9917"/>
                      <a:pt x="20094" y="8276"/>
                      <a:pt x="25227" y="8276"/>
                    </a:cubicBezTo>
                    <a:cubicBezTo>
                      <a:pt x="31378" y="8276"/>
                      <a:pt x="36240" y="10241"/>
                      <a:pt x="39812" y="14170"/>
                    </a:cubicBezTo>
                    <a:cubicBezTo>
                      <a:pt x="43397" y="18099"/>
                      <a:pt x="45190" y="23457"/>
                      <a:pt x="45190" y="30244"/>
                    </a:cubicBezTo>
                    <a:lnTo>
                      <a:pt x="45190" y="69614"/>
                    </a:lnTo>
                    <a:lnTo>
                      <a:pt x="56600" y="69614"/>
                    </a:lnTo>
                    <a:lnTo>
                      <a:pt x="56600" y="160"/>
                    </a:lnTo>
                    <a:lnTo>
                      <a:pt x="45190" y="160"/>
                    </a:lnTo>
                    <a:lnTo>
                      <a:pt x="45190" y="10836"/>
                    </a:lnTo>
                    <a:cubicBezTo>
                      <a:pt x="42425" y="6616"/>
                      <a:pt x="39210" y="3481"/>
                      <a:pt x="35546" y="1430"/>
                    </a:cubicBezTo>
                    <a:cubicBezTo>
                      <a:pt x="31894" y="-620"/>
                      <a:pt x="27648" y="-1645"/>
                      <a:pt x="22806" y="-1645"/>
                    </a:cubicBezTo>
                    <a:cubicBezTo>
                      <a:pt x="14829" y="-1645"/>
                      <a:pt x="8770" y="835"/>
                      <a:pt x="4629" y="5796"/>
                    </a:cubicBezTo>
                    <a:cubicBezTo>
                      <a:pt x="501" y="10757"/>
                      <a:pt x="-1562" y="18013"/>
                      <a:pt x="-1562" y="27565"/>
                    </a:cubicBezTo>
                    <a:close/>
                    <a:moveTo>
                      <a:pt x="27152" y="71280"/>
                    </a:moveTo>
                    <a:lnTo>
                      <a:pt x="27152" y="71280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2" name="Freeform: Shape 341">
                <a:extLst>
                  <a:ext uri="{FF2B5EF4-FFF2-40B4-BE49-F238E27FC236}">
                    <a16:creationId xmlns:a16="http://schemas.microsoft.com/office/drawing/2014/main" id="{9DB9B45A-B30B-FD3C-492B-691D0AA35AB5}"/>
                  </a:ext>
                </a:extLst>
              </p:cNvPr>
              <p:cNvSpPr/>
              <p:nvPr/>
            </p:nvSpPr>
            <p:spPr>
              <a:xfrm flipV="1">
                <a:off x="6641982" y="1763155"/>
                <a:ext cx="64373" cy="72925"/>
              </a:xfrm>
              <a:custGeom>
                <a:avLst/>
                <a:gdLst>
                  <a:gd name="csX0" fmla="*/ 62852 w 64373"/>
                  <a:gd name="csY0" fmla="*/ 37744 h 72925"/>
                  <a:gd name="csX1" fmla="*/ 62852 w 64373"/>
                  <a:gd name="csY1" fmla="*/ 32168 h 72925"/>
                  <a:gd name="csX2" fmla="*/ 10385 w 64373"/>
                  <a:gd name="csY2" fmla="*/ 32168 h 72925"/>
                  <a:gd name="csX3" fmla="*/ 17489 w 64373"/>
                  <a:gd name="csY3" fmla="*/ 14210 h 72925"/>
                  <a:gd name="csX4" fmla="*/ 35189 w 64373"/>
                  <a:gd name="csY4" fmla="*/ 8038 h 72925"/>
                  <a:gd name="csX5" fmla="*/ 47929 w 64373"/>
                  <a:gd name="csY5" fmla="*/ 9646 h 72925"/>
                  <a:gd name="csX6" fmla="*/ 60193 w 64373"/>
                  <a:gd name="csY6" fmla="*/ 14488 h 72925"/>
                  <a:gd name="csX7" fmla="*/ 60193 w 64373"/>
                  <a:gd name="csY7" fmla="*/ 3693 h 72925"/>
                  <a:gd name="csX8" fmla="*/ 47592 w 64373"/>
                  <a:gd name="csY8" fmla="*/ -276 h 72925"/>
                  <a:gd name="csX9" fmla="*/ 34515 w 64373"/>
                  <a:gd name="csY9" fmla="*/ -1645 h 72925"/>
                  <a:gd name="csX10" fmla="*/ 8182 w 64373"/>
                  <a:gd name="csY10" fmla="*/ 8019 h 72925"/>
                  <a:gd name="csX11" fmla="*/ -1521 w 64373"/>
                  <a:gd name="csY11" fmla="*/ 34212 h 72925"/>
                  <a:gd name="csX12" fmla="*/ 7686 w 64373"/>
                  <a:gd name="csY12" fmla="*/ 61259 h 72925"/>
                  <a:gd name="csX13" fmla="*/ 32530 w 64373"/>
                  <a:gd name="csY13" fmla="*/ 71280 h 72925"/>
                  <a:gd name="csX14" fmla="*/ 54696 w 64373"/>
                  <a:gd name="csY14" fmla="*/ 62251 h 72925"/>
                  <a:gd name="csX15" fmla="*/ 62852 w 64373"/>
                  <a:gd name="csY15" fmla="*/ 37744 h 72925"/>
                  <a:gd name="csX16" fmla="*/ 51441 w 64373"/>
                  <a:gd name="csY16" fmla="*/ 41098 h 72925"/>
                  <a:gd name="csX17" fmla="*/ 46203 w 64373"/>
                  <a:gd name="csY17" fmla="*/ 56021 h 72925"/>
                  <a:gd name="csX18" fmla="*/ 32649 w 64373"/>
                  <a:gd name="csY18" fmla="*/ 61616 h 72925"/>
                  <a:gd name="csX19" fmla="*/ 17370 w 64373"/>
                  <a:gd name="csY19" fmla="*/ 56219 h 72925"/>
                  <a:gd name="csX20" fmla="*/ 10762 w 64373"/>
                  <a:gd name="csY20" fmla="*/ 41019 h 72925"/>
                  <a:gd name="csX21" fmla="*/ 51441 w 64373"/>
                  <a:gd name="csY21" fmla="*/ 41098 h 729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</a:cxnLst>
                <a:rect l="l" t="t" r="r" b="b"/>
                <a:pathLst>
                  <a:path w="64373" h="72925">
                    <a:moveTo>
                      <a:pt x="62852" y="37744"/>
                    </a:moveTo>
                    <a:lnTo>
                      <a:pt x="62852" y="32168"/>
                    </a:lnTo>
                    <a:lnTo>
                      <a:pt x="10385" y="32168"/>
                    </a:lnTo>
                    <a:cubicBezTo>
                      <a:pt x="10887" y="24310"/>
                      <a:pt x="13256" y="18324"/>
                      <a:pt x="17489" y="14210"/>
                    </a:cubicBezTo>
                    <a:cubicBezTo>
                      <a:pt x="21722" y="10095"/>
                      <a:pt x="27622" y="8038"/>
                      <a:pt x="35189" y="8038"/>
                    </a:cubicBezTo>
                    <a:cubicBezTo>
                      <a:pt x="39568" y="8038"/>
                      <a:pt x="43815" y="8574"/>
                      <a:pt x="47929" y="9646"/>
                    </a:cubicBezTo>
                    <a:cubicBezTo>
                      <a:pt x="52043" y="10717"/>
                      <a:pt x="56131" y="12331"/>
                      <a:pt x="60193" y="14488"/>
                    </a:cubicBezTo>
                    <a:lnTo>
                      <a:pt x="60193" y="3693"/>
                    </a:lnTo>
                    <a:cubicBezTo>
                      <a:pt x="56092" y="1960"/>
                      <a:pt x="51891" y="637"/>
                      <a:pt x="47592" y="-276"/>
                    </a:cubicBezTo>
                    <a:cubicBezTo>
                      <a:pt x="43292" y="-1189"/>
                      <a:pt x="38933" y="-1645"/>
                      <a:pt x="34515" y="-1645"/>
                    </a:cubicBezTo>
                    <a:cubicBezTo>
                      <a:pt x="23429" y="-1645"/>
                      <a:pt x="14651" y="1576"/>
                      <a:pt x="8182" y="8019"/>
                    </a:cubicBezTo>
                    <a:cubicBezTo>
                      <a:pt x="1713" y="14474"/>
                      <a:pt x="-1521" y="23206"/>
                      <a:pt x="-1521" y="34212"/>
                    </a:cubicBezTo>
                    <a:cubicBezTo>
                      <a:pt x="-1521" y="45576"/>
                      <a:pt x="1548" y="54592"/>
                      <a:pt x="7686" y="61259"/>
                    </a:cubicBezTo>
                    <a:cubicBezTo>
                      <a:pt x="13824" y="67940"/>
                      <a:pt x="22106" y="71280"/>
                      <a:pt x="32530" y="71280"/>
                    </a:cubicBezTo>
                    <a:cubicBezTo>
                      <a:pt x="41870" y="71280"/>
                      <a:pt x="49259" y="68271"/>
                      <a:pt x="54696" y="62251"/>
                    </a:cubicBezTo>
                    <a:cubicBezTo>
                      <a:pt x="60133" y="56245"/>
                      <a:pt x="62852" y="48076"/>
                      <a:pt x="62852" y="37744"/>
                    </a:cubicBezTo>
                    <a:close/>
                    <a:moveTo>
                      <a:pt x="51441" y="41098"/>
                    </a:moveTo>
                    <a:cubicBezTo>
                      <a:pt x="51362" y="47329"/>
                      <a:pt x="49616" y="52303"/>
                      <a:pt x="46203" y="56021"/>
                    </a:cubicBezTo>
                    <a:cubicBezTo>
                      <a:pt x="42790" y="59751"/>
                      <a:pt x="38272" y="61616"/>
                      <a:pt x="32649" y="61616"/>
                    </a:cubicBezTo>
                    <a:cubicBezTo>
                      <a:pt x="26286" y="61616"/>
                      <a:pt x="21193" y="59817"/>
                      <a:pt x="17370" y="56219"/>
                    </a:cubicBezTo>
                    <a:cubicBezTo>
                      <a:pt x="13547" y="52621"/>
                      <a:pt x="11344" y="47554"/>
                      <a:pt x="10762" y="41019"/>
                    </a:cubicBezTo>
                    <a:lnTo>
                      <a:pt x="51441" y="41098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3" name="Freeform: Shape 342">
                <a:extLst>
                  <a:ext uri="{FF2B5EF4-FFF2-40B4-BE49-F238E27FC236}">
                    <a16:creationId xmlns:a16="http://schemas.microsoft.com/office/drawing/2014/main" id="{AC868A0A-DDD2-47DB-E696-DF7D44FC1D67}"/>
                  </a:ext>
                </a:extLst>
              </p:cNvPr>
              <p:cNvSpPr/>
              <p:nvPr/>
            </p:nvSpPr>
            <p:spPr>
              <a:xfrm flipV="1">
                <a:off x="6719998" y="1763155"/>
                <a:ext cx="53082" cy="72925"/>
              </a:xfrm>
              <a:custGeom>
                <a:avLst/>
                <a:gdLst>
                  <a:gd name="csX0" fmla="*/ 48126 w 53082"/>
                  <a:gd name="csY0" fmla="*/ 67570 h 72925"/>
                  <a:gd name="csX1" fmla="*/ 48126 w 53082"/>
                  <a:gd name="csY1" fmla="*/ 56775 h 72925"/>
                  <a:gd name="csX2" fmla="*/ 38085 w 53082"/>
                  <a:gd name="csY2" fmla="*/ 60485 h 72925"/>
                  <a:gd name="csX3" fmla="*/ 27290 w 53082"/>
                  <a:gd name="csY3" fmla="*/ 61736 h 72925"/>
                  <a:gd name="csX4" fmla="*/ 14551 w 53082"/>
                  <a:gd name="csY4" fmla="*/ 59136 h 72925"/>
                  <a:gd name="csX5" fmla="*/ 10304 w 53082"/>
                  <a:gd name="csY5" fmla="*/ 51318 h 72925"/>
                  <a:gd name="csX6" fmla="*/ 13340 w 53082"/>
                  <a:gd name="csY6" fmla="*/ 45087 h 72925"/>
                  <a:gd name="csX7" fmla="*/ 25564 w 53082"/>
                  <a:gd name="csY7" fmla="*/ 40781 h 72925"/>
                  <a:gd name="csX8" fmla="*/ 29473 w 53082"/>
                  <a:gd name="csY8" fmla="*/ 39907 h 72925"/>
                  <a:gd name="csX9" fmla="*/ 46737 w 53082"/>
                  <a:gd name="csY9" fmla="*/ 32565 h 72925"/>
                  <a:gd name="csX10" fmla="*/ 51857 w 53082"/>
                  <a:gd name="csY10" fmla="*/ 19329 h 72925"/>
                  <a:gd name="csX11" fmla="*/ 44197 w 53082"/>
                  <a:gd name="csY11" fmla="*/ 3990 h 72925"/>
                  <a:gd name="csX12" fmla="*/ 23143 w 53082"/>
                  <a:gd name="csY12" fmla="*/ -1645 h 72925"/>
                  <a:gd name="csX13" fmla="*/ 11514 w 53082"/>
                  <a:gd name="csY13" fmla="*/ -554 h 72925"/>
                  <a:gd name="csX14" fmla="*/ -1225 w 53082"/>
                  <a:gd name="csY14" fmla="*/ 2700 h 72925"/>
                  <a:gd name="csX15" fmla="*/ -1225 w 53082"/>
                  <a:gd name="csY15" fmla="*/ 14488 h 72925"/>
                  <a:gd name="csX16" fmla="*/ 11237 w 53082"/>
                  <a:gd name="csY16" fmla="*/ 9546 h 72925"/>
                  <a:gd name="csX17" fmla="*/ 23401 w 53082"/>
                  <a:gd name="csY17" fmla="*/ 7919 h 72925"/>
                  <a:gd name="csX18" fmla="*/ 35783 w 53082"/>
                  <a:gd name="csY18" fmla="*/ 10678 h 72925"/>
                  <a:gd name="csX19" fmla="*/ 40129 w 53082"/>
                  <a:gd name="csY19" fmla="*/ 18456 h 72925"/>
                  <a:gd name="csX20" fmla="*/ 36994 w 53082"/>
                  <a:gd name="csY20" fmla="*/ 25580 h 72925"/>
                  <a:gd name="csX21" fmla="*/ 23262 w 53082"/>
                  <a:gd name="csY21" fmla="*/ 30363 h 72925"/>
                  <a:gd name="csX22" fmla="*/ 19293 w 53082"/>
                  <a:gd name="csY22" fmla="*/ 31295 h 72925"/>
                  <a:gd name="csX23" fmla="*/ 3974 w 53082"/>
                  <a:gd name="csY23" fmla="*/ 38141 h 72925"/>
                  <a:gd name="csX24" fmla="*/ -729 w 53082"/>
                  <a:gd name="csY24" fmla="*/ 50821 h 72925"/>
                  <a:gd name="csX25" fmla="*/ 6216 w 53082"/>
                  <a:gd name="csY25" fmla="*/ 65942 h 72925"/>
                  <a:gd name="csX26" fmla="*/ 25941 w 53082"/>
                  <a:gd name="csY26" fmla="*/ 71280 h 72925"/>
                  <a:gd name="csX27" fmla="*/ 37827 w 53082"/>
                  <a:gd name="csY27" fmla="*/ 70348 h 72925"/>
                  <a:gd name="csX28" fmla="*/ 48126 w 53082"/>
                  <a:gd name="csY28" fmla="*/ 67570 h 729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</a:cxnLst>
                <a:rect l="l" t="t" r="r" b="b"/>
                <a:pathLst>
                  <a:path w="53082" h="72925">
                    <a:moveTo>
                      <a:pt x="48126" y="67570"/>
                    </a:moveTo>
                    <a:lnTo>
                      <a:pt x="48126" y="56775"/>
                    </a:lnTo>
                    <a:cubicBezTo>
                      <a:pt x="44911" y="58428"/>
                      <a:pt x="41564" y="59665"/>
                      <a:pt x="38085" y="60485"/>
                    </a:cubicBezTo>
                    <a:cubicBezTo>
                      <a:pt x="34619" y="61319"/>
                      <a:pt x="31021" y="61736"/>
                      <a:pt x="27290" y="61736"/>
                    </a:cubicBezTo>
                    <a:cubicBezTo>
                      <a:pt x="21628" y="61736"/>
                      <a:pt x="17382" y="60869"/>
                      <a:pt x="14551" y="59136"/>
                    </a:cubicBezTo>
                    <a:cubicBezTo>
                      <a:pt x="11719" y="57403"/>
                      <a:pt x="10304" y="54797"/>
                      <a:pt x="10304" y="51318"/>
                    </a:cubicBezTo>
                    <a:cubicBezTo>
                      <a:pt x="10304" y="48672"/>
                      <a:pt x="11316" y="46595"/>
                      <a:pt x="13340" y="45087"/>
                    </a:cubicBezTo>
                    <a:cubicBezTo>
                      <a:pt x="15364" y="43579"/>
                      <a:pt x="19439" y="42143"/>
                      <a:pt x="25564" y="40781"/>
                    </a:cubicBezTo>
                    <a:lnTo>
                      <a:pt x="29473" y="39907"/>
                    </a:lnTo>
                    <a:cubicBezTo>
                      <a:pt x="37569" y="38174"/>
                      <a:pt x="43324" y="35727"/>
                      <a:pt x="46737" y="32565"/>
                    </a:cubicBezTo>
                    <a:cubicBezTo>
                      <a:pt x="50150" y="29403"/>
                      <a:pt x="51857" y="24992"/>
                      <a:pt x="51857" y="19329"/>
                    </a:cubicBezTo>
                    <a:cubicBezTo>
                      <a:pt x="51857" y="12874"/>
                      <a:pt x="49304" y="7761"/>
                      <a:pt x="44197" y="3990"/>
                    </a:cubicBezTo>
                    <a:cubicBezTo>
                      <a:pt x="39091" y="233"/>
                      <a:pt x="32073" y="-1645"/>
                      <a:pt x="23143" y="-1645"/>
                    </a:cubicBezTo>
                    <a:cubicBezTo>
                      <a:pt x="19425" y="-1645"/>
                      <a:pt x="15549" y="-1282"/>
                      <a:pt x="11514" y="-554"/>
                    </a:cubicBezTo>
                    <a:cubicBezTo>
                      <a:pt x="7480" y="174"/>
                      <a:pt x="3233" y="1258"/>
                      <a:pt x="-1225" y="2700"/>
                    </a:cubicBezTo>
                    <a:lnTo>
                      <a:pt x="-1225" y="14488"/>
                    </a:lnTo>
                    <a:cubicBezTo>
                      <a:pt x="2995" y="12292"/>
                      <a:pt x="7149" y="10644"/>
                      <a:pt x="11237" y="9546"/>
                    </a:cubicBezTo>
                    <a:cubicBezTo>
                      <a:pt x="15324" y="8462"/>
                      <a:pt x="19379" y="7919"/>
                      <a:pt x="23401" y="7919"/>
                    </a:cubicBezTo>
                    <a:cubicBezTo>
                      <a:pt x="28772" y="7919"/>
                      <a:pt x="32899" y="8839"/>
                      <a:pt x="35783" y="10678"/>
                    </a:cubicBezTo>
                    <a:cubicBezTo>
                      <a:pt x="38681" y="12516"/>
                      <a:pt x="40129" y="15109"/>
                      <a:pt x="40129" y="18456"/>
                    </a:cubicBezTo>
                    <a:cubicBezTo>
                      <a:pt x="40129" y="21552"/>
                      <a:pt x="39084" y="23927"/>
                      <a:pt x="36994" y="25580"/>
                    </a:cubicBezTo>
                    <a:cubicBezTo>
                      <a:pt x="34917" y="27234"/>
                      <a:pt x="30340" y="28828"/>
                      <a:pt x="23262" y="30363"/>
                    </a:cubicBezTo>
                    <a:lnTo>
                      <a:pt x="19293" y="31295"/>
                    </a:lnTo>
                    <a:cubicBezTo>
                      <a:pt x="12229" y="32777"/>
                      <a:pt x="7122" y="35059"/>
                      <a:pt x="3974" y="38141"/>
                    </a:cubicBezTo>
                    <a:cubicBezTo>
                      <a:pt x="838" y="41224"/>
                      <a:pt x="-729" y="45450"/>
                      <a:pt x="-729" y="50821"/>
                    </a:cubicBezTo>
                    <a:cubicBezTo>
                      <a:pt x="-729" y="57357"/>
                      <a:pt x="1586" y="62397"/>
                      <a:pt x="6216" y="65942"/>
                    </a:cubicBezTo>
                    <a:cubicBezTo>
                      <a:pt x="10846" y="69501"/>
                      <a:pt x="17421" y="71280"/>
                      <a:pt x="25941" y="71280"/>
                    </a:cubicBezTo>
                    <a:cubicBezTo>
                      <a:pt x="30148" y="71280"/>
                      <a:pt x="34110" y="70970"/>
                      <a:pt x="37827" y="70348"/>
                    </a:cubicBezTo>
                    <a:cubicBezTo>
                      <a:pt x="41558" y="69739"/>
                      <a:pt x="44991" y="68813"/>
                      <a:pt x="48126" y="6757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4" name="Freeform: Shape 343">
                <a:extLst>
                  <a:ext uri="{FF2B5EF4-FFF2-40B4-BE49-F238E27FC236}">
                    <a16:creationId xmlns:a16="http://schemas.microsoft.com/office/drawing/2014/main" id="{DC09F901-8021-0D6B-2F29-C5B4C46300DD}"/>
                  </a:ext>
                </a:extLst>
              </p:cNvPr>
              <p:cNvSpPr/>
              <p:nvPr/>
            </p:nvSpPr>
            <p:spPr>
              <a:xfrm flipV="1">
                <a:off x="6782691" y="1745097"/>
                <a:ext cx="43338" cy="89177"/>
              </a:xfrm>
              <a:custGeom>
                <a:avLst/>
                <a:gdLst>
                  <a:gd name="csX0" fmla="*/ 19044 w 43338"/>
                  <a:gd name="csY0" fmla="*/ 87031 h 89177"/>
                  <a:gd name="csX1" fmla="*/ 19044 w 43338"/>
                  <a:gd name="csY1" fmla="*/ 67306 h 89177"/>
                  <a:gd name="csX2" fmla="*/ 42539 w 43338"/>
                  <a:gd name="csY2" fmla="*/ 67306 h 89177"/>
                  <a:gd name="csX3" fmla="*/ 42539 w 43338"/>
                  <a:gd name="csY3" fmla="*/ 58436 h 89177"/>
                  <a:gd name="csX4" fmla="*/ 19044 w 43338"/>
                  <a:gd name="csY4" fmla="*/ 58436 h 89177"/>
                  <a:gd name="csX5" fmla="*/ 19044 w 43338"/>
                  <a:gd name="csY5" fmla="*/ 20733 h 89177"/>
                  <a:gd name="csX6" fmla="*/ 21365 w 43338"/>
                  <a:gd name="csY6" fmla="*/ 9819 h 89177"/>
                  <a:gd name="csX7" fmla="*/ 30831 w 43338"/>
                  <a:gd name="csY7" fmla="*/ 7398 h 89177"/>
                  <a:gd name="csX8" fmla="*/ 42539 w 43338"/>
                  <a:gd name="csY8" fmla="*/ 7398 h 89177"/>
                  <a:gd name="csX9" fmla="*/ 42539 w 43338"/>
                  <a:gd name="csY9" fmla="*/ -2147 h 89177"/>
                  <a:gd name="csX10" fmla="*/ 30831 w 43338"/>
                  <a:gd name="csY10" fmla="*/ -2147 h 89177"/>
                  <a:gd name="csX11" fmla="*/ 12594 w 43338"/>
                  <a:gd name="csY11" fmla="*/ 2775 h 89177"/>
                  <a:gd name="csX12" fmla="*/ 7574 w 43338"/>
                  <a:gd name="csY12" fmla="*/ 20733 h 89177"/>
                  <a:gd name="csX13" fmla="*/ 7574 w 43338"/>
                  <a:gd name="csY13" fmla="*/ 58436 h 89177"/>
                  <a:gd name="csX14" fmla="*/ -800 w 43338"/>
                  <a:gd name="csY14" fmla="*/ 58436 h 89177"/>
                  <a:gd name="csX15" fmla="*/ -800 w 43338"/>
                  <a:gd name="csY15" fmla="*/ 67306 h 89177"/>
                  <a:gd name="csX16" fmla="*/ 7574 w 43338"/>
                  <a:gd name="csY16" fmla="*/ 67306 h 89177"/>
                  <a:gd name="csX17" fmla="*/ 7574 w 43338"/>
                  <a:gd name="csY17" fmla="*/ 87031 h 89177"/>
                  <a:gd name="csX18" fmla="*/ 19044 w 43338"/>
                  <a:gd name="csY18" fmla="*/ 87031 h 8917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</a:cxnLst>
                <a:rect l="l" t="t" r="r" b="b"/>
                <a:pathLst>
                  <a:path w="43338" h="89177">
                    <a:moveTo>
                      <a:pt x="19044" y="87031"/>
                    </a:moveTo>
                    <a:lnTo>
                      <a:pt x="19044" y="67306"/>
                    </a:lnTo>
                    <a:lnTo>
                      <a:pt x="42539" y="67306"/>
                    </a:lnTo>
                    <a:lnTo>
                      <a:pt x="42539" y="58436"/>
                    </a:lnTo>
                    <a:lnTo>
                      <a:pt x="19044" y="58436"/>
                    </a:lnTo>
                    <a:lnTo>
                      <a:pt x="19044" y="20733"/>
                    </a:lnTo>
                    <a:cubicBezTo>
                      <a:pt x="19044" y="15071"/>
                      <a:pt x="19817" y="11433"/>
                      <a:pt x="21365" y="9819"/>
                    </a:cubicBezTo>
                    <a:cubicBezTo>
                      <a:pt x="22913" y="8205"/>
                      <a:pt x="26068" y="7398"/>
                      <a:pt x="30831" y="7398"/>
                    </a:cubicBezTo>
                    <a:lnTo>
                      <a:pt x="42539" y="7398"/>
                    </a:lnTo>
                    <a:lnTo>
                      <a:pt x="42539" y="-2147"/>
                    </a:lnTo>
                    <a:lnTo>
                      <a:pt x="30831" y="-2147"/>
                    </a:lnTo>
                    <a:cubicBezTo>
                      <a:pt x="22020" y="-2147"/>
                      <a:pt x="15941" y="-506"/>
                      <a:pt x="12594" y="2775"/>
                    </a:cubicBezTo>
                    <a:cubicBezTo>
                      <a:pt x="9247" y="6069"/>
                      <a:pt x="7574" y="12055"/>
                      <a:pt x="7574" y="20733"/>
                    </a:cubicBezTo>
                    <a:lnTo>
                      <a:pt x="7574" y="58436"/>
                    </a:lnTo>
                    <a:lnTo>
                      <a:pt x="-800" y="58436"/>
                    </a:lnTo>
                    <a:lnTo>
                      <a:pt x="-800" y="67306"/>
                    </a:lnTo>
                    <a:lnTo>
                      <a:pt x="7574" y="67306"/>
                    </a:lnTo>
                    <a:lnTo>
                      <a:pt x="7574" y="87031"/>
                    </a:lnTo>
                    <a:lnTo>
                      <a:pt x="19044" y="87031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5" name="Freeform: Shape 344">
                <a:extLst>
                  <a:ext uri="{FF2B5EF4-FFF2-40B4-BE49-F238E27FC236}">
                    <a16:creationId xmlns:a16="http://schemas.microsoft.com/office/drawing/2014/main" id="{3243B07E-DEF5-A18F-7DD6-618A5514146A}"/>
                  </a:ext>
                </a:extLst>
              </p:cNvPr>
              <p:cNvSpPr/>
              <p:nvPr/>
            </p:nvSpPr>
            <p:spPr>
              <a:xfrm flipV="1">
                <a:off x="6836079" y="1763155"/>
                <a:ext cx="64373" cy="72925"/>
              </a:xfrm>
              <a:custGeom>
                <a:avLst/>
                <a:gdLst>
                  <a:gd name="csX0" fmla="*/ 62867 w 64373"/>
                  <a:gd name="csY0" fmla="*/ 37744 h 72925"/>
                  <a:gd name="csX1" fmla="*/ 62867 w 64373"/>
                  <a:gd name="csY1" fmla="*/ 32168 h 72925"/>
                  <a:gd name="csX2" fmla="*/ 10400 w 64373"/>
                  <a:gd name="csY2" fmla="*/ 32168 h 72925"/>
                  <a:gd name="csX3" fmla="*/ 17504 w 64373"/>
                  <a:gd name="csY3" fmla="*/ 14210 h 72925"/>
                  <a:gd name="csX4" fmla="*/ 35205 w 64373"/>
                  <a:gd name="csY4" fmla="*/ 8038 h 72925"/>
                  <a:gd name="csX5" fmla="*/ 47944 w 64373"/>
                  <a:gd name="csY5" fmla="*/ 9646 h 72925"/>
                  <a:gd name="csX6" fmla="*/ 60208 w 64373"/>
                  <a:gd name="csY6" fmla="*/ 14488 h 72925"/>
                  <a:gd name="csX7" fmla="*/ 60208 w 64373"/>
                  <a:gd name="csY7" fmla="*/ 3693 h 72925"/>
                  <a:gd name="csX8" fmla="*/ 47607 w 64373"/>
                  <a:gd name="csY8" fmla="*/ -276 h 72925"/>
                  <a:gd name="csX9" fmla="*/ 34530 w 64373"/>
                  <a:gd name="csY9" fmla="*/ -1645 h 72925"/>
                  <a:gd name="csX10" fmla="*/ 8197 w 64373"/>
                  <a:gd name="csY10" fmla="*/ 8019 h 72925"/>
                  <a:gd name="csX11" fmla="*/ -1506 w 64373"/>
                  <a:gd name="csY11" fmla="*/ 34212 h 72925"/>
                  <a:gd name="csX12" fmla="*/ 7701 w 64373"/>
                  <a:gd name="csY12" fmla="*/ 61259 h 72925"/>
                  <a:gd name="csX13" fmla="*/ 32546 w 64373"/>
                  <a:gd name="csY13" fmla="*/ 71280 h 72925"/>
                  <a:gd name="csX14" fmla="*/ 54711 w 64373"/>
                  <a:gd name="csY14" fmla="*/ 62251 h 72925"/>
                  <a:gd name="csX15" fmla="*/ 62867 w 64373"/>
                  <a:gd name="csY15" fmla="*/ 37744 h 72925"/>
                  <a:gd name="csX16" fmla="*/ 51457 w 64373"/>
                  <a:gd name="csY16" fmla="*/ 41098 h 72925"/>
                  <a:gd name="csX17" fmla="*/ 46218 w 64373"/>
                  <a:gd name="csY17" fmla="*/ 56021 h 72925"/>
                  <a:gd name="csX18" fmla="*/ 32665 w 64373"/>
                  <a:gd name="csY18" fmla="*/ 61616 h 72925"/>
                  <a:gd name="csX19" fmla="*/ 17385 w 64373"/>
                  <a:gd name="csY19" fmla="*/ 56219 h 72925"/>
                  <a:gd name="csX20" fmla="*/ 10777 w 64373"/>
                  <a:gd name="csY20" fmla="*/ 41019 h 72925"/>
                  <a:gd name="csX21" fmla="*/ 51457 w 64373"/>
                  <a:gd name="csY21" fmla="*/ 41098 h 729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</a:cxnLst>
                <a:rect l="l" t="t" r="r" b="b"/>
                <a:pathLst>
                  <a:path w="64373" h="72925">
                    <a:moveTo>
                      <a:pt x="62867" y="37744"/>
                    </a:moveTo>
                    <a:lnTo>
                      <a:pt x="62867" y="32168"/>
                    </a:lnTo>
                    <a:lnTo>
                      <a:pt x="10400" y="32168"/>
                    </a:lnTo>
                    <a:cubicBezTo>
                      <a:pt x="10903" y="24310"/>
                      <a:pt x="13271" y="18324"/>
                      <a:pt x="17504" y="14210"/>
                    </a:cubicBezTo>
                    <a:cubicBezTo>
                      <a:pt x="21737" y="10095"/>
                      <a:pt x="27638" y="8038"/>
                      <a:pt x="35205" y="8038"/>
                    </a:cubicBezTo>
                    <a:cubicBezTo>
                      <a:pt x="39584" y="8038"/>
                      <a:pt x="43830" y="8574"/>
                      <a:pt x="47944" y="9646"/>
                    </a:cubicBezTo>
                    <a:cubicBezTo>
                      <a:pt x="52059" y="10717"/>
                      <a:pt x="56147" y="12331"/>
                      <a:pt x="60208" y="14488"/>
                    </a:cubicBezTo>
                    <a:lnTo>
                      <a:pt x="60208" y="3693"/>
                    </a:lnTo>
                    <a:cubicBezTo>
                      <a:pt x="56107" y="1960"/>
                      <a:pt x="51907" y="637"/>
                      <a:pt x="47607" y="-276"/>
                    </a:cubicBezTo>
                    <a:cubicBezTo>
                      <a:pt x="43308" y="-1189"/>
                      <a:pt x="38949" y="-1645"/>
                      <a:pt x="34530" y="-1645"/>
                    </a:cubicBezTo>
                    <a:cubicBezTo>
                      <a:pt x="23444" y="-1645"/>
                      <a:pt x="14666" y="1576"/>
                      <a:pt x="8197" y="8019"/>
                    </a:cubicBezTo>
                    <a:cubicBezTo>
                      <a:pt x="1728" y="14474"/>
                      <a:pt x="-1506" y="23206"/>
                      <a:pt x="-1506" y="34212"/>
                    </a:cubicBezTo>
                    <a:cubicBezTo>
                      <a:pt x="-1506" y="45576"/>
                      <a:pt x="1563" y="54592"/>
                      <a:pt x="7701" y="61259"/>
                    </a:cubicBezTo>
                    <a:cubicBezTo>
                      <a:pt x="13840" y="67940"/>
                      <a:pt x="22121" y="71280"/>
                      <a:pt x="32546" y="71280"/>
                    </a:cubicBezTo>
                    <a:cubicBezTo>
                      <a:pt x="41885" y="71280"/>
                      <a:pt x="49274" y="68271"/>
                      <a:pt x="54711" y="62251"/>
                    </a:cubicBezTo>
                    <a:cubicBezTo>
                      <a:pt x="60148" y="56245"/>
                      <a:pt x="62867" y="48076"/>
                      <a:pt x="62867" y="37744"/>
                    </a:cubicBezTo>
                    <a:close/>
                    <a:moveTo>
                      <a:pt x="51457" y="41098"/>
                    </a:moveTo>
                    <a:cubicBezTo>
                      <a:pt x="51377" y="47329"/>
                      <a:pt x="49631" y="52303"/>
                      <a:pt x="46218" y="56021"/>
                    </a:cubicBezTo>
                    <a:cubicBezTo>
                      <a:pt x="42805" y="59751"/>
                      <a:pt x="38287" y="61616"/>
                      <a:pt x="32665" y="61616"/>
                    </a:cubicBezTo>
                    <a:cubicBezTo>
                      <a:pt x="26302" y="61616"/>
                      <a:pt x="21208" y="59817"/>
                      <a:pt x="17385" y="56219"/>
                    </a:cubicBezTo>
                    <a:cubicBezTo>
                      <a:pt x="13562" y="52621"/>
                      <a:pt x="11359" y="47554"/>
                      <a:pt x="10777" y="41019"/>
                    </a:cubicBezTo>
                    <a:lnTo>
                      <a:pt x="51457" y="41098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6" name="Freeform: Shape 345">
                <a:extLst>
                  <a:ext uri="{FF2B5EF4-FFF2-40B4-BE49-F238E27FC236}">
                    <a16:creationId xmlns:a16="http://schemas.microsoft.com/office/drawing/2014/main" id="{FA6EE5EA-3CC9-904A-5980-6DE8691669D6}"/>
                  </a:ext>
                </a:extLst>
              </p:cNvPr>
              <p:cNvSpPr/>
              <p:nvPr/>
            </p:nvSpPr>
            <p:spPr>
              <a:xfrm flipV="1">
                <a:off x="6914213" y="1737775"/>
                <a:ext cx="62071" cy="98305"/>
              </a:xfrm>
              <a:custGeom>
                <a:avLst/>
                <a:gdLst>
                  <a:gd name="csX0" fmla="*/ 49219 w 62071"/>
                  <a:gd name="csY0" fmla="*/ 58436 h 98305"/>
                  <a:gd name="csX1" fmla="*/ 49219 w 62071"/>
                  <a:gd name="csY1" fmla="*/ 96020 h 98305"/>
                  <a:gd name="csX2" fmla="*/ 60629 w 62071"/>
                  <a:gd name="csY2" fmla="*/ 96020 h 98305"/>
                  <a:gd name="csX3" fmla="*/ 60629 w 62071"/>
                  <a:gd name="csY3" fmla="*/ -480 h 98305"/>
                  <a:gd name="csX4" fmla="*/ 49219 w 62071"/>
                  <a:gd name="csY4" fmla="*/ -480 h 98305"/>
                  <a:gd name="csX5" fmla="*/ 49219 w 62071"/>
                  <a:gd name="csY5" fmla="*/ 9938 h 98305"/>
                  <a:gd name="csX6" fmla="*/ 40131 w 62071"/>
                  <a:gd name="csY6" fmla="*/ 730 h 98305"/>
                  <a:gd name="csX7" fmla="*/ 26954 w 62071"/>
                  <a:gd name="csY7" fmla="*/ -2286 h 98305"/>
                  <a:gd name="csX8" fmla="*/ 6456 w 62071"/>
                  <a:gd name="csY8" fmla="*/ 7755 h 98305"/>
                  <a:gd name="csX9" fmla="*/ -1442 w 62071"/>
                  <a:gd name="csY9" fmla="*/ 34187 h 98305"/>
                  <a:gd name="csX10" fmla="*/ 6456 w 62071"/>
                  <a:gd name="csY10" fmla="*/ 60599 h 98305"/>
                  <a:gd name="csX11" fmla="*/ 26954 w 62071"/>
                  <a:gd name="csY11" fmla="*/ 70640 h 98305"/>
                  <a:gd name="csX12" fmla="*/ 40131 w 62071"/>
                  <a:gd name="csY12" fmla="*/ 67624 h 98305"/>
                  <a:gd name="csX13" fmla="*/ 49219 w 62071"/>
                  <a:gd name="csY13" fmla="*/ 58436 h 98305"/>
                  <a:gd name="csX14" fmla="*/ 10345 w 62071"/>
                  <a:gd name="csY14" fmla="*/ 34187 h 98305"/>
                  <a:gd name="csX15" fmla="*/ 15524 w 62071"/>
                  <a:gd name="csY15" fmla="*/ 14442 h 98305"/>
                  <a:gd name="csX16" fmla="*/ 29752 w 62071"/>
                  <a:gd name="csY16" fmla="*/ 7279 h 98305"/>
                  <a:gd name="csX17" fmla="*/ 44000 w 62071"/>
                  <a:gd name="csY17" fmla="*/ 14442 h 98305"/>
                  <a:gd name="csX18" fmla="*/ 49219 w 62071"/>
                  <a:gd name="csY18" fmla="*/ 34187 h 98305"/>
                  <a:gd name="csX19" fmla="*/ 44000 w 62071"/>
                  <a:gd name="csY19" fmla="*/ 53931 h 98305"/>
                  <a:gd name="csX20" fmla="*/ 29752 w 62071"/>
                  <a:gd name="csY20" fmla="*/ 61095 h 98305"/>
                  <a:gd name="csX21" fmla="*/ 15524 w 62071"/>
                  <a:gd name="csY21" fmla="*/ 53931 h 98305"/>
                  <a:gd name="csX22" fmla="*/ 10345 w 62071"/>
                  <a:gd name="csY22" fmla="*/ 34187 h 983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</a:cxnLst>
                <a:rect l="l" t="t" r="r" b="b"/>
                <a:pathLst>
                  <a:path w="62071" h="98305">
                    <a:moveTo>
                      <a:pt x="49219" y="58436"/>
                    </a:moveTo>
                    <a:lnTo>
                      <a:pt x="49219" y="96020"/>
                    </a:lnTo>
                    <a:lnTo>
                      <a:pt x="60629" y="96020"/>
                    </a:lnTo>
                    <a:lnTo>
                      <a:pt x="60629" y="-480"/>
                    </a:lnTo>
                    <a:lnTo>
                      <a:pt x="49219" y="-480"/>
                    </a:lnTo>
                    <a:lnTo>
                      <a:pt x="49219" y="9938"/>
                    </a:lnTo>
                    <a:cubicBezTo>
                      <a:pt x="46824" y="5810"/>
                      <a:pt x="43795" y="2741"/>
                      <a:pt x="40131" y="730"/>
                    </a:cubicBezTo>
                    <a:cubicBezTo>
                      <a:pt x="36479" y="-1280"/>
                      <a:pt x="32087" y="-2286"/>
                      <a:pt x="26954" y="-2286"/>
                    </a:cubicBezTo>
                    <a:cubicBezTo>
                      <a:pt x="18567" y="-2286"/>
                      <a:pt x="11734" y="1061"/>
                      <a:pt x="6456" y="7755"/>
                    </a:cubicBezTo>
                    <a:cubicBezTo>
                      <a:pt x="1190" y="14462"/>
                      <a:pt x="-1442" y="23273"/>
                      <a:pt x="-1442" y="34187"/>
                    </a:cubicBezTo>
                    <a:cubicBezTo>
                      <a:pt x="-1442" y="45101"/>
                      <a:pt x="1190" y="53905"/>
                      <a:pt x="6456" y="60599"/>
                    </a:cubicBezTo>
                    <a:cubicBezTo>
                      <a:pt x="11734" y="67293"/>
                      <a:pt x="18567" y="70640"/>
                      <a:pt x="26954" y="70640"/>
                    </a:cubicBezTo>
                    <a:cubicBezTo>
                      <a:pt x="32087" y="70640"/>
                      <a:pt x="36479" y="69634"/>
                      <a:pt x="40131" y="67624"/>
                    </a:cubicBezTo>
                    <a:cubicBezTo>
                      <a:pt x="43795" y="65626"/>
                      <a:pt x="46824" y="62563"/>
                      <a:pt x="49219" y="58436"/>
                    </a:cubicBezTo>
                    <a:close/>
                    <a:moveTo>
                      <a:pt x="10345" y="34187"/>
                    </a:moveTo>
                    <a:cubicBezTo>
                      <a:pt x="10345" y="25800"/>
                      <a:pt x="12071" y="19218"/>
                      <a:pt x="15524" y="14442"/>
                    </a:cubicBezTo>
                    <a:cubicBezTo>
                      <a:pt x="18977" y="9667"/>
                      <a:pt x="23720" y="7279"/>
                      <a:pt x="29752" y="7279"/>
                    </a:cubicBezTo>
                    <a:cubicBezTo>
                      <a:pt x="35785" y="7279"/>
                      <a:pt x="40534" y="9667"/>
                      <a:pt x="44000" y="14442"/>
                    </a:cubicBezTo>
                    <a:cubicBezTo>
                      <a:pt x="47479" y="19218"/>
                      <a:pt x="49219" y="25800"/>
                      <a:pt x="49219" y="34187"/>
                    </a:cubicBezTo>
                    <a:cubicBezTo>
                      <a:pt x="49219" y="42574"/>
                      <a:pt x="47479" y="49156"/>
                      <a:pt x="44000" y="53931"/>
                    </a:cubicBezTo>
                    <a:cubicBezTo>
                      <a:pt x="40534" y="58707"/>
                      <a:pt x="35785" y="61095"/>
                      <a:pt x="29752" y="61095"/>
                    </a:cubicBezTo>
                    <a:cubicBezTo>
                      <a:pt x="23720" y="61095"/>
                      <a:pt x="18977" y="58707"/>
                      <a:pt x="15524" y="53931"/>
                    </a:cubicBezTo>
                    <a:cubicBezTo>
                      <a:pt x="12071" y="49156"/>
                      <a:pt x="10345" y="42574"/>
                      <a:pt x="10345" y="34187"/>
                    </a:cubicBez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7" name="Freeform: Shape 346">
                <a:extLst>
                  <a:ext uri="{FF2B5EF4-FFF2-40B4-BE49-F238E27FC236}">
                    <a16:creationId xmlns:a16="http://schemas.microsoft.com/office/drawing/2014/main" id="{30F7B99A-2F0D-B69D-95A9-49BD81F228CD}"/>
                  </a:ext>
                </a:extLst>
              </p:cNvPr>
              <p:cNvSpPr/>
              <p:nvPr/>
            </p:nvSpPr>
            <p:spPr>
              <a:xfrm flipV="1">
                <a:off x="6987824" y="1834275"/>
                <a:ext cx="12700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12700"/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1149F305-7C2A-08E2-8B5E-4DFCB59D007F}"/>
                  </a:ext>
                </a:extLst>
              </p:cNvPr>
              <p:cNvSpPr/>
              <p:nvPr/>
            </p:nvSpPr>
            <p:spPr>
              <a:xfrm flipV="1">
                <a:off x="7040655" y="1741684"/>
                <a:ext cx="65682" cy="92590"/>
              </a:xfrm>
              <a:custGeom>
                <a:avLst/>
                <a:gdLst>
                  <a:gd name="csX0" fmla="*/ 10723 w 65682"/>
                  <a:gd name="csY0" fmla="*/ 41979 h 92590"/>
                  <a:gd name="csX1" fmla="*/ 10723 w 65682"/>
                  <a:gd name="csY1" fmla="*/ 8066 h 92590"/>
                  <a:gd name="csX2" fmla="*/ 30825 w 65682"/>
                  <a:gd name="csY2" fmla="*/ 8066 h 92590"/>
                  <a:gd name="csX3" fmla="*/ 45787 w 65682"/>
                  <a:gd name="csY3" fmla="*/ 12253 h 92590"/>
                  <a:gd name="csX4" fmla="*/ 50669 w 65682"/>
                  <a:gd name="csY4" fmla="*/ 25052 h 92590"/>
                  <a:gd name="csX5" fmla="*/ 45787 w 65682"/>
                  <a:gd name="csY5" fmla="*/ 37852 h 92590"/>
                  <a:gd name="csX6" fmla="*/ 30825 w 65682"/>
                  <a:gd name="csY6" fmla="*/ 41979 h 92590"/>
                  <a:gd name="csX7" fmla="*/ 10723 w 65682"/>
                  <a:gd name="csY7" fmla="*/ 41979 h 92590"/>
                  <a:gd name="csX8" fmla="*/ 10723 w 65682"/>
                  <a:gd name="csY8" fmla="*/ 80059 h 92590"/>
                  <a:gd name="csX9" fmla="*/ 10723 w 65682"/>
                  <a:gd name="csY9" fmla="*/ 52159 h 92590"/>
                  <a:gd name="csX10" fmla="*/ 29277 w 65682"/>
                  <a:gd name="csY10" fmla="*/ 52159 h 92590"/>
                  <a:gd name="csX11" fmla="*/ 42930 w 65682"/>
                  <a:gd name="csY11" fmla="*/ 55592 h 92590"/>
                  <a:gd name="csX12" fmla="*/ 47434 w 65682"/>
                  <a:gd name="csY12" fmla="*/ 66109 h 92590"/>
                  <a:gd name="csX13" fmla="*/ 42930 w 65682"/>
                  <a:gd name="csY13" fmla="*/ 76587 h 92590"/>
                  <a:gd name="csX14" fmla="*/ 29277 w 65682"/>
                  <a:gd name="csY14" fmla="*/ 80059 h 92590"/>
                  <a:gd name="csX15" fmla="*/ 10723 w 65682"/>
                  <a:gd name="csY15" fmla="*/ 80059 h 92590"/>
                  <a:gd name="csX16" fmla="*/ -1798 w 65682"/>
                  <a:gd name="csY16" fmla="*/ 90358 h 92590"/>
                  <a:gd name="csX17" fmla="*/ 30210 w 65682"/>
                  <a:gd name="csY17" fmla="*/ 90358 h 92590"/>
                  <a:gd name="csX18" fmla="*/ 52276 w 65682"/>
                  <a:gd name="csY18" fmla="*/ 84405 h 92590"/>
                  <a:gd name="csX19" fmla="*/ 60035 w 65682"/>
                  <a:gd name="csY19" fmla="*/ 67478 h 92590"/>
                  <a:gd name="csX20" fmla="*/ 56066 w 65682"/>
                  <a:gd name="csY20" fmla="*/ 53945 h 92590"/>
                  <a:gd name="csX21" fmla="*/ 44398 w 65682"/>
                  <a:gd name="csY21" fmla="*/ 47694 h 92590"/>
                  <a:gd name="csX22" fmla="*/ 58765 w 65682"/>
                  <a:gd name="csY22" fmla="*/ 39399 h 92590"/>
                  <a:gd name="csX23" fmla="*/ 63885 w 65682"/>
                  <a:gd name="csY23" fmla="*/ 23683 h 92590"/>
                  <a:gd name="csX24" fmla="*/ 55451 w 65682"/>
                  <a:gd name="csY24" fmla="*/ 4514 h 92590"/>
                  <a:gd name="csX25" fmla="*/ 31440 w 65682"/>
                  <a:gd name="csY25" fmla="*/ -2233 h 92590"/>
                  <a:gd name="csX26" fmla="*/ -1798 w 65682"/>
                  <a:gd name="csY26" fmla="*/ -2233 h 92590"/>
                  <a:gd name="csX27" fmla="*/ -1798 w 65682"/>
                  <a:gd name="csY27" fmla="*/ 90358 h 925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</a:cxnLst>
                <a:rect l="l" t="t" r="r" b="b"/>
                <a:pathLst>
                  <a:path w="65682" h="92590">
                    <a:moveTo>
                      <a:pt x="10723" y="41979"/>
                    </a:moveTo>
                    <a:lnTo>
                      <a:pt x="10723" y="8066"/>
                    </a:lnTo>
                    <a:lnTo>
                      <a:pt x="30825" y="8066"/>
                    </a:lnTo>
                    <a:cubicBezTo>
                      <a:pt x="37559" y="8066"/>
                      <a:pt x="42546" y="9462"/>
                      <a:pt x="45787" y="12253"/>
                    </a:cubicBezTo>
                    <a:cubicBezTo>
                      <a:pt x="49042" y="15044"/>
                      <a:pt x="50669" y="19311"/>
                      <a:pt x="50669" y="25052"/>
                    </a:cubicBezTo>
                    <a:cubicBezTo>
                      <a:pt x="50669" y="30847"/>
                      <a:pt x="49042" y="35113"/>
                      <a:pt x="45787" y="37852"/>
                    </a:cubicBezTo>
                    <a:cubicBezTo>
                      <a:pt x="42546" y="40603"/>
                      <a:pt x="37559" y="41979"/>
                      <a:pt x="30825" y="41979"/>
                    </a:cubicBezTo>
                    <a:lnTo>
                      <a:pt x="10723" y="41979"/>
                    </a:lnTo>
                    <a:close/>
                    <a:moveTo>
                      <a:pt x="10723" y="80059"/>
                    </a:moveTo>
                    <a:lnTo>
                      <a:pt x="10723" y="52159"/>
                    </a:lnTo>
                    <a:lnTo>
                      <a:pt x="29277" y="52159"/>
                    </a:lnTo>
                    <a:cubicBezTo>
                      <a:pt x="35389" y="52159"/>
                      <a:pt x="39940" y="53303"/>
                      <a:pt x="42930" y="55592"/>
                    </a:cubicBezTo>
                    <a:cubicBezTo>
                      <a:pt x="45933" y="57894"/>
                      <a:pt x="47434" y="61399"/>
                      <a:pt x="47434" y="66109"/>
                    </a:cubicBezTo>
                    <a:cubicBezTo>
                      <a:pt x="47434" y="70779"/>
                      <a:pt x="45933" y="74271"/>
                      <a:pt x="42930" y="76587"/>
                    </a:cubicBezTo>
                    <a:cubicBezTo>
                      <a:pt x="39940" y="78902"/>
                      <a:pt x="35389" y="80059"/>
                      <a:pt x="29277" y="80059"/>
                    </a:cubicBezTo>
                    <a:lnTo>
                      <a:pt x="10723" y="80059"/>
                    </a:lnTo>
                    <a:close/>
                    <a:moveTo>
                      <a:pt x="-1798" y="90358"/>
                    </a:moveTo>
                    <a:lnTo>
                      <a:pt x="30210" y="90358"/>
                    </a:lnTo>
                    <a:cubicBezTo>
                      <a:pt x="39761" y="90358"/>
                      <a:pt x="47117" y="88374"/>
                      <a:pt x="52276" y="84405"/>
                    </a:cubicBezTo>
                    <a:cubicBezTo>
                      <a:pt x="57449" y="80436"/>
                      <a:pt x="60035" y="74794"/>
                      <a:pt x="60035" y="67478"/>
                    </a:cubicBezTo>
                    <a:cubicBezTo>
                      <a:pt x="60035" y="61803"/>
                      <a:pt x="58712" y="57292"/>
                      <a:pt x="56066" y="53945"/>
                    </a:cubicBezTo>
                    <a:cubicBezTo>
                      <a:pt x="53421" y="50598"/>
                      <a:pt x="49531" y="48514"/>
                      <a:pt x="44398" y="47694"/>
                    </a:cubicBezTo>
                    <a:cubicBezTo>
                      <a:pt x="50563" y="46371"/>
                      <a:pt x="55352" y="43606"/>
                      <a:pt x="58765" y="39399"/>
                    </a:cubicBezTo>
                    <a:cubicBezTo>
                      <a:pt x="62178" y="35206"/>
                      <a:pt x="63885" y="29967"/>
                      <a:pt x="63885" y="23683"/>
                    </a:cubicBezTo>
                    <a:cubicBezTo>
                      <a:pt x="63885" y="15415"/>
                      <a:pt x="61074" y="9025"/>
                      <a:pt x="55451" y="4514"/>
                    </a:cubicBezTo>
                    <a:cubicBezTo>
                      <a:pt x="49829" y="16"/>
                      <a:pt x="41825" y="-2233"/>
                      <a:pt x="31440" y="-2233"/>
                    </a:cubicBezTo>
                    <a:lnTo>
                      <a:pt x="-1798" y="-2233"/>
                    </a:lnTo>
                    <a:lnTo>
                      <a:pt x="-1798" y="90358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4F340F71-3CA9-BA5A-B6A2-E717F898601D}"/>
                  </a:ext>
                </a:extLst>
              </p:cNvPr>
              <p:cNvSpPr/>
              <p:nvPr/>
            </p:nvSpPr>
            <p:spPr>
              <a:xfrm flipV="1">
                <a:off x="7114943" y="1741684"/>
                <a:ext cx="117197" cy="92590"/>
              </a:xfrm>
              <a:custGeom>
                <a:avLst/>
                <a:gdLst>
                  <a:gd name="csX0" fmla="*/ -2673 w 117197"/>
                  <a:gd name="csY0" fmla="*/ 90358 h 92590"/>
                  <a:gd name="csX1" fmla="*/ 9967 w 117197"/>
                  <a:gd name="csY1" fmla="*/ 90358 h 92590"/>
                  <a:gd name="csX2" fmla="*/ 29434 w 117197"/>
                  <a:gd name="csY2" fmla="*/ 12094 h 92590"/>
                  <a:gd name="csX3" fmla="*/ 48841 w 117197"/>
                  <a:gd name="csY3" fmla="*/ 90358 h 92590"/>
                  <a:gd name="csX4" fmla="*/ 62930 w 117197"/>
                  <a:gd name="csY4" fmla="*/ 90358 h 92590"/>
                  <a:gd name="csX5" fmla="*/ 82397 w 117197"/>
                  <a:gd name="csY5" fmla="*/ 12094 h 92590"/>
                  <a:gd name="csX6" fmla="*/ 101804 w 117197"/>
                  <a:gd name="csY6" fmla="*/ 90358 h 92590"/>
                  <a:gd name="csX7" fmla="*/ 114524 w 117197"/>
                  <a:gd name="csY7" fmla="*/ 90358 h 92590"/>
                  <a:gd name="csX8" fmla="*/ 91267 w 117197"/>
                  <a:gd name="csY8" fmla="*/ -2233 h 92590"/>
                  <a:gd name="csX9" fmla="*/ 75511 w 117197"/>
                  <a:gd name="csY9" fmla="*/ -2233 h 92590"/>
                  <a:gd name="csX10" fmla="*/ 55985 w 117197"/>
                  <a:gd name="csY10" fmla="*/ 78134 h 92590"/>
                  <a:gd name="csX11" fmla="*/ 36260 w 117197"/>
                  <a:gd name="csY11" fmla="*/ -2233 h 92590"/>
                  <a:gd name="csX12" fmla="*/ 20504 w 117197"/>
                  <a:gd name="csY12" fmla="*/ -2233 h 92590"/>
                  <a:gd name="csX13" fmla="*/ -2673 w 117197"/>
                  <a:gd name="csY13" fmla="*/ 90358 h 925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117197" h="92590">
                    <a:moveTo>
                      <a:pt x="-2673" y="90358"/>
                    </a:moveTo>
                    <a:lnTo>
                      <a:pt x="9967" y="90358"/>
                    </a:lnTo>
                    <a:lnTo>
                      <a:pt x="29434" y="12094"/>
                    </a:lnTo>
                    <a:lnTo>
                      <a:pt x="48841" y="90358"/>
                    </a:lnTo>
                    <a:lnTo>
                      <a:pt x="62930" y="90358"/>
                    </a:lnTo>
                    <a:lnTo>
                      <a:pt x="82397" y="12094"/>
                    </a:lnTo>
                    <a:lnTo>
                      <a:pt x="101804" y="90358"/>
                    </a:lnTo>
                    <a:lnTo>
                      <a:pt x="114524" y="90358"/>
                    </a:lnTo>
                    <a:lnTo>
                      <a:pt x="91267" y="-2233"/>
                    </a:lnTo>
                    <a:lnTo>
                      <a:pt x="75511" y="-2233"/>
                    </a:lnTo>
                    <a:lnTo>
                      <a:pt x="55985" y="78134"/>
                    </a:lnTo>
                    <a:lnTo>
                      <a:pt x="36260" y="-2233"/>
                    </a:lnTo>
                    <a:lnTo>
                      <a:pt x="20504" y="-2233"/>
                    </a:lnTo>
                    <a:lnTo>
                      <a:pt x="-2673" y="90358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CEC691D7-4489-2A7F-CC0F-1F28D9C2B550}"/>
                </a:ext>
              </a:extLst>
            </p:cNvPr>
            <p:cNvSpPr/>
            <p:nvPr/>
          </p:nvSpPr>
          <p:spPr>
            <a:xfrm>
              <a:off x="5625225" y="1976237"/>
              <a:ext cx="254000" cy="12700"/>
            </a:xfrm>
            <a:custGeom>
              <a:avLst/>
              <a:gdLst>
                <a:gd name="csX0" fmla="*/ 0 w 254000"/>
                <a:gd name="csY0" fmla="*/ 0 h 12700"/>
                <a:gd name="csX1" fmla="*/ 127000 w 254000"/>
                <a:gd name="csY1" fmla="*/ 0 h 12700"/>
                <a:gd name="csX2" fmla="*/ 254000 w 254000"/>
                <a:gd name="csY2" fmla="*/ 0 h 127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000" h="12700">
                  <a:moveTo>
                    <a:pt x="0" y="0"/>
                  </a:moveTo>
                  <a:lnTo>
                    <a:pt x="127000" y="0"/>
                  </a:lnTo>
                  <a:lnTo>
                    <a:pt x="254000" y="0"/>
                  </a:lnTo>
                </a:path>
              </a:pathLst>
            </a:custGeom>
            <a:noFill/>
            <a:ln w="25400" cap="flat">
              <a:solidFill>
                <a:srgbClr val="2CA02C"/>
              </a:solidFill>
              <a:custDash>
                <a:ds d="960000" sp="240000"/>
                <a:ds d="150000" sp="240000"/>
              </a:custDash>
              <a:rou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351" name="Graphic 7">
              <a:extLst>
                <a:ext uri="{FF2B5EF4-FFF2-40B4-BE49-F238E27FC236}">
                  <a16:creationId xmlns:a16="http://schemas.microsoft.com/office/drawing/2014/main" id="{4681447D-C151-CA58-98C4-EEE6C9CF8437}"/>
                </a:ext>
              </a:extLst>
            </p:cNvPr>
            <p:cNvGrpSpPr/>
            <p:nvPr/>
          </p:nvGrpSpPr>
          <p:grpSpPr>
            <a:xfrm>
              <a:off x="5987949" y="1924187"/>
              <a:ext cx="565311" cy="98305"/>
              <a:chOff x="5987949" y="1924187"/>
              <a:chExt cx="565311" cy="98305"/>
            </a:xfrm>
            <a:solidFill>
              <a:srgbClr val="FFFFFF"/>
            </a:solidFill>
          </p:grpSpPr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7150232A-96C1-4554-B5E1-EF231E2A33CD}"/>
                  </a:ext>
                </a:extLst>
              </p:cNvPr>
              <p:cNvSpPr/>
              <p:nvPr/>
            </p:nvSpPr>
            <p:spPr>
              <a:xfrm flipV="1">
                <a:off x="5987949" y="1926430"/>
                <a:ext cx="80863" cy="96063"/>
              </a:xfrm>
              <a:custGeom>
                <a:avLst/>
                <a:gdLst>
                  <a:gd name="csX0" fmla="*/ 66467 w 80863"/>
                  <a:gd name="csY0" fmla="*/ 12807 h 96063"/>
                  <a:gd name="csX1" fmla="*/ 66467 w 80863"/>
                  <a:gd name="csY1" fmla="*/ 37671 h 96063"/>
                  <a:gd name="csX2" fmla="*/ 46008 w 80863"/>
                  <a:gd name="csY2" fmla="*/ 37671 h 96063"/>
                  <a:gd name="csX3" fmla="*/ 46008 w 80863"/>
                  <a:gd name="csY3" fmla="*/ 47970 h 96063"/>
                  <a:gd name="csX4" fmla="*/ 78869 w 80863"/>
                  <a:gd name="csY4" fmla="*/ 47970 h 96063"/>
                  <a:gd name="csX5" fmla="*/ 78869 w 80863"/>
                  <a:gd name="csY5" fmla="*/ 8203 h 96063"/>
                  <a:gd name="csX6" fmla="*/ 62875 w 80863"/>
                  <a:gd name="csY6" fmla="*/ 425 h 96063"/>
                  <a:gd name="csX7" fmla="*/ 44222 w 80863"/>
                  <a:gd name="csY7" fmla="*/ -2215 h 96063"/>
                  <a:gd name="csX8" fmla="*/ 10250 w 80863"/>
                  <a:gd name="csY8" fmla="*/ 10466 h 96063"/>
                  <a:gd name="csX9" fmla="*/ -1994 w 80863"/>
                  <a:gd name="csY9" fmla="*/ 45787 h 96063"/>
                  <a:gd name="csX10" fmla="*/ 10250 w 80863"/>
                  <a:gd name="csY10" fmla="*/ 81169 h 96063"/>
                  <a:gd name="csX11" fmla="*/ 44222 w 80863"/>
                  <a:gd name="csY11" fmla="*/ 93849 h 96063"/>
                  <a:gd name="csX12" fmla="*/ 61427 w 80863"/>
                  <a:gd name="csY12" fmla="*/ 91607 h 96063"/>
                  <a:gd name="csX13" fmla="*/ 76468 w 80863"/>
                  <a:gd name="csY13" fmla="*/ 85038 h 96063"/>
                  <a:gd name="csX14" fmla="*/ 76468 w 80863"/>
                  <a:gd name="csY14" fmla="*/ 71703 h 96063"/>
                  <a:gd name="csX15" fmla="*/ 61705 w 80863"/>
                  <a:gd name="csY15" fmla="*/ 80573 h 96063"/>
                  <a:gd name="csX16" fmla="*/ 45274 w 80863"/>
                  <a:gd name="csY16" fmla="*/ 83550 h 96063"/>
                  <a:gd name="csX17" fmla="*/ 19735 w 80863"/>
                  <a:gd name="csY17" fmla="*/ 74065 h 96063"/>
                  <a:gd name="csX18" fmla="*/ 11222 w 80863"/>
                  <a:gd name="csY18" fmla="*/ 45787 h 96063"/>
                  <a:gd name="csX19" fmla="*/ 19735 w 80863"/>
                  <a:gd name="csY19" fmla="*/ 17570 h 96063"/>
                  <a:gd name="csX20" fmla="*/ 45274 w 80863"/>
                  <a:gd name="csY20" fmla="*/ 8084 h 96063"/>
                  <a:gd name="csX21" fmla="*/ 57101 w 80863"/>
                  <a:gd name="csY21" fmla="*/ 9235 h 96063"/>
                  <a:gd name="csX22" fmla="*/ 66467 w 80863"/>
                  <a:gd name="csY22" fmla="*/ 12807 h 9606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</a:cxnLst>
                <a:rect l="l" t="t" r="r" b="b"/>
                <a:pathLst>
                  <a:path w="80863" h="96063">
                    <a:moveTo>
                      <a:pt x="66467" y="12807"/>
                    </a:moveTo>
                    <a:lnTo>
                      <a:pt x="66467" y="37671"/>
                    </a:lnTo>
                    <a:lnTo>
                      <a:pt x="46008" y="37671"/>
                    </a:lnTo>
                    <a:lnTo>
                      <a:pt x="46008" y="47970"/>
                    </a:lnTo>
                    <a:lnTo>
                      <a:pt x="78869" y="47970"/>
                    </a:lnTo>
                    <a:lnTo>
                      <a:pt x="78869" y="8203"/>
                    </a:lnTo>
                    <a:cubicBezTo>
                      <a:pt x="74041" y="4777"/>
                      <a:pt x="68709" y="2184"/>
                      <a:pt x="62875" y="425"/>
                    </a:cubicBezTo>
                    <a:cubicBezTo>
                      <a:pt x="57055" y="-1335"/>
                      <a:pt x="50837" y="-2215"/>
                      <a:pt x="44222" y="-2215"/>
                    </a:cubicBezTo>
                    <a:cubicBezTo>
                      <a:pt x="29750" y="-2215"/>
                      <a:pt x="18425" y="2012"/>
                      <a:pt x="10250" y="10466"/>
                    </a:cubicBezTo>
                    <a:cubicBezTo>
                      <a:pt x="2087" y="18932"/>
                      <a:pt x="-1994" y="30706"/>
                      <a:pt x="-1994" y="45787"/>
                    </a:cubicBezTo>
                    <a:cubicBezTo>
                      <a:pt x="-1994" y="60922"/>
                      <a:pt x="2087" y="72715"/>
                      <a:pt x="10250" y="81169"/>
                    </a:cubicBezTo>
                    <a:cubicBezTo>
                      <a:pt x="18425" y="89622"/>
                      <a:pt x="29750" y="93849"/>
                      <a:pt x="44222" y="93849"/>
                    </a:cubicBezTo>
                    <a:cubicBezTo>
                      <a:pt x="50255" y="93849"/>
                      <a:pt x="55990" y="93102"/>
                      <a:pt x="61427" y="91607"/>
                    </a:cubicBezTo>
                    <a:cubicBezTo>
                      <a:pt x="66864" y="90125"/>
                      <a:pt x="71878" y="87936"/>
                      <a:pt x="76468" y="85038"/>
                    </a:cubicBezTo>
                    <a:lnTo>
                      <a:pt x="76468" y="71703"/>
                    </a:lnTo>
                    <a:cubicBezTo>
                      <a:pt x="71838" y="75632"/>
                      <a:pt x="66917" y="78589"/>
                      <a:pt x="61705" y="80573"/>
                    </a:cubicBezTo>
                    <a:cubicBezTo>
                      <a:pt x="56492" y="82558"/>
                      <a:pt x="51015" y="83550"/>
                      <a:pt x="45274" y="83550"/>
                    </a:cubicBezTo>
                    <a:cubicBezTo>
                      <a:pt x="33937" y="83550"/>
                      <a:pt x="25424" y="80388"/>
                      <a:pt x="19735" y="74065"/>
                    </a:cubicBezTo>
                    <a:cubicBezTo>
                      <a:pt x="14060" y="67741"/>
                      <a:pt x="11222" y="58315"/>
                      <a:pt x="11222" y="45787"/>
                    </a:cubicBezTo>
                    <a:cubicBezTo>
                      <a:pt x="11222" y="33299"/>
                      <a:pt x="14060" y="23893"/>
                      <a:pt x="19735" y="17570"/>
                    </a:cubicBezTo>
                    <a:cubicBezTo>
                      <a:pt x="25424" y="11246"/>
                      <a:pt x="33937" y="8084"/>
                      <a:pt x="45274" y="8084"/>
                    </a:cubicBezTo>
                    <a:cubicBezTo>
                      <a:pt x="49693" y="8084"/>
                      <a:pt x="53635" y="8468"/>
                      <a:pt x="57101" y="9235"/>
                    </a:cubicBezTo>
                    <a:cubicBezTo>
                      <a:pt x="60580" y="10003"/>
                      <a:pt x="63702" y="11193"/>
                      <a:pt x="66467" y="12807"/>
                    </a:cubicBez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3" name="Freeform: Shape 352">
                <a:extLst>
                  <a:ext uri="{FF2B5EF4-FFF2-40B4-BE49-F238E27FC236}">
                    <a16:creationId xmlns:a16="http://schemas.microsoft.com/office/drawing/2014/main" id="{3CC3DCEF-46FE-D595-46FF-5AA2887496B1}"/>
                  </a:ext>
                </a:extLst>
              </p:cNvPr>
              <p:cNvSpPr/>
              <p:nvPr/>
            </p:nvSpPr>
            <p:spPr>
              <a:xfrm flipV="1">
                <a:off x="6086243" y="1949567"/>
                <a:ext cx="63757" cy="72925"/>
              </a:xfrm>
              <a:custGeom>
                <a:avLst/>
                <a:gdLst>
                  <a:gd name="csX0" fmla="*/ 30319 w 63757"/>
                  <a:gd name="csY0" fmla="*/ 61631 h 72925"/>
                  <a:gd name="csX1" fmla="*/ 15814 w 63757"/>
                  <a:gd name="csY1" fmla="*/ 54468 h 72925"/>
                  <a:gd name="csX2" fmla="*/ 10476 w 63757"/>
                  <a:gd name="csY2" fmla="*/ 34842 h 72925"/>
                  <a:gd name="csX3" fmla="*/ 15774 w 63757"/>
                  <a:gd name="csY3" fmla="*/ 15217 h 72925"/>
                  <a:gd name="csX4" fmla="*/ 30319 w 63757"/>
                  <a:gd name="csY4" fmla="*/ 8053 h 72925"/>
                  <a:gd name="csX5" fmla="*/ 44766 w 63757"/>
                  <a:gd name="csY5" fmla="*/ 15236 h 72925"/>
                  <a:gd name="csX6" fmla="*/ 50104 w 63757"/>
                  <a:gd name="csY6" fmla="*/ 34842 h 72925"/>
                  <a:gd name="csX7" fmla="*/ 44766 w 63757"/>
                  <a:gd name="csY7" fmla="*/ 54408 h 72925"/>
                  <a:gd name="csX8" fmla="*/ 30319 w 63757"/>
                  <a:gd name="csY8" fmla="*/ 61631 h 72925"/>
                  <a:gd name="csX9" fmla="*/ 30319 w 63757"/>
                  <a:gd name="csY9" fmla="*/ 71295 h 72925"/>
                  <a:gd name="csX10" fmla="*/ 53695 w 63757"/>
                  <a:gd name="csY10" fmla="*/ 61611 h 72925"/>
                  <a:gd name="csX11" fmla="*/ 62208 w 63757"/>
                  <a:gd name="csY11" fmla="*/ 34842 h 72925"/>
                  <a:gd name="csX12" fmla="*/ 53695 w 63757"/>
                  <a:gd name="csY12" fmla="*/ 8073 h 72925"/>
                  <a:gd name="csX13" fmla="*/ 30319 w 63757"/>
                  <a:gd name="csY13" fmla="*/ -1631 h 72925"/>
                  <a:gd name="csX14" fmla="*/ 6904 w 63757"/>
                  <a:gd name="csY14" fmla="*/ 8073 h 72925"/>
                  <a:gd name="csX15" fmla="*/ -1550 w 63757"/>
                  <a:gd name="csY15" fmla="*/ 34842 h 72925"/>
                  <a:gd name="csX16" fmla="*/ 6904 w 63757"/>
                  <a:gd name="csY16" fmla="*/ 61611 h 72925"/>
                  <a:gd name="csX17" fmla="*/ 30319 w 63757"/>
                  <a:gd name="csY17" fmla="*/ 71295 h 729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</a:cxnLst>
                <a:rect l="l" t="t" r="r" b="b"/>
                <a:pathLst>
                  <a:path w="63757" h="72925">
                    <a:moveTo>
                      <a:pt x="30319" y="61631"/>
                    </a:moveTo>
                    <a:cubicBezTo>
                      <a:pt x="24207" y="61631"/>
                      <a:pt x="19372" y="59243"/>
                      <a:pt x="15814" y="54468"/>
                    </a:cubicBezTo>
                    <a:cubicBezTo>
                      <a:pt x="12255" y="49692"/>
                      <a:pt x="10476" y="43150"/>
                      <a:pt x="10476" y="34842"/>
                    </a:cubicBezTo>
                    <a:cubicBezTo>
                      <a:pt x="10476" y="26534"/>
                      <a:pt x="12242" y="19992"/>
                      <a:pt x="15774" y="15217"/>
                    </a:cubicBezTo>
                    <a:cubicBezTo>
                      <a:pt x="19319" y="10441"/>
                      <a:pt x="24168" y="8053"/>
                      <a:pt x="30319" y="8053"/>
                    </a:cubicBezTo>
                    <a:cubicBezTo>
                      <a:pt x="36405" y="8053"/>
                      <a:pt x="41220" y="10448"/>
                      <a:pt x="44766" y="15236"/>
                    </a:cubicBezTo>
                    <a:cubicBezTo>
                      <a:pt x="48324" y="20039"/>
                      <a:pt x="50104" y="26574"/>
                      <a:pt x="50104" y="34842"/>
                    </a:cubicBezTo>
                    <a:cubicBezTo>
                      <a:pt x="50104" y="43071"/>
                      <a:pt x="48324" y="49593"/>
                      <a:pt x="44766" y="54408"/>
                    </a:cubicBezTo>
                    <a:cubicBezTo>
                      <a:pt x="41220" y="59223"/>
                      <a:pt x="36405" y="61631"/>
                      <a:pt x="30319" y="61631"/>
                    </a:cubicBezTo>
                    <a:close/>
                    <a:moveTo>
                      <a:pt x="30319" y="71295"/>
                    </a:moveTo>
                    <a:cubicBezTo>
                      <a:pt x="40241" y="71295"/>
                      <a:pt x="48033" y="68067"/>
                      <a:pt x="53695" y="61611"/>
                    </a:cubicBezTo>
                    <a:cubicBezTo>
                      <a:pt x="59371" y="55169"/>
                      <a:pt x="62208" y="46246"/>
                      <a:pt x="62208" y="34842"/>
                    </a:cubicBezTo>
                    <a:cubicBezTo>
                      <a:pt x="62208" y="23478"/>
                      <a:pt x="59371" y="14555"/>
                      <a:pt x="53695" y="8073"/>
                    </a:cubicBezTo>
                    <a:cubicBezTo>
                      <a:pt x="48033" y="1604"/>
                      <a:pt x="40241" y="-1631"/>
                      <a:pt x="30319" y="-1631"/>
                    </a:cubicBezTo>
                    <a:cubicBezTo>
                      <a:pt x="20358" y="-1631"/>
                      <a:pt x="12553" y="1604"/>
                      <a:pt x="6904" y="8073"/>
                    </a:cubicBezTo>
                    <a:cubicBezTo>
                      <a:pt x="1268" y="14555"/>
                      <a:pt x="-1550" y="23478"/>
                      <a:pt x="-1550" y="34842"/>
                    </a:cubicBezTo>
                    <a:cubicBezTo>
                      <a:pt x="-1550" y="46246"/>
                      <a:pt x="1268" y="55169"/>
                      <a:pt x="6904" y="61611"/>
                    </a:cubicBezTo>
                    <a:cubicBezTo>
                      <a:pt x="12553" y="68067"/>
                      <a:pt x="20358" y="71295"/>
                      <a:pt x="30319" y="71295"/>
                    </a:cubicBez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4" name="Freeform: Shape 353">
                <a:extLst>
                  <a:ext uri="{FF2B5EF4-FFF2-40B4-BE49-F238E27FC236}">
                    <a16:creationId xmlns:a16="http://schemas.microsoft.com/office/drawing/2014/main" id="{5DF2C0DA-A060-9285-0F9B-E53C6B65AF1A}"/>
                  </a:ext>
                </a:extLst>
              </p:cNvPr>
              <p:cNvSpPr/>
              <p:nvPr/>
            </p:nvSpPr>
            <p:spPr>
              <a:xfrm flipV="1">
                <a:off x="6168904" y="1924187"/>
                <a:ext cx="11410" cy="96500"/>
              </a:xfrm>
              <a:custGeom>
                <a:avLst/>
                <a:gdLst>
                  <a:gd name="csX0" fmla="*/ -476 w 11410"/>
                  <a:gd name="csY0" fmla="*/ 94183 h 96500"/>
                  <a:gd name="csX1" fmla="*/ 10934 w 11410"/>
                  <a:gd name="csY1" fmla="*/ 94183 h 96500"/>
                  <a:gd name="csX2" fmla="*/ 10934 w 11410"/>
                  <a:gd name="csY2" fmla="*/ -2317 h 96500"/>
                  <a:gd name="csX3" fmla="*/ -476 w 11410"/>
                  <a:gd name="csY3" fmla="*/ -2317 h 96500"/>
                  <a:gd name="csX4" fmla="*/ -476 w 11410"/>
                  <a:gd name="csY4" fmla="*/ 94183 h 965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1410" h="96500">
                    <a:moveTo>
                      <a:pt x="-476" y="94183"/>
                    </a:moveTo>
                    <a:lnTo>
                      <a:pt x="10934" y="94183"/>
                    </a:lnTo>
                    <a:lnTo>
                      <a:pt x="10934" y="-2317"/>
                    </a:lnTo>
                    <a:lnTo>
                      <a:pt x="-476" y="-2317"/>
                    </a:lnTo>
                    <a:lnTo>
                      <a:pt x="-476" y="94183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5" name="Freeform: Shape 354">
                <a:extLst>
                  <a:ext uri="{FF2B5EF4-FFF2-40B4-BE49-F238E27FC236}">
                    <a16:creationId xmlns:a16="http://schemas.microsoft.com/office/drawing/2014/main" id="{FD683028-5AEE-3277-56E5-AE058754EA8E}"/>
                  </a:ext>
                </a:extLst>
              </p:cNvPr>
              <p:cNvSpPr/>
              <p:nvPr/>
            </p:nvSpPr>
            <p:spPr>
              <a:xfrm flipV="1">
                <a:off x="6199228" y="1924187"/>
                <a:ext cx="62071" cy="98305"/>
              </a:xfrm>
              <a:custGeom>
                <a:avLst/>
                <a:gdLst>
                  <a:gd name="csX0" fmla="*/ 49163 w 62071"/>
                  <a:gd name="csY0" fmla="*/ 58451 h 98305"/>
                  <a:gd name="csX1" fmla="*/ 49163 w 62071"/>
                  <a:gd name="csY1" fmla="*/ 96035 h 98305"/>
                  <a:gd name="csX2" fmla="*/ 60573 w 62071"/>
                  <a:gd name="csY2" fmla="*/ 96035 h 98305"/>
                  <a:gd name="csX3" fmla="*/ 60573 w 62071"/>
                  <a:gd name="csY3" fmla="*/ -465 h 98305"/>
                  <a:gd name="csX4" fmla="*/ 49163 w 62071"/>
                  <a:gd name="csY4" fmla="*/ -465 h 98305"/>
                  <a:gd name="csX5" fmla="*/ 49163 w 62071"/>
                  <a:gd name="csY5" fmla="*/ 9953 h 98305"/>
                  <a:gd name="csX6" fmla="*/ 40074 w 62071"/>
                  <a:gd name="csY6" fmla="*/ 745 h 98305"/>
                  <a:gd name="csX7" fmla="*/ 26898 w 62071"/>
                  <a:gd name="csY7" fmla="*/ -2271 h 98305"/>
                  <a:gd name="csX8" fmla="*/ 6399 w 62071"/>
                  <a:gd name="csY8" fmla="*/ 7770 h 98305"/>
                  <a:gd name="csX9" fmla="*/ -1498 w 62071"/>
                  <a:gd name="csY9" fmla="*/ 34202 h 98305"/>
                  <a:gd name="csX10" fmla="*/ 6399 w 62071"/>
                  <a:gd name="csY10" fmla="*/ 60614 h 98305"/>
                  <a:gd name="csX11" fmla="*/ 26898 w 62071"/>
                  <a:gd name="csY11" fmla="*/ 70655 h 98305"/>
                  <a:gd name="csX12" fmla="*/ 40074 w 62071"/>
                  <a:gd name="csY12" fmla="*/ 67638 h 98305"/>
                  <a:gd name="csX13" fmla="*/ 49163 w 62071"/>
                  <a:gd name="csY13" fmla="*/ 58451 h 98305"/>
                  <a:gd name="csX14" fmla="*/ 10289 w 62071"/>
                  <a:gd name="csY14" fmla="*/ 34202 h 98305"/>
                  <a:gd name="csX15" fmla="*/ 15468 w 62071"/>
                  <a:gd name="csY15" fmla="*/ 14457 h 98305"/>
                  <a:gd name="csX16" fmla="*/ 29696 w 62071"/>
                  <a:gd name="csY16" fmla="*/ 7293 h 98305"/>
                  <a:gd name="csX17" fmla="*/ 43944 w 62071"/>
                  <a:gd name="csY17" fmla="*/ 14457 h 98305"/>
                  <a:gd name="csX18" fmla="*/ 49163 w 62071"/>
                  <a:gd name="csY18" fmla="*/ 34202 h 98305"/>
                  <a:gd name="csX19" fmla="*/ 43944 w 62071"/>
                  <a:gd name="csY19" fmla="*/ 53946 h 98305"/>
                  <a:gd name="csX20" fmla="*/ 29696 w 62071"/>
                  <a:gd name="csY20" fmla="*/ 61110 h 98305"/>
                  <a:gd name="csX21" fmla="*/ 15468 w 62071"/>
                  <a:gd name="csY21" fmla="*/ 53946 h 98305"/>
                  <a:gd name="csX22" fmla="*/ 10289 w 62071"/>
                  <a:gd name="csY22" fmla="*/ 34202 h 983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</a:cxnLst>
                <a:rect l="l" t="t" r="r" b="b"/>
                <a:pathLst>
                  <a:path w="62071" h="98305">
                    <a:moveTo>
                      <a:pt x="49163" y="58451"/>
                    </a:moveTo>
                    <a:lnTo>
                      <a:pt x="49163" y="96035"/>
                    </a:lnTo>
                    <a:lnTo>
                      <a:pt x="60573" y="96035"/>
                    </a:lnTo>
                    <a:lnTo>
                      <a:pt x="60573" y="-465"/>
                    </a:lnTo>
                    <a:lnTo>
                      <a:pt x="49163" y="-465"/>
                    </a:lnTo>
                    <a:lnTo>
                      <a:pt x="49163" y="9953"/>
                    </a:lnTo>
                    <a:cubicBezTo>
                      <a:pt x="46768" y="5825"/>
                      <a:pt x="43739" y="2756"/>
                      <a:pt x="40074" y="745"/>
                    </a:cubicBezTo>
                    <a:cubicBezTo>
                      <a:pt x="36423" y="-1266"/>
                      <a:pt x="32031" y="-2271"/>
                      <a:pt x="26898" y="-2271"/>
                    </a:cubicBezTo>
                    <a:cubicBezTo>
                      <a:pt x="18511" y="-2271"/>
                      <a:pt x="11678" y="1076"/>
                      <a:pt x="6399" y="7770"/>
                    </a:cubicBezTo>
                    <a:cubicBezTo>
                      <a:pt x="1134" y="14477"/>
                      <a:pt x="-1498" y="23288"/>
                      <a:pt x="-1498" y="34202"/>
                    </a:cubicBezTo>
                    <a:cubicBezTo>
                      <a:pt x="-1498" y="45116"/>
                      <a:pt x="1134" y="53920"/>
                      <a:pt x="6399" y="60614"/>
                    </a:cubicBezTo>
                    <a:cubicBezTo>
                      <a:pt x="11678" y="67308"/>
                      <a:pt x="18511" y="70655"/>
                      <a:pt x="26898" y="70655"/>
                    </a:cubicBezTo>
                    <a:cubicBezTo>
                      <a:pt x="32031" y="70655"/>
                      <a:pt x="36423" y="69649"/>
                      <a:pt x="40074" y="67638"/>
                    </a:cubicBezTo>
                    <a:cubicBezTo>
                      <a:pt x="43739" y="65641"/>
                      <a:pt x="46768" y="62578"/>
                      <a:pt x="49163" y="58451"/>
                    </a:cubicBezTo>
                    <a:close/>
                    <a:moveTo>
                      <a:pt x="10289" y="34202"/>
                    </a:moveTo>
                    <a:cubicBezTo>
                      <a:pt x="10289" y="25814"/>
                      <a:pt x="12015" y="19233"/>
                      <a:pt x="15468" y="14457"/>
                    </a:cubicBezTo>
                    <a:cubicBezTo>
                      <a:pt x="18921" y="9681"/>
                      <a:pt x="23663" y="7293"/>
                      <a:pt x="29696" y="7293"/>
                    </a:cubicBezTo>
                    <a:cubicBezTo>
                      <a:pt x="35728" y="7293"/>
                      <a:pt x="40478" y="9681"/>
                      <a:pt x="43944" y="14457"/>
                    </a:cubicBezTo>
                    <a:cubicBezTo>
                      <a:pt x="47423" y="19233"/>
                      <a:pt x="49163" y="25814"/>
                      <a:pt x="49163" y="34202"/>
                    </a:cubicBezTo>
                    <a:cubicBezTo>
                      <a:pt x="49163" y="42589"/>
                      <a:pt x="47423" y="49170"/>
                      <a:pt x="43944" y="53946"/>
                    </a:cubicBezTo>
                    <a:cubicBezTo>
                      <a:pt x="40478" y="58722"/>
                      <a:pt x="35728" y="61110"/>
                      <a:pt x="29696" y="61110"/>
                    </a:cubicBezTo>
                    <a:cubicBezTo>
                      <a:pt x="23663" y="61110"/>
                      <a:pt x="18921" y="58722"/>
                      <a:pt x="15468" y="53946"/>
                    </a:cubicBezTo>
                    <a:cubicBezTo>
                      <a:pt x="12015" y="49170"/>
                      <a:pt x="10289" y="42589"/>
                      <a:pt x="10289" y="3420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5F0EB89E-CC9E-E961-2ECC-5DA6653AD6BD}"/>
                  </a:ext>
                </a:extLst>
              </p:cNvPr>
              <p:cNvSpPr/>
              <p:nvPr/>
            </p:nvSpPr>
            <p:spPr>
              <a:xfrm flipV="1">
                <a:off x="6272839" y="2020687"/>
                <a:ext cx="12700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12700"/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ED30BA6C-9850-1095-CDC1-F91F5F70B352}"/>
                  </a:ext>
                </a:extLst>
              </p:cNvPr>
              <p:cNvSpPr/>
              <p:nvPr/>
            </p:nvSpPr>
            <p:spPr>
              <a:xfrm flipV="1">
                <a:off x="6321582" y="1926430"/>
                <a:ext cx="65166" cy="96063"/>
              </a:xfrm>
              <a:custGeom>
                <a:avLst/>
                <a:gdLst>
                  <a:gd name="csX0" fmla="*/ 57955 w 65166"/>
                  <a:gd name="csY0" fmla="*/ 89146 h 96063"/>
                  <a:gd name="csX1" fmla="*/ 57955 w 65166"/>
                  <a:gd name="csY1" fmla="*/ 76922 h 96063"/>
                  <a:gd name="csX2" fmla="*/ 44501 w 65166"/>
                  <a:gd name="csY2" fmla="*/ 82002 h 96063"/>
                  <a:gd name="csX3" fmla="*/ 32277 w 65166"/>
                  <a:gd name="csY3" fmla="*/ 83689 h 96063"/>
                  <a:gd name="csX4" fmla="*/ 16502 w 65166"/>
                  <a:gd name="csY4" fmla="*/ 79720 h 96063"/>
                  <a:gd name="csX5" fmla="*/ 10945 w 65166"/>
                  <a:gd name="csY5" fmla="*/ 68429 h 96063"/>
                  <a:gd name="csX6" fmla="*/ 14636 w 65166"/>
                  <a:gd name="csY6" fmla="*/ 59142 h 96063"/>
                  <a:gd name="csX7" fmla="*/ 28626 w 65166"/>
                  <a:gd name="csY7" fmla="*/ 54102 h 96063"/>
                  <a:gd name="csX8" fmla="*/ 36187 w 65166"/>
                  <a:gd name="csY8" fmla="*/ 52554 h 96063"/>
                  <a:gd name="csX9" fmla="*/ 56864 w 65166"/>
                  <a:gd name="csY9" fmla="*/ 43148 h 96063"/>
                  <a:gd name="csX10" fmla="*/ 63531 w 65166"/>
                  <a:gd name="csY10" fmla="*/ 25150 h 96063"/>
                  <a:gd name="csX11" fmla="*/ 54502 w 65166"/>
                  <a:gd name="csY11" fmla="*/ 4731 h 96063"/>
                  <a:gd name="csX12" fmla="*/ 28070 w 65166"/>
                  <a:gd name="csY12" fmla="*/ -2215 h 96063"/>
                  <a:gd name="csX13" fmla="*/ 14081 w 65166"/>
                  <a:gd name="csY13" fmla="*/ -726 h 96063"/>
                  <a:gd name="csX14" fmla="*/ -1259 w 65166"/>
                  <a:gd name="csY14" fmla="*/ 3679 h 96063"/>
                  <a:gd name="csX15" fmla="*/ -1259 w 65166"/>
                  <a:gd name="csY15" fmla="*/ 16577 h 96063"/>
                  <a:gd name="csX16" fmla="*/ 13684 w 65166"/>
                  <a:gd name="csY16" fmla="*/ 10128 h 96063"/>
                  <a:gd name="csX17" fmla="*/ 28070 w 65166"/>
                  <a:gd name="csY17" fmla="*/ 7965 h 96063"/>
                  <a:gd name="csX18" fmla="*/ 44620 w 65166"/>
                  <a:gd name="csY18" fmla="*/ 12172 h 96063"/>
                  <a:gd name="csX19" fmla="*/ 50454 w 65166"/>
                  <a:gd name="csY19" fmla="*/ 24217 h 96063"/>
                  <a:gd name="csX20" fmla="*/ 46267 w 65166"/>
                  <a:gd name="csY20" fmla="*/ 34873 h 96063"/>
                  <a:gd name="csX21" fmla="*/ 32535 w 65166"/>
                  <a:gd name="csY21" fmla="*/ 40648 h 96063"/>
                  <a:gd name="csX22" fmla="*/ 24895 w 65166"/>
                  <a:gd name="csY22" fmla="*/ 42136 h 96063"/>
                  <a:gd name="csX23" fmla="*/ 4615 w 65166"/>
                  <a:gd name="csY23" fmla="*/ 50867 h 96063"/>
                  <a:gd name="csX24" fmla="*/ -1636 w 65166"/>
                  <a:gd name="csY24" fmla="*/ 67437 h 96063"/>
                  <a:gd name="csX25" fmla="*/ 7016 w 65166"/>
                  <a:gd name="csY25" fmla="*/ 86785 h 96063"/>
                  <a:gd name="csX26" fmla="*/ 30849 w 65166"/>
                  <a:gd name="csY26" fmla="*/ 93849 h 96063"/>
                  <a:gd name="csX27" fmla="*/ 44124 w 65166"/>
                  <a:gd name="csY27" fmla="*/ 92658 h 96063"/>
                  <a:gd name="csX28" fmla="*/ 57955 w 65166"/>
                  <a:gd name="csY28" fmla="*/ 89146 h 9606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</a:cxnLst>
                <a:rect l="l" t="t" r="r" b="b"/>
                <a:pathLst>
                  <a:path w="65166" h="96063">
                    <a:moveTo>
                      <a:pt x="57955" y="89146"/>
                    </a:moveTo>
                    <a:lnTo>
                      <a:pt x="57955" y="76922"/>
                    </a:lnTo>
                    <a:cubicBezTo>
                      <a:pt x="53206" y="79198"/>
                      <a:pt x="48721" y="80891"/>
                      <a:pt x="44501" y="82002"/>
                    </a:cubicBezTo>
                    <a:cubicBezTo>
                      <a:pt x="40281" y="83127"/>
                      <a:pt x="36206" y="83689"/>
                      <a:pt x="32277" y="83689"/>
                    </a:cubicBezTo>
                    <a:cubicBezTo>
                      <a:pt x="25464" y="83689"/>
                      <a:pt x="20206" y="82366"/>
                      <a:pt x="16502" y="79720"/>
                    </a:cubicBezTo>
                    <a:cubicBezTo>
                      <a:pt x="12797" y="77074"/>
                      <a:pt x="10945" y="73311"/>
                      <a:pt x="10945" y="68429"/>
                    </a:cubicBezTo>
                    <a:cubicBezTo>
                      <a:pt x="10945" y="64328"/>
                      <a:pt x="12176" y="61232"/>
                      <a:pt x="14636" y="59142"/>
                    </a:cubicBezTo>
                    <a:cubicBezTo>
                      <a:pt x="17097" y="57065"/>
                      <a:pt x="21760" y="55385"/>
                      <a:pt x="28626" y="54102"/>
                    </a:cubicBezTo>
                    <a:lnTo>
                      <a:pt x="36187" y="52554"/>
                    </a:lnTo>
                    <a:cubicBezTo>
                      <a:pt x="45526" y="50768"/>
                      <a:pt x="52419" y="47633"/>
                      <a:pt x="56864" y="43148"/>
                    </a:cubicBezTo>
                    <a:cubicBezTo>
                      <a:pt x="61309" y="38663"/>
                      <a:pt x="63531" y="32664"/>
                      <a:pt x="63531" y="25150"/>
                    </a:cubicBezTo>
                    <a:cubicBezTo>
                      <a:pt x="63531" y="16167"/>
                      <a:pt x="60522" y="9361"/>
                      <a:pt x="54502" y="4731"/>
                    </a:cubicBezTo>
                    <a:cubicBezTo>
                      <a:pt x="48496" y="100"/>
                      <a:pt x="39686" y="-2215"/>
                      <a:pt x="28070" y="-2215"/>
                    </a:cubicBezTo>
                    <a:cubicBezTo>
                      <a:pt x="23692" y="-2215"/>
                      <a:pt x="19028" y="-1719"/>
                      <a:pt x="14081" y="-726"/>
                    </a:cubicBezTo>
                    <a:cubicBezTo>
                      <a:pt x="9146" y="266"/>
                      <a:pt x="4033" y="1734"/>
                      <a:pt x="-1259" y="3679"/>
                    </a:cubicBezTo>
                    <a:lnTo>
                      <a:pt x="-1259" y="16577"/>
                    </a:lnTo>
                    <a:cubicBezTo>
                      <a:pt x="3821" y="13733"/>
                      <a:pt x="8802" y="11583"/>
                      <a:pt x="13684" y="10128"/>
                    </a:cubicBezTo>
                    <a:cubicBezTo>
                      <a:pt x="18565" y="8686"/>
                      <a:pt x="23361" y="7965"/>
                      <a:pt x="28070" y="7965"/>
                    </a:cubicBezTo>
                    <a:cubicBezTo>
                      <a:pt x="35214" y="7965"/>
                      <a:pt x="40731" y="9368"/>
                      <a:pt x="44620" y="12172"/>
                    </a:cubicBezTo>
                    <a:cubicBezTo>
                      <a:pt x="48509" y="14990"/>
                      <a:pt x="50454" y="19005"/>
                      <a:pt x="50454" y="24217"/>
                    </a:cubicBezTo>
                    <a:cubicBezTo>
                      <a:pt x="50454" y="28755"/>
                      <a:pt x="49058" y="32307"/>
                      <a:pt x="46267" y="34873"/>
                    </a:cubicBezTo>
                    <a:cubicBezTo>
                      <a:pt x="43476" y="37440"/>
                      <a:pt x="38898" y="39365"/>
                      <a:pt x="32535" y="40648"/>
                    </a:cubicBezTo>
                    <a:lnTo>
                      <a:pt x="24895" y="42136"/>
                    </a:lnTo>
                    <a:cubicBezTo>
                      <a:pt x="15556" y="43988"/>
                      <a:pt x="8796" y="46899"/>
                      <a:pt x="4615" y="50867"/>
                    </a:cubicBezTo>
                    <a:cubicBezTo>
                      <a:pt x="448" y="54836"/>
                      <a:pt x="-1636" y="60359"/>
                      <a:pt x="-1636" y="67437"/>
                    </a:cubicBezTo>
                    <a:cubicBezTo>
                      <a:pt x="-1636" y="75626"/>
                      <a:pt x="1248" y="82075"/>
                      <a:pt x="7016" y="86785"/>
                    </a:cubicBezTo>
                    <a:cubicBezTo>
                      <a:pt x="12784" y="91494"/>
                      <a:pt x="20728" y="93849"/>
                      <a:pt x="30849" y="93849"/>
                    </a:cubicBezTo>
                    <a:cubicBezTo>
                      <a:pt x="35201" y="93849"/>
                      <a:pt x="39626" y="93452"/>
                      <a:pt x="44124" y="92658"/>
                    </a:cubicBezTo>
                    <a:cubicBezTo>
                      <a:pt x="48635" y="91878"/>
                      <a:pt x="53246" y="90707"/>
                      <a:pt x="57955" y="89146"/>
                    </a:cubicBez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8" name="Freeform: Shape 357">
                <a:extLst>
                  <a:ext uri="{FF2B5EF4-FFF2-40B4-BE49-F238E27FC236}">
                    <a16:creationId xmlns:a16="http://schemas.microsoft.com/office/drawing/2014/main" id="{84938EF5-2140-5BFA-8A28-7CBA16B749B1}"/>
                  </a:ext>
                </a:extLst>
              </p:cNvPr>
              <p:cNvSpPr/>
              <p:nvPr/>
            </p:nvSpPr>
            <p:spPr>
              <a:xfrm flipV="1">
                <a:off x="6406285" y="1928096"/>
                <a:ext cx="57606" cy="92590"/>
              </a:xfrm>
              <a:custGeom>
                <a:avLst/>
                <a:gdLst>
                  <a:gd name="csX0" fmla="*/ -1645 w 57606"/>
                  <a:gd name="csY0" fmla="*/ 90373 h 92590"/>
                  <a:gd name="csX1" fmla="*/ 10877 w 57606"/>
                  <a:gd name="csY1" fmla="*/ 90373 h 92590"/>
                  <a:gd name="csX2" fmla="*/ 10877 w 57606"/>
                  <a:gd name="csY2" fmla="*/ 8319 h 92590"/>
                  <a:gd name="csX3" fmla="*/ 55962 w 57606"/>
                  <a:gd name="csY3" fmla="*/ 8319 h 92590"/>
                  <a:gd name="csX4" fmla="*/ 55962 w 57606"/>
                  <a:gd name="csY4" fmla="*/ -2218 h 92590"/>
                  <a:gd name="csX5" fmla="*/ -1645 w 57606"/>
                  <a:gd name="csY5" fmla="*/ -2218 h 92590"/>
                  <a:gd name="csX6" fmla="*/ -1645 w 57606"/>
                  <a:gd name="csY6" fmla="*/ 90373 h 925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57606" h="92590">
                    <a:moveTo>
                      <a:pt x="-1645" y="90373"/>
                    </a:moveTo>
                    <a:lnTo>
                      <a:pt x="10877" y="90373"/>
                    </a:lnTo>
                    <a:lnTo>
                      <a:pt x="10877" y="8319"/>
                    </a:lnTo>
                    <a:lnTo>
                      <a:pt x="55962" y="8319"/>
                    </a:lnTo>
                    <a:lnTo>
                      <a:pt x="55962" y="-2218"/>
                    </a:lnTo>
                    <a:lnTo>
                      <a:pt x="-1645" y="-2218"/>
                    </a:lnTo>
                    <a:lnTo>
                      <a:pt x="-1645" y="90373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" name="Freeform: Shape 358">
                <a:extLst>
                  <a:ext uri="{FF2B5EF4-FFF2-40B4-BE49-F238E27FC236}">
                    <a16:creationId xmlns:a16="http://schemas.microsoft.com/office/drawing/2014/main" id="{B1CC627E-7316-0768-FEEF-EE47733561D9}"/>
                  </a:ext>
                </a:extLst>
              </p:cNvPr>
              <p:cNvSpPr/>
              <p:nvPr/>
            </p:nvSpPr>
            <p:spPr>
              <a:xfrm flipV="1">
                <a:off x="6468428" y="1928096"/>
                <a:ext cx="84832" cy="92590"/>
              </a:xfrm>
              <a:custGeom>
                <a:avLst/>
                <a:gdLst>
                  <a:gd name="csX0" fmla="*/ 40679 w 84832"/>
                  <a:gd name="csY0" fmla="*/ 78030 h 92590"/>
                  <a:gd name="csX1" fmla="*/ 23673 w 84832"/>
                  <a:gd name="csY1" fmla="*/ 31953 h 92590"/>
                  <a:gd name="csX2" fmla="*/ 57725 w 84832"/>
                  <a:gd name="csY2" fmla="*/ 31953 h 92590"/>
                  <a:gd name="csX3" fmla="*/ 40679 w 84832"/>
                  <a:gd name="csY3" fmla="*/ 78030 h 92590"/>
                  <a:gd name="csX4" fmla="*/ 33595 w 84832"/>
                  <a:gd name="csY4" fmla="*/ 90373 h 92590"/>
                  <a:gd name="csX5" fmla="*/ 47803 w 84832"/>
                  <a:gd name="csY5" fmla="*/ 90373 h 92590"/>
                  <a:gd name="csX6" fmla="*/ 83085 w 84832"/>
                  <a:gd name="csY6" fmla="*/ -2218 h 92590"/>
                  <a:gd name="csX7" fmla="*/ 70068 w 84832"/>
                  <a:gd name="csY7" fmla="*/ -2218 h 92590"/>
                  <a:gd name="csX8" fmla="*/ 61634 w 84832"/>
                  <a:gd name="csY8" fmla="*/ 21535 h 92590"/>
                  <a:gd name="csX9" fmla="*/ 19903 w 84832"/>
                  <a:gd name="csY9" fmla="*/ 21535 h 92590"/>
                  <a:gd name="csX10" fmla="*/ 11469 w 84832"/>
                  <a:gd name="csY10" fmla="*/ -2218 h 92590"/>
                  <a:gd name="csX11" fmla="*/ -1747 w 84832"/>
                  <a:gd name="csY11" fmla="*/ -2218 h 92590"/>
                  <a:gd name="csX12" fmla="*/ 33595 w 84832"/>
                  <a:gd name="csY12" fmla="*/ 90373 h 925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84832" h="92590">
                    <a:moveTo>
                      <a:pt x="40679" y="78030"/>
                    </a:moveTo>
                    <a:lnTo>
                      <a:pt x="23673" y="31953"/>
                    </a:lnTo>
                    <a:lnTo>
                      <a:pt x="57725" y="31953"/>
                    </a:lnTo>
                    <a:lnTo>
                      <a:pt x="40679" y="78030"/>
                    </a:lnTo>
                    <a:close/>
                    <a:moveTo>
                      <a:pt x="33595" y="90373"/>
                    </a:moveTo>
                    <a:lnTo>
                      <a:pt x="47803" y="90373"/>
                    </a:lnTo>
                    <a:lnTo>
                      <a:pt x="83085" y="-2218"/>
                    </a:lnTo>
                    <a:lnTo>
                      <a:pt x="70068" y="-2218"/>
                    </a:lnTo>
                    <a:lnTo>
                      <a:pt x="61634" y="21535"/>
                    </a:lnTo>
                    <a:lnTo>
                      <a:pt x="19903" y="21535"/>
                    </a:lnTo>
                    <a:lnTo>
                      <a:pt x="11469" y="-2218"/>
                    </a:lnTo>
                    <a:lnTo>
                      <a:pt x="-1747" y="-2218"/>
                    </a:lnTo>
                    <a:lnTo>
                      <a:pt x="33595" y="90373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710" name="Freeform: Shape 709">
            <a:extLst>
              <a:ext uri="{FF2B5EF4-FFF2-40B4-BE49-F238E27FC236}">
                <a16:creationId xmlns:a16="http://schemas.microsoft.com/office/drawing/2014/main" id="{C9D59A37-522F-47FE-3542-10A7FD507D82}"/>
              </a:ext>
            </a:extLst>
          </p:cNvPr>
          <p:cNvSpPr/>
          <p:nvPr/>
        </p:nvSpPr>
        <p:spPr>
          <a:xfrm>
            <a:off x="1828800" y="954396"/>
            <a:ext cx="5669280" cy="3520439"/>
          </a:xfrm>
          <a:custGeom>
            <a:avLst/>
            <a:gdLst>
              <a:gd name="csX0" fmla="*/ 0 w 5669280"/>
              <a:gd name="csY0" fmla="*/ 3520440 h 3520439"/>
              <a:gd name="csX1" fmla="*/ 5669281 w 5669280"/>
              <a:gd name="csY1" fmla="*/ 3520440 h 3520439"/>
              <a:gd name="csX2" fmla="*/ 5669281 w 5669280"/>
              <a:gd name="csY2" fmla="*/ 0 h 3520439"/>
              <a:gd name="csX3" fmla="*/ 0 w 5669280"/>
              <a:gd name="csY3" fmla="*/ 0 h 35204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669280" h="3520439">
                <a:moveTo>
                  <a:pt x="0" y="3520440"/>
                </a:moveTo>
                <a:lnTo>
                  <a:pt x="5669281" y="3520440"/>
                </a:lnTo>
                <a:lnTo>
                  <a:pt x="5669281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12700" cap="flat">
            <a:noFill/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grpSp>
        <p:nvGrpSpPr>
          <p:cNvPr id="711" name="Graphic 705">
            <a:extLst>
              <a:ext uri="{FF2B5EF4-FFF2-40B4-BE49-F238E27FC236}">
                <a16:creationId xmlns:a16="http://schemas.microsoft.com/office/drawing/2014/main" id="{8B6E5ABE-9BC4-0075-6BD6-403E6AF70562}"/>
              </a:ext>
            </a:extLst>
          </p:cNvPr>
          <p:cNvGrpSpPr/>
          <p:nvPr/>
        </p:nvGrpSpPr>
        <p:grpSpPr>
          <a:xfrm>
            <a:off x="1879939" y="954396"/>
            <a:ext cx="5576993" cy="3941599"/>
            <a:chOff x="1879939" y="954396"/>
            <a:chExt cx="5576993" cy="3941599"/>
          </a:xfrm>
        </p:grpSpPr>
        <p:grpSp>
          <p:nvGrpSpPr>
            <p:cNvPr id="712" name="Graphic 705">
              <a:extLst>
                <a:ext uri="{FF2B5EF4-FFF2-40B4-BE49-F238E27FC236}">
                  <a16:creationId xmlns:a16="http://schemas.microsoft.com/office/drawing/2014/main" id="{2AB5FB26-9720-BE74-6EC4-2AC91ED8DCF1}"/>
                </a:ext>
              </a:extLst>
            </p:cNvPr>
            <p:cNvGrpSpPr/>
            <p:nvPr/>
          </p:nvGrpSpPr>
          <p:grpSpPr>
            <a:xfrm>
              <a:off x="2054466" y="4474836"/>
              <a:ext cx="63996" cy="187205"/>
              <a:chOff x="2054466" y="4474836"/>
              <a:chExt cx="63996" cy="187205"/>
            </a:xfrm>
          </p:grpSpPr>
          <p:sp>
            <p:nvSpPr>
              <p:cNvPr id="713" name="Freeform: Shape 712">
                <a:extLst>
                  <a:ext uri="{FF2B5EF4-FFF2-40B4-BE49-F238E27FC236}">
                    <a16:creationId xmlns:a16="http://schemas.microsoft.com/office/drawing/2014/main" id="{2195E605-E65A-650B-BAA6-E2863759E98E}"/>
                  </a:ext>
                </a:extLst>
              </p:cNvPr>
              <p:cNvSpPr/>
              <p:nvPr/>
            </p:nvSpPr>
            <p:spPr>
              <a:xfrm>
                <a:off x="2086494" y="4474836"/>
                <a:ext cx="12700" cy="44450"/>
              </a:xfrm>
              <a:custGeom>
                <a:avLst/>
                <a:gdLst>
                  <a:gd name="csX0" fmla="*/ 92 w 12700"/>
                  <a:gd name="csY0" fmla="*/ 320 h 44450"/>
                  <a:gd name="csX1" fmla="*/ 92 w 12700"/>
                  <a:gd name="csY1" fmla="*/ 44770 h 444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44450">
                    <a:moveTo>
                      <a:pt x="92" y="320"/>
                    </a:moveTo>
                    <a:lnTo>
                      <a:pt x="92" y="44770"/>
                    </a:lnTo>
                  </a:path>
                </a:pathLst>
              </a:custGeom>
              <a:solidFill>
                <a:srgbClr val="FFFFFF"/>
              </a:solidFill>
              <a:ln w="1016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4" name="Freeform: Shape 713">
                <a:extLst>
                  <a:ext uri="{FF2B5EF4-FFF2-40B4-BE49-F238E27FC236}">
                    <a16:creationId xmlns:a16="http://schemas.microsoft.com/office/drawing/2014/main" id="{D679CAF7-5EC0-0235-D103-9D13BAAEE761}"/>
                  </a:ext>
                </a:extLst>
              </p:cNvPr>
              <p:cNvSpPr/>
              <p:nvPr/>
            </p:nvSpPr>
            <p:spPr>
              <a:xfrm flipV="1">
                <a:off x="2054466" y="4565978"/>
                <a:ext cx="63996" cy="96063"/>
              </a:xfrm>
              <a:custGeom>
                <a:avLst/>
                <a:gdLst>
                  <a:gd name="csX0" fmla="*/ 30046 w 63996"/>
                  <a:gd name="csY0" fmla="*/ 84144 h 96063"/>
                  <a:gd name="csX1" fmla="*/ 15500 w 63996"/>
                  <a:gd name="csY1" fmla="*/ 74619 h 96063"/>
                  <a:gd name="csX2" fmla="*/ 10639 w 63996"/>
                  <a:gd name="csY2" fmla="*/ 46004 h 96063"/>
                  <a:gd name="csX3" fmla="*/ 15500 w 63996"/>
                  <a:gd name="csY3" fmla="*/ 17449 h 96063"/>
                  <a:gd name="csX4" fmla="*/ 30046 w 63996"/>
                  <a:gd name="csY4" fmla="*/ 7924 h 96063"/>
                  <a:gd name="csX5" fmla="*/ 44651 w 63996"/>
                  <a:gd name="csY5" fmla="*/ 17449 h 96063"/>
                  <a:gd name="csX6" fmla="*/ 49532 w 63996"/>
                  <a:gd name="csY6" fmla="*/ 46004 h 96063"/>
                  <a:gd name="csX7" fmla="*/ 44651 w 63996"/>
                  <a:gd name="csY7" fmla="*/ 74619 h 96063"/>
                  <a:gd name="csX8" fmla="*/ 30046 w 63996"/>
                  <a:gd name="csY8" fmla="*/ 84144 h 96063"/>
                  <a:gd name="csX9" fmla="*/ 30046 w 63996"/>
                  <a:gd name="csY9" fmla="*/ 94065 h 96063"/>
                  <a:gd name="csX10" fmla="*/ 53839 w 63996"/>
                  <a:gd name="csY10" fmla="*/ 81742 h 96063"/>
                  <a:gd name="csX11" fmla="*/ 62054 w 63996"/>
                  <a:gd name="csY11" fmla="*/ 46004 h 96063"/>
                  <a:gd name="csX12" fmla="*/ 53839 w 63996"/>
                  <a:gd name="csY12" fmla="*/ 10305 h 96063"/>
                  <a:gd name="csX13" fmla="*/ 30046 w 63996"/>
                  <a:gd name="csY13" fmla="*/ -1998 h 96063"/>
                  <a:gd name="csX14" fmla="*/ 6273 w 63996"/>
                  <a:gd name="csY14" fmla="*/ 10305 h 96063"/>
                  <a:gd name="csX15" fmla="*/ -1942 w 63996"/>
                  <a:gd name="csY15" fmla="*/ 46004 h 96063"/>
                  <a:gd name="csX16" fmla="*/ 6273 w 63996"/>
                  <a:gd name="csY16" fmla="*/ 81742 h 96063"/>
                  <a:gd name="csX17" fmla="*/ 30046 w 63996"/>
                  <a:gd name="csY17" fmla="*/ 94065 h 9606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</a:cxnLst>
                <a:rect l="l" t="t" r="r" b="b"/>
                <a:pathLst>
                  <a:path w="63996" h="96063">
                    <a:moveTo>
                      <a:pt x="30046" y="84144"/>
                    </a:moveTo>
                    <a:cubicBezTo>
                      <a:pt x="23603" y="84144"/>
                      <a:pt x="18755" y="80969"/>
                      <a:pt x="15500" y="74619"/>
                    </a:cubicBezTo>
                    <a:cubicBezTo>
                      <a:pt x="12259" y="68282"/>
                      <a:pt x="10639" y="58744"/>
                      <a:pt x="10639" y="46004"/>
                    </a:cubicBezTo>
                    <a:cubicBezTo>
                      <a:pt x="10639" y="33317"/>
                      <a:pt x="12259" y="23799"/>
                      <a:pt x="15500" y="17449"/>
                    </a:cubicBezTo>
                    <a:cubicBezTo>
                      <a:pt x="18755" y="11099"/>
                      <a:pt x="23603" y="7924"/>
                      <a:pt x="30046" y="7924"/>
                    </a:cubicBezTo>
                    <a:cubicBezTo>
                      <a:pt x="36541" y="7924"/>
                      <a:pt x="41410" y="11099"/>
                      <a:pt x="44651" y="17449"/>
                    </a:cubicBezTo>
                    <a:cubicBezTo>
                      <a:pt x="47905" y="23799"/>
                      <a:pt x="49532" y="33317"/>
                      <a:pt x="49532" y="46004"/>
                    </a:cubicBezTo>
                    <a:cubicBezTo>
                      <a:pt x="49532" y="58744"/>
                      <a:pt x="47905" y="68282"/>
                      <a:pt x="44651" y="74619"/>
                    </a:cubicBezTo>
                    <a:cubicBezTo>
                      <a:pt x="41410" y="80969"/>
                      <a:pt x="36541" y="84144"/>
                      <a:pt x="30046" y="84144"/>
                    </a:cubicBezTo>
                    <a:close/>
                    <a:moveTo>
                      <a:pt x="30046" y="94065"/>
                    </a:moveTo>
                    <a:cubicBezTo>
                      <a:pt x="40431" y="94065"/>
                      <a:pt x="48362" y="89958"/>
                      <a:pt x="53839" y="81742"/>
                    </a:cubicBezTo>
                    <a:cubicBezTo>
                      <a:pt x="59315" y="73540"/>
                      <a:pt x="62054" y="61628"/>
                      <a:pt x="62054" y="46004"/>
                    </a:cubicBezTo>
                    <a:cubicBezTo>
                      <a:pt x="62054" y="30420"/>
                      <a:pt x="59315" y="18520"/>
                      <a:pt x="53839" y="10305"/>
                    </a:cubicBezTo>
                    <a:cubicBezTo>
                      <a:pt x="48362" y="2103"/>
                      <a:pt x="40431" y="-1998"/>
                      <a:pt x="30046" y="-1998"/>
                    </a:cubicBezTo>
                    <a:cubicBezTo>
                      <a:pt x="19674" y="-1998"/>
                      <a:pt x="11750" y="2103"/>
                      <a:pt x="6273" y="10305"/>
                    </a:cubicBezTo>
                    <a:cubicBezTo>
                      <a:pt x="796" y="18520"/>
                      <a:pt x="-1942" y="30420"/>
                      <a:pt x="-1942" y="46004"/>
                    </a:cubicBezTo>
                    <a:cubicBezTo>
                      <a:pt x="-1942" y="61628"/>
                      <a:pt x="796" y="73540"/>
                      <a:pt x="6273" y="81742"/>
                    </a:cubicBezTo>
                    <a:cubicBezTo>
                      <a:pt x="11750" y="89958"/>
                      <a:pt x="19674" y="94065"/>
                      <a:pt x="30046" y="94065"/>
                    </a:cubicBez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15" name="Graphic 705">
              <a:extLst>
                <a:ext uri="{FF2B5EF4-FFF2-40B4-BE49-F238E27FC236}">
                  <a16:creationId xmlns:a16="http://schemas.microsoft.com/office/drawing/2014/main" id="{8D587C94-925D-85E5-E1EA-FDEC5511D83D}"/>
                </a:ext>
              </a:extLst>
            </p:cNvPr>
            <p:cNvGrpSpPr/>
            <p:nvPr/>
          </p:nvGrpSpPr>
          <p:grpSpPr>
            <a:xfrm>
              <a:off x="3052417" y="4474836"/>
              <a:ext cx="139221" cy="187205"/>
              <a:chOff x="3052417" y="4474836"/>
              <a:chExt cx="139221" cy="187205"/>
            </a:xfrm>
          </p:grpSpPr>
          <p:sp>
            <p:nvSpPr>
              <p:cNvPr id="716" name="Freeform: Shape 715">
                <a:extLst>
                  <a:ext uri="{FF2B5EF4-FFF2-40B4-BE49-F238E27FC236}">
                    <a16:creationId xmlns:a16="http://schemas.microsoft.com/office/drawing/2014/main" id="{A0922E01-875B-173E-EA37-146B9A5E00BB}"/>
                  </a:ext>
                </a:extLst>
              </p:cNvPr>
              <p:cNvSpPr/>
              <p:nvPr/>
            </p:nvSpPr>
            <p:spPr>
              <a:xfrm>
                <a:off x="3119271" y="4474836"/>
                <a:ext cx="12700" cy="44450"/>
              </a:xfrm>
              <a:custGeom>
                <a:avLst/>
                <a:gdLst>
                  <a:gd name="csX0" fmla="*/ 174 w 12700"/>
                  <a:gd name="csY0" fmla="*/ 320 h 44450"/>
                  <a:gd name="csX1" fmla="*/ 174 w 12700"/>
                  <a:gd name="csY1" fmla="*/ 44770 h 444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44450">
                    <a:moveTo>
                      <a:pt x="174" y="320"/>
                    </a:moveTo>
                    <a:lnTo>
                      <a:pt x="174" y="44770"/>
                    </a:lnTo>
                  </a:path>
                </a:pathLst>
              </a:custGeom>
              <a:solidFill>
                <a:srgbClr val="FFFFFF"/>
              </a:solidFill>
              <a:ln w="1016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717" name="Graphic 705">
                <a:extLst>
                  <a:ext uri="{FF2B5EF4-FFF2-40B4-BE49-F238E27FC236}">
                    <a16:creationId xmlns:a16="http://schemas.microsoft.com/office/drawing/2014/main" id="{A4ECE6A3-DCD2-8C34-FD2B-FF1A12F7471B}"/>
                  </a:ext>
                </a:extLst>
              </p:cNvPr>
              <p:cNvGrpSpPr/>
              <p:nvPr/>
            </p:nvGrpSpPr>
            <p:grpSpPr>
              <a:xfrm>
                <a:off x="3052417" y="4565978"/>
                <a:ext cx="139221" cy="96063"/>
                <a:chOff x="3052417" y="4565978"/>
                <a:chExt cx="139221" cy="96063"/>
              </a:xfrm>
              <a:solidFill>
                <a:srgbClr val="FFFFFF"/>
              </a:solidFill>
            </p:grpSpPr>
            <p:sp>
              <p:nvSpPr>
                <p:cNvPr id="718" name="Freeform: Shape 717">
                  <a:extLst>
                    <a:ext uri="{FF2B5EF4-FFF2-40B4-BE49-F238E27FC236}">
                      <a16:creationId xmlns:a16="http://schemas.microsoft.com/office/drawing/2014/main" id="{254EE726-DC64-02D6-69B9-BE345218786B}"/>
                    </a:ext>
                  </a:extLst>
                </p:cNvPr>
                <p:cNvSpPr/>
                <p:nvPr/>
              </p:nvSpPr>
              <p:spPr>
                <a:xfrm flipV="1">
                  <a:off x="3052417" y="4567645"/>
                  <a:ext cx="55125" cy="92590"/>
                </a:xfrm>
                <a:custGeom>
                  <a:avLst/>
                  <a:gdLst>
                    <a:gd name="csX0" fmla="*/ -116 w 55125"/>
                    <a:gd name="csY0" fmla="*/ 8535 h 92590"/>
                    <a:gd name="csX1" fmla="*/ 20343 w 55125"/>
                    <a:gd name="csY1" fmla="*/ 8535 h 92590"/>
                    <a:gd name="csX2" fmla="*/ 20343 w 55125"/>
                    <a:gd name="csY2" fmla="*/ 79179 h 92590"/>
                    <a:gd name="csX3" fmla="*/ -1921 w 55125"/>
                    <a:gd name="csY3" fmla="*/ 74714 h 92590"/>
                    <a:gd name="csX4" fmla="*/ -1921 w 55125"/>
                    <a:gd name="csY4" fmla="*/ 86124 h 92590"/>
                    <a:gd name="csX5" fmla="*/ 20224 w 55125"/>
                    <a:gd name="csY5" fmla="*/ 90589 h 92590"/>
                    <a:gd name="csX6" fmla="*/ 32746 w 55125"/>
                    <a:gd name="csY6" fmla="*/ 90589 h 92590"/>
                    <a:gd name="csX7" fmla="*/ 32746 w 55125"/>
                    <a:gd name="csY7" fmla="*/ 8535 h 92590"/>
                    <a:gd name="csX8" fmla="*/ 53204 w 55125"/>
                    <a:gd name="csY8" fmla="*/ 8535 h 92590"/>
                    <a:gd name="csX9" fmla="*/ 53204 w 55125"/>
                    <a:gd name="csY9" fmla="*/ -2002 h 92590"/>
                    <a:gd name="csX10" fmla="*/ -116 w 55125"/>
                    <a:gd name="csY10" fmla="*/ -2002 h 92590"/>
                    <a:gd name="csX11" fmla="*/ -116 w 55125"/>
                    <a:gd name="csY11" fmla="*/ 8535 h 9259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</a:cxnLst>
                  <a:rect l="l" t="t" r="r" b="b"/>
                  <a:pathLst>
                    <a:path w="55125" h="92590">
                      <a:moveTo>
                        <a:pt x="-116" y="8535"/>
                      </a:moveTo>
                      <a:lnTo>
                        <a:pt x="20343" y="8535"/>
                      </a:lnTo>
                      <a:lnTo>
                        <a:pt x="20343" y="79179"/>
                      </a:lnTo>
                      <a:lnTo>
                        <a:pt x="-1921" y="74714"/>
                      </a:lnTo>
                      <a:lnTo>
                        <a:pt x="-1921" y="86124"/>
                      </a:lnTo>
                      <a:lnTo>
                        <a:pt x="20224" y="90589"/>
                      </a:lnTo>
                      <a:lnTo>
                        <a:pt x="32746" y="90589"/>
                      </a:lnTo>
                      <a:lnTo>
                        <a:pt x="32746" y="8535"/>
                      </a:lnTo>
                      <a:lnTo>
                        <a:pt x="53204" y="8535"/>
                      </a:lnTo>
                      <a:lnTo>
                        <a:pt x="53204" y="-2002"/>
                      </a:lnTo>
                      <a:lnTo>
                        <a:pt x="-116" y="-2002"/>
                      </a:lnTo>
                      <a:lnTo>
                        <a:pt x="-116" y="853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20" cap="flat">
                  <a:noFill/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19" name="Freeform: Shape 718">
                  <a:extLst>
                    <a:ext uri="{FF2B5EF4-FFF2-40B4-BE49-F238E27FC236}">
                      <a16:creationId xmlns:a16="http://schemas.microsoft.com/office/drawing/2014/main" id="{B843057F-071B-DBA2-B475-3A6173A66C20}"/>
                    </a:ext>
                  </a:extLst>
                </p:cNvPr>
                <p:cNvSpPr/>
                <p:nvPr/>
              </p:nvSpPr>
              <p:spPr>
                <a:xfrm flipV="1">
                  <a:off x="3127642" y="4565978"/>
                  <a:ext cx="63996" cy="96063"/>
                </a:xfrm>
                <a:custGeom>
                  <a:avLst/>
                  <a:gdLst>
                    <a:gd name="csX0" fmla="*/ 30130 w 63996"/>
                    <a:gd name="csY0" fmla="*/ 84144 h 96063"/>
                    <a:gd name="csX1" fmla="*/ 15585 w 63996"/>
                    <a:gd name="csY1" fmla="*/ 74619 h 96063"/>
                    <a:gd name="csX2" fmla="*/ 10723 w 63996"/>
                    <a:gd name="csY2" fmla="*/ 46004 h 96063"/>
                    <a:gd name="csX3" fmla="*/ 15585 w 63996"/>
                    <a:gd name="csY3" fmla="*/ 17449 h 96063"/>
                    <a:gd name="csX4" fmla="*/ 30130 w 63996"/>
                    <a:gd name="csY4" fmla="*/ 7924 h 96063"/>
                    <a:gd name="csX5" fmla="*/ 44735 w 63996"/>
                    <a:gd name="csY5" fmla="*/ 17449 h 96063"/>
                    <a:gd name="csX6" fmla="*/ 49617 w 63996"/>
                    <a:gd name="csY6" fmla="*/ 46004 h 96063"/>
                    <a:gd name="csX7" fmla="*/ 44735 w 63996"/>
                    <a:gd name="csY7" fmla="*/ 74619 h 96063"/>
                    <a:gd name="csX8" fmla="*/ 30130 w 63996"/>
                    <a:gd name="csY8" fmla="*/ 84144 h 96063"/>
                    <a:gd name="csX9" fmla="*/ 30130 w 63996"/>
                    <a:gd name="csY9" fmla="*/ 94065 h 96063"/>
                    <a:gd name="csX10" fmla="*/ 53923 w 63996"/>
                    <a:gd name="csY10" fmla="*/ 81742 h 96063"/>
                    <a:gd name="csX11" fmla="*/ 62138 w 63996"/>
                    <a:gd name="csY11" fmla="*/ 46004 h 96063"/>
                    <a:gd name="csX12" fmla="*/ 53923 w 63996"/>
                    <a:gd name="csY12" fmla="*/ 10305 h 96063"/>
                    <a:gd name="csX13" fmla="*/ 30130 w 63996"/>
                    <a:gd name="csY13" fmla="*/ -1998 h 96063"/>
                    <a:gd name="csX14" fmla="*/ 6358 w 63996"/>
                    <a:gd name="csY14" fmla="*/ 10305 h 96063"/>
                    <a:gd name="csX15" fmla="*/ -1858 w 63996"/>
                    <a:gd name="csY15" fmla="*/ 46004 h 96063"/>
                    <a:gd name="csX16" fmla="*/ 6358 w 63996"/>
                    <a:gd name="csY16" fmla="*/ 81742 h 96063"/>
                    <a:gd name="csX17" fmla="*/ 30130 w 63996"/>
                    <a:gd name="csY17" fmla="*/ 94065 h 9606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</a:cxnLst>
                  <a:rect l="l" t="t" r="r" b="b"/>
                  <a:pathLst>
                    <a:path w="63996" h="96063">
                      <a:moveTo>
                        <a:pt x="30130" y="84144"/>
                      </a:moveTo>
                      <a:cubicBezTo>
                        <a:pt x="23688" y="84144"/>
                        <a:pt x="18839" y="80969"/>
                        <a:pt x="15585" y="74619"/>
                      </a:cubicBezTo>
                      <a:cubicBezTo>
                        <a:pt x="12344" y="68282"/>
                        <a:pt x="10723" y="58744"/>
                        <a:pt x="10723" y="46004"/>
                      </a:cubicBezTo>
                      <a:cubicBezTo>
                        <a:pt x="10723" y="33317"/>
                        <a:pt x="12344" y="23799"/>
                        <a:pt x="15585" y="17449"/>
                      </a:cubicBezTo>
                      <a:cubicBezTo>
                        <a:pt x="18839" y="11099"/>
                        <a:pt x="23688" y="7924"/>
                        <a:pt x="30130" y="7924"/>
                      </a:cubicBezTo>
                      <a:cubicBezTo>
                        <a:pt x="36626" y="7924"/>
                        <a:pt x="41494" y="11099"/>
                        <a:pt x="44735" y="17449"/>
                      </a:cubicBezTo>
                      <a:cubicBezTo>
                        <a:pt x="47990" y="23799"/>
                        <a:pt x="49617" y="33317"/>
                        <a:pt x="49617" y="46004"/>
                      </a:cubicBezTo>
                      <a:cubicBezTo>
                        <a:pt x="49617" y="58744"/>
                        <a:pt x="47990" y="68282"/>
                        <a:pt x="44735" y="74619"/>
                      </a:cubicBezTo>
                      <a:cubicBezTo>
                        <a:pt x="41494" y="80969"/>
                        <a:pt x="36626" y="84144"/>
                        <a:pt x="30130" y="84144"/>
                      </a:cubicBezTo>
                      <a:close/>
                      <a:moveTo>
                        <a:pt x="30130" y="94065"/>
                      </a:moveTo>
                      <a:cubicBezTo>
                        <a:pt x="40515" y="94065"/>
                        <a:pt x="48446" y="89958"/>
                        <a:pt x="53923" y="81742"/>
                      </a:cubicBezTo>
                      <a:cubicBezTo>
                        <a:pt x="59400" y="73540"/>
                        <a:pt x="62138" y="61628"/>
                        <a:pt x="62138" y="46004"/>
                      </a:cubicBezTo>
                      <a:cubicBezTo>
                        <a:pt x="62138" y="30420"/>
                        <a:pt x="59400" y="18520"/>
                        <a:pt x="53923" y="10305"/>
                      </a:cubicBezTo>
                      <a:cubicBezTo>
                        <a:pt x="48446" y="2103"/>
                        <a:pt x="40515" y="-1998"/>
                        <a:pt x="30130" y="-1998"/>
                      </a:cubicBezTo>
                      <a:cubicBezTo>
                        <a:pt x="19759" y="-1998"/>
                        <a:pt x="11834" y="2103"/>
                        <a:pt x="6358" y="10305"/>
                      </a:cubicBezTo>
                      <a:cubicBezTo>
                        <a:pt x="881" y="18520"/>
                        <a:pt x="-1858" y="30420"/>
                        <a:pt x="-1858" y="46004"/>
                      </a:cubicBezTo>
                      <a:cubicBezTo>
                        <a:pt x="-1858" y="61628"/>
                        <a:pt x="881" y="73540"/>
                        <a:pt x="6358" y="81742"/>
                      </a:cubicBezTo>
                      <a:cubicBezTo>
                        <a:pt x="11834" y="89958"/>
                        <a:pt x="19759" y="94065"/>
                        <a:pt x="30130" y="9406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0" cap="flat">
                  <a:noFill/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720" name="Graphic 705">
              <a:extLst>
                <a:ext uri="{FF2B5EF4-FFF2-40B4-BE49-F238E27FC236}">
                  <a16:creationId xmlns:a16="http://schemas.microsoft.com/office/drawing/2014/main" id="{46DB89CB-4736-01E9-B333-8EB56685282C}"/>
                </a:ext>
              </a:extLst>
            </p:cNvPr>
            <p:cNvGrpSpPr/>
            <p:nvPr/>
          </p:nvGrpSpPr>
          <p:grpSpPr>
            <a:xfrm>
              <a:off x="4080550" y="4474836"/>
              <a:ext cx="143864" cy="187205"/>
              <a:chOff x="4080550" y="4474836"/>
              <a:chExt cx="143864" cy="187205"/>
            </a:xfrm>
          </p:grpSpPr>
          <p:sp>
            <p:nvSpPr>
              <p:cNvPr id="721" name="Freeform: Shape 720">
                <a:extLst>
                  <a:ext uri="{FF2B5EF4-FFF2-40B4-BE49-F238E27FC236}">
                    <a16:creationId xmlns:a16="http://schemas.microsoft.com/office/drawing/2014/main" id="{A78C0FA1-C12D-12A3-68E8-5295037F1C4C}"/>
                  </a:ext>
                </a:extLst>
              </p:cNvPr>
              <p:cNvSpPr/>
              <p:nvPr/>
            </p:nvSpPr>
            <p:spPr>
              <a:xfrm>
                <a:off x="4152047" y="4474836"/>
                <a:ext cx="12700" cy="44450"/>
              </a:xfrm>
              <a:custGeom>
                <a:avLst/>
                <a:gdLst>
                  <a:gd name="csX0" fmla="*/ 255 w 12700"/>
                  <a:gd name="csY0" fmla="*/ 320 h 44450"/>
                  <a:gd name="csX1" fmla="*/ 255 w 12700"/>
                  <a:gd name="csY1" fmla="*/ 44770 h 444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44450">
                    <a:moveTo>
                      <a:pt x="255" y="320"/>
                    </a:moveTo>
                    <a:lnTo>
                      <a:pt x="255" y="44770"/>
                    </a:lnTo>
                  </a:path>
                </a:pathLst>
              </a:custGeom>
              <a:solidFill>
                <a:srgbClr val="FFFFFF"/>
              </a:solidFill>
              <a:ln w="1016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722" name="Graphic 705">
                <a:extLst>
                  <a:ext uri="{FF2B5EF4-FFF2-40B4-BE49-F238E27FC236}">
                    <a16:creationId xmlns:a16="http://schemas.microsoft.com/office/drawing/2014/main" id="{34B6A721-236E-127E-EFE1-FC9C4F7A2E93}"/>
                  </a:ext>
                </a:extLst>
              </p:cNvPr>
              <p:cNvGrpSpPr/>
              <p:nvPr/>
            </p:nvGrpSpPr>
            <p:grpSpPr>
              <a:xfrm>
                <a:off x="4080550" y="4565978"/>
                <a:ext cx="143864" cy="96063"/>
                <a:chOff x="4080550" y="4565978"/>
                <a:chExt cx="143864" cy="96063"/>
              </a:xfrm>
              <a:solidFill>
                <a:srgbClr val="FFFFFF"/>
              </a:solidFill>
            </p:grpSpPr>
            <p:sp>
              <p:nvSpPr>
                <p:cNvPr id="723" name="Freeform: Shape 722">
                  <a:extLst>
                    <a:ext uri="{FF2B5EF4-FFF2-40B4-BE49-F238E27FC236}">
                      <a16:creationId xmlns:a16="http://schemas.microsoft.com/office/drawing/2014/main" id="{C3880EBC-8611-D8EA-1EB6-8AD61B24A5BA}"/>
                    </a:ext>
                  </a:extLst>
                </p:cNvPr>
                <p:cNvSpPr/>
                <p:nvPr/>
              </p:nvSpPr>
              <p:spPr>
                <a:xfrm flipV="1">
                  <a:off x="4080550" y="4565978"/>
                  <a:ext cx="58777" cy="94257"/>
                </a:xfrm>
                <a:custGeom>
                  <a:avLst/>
                  <a:gdLst>
                    <a:gd name="csX0" fmla="*/ 13363 w 58777"/>
                    <a:gd name="csY0" fmla="*/ 8493 h 94257"/>
                    <a:gd name="csX1" fmla="*/ 57079 w 58777"/>
                    <a:gd name="csY1" fmla="*/ 8493 h 94257"/>
                    <a:gd name="csX2" fmla="*/ 57079 w 58777"/>
                    <a:gd name="csY2" fmla="*/ -2044 h 94257"/>
                    <a:gd name="csX3" fmla="*/ -1698 w 58777"/>
                    <a:gd name="csY3" fmla="*/ -2044 h 94257"/>
                    <a:gd name="csX4" fmla="*/ -1698 w 58777"/>
                    <a:gd name="csY4" fmla="*/ 8493 h 94257"/>
                    <a:gd name="csX5" fmla="*/ 17729 w 58777"/>
                    <a:gd name="csY5" fmla="*/ 28297 h 94257"/>
                    <a:gd name="csX6" fmla="*/ 33207 w 58777"/>
                    <a:gd name="csY6" fmla="*/ 44351 h 94257"/>
                    <a:gd name="csX7" fmla="*/ 41601 w 58777"/>
                    <a:gd name="csY7" fmla="*/ 55781 h 94257"/>
                    <a:gd name="csX8" fmla="*/ 44002 w 58777"/>
                    <a:gd name="csY8" fmla="*/ 64988 h 94257"/>
                    <a:gd name="csX9" fmla="*/ 38823 w 58777"/>
                    <a:gd name="csY9" fmla="*/ 77014 h 94257"/>
                    <a:gd name="csX10" fmla="*/ 25329 w 58777"/>
                    <a:gd name="csY10" fmla="*/ 81677 h 94257"/>
                    <a:gd name="csX11" fmla="*/ 12887 w 58777"/>
                    <a:gd name="csY11" fmla="*/ 79633 h 94257"/>
                    <a:gd name="csX12" fmla="*/ -1083 w 58777"/>
                    <a:gd name="csY12" fmla="*/ 73422 h 94257"/>
                    <a:gd name="csX13" fmla="*/ -1083 w 58777"/>
                    <a:gd name="csY13" fmla="*/ 86082 h 94257"/>
                    <a:gd name="csX14" fmla="*/ 13046 w 58777"/>
                    <a:gd name="csY14" fmla="*/ 90666 h 94257"/>
                    <a:gd name="csX15" fmla="*/ 25091 w 58777"/>
                    <a:gd name="csY15" fmla="*/ 92214 h 94257"/>
                    <a:gd name="csX16" fmla="*/ 48030 w 58777"/>
                    <a:gd name="csY16" fmla="*/ 85011 h 94257"/>
                    <a:gd name="csX17" fmla="*/ 56583 w 58777"/>
                    <a:gd name="csY17" fmla="*/ 65802 h 94257"/>
                    <a:gd name="csX18" fmla="*/ 54440 w 58777"/>
                    <a:gd name="csY18" fmla="*/ 54967 h 94257"/>
                    <a:gd name="csX19" fmla="*/ 46661 w 58777"/>
                    <a:gd name="csY19" fmla="*/ 42922 h 94257"/>
                    <a:gd name="csX20" fmla="*/ 36798 w 58777"/>
                    <a:gd name="csY20" fmla="*/ 32524 h 94257"/>
                    <a:gd name="csX21" fmla="*/ 13363 w 58777"/>
                    <a:gd name="csY21" fmla="*/ 8493 h 9425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</a:cxnLst>
                  <a:rect l="l" t="t" r="r" b="b"/>
                  <a:pathLst>
                    <a:path w="58777" h="94257">
                      <a:moveTo>
                        <a:pt x="13363" y="8493"/>
                      </a:moveTo>
                      <a:lnTo>
                        <a:pt x="57079" y="8493"/>
                      </a:lnTo>
                      <a:lnTo>
                        <a:pt x="57079" y="-2044"/>
                      </a:lnTo>
                      <a:lnTo>
                        <a:pt x="-1698" y="-2044"/>
                      </a:lnTo>
                      <a:lnTo>
                        <a:pt x="-1698" y="8493"/>
                      </a:lnTo>
                      <a:cubicBezTo>
                        <a:pt x="3051" y="13415"/>
                        <a:pt x="9527" y="20016"/>
                        <a:pt x="17729" y="28297"/>
                      </a:cubicBezTo>
                      <a:cubicBezTo>
                        <a:pt x="25944" y="36592"/>
                        <a:pt x="31103" y="41943"/>
                        <a:pt x="33207" y="44351"/>
                      </a:cubicBezTo>
                      <a:cubicBezTo>
                        <a:pt x="37215" y="48849"/>
                        <a:pt x="40013" y="52659"/>
                        <a:pt x="41601" y="55781"/>
                      </a:cubicBezTo>
                      <a:cubicBezTo>
                        <a:pt x="43201" y="58903"/>
                        <a:pt x="44002" y="61972"/>
                        <a:pt x="44002" y="64988"/>
                      </a:cubicBezTo>
                      <a:cubicBezTo>
                        <a:pt x="44002" y="69910"/>
                        <a:pt x="42275" y="73918"/>
                        <a:pt x="38823" y="77014"/>
                      </a:cubicBezTo>
                      <a:cubicBezTo>
                        <a:pt x="35370" y="80123"/>
                        <a:pt x="30872" y="81677"/>
                        <a:pt x="25329" y="81677"/>
                      </a:cubicBezTo>
                      <a:cubicBezTo>
                        <a:pt x="21400" y="81677"/>
                        <a:pt x="17252" y="80996"/>
                        <a:pt x="12887" y="79633"/>
                      </a:cubicBezTo>
                      <a:cubicBezTo>
                        <a:pt x="8534" y="78271"/>
                        <a:pt x="3878" y="76200"/>
                        <a:pt x="-1083" y="73422"/>
                      </a:cubicBezTo>
                      <a:lnTo>
                        <a:pt x="-1083" y="86082"/>
                      </a:lnTo>
                      <a:cubicBezTo>
                        <a:pt x="3957" y="88106"/>
                        <a:pt x="8667" y="89634"/>
                        <a:pt x="13046" y="90666"/>
                      </a:cubicBezTo>
                      <a:cubicBezTo>
                        <a:pt x="17438" y="91698"/>
                        <a:pt x="21453" y="92214"/>
                        <a:pt x="25091" y="92214"/>
                      </a:cubicBezTo>
                      <a:cubicBezTo>
                        <a:pt x="34682" y="92214"/>
                        <a:pt x="42328" y="89813"/>
                        <a:pt x="48030" y="85011"/>
                      </a:cubicBezTo>
                      <a:cubicBezTo>
                        <a:pt x="53732" y="80222"/>
                        <a:pt x="56583" y="73819"/>
                        <a:pt x="56583" y="65802"/>
                      </a:cubicBezTo>
                      <a:cubicBezTo>
                        <a:pt x="56583" y="61992"/>
                        <a:pt x="55868" y="58381"/>
                        <a:pt x="54440" y="54967"/>
                      </a:cubicBezTo>
                      <a:cubicBezTo>
                        <a:pt x="53024" y="51567"/>
                        <a:pt x="50431" y="47552"/>
                        <a:pt x="46661" y="42922"/>
                      </a:cubicBezTo>
                      <a:cubicBezTo>
                        <a:pt x="45629" y="41718"/>
                        <a:pt x="42342" y="38252"/>
                        <a:pt x="36798" y="32524"/>
                      </a:cubicBezTo>
                      <a:cubicBezTo>
                        <a:pt x="31269" y="26796"/>
                        <a:pt x="23457" y="18786"/>
                        <a:pt x="13363" y="849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0" cap="flat">
                  <a:noFill/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4" name="Freeform: Shape 723">
                  <a:extLst>
                    <a:ext uri="{FF2B5EF4-FFF2-40B4-BE49-F238E27FC236}">
                      <a16:creationId xmlns:a16="http://schemas.microsoft.com/office/drawing/2014/main" id="{B168AD86-5292-CB10-8BB1-F859EA9A1EBF}"/>
                    </a:ext>
                  </a:extLst>
                </p:cNvPr>
                <p:cNvSpPr/>
                <p:nvPr/>
              </p:nvSpPr>
              <p:spPr>
                <a:xfrm flipV="1">
                  <a:off x="4160419" y="4565978"/>
                  <a:ext cx="63996" cy="96063"/>
                </a:xfrm>
                <a:custGeom>
                  <a:avLst/>
                  <a:gdLst>
                    <a:gd name="csX0" fmla="*/ 30212 w 63996"/>
                    <a:gd name="csY0" fmla="*/ 84144 h 96063"/>
                    <a:gd name="csX1" fmla="*/ 15666 w 63996"/>
                    <a:gd name="csY1" fmla="*/ 74619 h 96063"/>
                    <a:gd name="csX2" fmla="*/ 10805 w 63996"/>
                    <a:gd name="csY2" fmla="*/ 46004 h 96063"/>
                    <a:gd name="csX3" fmla="*/ 15666 w 63996"/>
                    <a:gd name="csY3" fmla="*/ 17449 h 96063"/>
                    <a:gd name="csX4" fmla="*/ 30212 w 63996"/>
                    <a:gd name="csY4" fmla="*/ 7924 h 96063"/>
                    <a:gd name="csX5" fmla="*/ 44817 w 63996"/>
                    <a:gd name="csY5" fmla="*/ 17449 h 96063"/>
                    <a:gd name="csX6" fmla="*/ 49698 w 63996"/>
                    <a:gd name="csY6" fmla="*/ 46004 h 96063"/>
                    <a:gd name="csX7" fmla="*/ 44817 w 63996"/>
                    <a:gd name="csY7" fmla="*/ 74619 h 96063"/>
                    <a:gd name="csX8" fmla="*/ 30212 w 63996"/>
                    <a:gd name="csY8" fmla="*/ 84144 h 96063"/>
                    <a:gd name="csX9" fmla="*/ 30212 w 63996"/>
                    <a:gd name="csY9" fmla="*/ 94065 h 96063"/>
                    <a:gd name="csX10" fmla="*/ 54004 w 63996"/>
                    <a:gd name="csY10" fmla="*/ 81742 h 96063"/>
                    <a:gd name="csX11" fmla="*/ 62220 w 63996"/>
                    <a:gd name="csY11" fmla="*/ 46004 h 96063"/>
                    <a:gd name="csX12" fmla="*/ 54004 w 63996"/>
                    <a:gd name="csY12" fmla="*/ 10305 h 96063"/>
                    <a:gd name="csX13" fmla="*/ 30212 w 63996"/>
                    <a:gd name="csY13" fmla="*/ -1998 h 96063"/>
                    <a:gd name="csX14" fmla="*/ 6439 w 63996"/>
                    <a:gd name="csY14" fmla="*/ 10305 h 96063"/>
                    <a:gd name="csX15" fmla="*/ -1776 w 63996"/>
                    <a:gd name="csY15" fmla="*/ 46004 h 96063"/>
                    <a:gd name="csX16" fmla="*/ 6439 w 63996"/>
                    <a:gd name="csY16" fmla="*/ 81742 h 96063"/>
                    <a:gd name="csX17" fmla="*/ 30212 w 63996"/>
                    <a:gd name="csY17" fmla="*/ 94065 h 9606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</a:cxnLst>
                  <a:rect l="l" t="t" r="r" b="b"/>
                  <a:pathLst>
                    <a:path w="63996" h="96063">
                      <a:moveTo>
                        <a:pt x="30212" y="84144"/>
                      </a:moveTo>
                      <a:cubicBezTo>
                        <a:pt x="23769" y="84144"/>
                        <a:pt x="18921" y="80969"/>
                        <a:pt x="15666" y="74619"/>
                      </a:cubicBezTo>
                      <a:cubicBezTo>
                        <a:pt x="12425" y="68282"/>
                        <a:pt x="10805" y="58744"/>
                        <a:pt x="10805" y="46004"/>
                      </a:cubicBezTo>
                      <a:cubicBezTo>
                        <a:pt x="10805" y="33317"/>
                        <a:pt x="12425" y="23799"/>
                        <a:pt x="15666" y="17449"/>
                      </a:cubicBezTo>
                      <a:cubicBezTo>
                        <a:pt x="18921" y="11099"/>
                        <a:pt x="23769" y="7924"/>
                        <a:pt x="30212" y="7924"/>
                      </a:cubicBezTo>
                      <a:cubicBezTo>
                        <a:pt x="36707" y="7924"/>
                        <a:pt x="41576" y="11099"/>
                        <a:pt x="44817" y="17449"/>
                      </a:cubicBezTo>
                      <a:cubicBezTo>
                        <a:pt x="48071" y="23799"/>
                        <a:pt x="49698" y="33317"/>
                        <a:pt x="49698" y="46004"/>
                      </a:cubicBezTo>
                      <a:cubicBezTo>
                        <a:pt x="49698" y="58744"/>
                        <a:pt x="48071" y="68282"/>
                        <a:pt x="44817" y="74619"/>
                      </a:cubicBezTo>
                      <a:cubicBezTo>
                        <a:pt x="41576" y="80969"/>
                        <a:pt x="36707" y="84144"/>
                        <a:pt x="30212" y="84144"/>
                      </a:cubicBezTo>
                      <a:close/>
                      <a:moveTo>
                        <a:pt x="30212" y="94065"/>
                      </a:moveTo>
                      <a:cubicBezTo>
                        <a:pt x="40597" y="94065"/>
                        <a:pt x="48528" y="89958"/>
                        <a:pt x="54004" y="81742"/>
                      </a:cubicBezTo>
                      <a:cubicBezTo>
                        <a:pt x="59481" y="73540"/>
                        <a:pt x="62220" y="61628"/>
                        <a:pt x="62220" y="46004"/>
                      </a:cubicBezTo>
                      <a:cubicBezTo>
                        <a:pt x="62220" y="30420"/>
                        <a:pt x="59481" y="18520"/>
                        <a:pt x="54004" y="10305"/>
                      </a:cubicBezTo>
                      <a:cubicBezTo>
                        <a:pt x="48528" y="2103"/>
                        <a:pt x="40597" y="-1998"/>
                        <a:pt x="30212" y="-1998"/>
                      </a:cubicBezTo>
                      <a:cubicBezTo>
                        <a:pt x="19840" y="-1998"/>
                        <a:pt x="11916" y="2103"/>
                        <a:pt x="6439" y="10305"/>
                      </a:cubicBezTo>
                      <a:cubicBezTo>
                        <a:pt x="962" y="18520"/>
                        <a:pt x="-1776" y="30420"/>
                        <a:pt x="-1776" y="46004"/>
                      </a:cubicBezTo>
                      <a:cubicBezTo>
                        <a:pt x="-1776" y="61628"/>
                        <a:pt x="962" y="73540"/>
                        <a:pt x="6439" y="81742"/>
                      </a:cubicBezTo>
                      <a:cubicBezTo>
                        <a:pt x="11916" y="89958"/>
                        <a:pt x="19840" y="94065"/>
                        <a:pt x="30212" y="9406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0" cap="flat">
                  <a:noFill/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725" name="Graphic 705">
              <a:extLst>
                <a:ext uri="{FF2B5EF4-FFF2-40B4-BE49-F238E27FC236}">
                  <a16:creationId xmlns:a16="http://schemas.microsoft.com/office/drawing/2014/main" id="{C77E0E2F-FFB8-1CD8-EF29-2D1003663FE0}"/>
                </a:ext>
              </a:extLst>
            </p:cNvPr>
            <p:cNvGrpSpPr/>
            <p:nvPr/>
          </p:nvGrpSpPr>
          <p:grpSpPr>
            <a:xfrm>
              <a:off x="5113704" y="4474836"/>
              <a:ext cx="143487" cy="187205"/>
              <a:chOff x="5113704" y="4474836"/>
              <a:chExt cx="143487" cy="187205"/>
            </a:xfrm>
          </p:grpSpPr>
          <p:sp>
            <p:nvSpPr>
              <p:cNvPr id="726" name="Freeform: Shape 725">
                <a:extLst>
                  <a:ext uri="{FF2B5EF4-FFF2-40B4-BE49-F238E27FC236}">
                    <a16:creationId xmlns:a16="http://schemas.microsoft.com/office/drawing/2014/main" id="{72D6796E-8736-9529-94EE-FED5EE273477}"/>
                  </a:ext>
                </a:extLst>
              </p:cNvPr>
              <p:cNvSpPr/>
              <p:nvPr/>
            </p:nvSpPr>
            <p:spPr>
              <a:xfrm>
                <a:off x="5184824" y="4474836"/>
                <a:ext cx="12700" cy="44450"/>
              </a:xfrm>
              <a:custGeom>
                <a:avLst/>
                <a:gdLst>
                  <a:gd name="csX0" fmla="*/ 336 w 12700"/>
                  <a:gd name="csY0" fmla="*/ 320 h 44450"/>
                  <a:gd name="csX1" fmla="*/ 336 w 12700"/>
                  <a:gd name="csY1" fmla="*/ 44770 h 444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44450">
                    <a:moveTo>
                      <a:pt x="336" y="320"/>
                    </a:moveTo>
                    <a:lnTo>
                      <a:pt x="336" y="44770"/>
                    </a:lnTo>
                  </a:path>
                </a:pathLst>
              </a:custGeom>
              <a:solidFill>
                <a:srgbClr val="FFFFFF"/>
              </a:solidFill>
              <a:ln w="1016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727" name="Graphic 705">
                <a:extLst>
                  <a:ext uri="{FF2B5EF4-FFF2-40B4-BE49-F238E27FC236}">
                    <a16:creationId xmlns:a16="http://schemas.microsoft.com/office/drawing/2014/main" id="{0A6B391D-5263-BD6C-4B32-399D7C208590}"/>
                  </a:ext>
                </a:extLst>
              </p:cNvPr>
              <p:cNvGrpSpPr/>
              <p:nvPr/>
            </p:nvGrpSpPr>
            <p:grpSpPr>
              <a:xfrm>
                <a:off x="5113704" y="4565978"/>
                <a:ext cx="143487" cy="96063"/>
                <a:chOff x="5113704" y="4565978"/>
                <a:chExt cx="143487" cy="96063"/>
              </a:xfrm>
              <a:solidFill>
                <a:srgbClr val="FFFFFF"/>
              </a:solidFill>
            </p:grpSpPr>
            <p:sp>
              <p:nvSpPr>
                <p:cNvPr id="728" name="Freeform: Shape 727">
                  <a:extLst>
                    <a:ext uri="{FF2B5EF4-FFF2-40B4-BE49-F238E27FC236}">
                      <a16:creationId xmlns:a16="http://schemas.microsoft.com/office/drawing/2014/main" id="{52E170EC-4B7E-8531-649C-D492824168AA}"/>
                    </a:ext>
                  </a:extLst>
                </p:cNvPr>
                <p:cNvSpPr/>
                <p:nvPr/>
              </p:nvSpPr>
              <p:spPr>
                <a:xfrm flipV="1">
                  <a:off x="5113704" y="4565978"/>
                  <a:ext cx="60940" cy="96063"/>
                </a:xfrm>
                <a:custGeom>
                  <a:avLst/>
                  <a:gdLst>
                    <a:gd name="csX0" fmla="*/ 40160 w 60940"/>
                    <a:gd name="csY0" fmla="*/ 49735 h 96063"/>
                    <a:gd name="csX1" fmla="*/ 54190 w 60940"/>
                    <a:gd name="csY1" fmla="*/ 41718 h 96063"/>
                    <a:gd name="csX2" fmla="*/ 59250 w 60940"/>
                    <a:gd name="csY2" fmla="*/ 26716 h 96063"/>
                    <a:gd name="csX3" fmla="*/ 49824 w 60940"/>
                    <a:gd name="csY3" fmla="*/ 5503 h 96063"/>
                    <a:gd name="csX4" fmla="*/ 23035 w 60940"/>
                    <a:gd name="csY4" fmla="*/ -1998 h 96063"/>
                    <a:gd name="csX5" fmla="*/ 11049 w 60940"/>
                    <a:gd name="csY5" fmla="*/ -847 h 96063"/>
                    <a:gd name="csX6" fmla="*/ -1690 w 60940"/>
                    <a:gd name="csY6" fmla="*/ 2606 h 96063"/>
                    <a:gd name="csX7" fmla="*/ -1690 w 60940"/>
                    <a:gd name="csY7" fmla="*/ 14690 h 96063"/>
                    <a:gd name="csX8" fmla="*/ 9700 w 60940"/>
                    <a:gd name="csY8" fmla="*/ 10107 h 96063"/>
                    <a:gd name="csX9" fmla="*/ 22678 w 60940"/>
                    <a:gd name="csY9" fmla="*/ 8559 h 96063"/>
                    <a:gd name="csX10" fmla="*/ 40616 w 60940"/>
                    <a:gd name="csY10" fmla="*/ 13202 h 96063"/>
                    <a:gd name="csX11" fmla="*/ 46788 w 60940"/>
                    <a:gd name="csY11" fmla="*/ 26716 h 96063"/>
                    <a:gd name="csX12" fmla="*/ 41053 w 60940"/>
                    <a:gd name="csY12" fmla="*/ 39515 h 96063"/>
                    <a:gd name="csX13" fmla="*/ 25099 w 60940"/>
                    <a:gd name="csY13" fmla="*/ 44139 h 96063"/>
                    <a:gd name="csX14" fmla="*/ 14304 w 60940"/>
                    <a:gd name="csY14" fmla="*/ 44139 h 96063"/>
                    <a:gd name="csX15" fmla="*/ 14304 w 60940"/>
                    <a:gd name="csY15" fmla="*/ 54437 h 96063"/>
                    <a:gd name="csX16" fmla="*/ 25595 w 60940"/>
                    <a:gd name="csY16" fmla="*/ 54437 h 96063"/>
                    <a:gd name="csX17" fmla="*/ 39723 w 60940"/>
                    <a:gd name="csY17" fmla="*/ 58128 h 96063"/>
                    <a:gd name="csX18" fmla="*/ 44625 w 60940"/>
                    <a:gd name="csY18" fmla="*/ 68765 h 96063"/>
                    <a:gd name="csX19" fmla="*/ 39565 w 60940"/>
                    <a:gd name="csY19" fmla="*/ 79699 h 96063"/>
                    <a:gd name="csX20" fmla="*/ 25099 w 60940"/>
                    <a:gd name="csY20" fmla="*/ 83528 h 96063"/>
                    <a:gd name="csX21" fmla="*/ 14046 w 60940"/>
                    <a:gd name="csY21" fmla="*/ 82397 h 96063"/>
                    <a:gd name="csX22" fmla="*/ 1088 w 60940"/>
                    <a:gd name="csY22" fmla="*/ 78945 h 96063"/>
                    <a:gd name="csX23" fmla="*/ 1088 w 60940"/>
                    <a:gd name="csY23" fmla="*/ 90097 h 96063"/>
                    <a:gd name="csX24" fmla="*/ 14462 w 60940"/>
                    <a:gd name="csY24" fmla="*/ 93073 h 96063"/>
                    <a:gd name="csX25" fmla="*/ 26210 w 60940"/>
                    <a:gd name="csY25" fmla="*/ 94065 h 96063"/>
                    <a:gd name="csX26" fmla="*/ 48772 w 60940"/>
                    <a:gd name="csY26" fmla="*/ 87577 h 96063"/>
                    <a:gd name="csX27" fmla="*/ 57087 w 60940"/>
                    <a:gd name="csY27" fmla="*/ 70074 h 96063"/>
                    <a:gd name="csX28" fmla="*/ 52681 w 60940"/>
                    <a:gd name="csY28" fmla="*/ 57077 h 96063"/>
                    <a:gd name="csX29" fmla="*/ 40160 w 60940"/>
                    <a:gd name="csY29" fmla="*/ 49735 h 9606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</a:cxnLst>
                  <a:rect l="l" t="t" r="r" b="b"/>
                  <a:pathLst>
                    <a:path w="60940" h="96063">
                      <a:moveTo>
                        <a:pt x="40160" y="49735"/>
                      </a:moveTo>
                      <a:cubicBezTo>
                        <a:pt x="46153" y="48451"/>
                        <a:pt x="50829" y="45779"/>
                        <a:pt x="54190" y="41718"/>
                      </a:cubicBezTo>
                      <a:cubicBezTo>
                        <a:pt x="57563" y="37670"/>
                        <a:pt x="59250" y="32669"/>
                        <a:pt x="59250" y="26716"/>
                      </a:cubicBezTo>
                      <a:cubicBezTo>
                        <a:pt x="59250" y="17588"/>
                        <a:pt x="56108" y="10517"/>
                        <a:pt x="49824" y="5503"/>
                      </a:cubicBezTo>
                      <a:cubicBezTo>
                        <a:pt x="43540" y="502"/>
                        <a:pt x="34610" y="-1998"/>
                        <a:pt x="23035" y="-1998"/>
                      </a:cubicBezTo>
                      <a:cubicBezTo>
                        <a:pt x="19159" y="-1998"/>
                        <a:pt x="15164" y="-1614"/>
                        <a:pt x="11049" y="-847"/>
                      </a:cubicBezTo>
                      <a:cubicBezTo>
                        <a:pt x="6935" y="-80"/>
                        <a:pt x="2688" y="1071"/>
                        <a:pt x="-1690" y="2606"/>
                      </a:cubicBezTo>
                      <a:lnTo>
                        <a:pt x="-1690" y="14690"/>
                      </a:lnTo>
                      <a:cubicBezTo>
                        <a:pt x="1776" y="12666"/>
                        <a:pt x="5572" y="11138"/>
                        <a:pt x="9700" y="10107"/>
                      </a:cubicBezTo>
                      <a:cubicBezTo>
                        <a:pt x="13841" y="9075"/>
                        <a:pt x="18167" y="8559"/>
                        <a:pt x="22678" y="8559"/>
                      </a:cubicBezTo>
                      <a:cubicBezTo>
                        <a:pt x="30523" y="8559"/>
                        <a:pt x="36502" y="10107"/>
                        <a:pt x="40616" y="13202"/>
                      </a:cubicBezTo>
                      <a:cubicBezTo>
                        <a:pt x="44731" y="16298"/>
                        <a:pt x="46788" y="20802"/>
                        <a:pt x="46788" y="26716"/>
                      </a:cubicBezTo>
                      <a:cubicBezTo>
                        <a:pt x="46788" y="32179"/>
                        <a:pt x="44876" y="36446"/>
                        <a:pt x="41053" y="39515"/>
                      </a:cubicBezTo>
                      <a:cubicBezTo>
                        <a:pt x="37230" y="42597"/>
                        <a:pt x="31912" y="44139"/>
                        <a:pt x="25099" y="44139"/>
                      </a:cubicBezTo>
                      <a:lnTo>
                        <a:pt x="14304" y="44139"/>
                      </a:lnTo>
                      <a:lnTo>
                        <a:pt x="14304" y="54437"/>
                      </a:lnTo>
                      <a:lnTo>
                        <a:pt x="25595" y="54437"/>
                      </a:lnTo>
                      <a:cubicBezTo>
                        <a:pt x="31746" y="54437"/>
                        <a:pt x="36456" y="55668"/>
                        <a:pt x="39723" y="58128"/>
                      </a:cubicBezTo>
                      <a:cubicBezTo>
                        <a:pt x="42991" y="60589"/>
                        <a:pt x="44625" y="64134"/>
                        <a:pt x="44625" y="68765"/>
                      </a:cubicBezTo>
                      <a:cubicBezTo>
                        <a:pt x="44625" y="73514"/>
                        <a:pt x="42938" y="77159"/>
                        <a:pt x="39565" y="79699"/>
                      </a:cubicBezTo>
                      <a:cubicBezTo>
                        <a:pt x="36205" y="82252"/>
                        <a:pt x="31382" y="83528"/>
                        <a:pt x="25099" y="83528"/>
                      </a:cubicBezTo>
                      <a:cubicBezTo>
                        <a:pt x="21659" y="83528"/>
                        <a:pt x="17975" y="83151"/>
                        <a:pt x="14046" y="82397"/>
                      </a:cubicBezTo>
                      <a:cubicBezTo>
                        <a:pt x="10117" y="81656"/>
                        <a:pt x="5797" y="80506"/>
                        <a:pt x="1088" y="78945"/>
                      </a:cubicBezTo>
                      <a:lnTo>
                        <a:pt x="1088" y="90097"/>
                      </a:lnTo>
                      <a:cubicBezTo>
                        <a:pt x="5850" y="91420"/>
                        <a:pt x="10308" y="92412"/>
                        <a:pt x="14462" y="93073"/>
                      </a:cubicBezTo>
                      <a:cubicBezTo>
                        <a:pt x="18616" y="93735"/>
                        <a:pt x="22532" y="94065"/>
                        <a:pt x="26210" y="94065"/>
                      </a:cubicBezTo>
                      <a:cubicBezTo>
                        <a:pt x="35722" y="94065"/>
                        <a:pt x="43242" y="91902"/>
                        <a:pt x="48772" y="87577"/>
                      </a:cubicBezTo>
                      <a:cubicBezTo>
                        <a:pt x="54315" y="83264"/>
                        <a:pt x="57087" y="77430"/>
                        <a:pt x="57087" y="70074"/>
                      </a:cubicBezTo>
                      <a:cubicBezTo>
                        <a:pt x="57087" y="64941"/>
                        <a:pt x="55618" y="60609"/>
                        <a:pt x="52681" y="57077"/>
                      </a:cubicBezTo>
                      <a:cubicBezTo>
                        <a:pt x="49745" y="53545"/>
                        <a:pt x="45571" y="51097"/>
                        <a:pt x="40160" y="4973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0" cap="flat">
                  <a:noFill/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9" name="Freeform: Shape 728">
                  <a:extLst>
                    <a:ext uri="{FF2B5EF4-FFF2-40B4-BE49-F238E27FC236}">
                      <a16:creationId xmlns:a16="http://schemas.microsoft.com/office/drawing/2014/main" id="{2006FB51-63B5-98B3-30B3-844A328224E1}"/>
                    </a:ext>
                  </a:extLst>
                </p:cNvPr>
                <p:cNvSpPr/>
                <p:nvPr/>
              </p:nvSpPr>
              <p:spPr>
                <a:xfrm flipV="1">
                  <a:off x="5193195" y="4565978"/>
                  <a:ext cx="63996" cy="96063"/>
                </a:xfrm>
                <a:custGeom>
                  <a:avLst/>
                  <a:gdLst>
                    <a:gd name="csX0" fmla="*/ 30293 w 63996"/>
                    <a:gd name="csY0" fmla="*/ 84144 h 96063"/>
                    <a:gd name="csX1" fmla="*/ 15748 w 63996"/>
                    <a:gd name="csY1" fmla="*/ 74619 h 96063"/>
                    <a:gd name="csX2" fmla="*/ 10886 w 63996"/>
                    <a:gd name="csY2" fmla="*/ 46004 h 96063"/>
                    <a:gd name="csX3" fmla="*/ 15748 w 63996"/>
                    <a:gd name="csY3" fmla="*/ 17449 h 96063"/>
                    <a:gd name="csX4" fmla="*/ 30293 w 63996"/>
                    <a:gd name="csY4" fmla="*/ 7924 h 96063"/>
                    <a:gd name="csX5" fmla="*/ 44898 w 63996"/>
                    <a:gd name="csY5" fmla="*/ 17449 h 96063"/>
                    <a:gd name="csX6" fmla="*/ 49780 w 63996"/>
                    <a:gd name="csY6" fmla="*/ 46004 h 96063"/>
                    <a:gd name="csX7" fmla="*/ 44898 w 63996"/>
                    <a:gd name="csY7" fmla="*/ 74619 h 96063"/>
                    <a:gd name="csX8" fmla="*/ 30293 w 63996"/>
                    <a:gd name="csY8" fmla="*/ 84144 h 96063"/>
                    <a:gd name="csX9" fmla="*/ 30293 w 63996"/>
                    <a:gd name="csY9" fmla="*/ 94065 h 96063"/>
                    <a:gd name="csX10" fmla="*/ 54086 w 63996"/>
                    <a:gd name="csY10" fmla="*/ 81742 h 96063"/>
                    <a:gd name="csX11" fmla="*/ 62301 w 63996"/>
                    <a:gd name="csY11" fmla="*/ 46004 h 96063"/>
                    <a:gd name="csX12" fmla="*/ 54086 w 63996"/>
                    <a:gd name="csY12" fmla="*/ 10305 h 96063"/>
                    <a:gd name="csX13" fmla="*/ 30293 w 63996"/>
                    <a:gd name="csY13" fmla="*/ -1998 h 96063"/>
                    <a:gd name="csX14" fmla="*/ 6520 w 63996"/>
                    <a:gd name="csY14" fmla="*/ 10305 h 96063"/>
                    <a:gd name="csX15" fmla="*/ -1695 w 63996"/>
                    <a:gd name="csY15" fmla="*/ 46004 h 96063"/>
                    <a:gd name="csX16" fmla="*/ 6520 w 63996"/>
                    <a:gd name="csY16" fmla="*/ 81742 h 96063"/>
                    <a:gd name="csX17" fmla="*/ 30293 w 63996"/>
                    <a:gd name="csY17" fmla="*/ 94065 h 9606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</a:cxnLst>
                  <a:rect l="l" t="t" r="r" b="b"/>
                  <a:pathLst>
                    <a:path w="63996" h="96063">
                      <a:moveTo>
                        <a:pt x="30293" y="84144"/>
                      </a:moveTo>
                      <a:cubicBezTo>
                        <a:pt x="23850" y="84144"/>
                        <a:pt x="19002" y="80969"/>
                        <a:pt x="15748" y="74619"/>
                      </a:cubicBezTo>
                      <a:cubicBezTo>
                        <a:pt x="12506" y="68282"/>
                        <a:pt x="10886" y="58744"/>
                        <a:pt x="10886" y="46004"/>
                      </a:cubicBezTo>
                      <a:cubicBezTo>
                        <a:pt x="10886" y="33317"/>
                        <a:pt x="12506" y="23799"/>
                        <a:pt x="15748" y="17449"/>
                      </a:cubicBezTo>
                      <a:cubicBezTo>
                        <a:pt x="19002" y="11099"/>
                        <a:pt x="23850" y="7924"/>
                        <a:pt x="30293" y="7924"/>
                      </a:cubicBezTo>
                      <a:cubicBezTo>
                        <a:pt x="36789" y="7924"/>
                        <a:pt x="41657" y="11099"/>
                        <a:pt x="44898" y="17449"/>
                      </a:cubicBezTo>
                      <a:cubicBezTo>
                        <a:pt x="48152" y="23799"/>
                        <a:pt x="49780" y="33317"/>
                        <a:pt x="49780" y="46004"/>
                      </a:cubicBezTo>
                      <a:cubicBezTo>
                        <a:pt x="49780" y="58744"/>
                        <a:pt x="48152" y="68282"/>
                        <a:pt x="44898" y="74619"/>
                      </a:cubicBezTo>
                      <a:cubicBezTo>
                        <a:pt x="41657" y="80969"/>
                        <a:pt x="36789" y="84144"/>
                        <a:pt x="30293" y="84144"/>
                      </a:cubicBezTo>
                      <a:close/>
                      <a:moveTo>
                        <a:pt x="30293" y="94065"/>
                      </a:moveTo>
                      <a:cubicBezTo>
                        <a:pt x="40678" y="94065"/>
                        <a:pt x="48609" y="89958"/>
                        <a:pt x="54086" y="81742"/>
                      </a:cubicBezTo>
                      <a:cubicBezTo>
                        <a:pt x="59563" y="73540"/>
                        <a:pt x="62301" y="61628"/>
                        <a:pt x="62301" y="46004"/>
                      </a:cubicBezTo>
                      <a:cubicBezTo>
                        <a:pt x="62301" y="30420"/>
                        <a:pt x="59563" y="18520"/>
                        <a:pt x="54086" y="10305"/>
                      </a:cubicBezTo>
                      <a:cubicBezTo>
                        <a:pt x="48609" y="2103"/>
                        <a:pt x="40678" y="-1998"/>
                        <a:pt x="30293" y="-1998"/>
                      </a:cubicBezTo>
                      <a:cubicBezTo>
                        <a:pt x="19921" y="-1998"/>
                        <a:pt x="11997" y="2103"/>
                        <a:pt x="6520" y="10305"/>
                      </a:cubicBezTo>
                      <a:cubicBezTo>
                        <a:pt x="1043" y="18520"/>
                        <a:pt x="-1695" y="30420"/>
                        <a:pt x="-1695" y="46004"/>
                      </a:cubicBezTo>
                      <a:cubicBezTo>
                        <a:pt x="-1695" y="61628"/>
                        <a:pt x="1043" y="73540"/>
                        <a:pt x="6520" y="81742"/>
                      </a:cubicBezTo>
                      <a:cubicBezTo>
                        <a:pt x="11997" y="89958"/>
                        <a:pt x="19921" y="94065"/>
                        <a:pt x="30293" y="9406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0" cap="flat">
                  <a:noFill/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730" name="Graphic 705">
              <a:extLst>
                <a:ext uri="{FF2B5EF4-FFF2-40B4-BE49-F238E27FC236}">
                  <a16:creationId xmlns:a16="http://schemas.microsoft.com/office/drawing/2014/main" id="{8D0C1690-F28B-CA91-E0BF-478505DB7C1A}"/>
                </a:ext>
              </a:extLst>
            </p:cNvPr>
            <p:cNvGrpSpPr/>
            <p:nvPr/>
          </p:nvGrpSpPr>
          <p:grpSpPr>
            <a:xfrm>
              <a:off x="6143008" y="4474836"/>
              <a:ext cx="146960" cy="187205"/>
              <a:chOff x="6143008" y="4474836"/>
              <a:chExt cx="146960" cy="187205"/>
            </a:xfrm>
          </p:grpSpPr>
          <p:sp>
            <p:nvSpPr>
              <p:cNvPr id="731" name="Freeform: Shape 730">
                <a:extLst>
                  <a:ext uri="{FF2B5EF4-FFF2-40B4-BE49-F238E27FC236}">
                    <a16:creationId xmlns:a16="http://schemas.microsoft.com/office/drawing/2014/main" id="{3728AFC8-6DE5-9B9A-85E7-A46657E130FB}"/>
                  </a:ext>
                </a:extLst>
              </p:cNvPr>
              <p:cNvSpPr/>
              <p:nvPr/>
            </p:nvSpPr>
            <p:spPr>
              <a:xfrm>
                <a:off x="6217600" y="4474836"/>
                <a:ext cx="12700" cy="44450"/>
              </a:xfrm>
              <a:custGeom>
                <a:avLst/>
                <a:gdLst>
                  <a:gd name="csX0" fmla="*/ 418 w 12700"/>
                  <a:gd name="csY0" fmla="*/ 320 h 44450"/>
                  <a:gd name="csX1" fmla="*/ 418 w 12700"/>
                  <a:gd name="csY1" fmla="*/ 44770 h 444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44450">
                    <a:moveTo>
                      <a:pt x="418" y="320"/>
                    </a:moveTo>
                    <a:lnTo>
                      <a:pt x="418" y="44770"/>
                    </a:lnTo>
                  </a:path>
                </a:pathLst>
              </a:custGeom>
              <a:solidFill>
                <a:srgbClr val="FFFFFF"/>
              </a:solidFill>
              <a:ln w="1016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732" name="Graphic 705">
                <a:extLst>
                  <a:ext uri="{FF2B5EF4-FFF2-40B4-BE49-F238E27FC236}">
                    <a16:creationId xmlns:a16="http://schemas.microsoft.com/office/drawing/2014/main" id="{53589B71-04C7-E949-220F-3F95369FEC82}"/>
                  </a:ext>
                </a:extLst>
              </p:cNvPr>
              <p:cNvGrpSpPr/>
              <p:nvPr/>
            </p:nvGrpSpPr>
            <p:grpSpPr>
              <a:xfrm>
                <a:off x="6143008" y="4565978"/>
                <a:ext cx="146960" cy="96063"/>
                <a:chOff x="6143008" y="4565978"/>
                <a:chExt cx="146960" cy="96063"/>
              </a:xfrm>
              <a:solidFill>
                <a:srgbClr val="FFFFFF"/>
              </a:solidFill>
            </p:grpSpPr>
            <p:sp>
              <p:nvSpPr>
                <p:cNvPr id="733" name="Freeform: Shape 732">
                  <a:extLst>
                    <a:ext uri="{FF2B5EF4-FFF2-40B4-BE49-F238E27FC236}">
                      <a16:creationId xmlns:a16="http://schemas.microsoft.com/office/drawing/2014/main" id="{E0B90574-B5AA-08EC-5FE9-88F7D4A413FD}"/>
                    </a:ext>
                  </a:extLst>
                </p:cNvPr>
                <p:cNvSpPr/>
                <p:nvPr/>
              </p:nvSpPr>
              <p:spPr>
                <a:xfrm flipV="1">
                  <a:off x="6143008" y="4567645"/>
                  <a:ext cx="67468" cy="92590"/>
                </a:xfrm>
                <a:custGeom>
                  <a:avLst/>
                  <a:gdLst>
                    <a:gd name="csX0" fmla="*/ 40192 w 67468"/>
                    <a:gd name="csY0" fmla="*/ 79675 h 92590"/>
                    <a:gd name="csX1" fmla="*/ 8561 w 67468"/>
                    <a:gd name="csY1" fmla="*/ 30244 h 92590"/>
                    <a:gd name="csX2" fmla="*/ 40192 w 67468"/>
                    <a:gd name="csY2" fmla="*/ 30244 h 92590"/>
                    <a:gd name="csX3" fmla="*/ 40192 w 67468"/>
                    <a:gd name="csY3" fmla="*/ 79675 h 92590"/>
                    <a:gd name="csX4" fmla="*/ 36898 w 67468"/>
                    <a:gd name="csY4" fmla="*/ 90589 h 92590"/>
                    <a:gd name="csX5" fmla="*/ 52654 w 67468"/>
                    <a:gd name="csY5" fmla="*/ 90589 h 92590"/>
                    <a:gd name="csX6" fmla="*/ 52654 w 67468"/>
                    <a:gd name="csY6" fmla="*/ 30244 h 92590"/>
                    <a:gd name="csX7" fmla="*/ 65870 w 67468"/>
                    <a:gd name="csY7" fmla="*/ 30244 h 92590"/>
                    <a:gd name="csX8" fmla="*/ 65870 w 67468"/>
                    <a:gd name="csY8" fmla="*/ 19826 h 92590"/>
                    <a:gd name="csX9" fmla="*/ 52654 w 67468"/>
                    <a:gd name="csY9" fmla="*/ 19826 h 92590"/>
                    <a:gd name="csX10" fmla="*/ 52654 w 67468"/>
                    <a:gd name="csY10" fmla="*/ -2002 h 92590"/>
                    <a:gd name="csX11" fmla="*/ 40192 w 67468"/>
                    <a:gd name="csY11" fmla="*/ -2002 h 92590"/>
                    <a:gd name="csX12" fmla="*/ 40192 w 67468"/>
                    <a:gd name="csY12" fmla="*/ 19826 h 92590"/>
                    <a:gd name="csX13" fmla="*/ -1599 w 67468"/>
                    <a:gd name="csY13" fmla="*/ 19826 h 92590"/>
                    <a:gd name="csX14" fmla="*/ -1599 w 67468"/>
                    <a:gd name="csY14" fmla="*/ 31911 h 92590"/>
                    <a:gd name="csX15" fmla="*/ 36898 w 67468"/>
                    <a:gd name="csY15" fmla="*/ 90589 h 9259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</a:cxnLst>
                  <a:rect l="l" t="t" r="r" b="b"/>
                  <a:pathLst>
                    <a:path w="67468" h="92590">
                      <a:moveTo>
                        <a:pt x="40192" y="79675"/>
                      </a:moveTo>
                      <a:lnTo>
                        <a:pt x="8561" y="30244"/>
                      </a:lnTo>
                      <a:lnTo>
                        <a:pt x="40192" y="30244"/>
                      </a:lnTo>
                      <a:lnTo>
                        <a:pt x="40192" y="79675"/>
                      </a:lnTo>
                      <a:close/>
                      <a:moveTo>
                        <a:pt x="36898" y="90589"/>
                      </a:moveTo>
                      <a:lnTo>
                        <a:pt x="52654" y="90589"/>
                      </a:lnTo>
                      <a:lnTo>
                        <a:pt x="52654" y="30244"/>
                      </a:lnTo>
                      <a:lnTo>
                        <a:pt x="65870" y="30244"/>
                      </a:lnTo>
                      <a:lnTo>
                        <a:pt x="65870" y="19826"/>
                      </a:lnTo>
                      <a:lnTo>
                        <a:pt x="52654" y="19826"/>
                      </a:lnTo>
                      <a:lnTo>
                        <a:pt x="52654" y="-2002"/>
                      </a:lnTo>
                      <a:lnTo>
                        <a:pt x="40192" y="-2002"/>
                      </a:lnTo>
                      <a:lnTo>
                        <a:pt x="40192" y="19826"/>
                      </a:lnTo>
                      <a:lnTo>
                        <a:pt x="-1599" y="19826"/>
                      </a:lnTo>
                      <a:lnTo>
                        <a:pt x="-1599" y="31911"/>
                      </a:lnTo>
                      <a:lnTo>
                        <a:pt x="36898" y="9058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20" cap="flat">
                  <a:noFill/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34" name="Freeform: Shape 733">
                  <a:extLst>
                    <a:ext uri="{FF2B5EF4-FFF2-40B4-BE49-F238E27FC236}">
                      <a16:creationId xmlns:a16="http://schemas.microsoft.com/office/drawing/2014/main" id="{CAC3CE79-08CF-D6A8-974B-C55C0C131D4F}"/>
                    </a:ext>
                  </a:extLst>
                </p:cNvPr>
                <p:cNvSpPr/>
                <p:nvPr/>
              </p:nvSpPr>
              <p:spPr>
                <a:xfrm flipV="1">
                  <a:off x="6225972" y="4565978"/>
                  <a:ext cx="63996" cy="96063"/>
                </a:xfrm>
                <a:custGeom>
                  <a:avLst/>
                  <a:gdLst>
                    <a:gd name="csX0" fmla="*/ 30374 w 63996"/>
                    <a:gd name="csY0" fmla="*/ 84144 h 96063"/>
                    <a:gd name="csX1" fmla="*/ 15829 w 63996"/>
                    <a:gd name="csY1" fmla="*/ 74619 h 96063"/>
                    <a:gd name="csX2" fmla="*/ 10967 w 63996"/>
                    <a:gd name="csY2" fmla="*/ 46004 h 96063"/>
                    <a:gd name="csX3" fmla="*/ 15829 w 63996"/>
                    <a:gd name="csY3" fmla="*/ 17449 h 96063"/>
                    <a:gd name="csX4" fmla="*/ 30374 w 63996"/>
                    <a:gd name="csY4" fmla="*/ 7924 h 96063"/>
                    <a:gd name="csX5" fmla="*/ 44979 w 63996"/>
                    <a:gd name="csY5" fmla="*/ 17449 h 96063"/>
                    <a:gd name="csX6" fmla="*/ 49861 w 63996"/>
                    <a:gd name="csY6" fmla="*/ 46004 h 96063"/>
                    <a:gd name="csX7" fmla="*/ 44979 w 63996"/>
                    <a:gd name="csY7" fmla="*/ 74619 h 96063"/>
                    <a:gd name="csX8" fmla="*/ 30374 w 63996"/>
                    <a:gd name="csY8" fmla="*/ 84144 h 96063"/>
                    <a:gd name="csX9" fmla="*/ 30374 w 63996"/>
                    <a:gd name="csY9" fmla="*/ 94065 h 96063"/>
                    <a:gd name="csX10" fmla="*/ 54167 w 63996"/>
                    <a:gd name="csY10" fmla="*/ 81742 h 96063"/>
                    <a:gd name="csX11" fmla="*/ 62382 w 63996"/>
                    <a:gd name="csY11" fmla="*/ 46004 h 96063"/>
                    <a:gd name="csX12" fmla="*/ 54167 w 63996"/>
                    <a:gd name="csY12" fmla="*/ 10305 h 96063"/>
                    <a:gd name="csX13" fmla="*/ 30374 w 63996"/>
                    <a:gd name="csY13" fmla="*/ -1998 h 96063"/>
                    <a:gd name="csX14" fmla="*/ 6602 w 63996"/>
                    <a:gd name="csY14" fmla="*/ 10305 h 96063"/>
                    <a:gd name="csX15" fmla="*/ -1614 w 63996"/>
                    <a:gd name="csY15" fmla="*/ 46004 h 96063"/>
                    <a:gd name="csX16" fmla="*/ 6602 w 63996"/>
                    <a:gd name="csY16" fmla="*/ 81742 h 96063"/>
                    <a:gd name="csX17" fmla="*/ 30374 w 63996"/>
                    <a:gd name="csY17" fmla="*/ 94065 h 9606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</a:cxnLst>
                  <a:rect l="l" t="t" r="r" b="b"/>
                  <a:pathLst>
                    <a:path w="63996" h="96063">
                      <a:moveTo>
                        <a:pt x="30374" y="84144"/>
                      </a:moveTo>
                      <a:cubicBezTo>
                        <a:pt x="23932" y="84144"/>
                        <a:pt x="19083" y="80969"/>
                        <a:pt x="15829" y="74619"/>
                      </a:cubicBezTo>
                      <a:cubicBezTo>
                        <a:pt x="12588" y="68282"/>
                        <a:pt x="10967" y="58744"/>
                        <a:pt x="10967" y="46004"/>
                      </a:cubicBezTo>
                      <a:cubicBezTo>
                        <a:pt x="10967" y="33317"/>
                        <a:pt x="12588" y="23799"/>
                        <a:pt x="15829" y="17449"/>
                      </a:cubicBezTo>
                      <a:cubicBezTo>
                        <a:pt x="19083" y="11099"/>
                        <a:pt x="23932" y="7924"/>
                        <a:pt x="30374" y="7924"/>
                      </a:cubicBezTo>
                      <a:cubicBezTo>
                        <a:pt x="36870" y="7924"/>
                        <a:pt x="41738" y="11099"/>
                        <a:pt x="44979" y="17449"/>
                      </a:cubicBezTo>
                      <a:cubicBezTo>
                        <a:pt x="48234" y="23799"/>
                        <a:pt x="49861" y="33317"/>
                        <a:pt x="49861" y="46004"/>
                      </a:cubicBezTo>
                      <a:cubicBezTo>
                        <a:pt x="49861" y="58744"/>
                        <a:pt x="48234" y="68282"/>
                        <a:pt x="44979" y="74619"/>
                      </a:cubicBezTo>
                      <a:cubicBezTo>
                        <a:pt x="41738" y="80969"/>
                        <a:pt x="36870" y="84144"/>
                        <a:pt x="30374" y="84144"/>
                      </a:cubicBezTo>
                      <a:close/>
                      <a:moveTo>
                        <a:pt x="30374" y="94065"/>
                      </a:moveTo>
                      <a:cubicBezTo>
                        <a:pt x="40759" y="94065"/>
                        <a:pt x="48690" y="89958"/>
                        <a:pt x="54167" y="81742"/>
                      </a:cubicBezTo>
                      <a:cubicBezTo>
                        <a:pt x="59644" y="73540"/>
                        <a:pt x="62382" y="61628"/>
                        <a:pt x="62382" y="46004"/>
                      </a:cubicBezTo>
                      <a:cubicBezTo>
                        <a:pt x="62382" y="30420"/>
                        <a:pt x="59644" y="18520"/>
                        <a:pt x="54167" y="10305"/>
                      </a:cubicBezTo>
                      <a:cubicBezTo>
                        <a:pt x="48690" y="2103"/>
                        <a:pt x="40759" y="-1998"/>
                        <a:pt x="30374" y="-1998"/>
                      </a:cubicBezTo>
                      <a:cubicBezTo>
                        <a:pt x="20003" y="-1998"/>
                        <a:pt x="12078" y="2103"/>
                        <a:pt x="6602" y="10305"/>
                      </a:cubicBezTo>
                      <a:cubicBezTo>
                        <a:pt x="1125" y="18520"/>
                        <a:pt x="-1614" y="30420"/>
                        <a:pt x="-1614" y="46004"/>
                      </a:cubicBezTo>
                      <a:cubicBezTo>
                        <a:pt x="-1614" y="61628"/>
                        <a:pt x="1125" y="73540"/>
                        <a:pt x="6602" y="81742"/>
                      </a:cubicBezTo>
                      <a:cubicBezTo>
                        <a:pt x="12078" y="89958"/>
                        <a:pt x="20003" y="94065"/>
                        <a:pt x="30374" y="9406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0" cap="flat">
                  <a:noFill/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735" name="Graphic 705">
              <a:extLst>
                <a:ext uri="{FF2B5EF4-FFF2-40B4-BE49-F238E27FC236}">
                  <a16:creationId xmlns:a16="http://schemas.microsoft.com/office/drawing/2014/main" id="{D4288D87-71E8-2EA1-0C20-2F28F8271D2D}"/>
                </a:ext>
              </a:extLst>
            </p:cNvPr>
            <p:cNvGrpSpPr/>
            <p:nvPr/>
          </p:nvGrpSpPr>
          <p:grpSpPr>
            <a:xfrm>
              <a:off x="7179376" y="4474836"/>
              <a:ext cx="143368" cy="187205"/>
              <a:chOff x="7179376" y="4474836"/>
              <a:chExt cx="143368" cy="187205"/>
            </a:xfrm>
          </p:grpSpPr>
          <p:sp>
            <p:nvSpPr>
              <p:cNvPr id="736" name="Freeform: Shape 735">
                <a:extLst>
                  <a:ext uri="{FF2B5EF4-FFF2-40B4-BE49-F238E27FC236}">
                    <a16:creationId xmlns:a16="http://schemas.microsoft.com/office/drawing/2014/main" id="{62FDD93A-81F6-CCA3-8FB3-9B46D6AD4010}"/>
                  </a:ext>
                </a:extLst>
              </p:cNvPr>
              <p:cNvSpPr/>
              <p:nvPr/>
            </p:nvSpPr>
            <p:spPr>
              <a:xfrm>
                <a:off x="7250377" y="4474836"/>
                <a:ext cx="12700" cy="44450"/>
              </a:xfrm>
              <a:custGeom>
                <a:avLst/>
                <a:gdLst>
                  <a:gd name="csX0" fmla="*/ 499 w 12700"/>
                  <a:gd name="csY0" fmla="*/ 320 h 44450"/>
                  <a:gd name="csX1" fmla="*/ 499 w 12700"/>
                  <a:gd name="csY1" fmla="*/ 44770 h 444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44450">
                    <a:moveTo>
                      <a:pt x="499" y="320"/>
                    </a:moveTo>
                    <a:lnTo>
                      <a:pt x="499" y="44770"/>
                    </a:lnTo>
                  </a:path>
                </a:pathLst>
              </a:custGeom>
              <a:solidFill>
                <a:srgbClr val="FFFFFF"/>
              </a:solidFill>
              <a:ln w="1016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737" name="Graphic 705">
                <a:extLst>
                  <a:ext uri="{FF2B5EF4-FFF2-40B4-BE49-F238E27FC236}">
                    <a16:creationId xmlns:a16="http://schemas.microsoft.com/office/drawing/2014/main" id="{4E749D96-DD4B-BD78-2A18-E3DBA200EA45}"/>
                  </a:ext>
                </a:extLst>
              </p:cNvPr>
              <p:cNvGrpSpPr/>
              <p:nvPr/>
            </p:nvGrpSpPr>
            <p:grpSpPr>
              <a:xfrm>
                <a:off x="7179376" y="4565978"/>
                <a:ext cx="143368" cy="96063"/>
                <a:chOff x="7179376" y="4565978"/>
                <a:chExt cx="143368" cy="96063"/>
              </a:xfrm>
              <a:solidFill>
                <a:srgbClr val="FFFFFF"/>
              </a:solidFill>
            </p:grpSpPr>
            <p:sp>
              <p:nvSpPr>
                <p:cNvPr id="738" name="Freeform: Shape 737">
                  <a:extLst>
                    <a:ext uri="{FF2B5EF4-FFF2-40B4-BE49-F238E27FC236}">
                      <a16:creationId xmlns:a16="http://schemas.microsoft.com/office/drawing/2014/main" id="{D78666DA-365C-7D95-AD5E-ECA21AD03625}"/>
                    </a:ext>
                  </a:extLst>
                </p:cNvPr>
                <p:cNvSpPr/>
                <p:nvPr/>
              </p:nvSpPr>
              <p:spPr>
                <a:xfrm flipV="1">
                  <a:off x="7179376" y="4567645"/>
                  <a:ext cx="59908" cy="94396"/>
                </a:xfrm>
                <a:custGeom>
                  <a:avLst/>
                  <a:gdLst>
                    <a:gd name="csX0" fmla="*/ 2401 w 59908"/>
                    <a:gd name="csY0" fmla="*/ 92441 h 94396"/>
                    <a:gd name="csX1" fmla="*/ 51574 w 59908"/>
                    <a:gd name="csY1" fmla="*/ 92441 h 94396"/>
                    <a:gd name="csX2" fmla="*/ 51574 w 59908"/>
                    <a:gd name="csY2" fmla="*/ 81884 h 94396"/>
                    <a:gd name="csX3" fmla="*/ 13871 w 59908"/>
                    <a:gd name="csY3" fmla="*/ 81884 h 94396"/>
                    <a:gd name="csX4" fmla="*/ 13871 w 59908"/>
                    <a:gd name="csY4" fmla="*/ 59202 h 94396"/>
                    <a:gd name="csX5" fmla="*/ 19308 w 59908"/>
                    <a:gd name="csY5" fmla="*/ 60591 h 94396"/>
                    <a:gd name="csX6" fmla="*/ 24785 w 59908"/>
                    <a:gd name="csY6" fmla="*/ 61048 h 94396"/>
                    <a:gd name="csX7" fmla="*/ 49332 w 59908"/>
                    <a:gd name="csY7" fmla="*/ 52555 h 94396"/>
                    <a:gd name="csX8" fmla="*/ 58400 w 59908"/>
                    <a:gd name="csY8" fmla="*/ 29556 h 94396"/>
                    <a:gd name="csX9" fmla="*/ 49094 w 59908"/>
                    <a:gd name="csY9" fmla="*/ 6319 h 94396"/>
                    <a:gd name="csX10" fmla="*/ 22860 w 59908"/>
                    <a:gd name="csY10" fmla="*/ -1956 h 94396"/>
                    <a:gd name="csX11" fmla="*/ 10974 w 59908"/>
                    <a:gd name="csY11" fmla="*/ -964 h 94396"/>
                    <a:gd name="csX12" fmla="*/ -1508 w 59908"/>
                    <a:gd name="csY12" fmla="*/ 2013 h 94396"/>
                    <a:gd name="csX13" fmla="*/ -1508 w 59908"/>
                    <a:gd name="csY13" fmla="*/ 14613 h 94396"/>
                    <a:gd name="csX14" fmla="*/ 10021 w 59908"/>
                    <a:gd name="csY14" fmla="*/ 10089 h 94396"/>
                    <a:gd name="csX15" fmla="*/ 22602 w 59908"/>
                    <a:gd name="csY15" fmla="*/ 8601 h 94396"/>
                    <a:gd name="csX16" fmla="*/ 39589 w 59908"/>
                    <a:gd name="csY16" fmla="*/ 14236 h 94396"/>
                    <a:gd name="csX17" fmla="*/ 45859 w 59908"/>
                    <a:gd name="csY17" fmla="*/ 29556 h 94396"/>
                    <a:gd name="csX18" fmla="*/ 39589 w 59908"/>
                    <a:gd name="csY18" fmla="*/ 44855 h 94396"/>
                    <a:gd name="csX19" fmla="*/ 22602 w 59908"/>
                    <a:gd name="csY19" fmla="*/ 50511 h 94396"/>
                    <a:gd name="csX20" fmla="*/ 12581 w 59908"/>
                    <a:gd name="csY20" fmla="*/ 49400 h 94396"/>
                    <a:gd name="csX21" fmla="*/ 2401 w 59908"/>
                    <a:gd name="csY21" fmla="*/ 45927 h 94396"/>
                    <a:gd name="csX22" fmla="*/ 2401 w 59908"/>
                    <a:gd name="csY22" fmla="*/ 92441 h 9439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</a:cxnLst>
                  <a:rect l="l" t="t" r="r" b="b"/>
                  <a:pathLst>
                    <a:path w="59908" h="94396">
                      <a:moveTo>
                        <a:pt x="2401" y="92441"/>
                      </a:moveTo>
                      <a:lnTo>
                        <a:pt x="51574" y="92441"/>
                      </a:lnTo>
                      <a:lnTo>
                        <a:pt x="51574" y="81884"/>
                      </a:lnTo>
                      <a:lnTo>
                        <a:pt x="13871" y="81884"/>
                      </a:lnTo>
                      <a:lnTo>
                        <a:pt x="13871" y="59202"/>
                      </a:lnTo>
                      <a:cubicBezTo>
                        <a:pt x="15683" y="59824"/>
                        <a:pt x="17496" y="60287"/>
                        <a:pt x="19308" y="60591"/>
                      </a:cubicBezTo>
                      <a:cubicBezTo>
                        <a:pt x="21134" y="60896"/>
                        <a:pt x="22960" y="61048"/>
                        <a:pt x="24785" y="61048"/>
                      </a:cubicBezTo>
                      <a:cubicBezTo>
                        <a:pt x="35117" y="61048"/>
                        <a:pt x="43299" y="58217"/>
                        <a:pt x="49332" y="52555"/>
                      </a:cubicBezTo>
                      <a:cubicBezTo>
                        <a:pt x="55378" y="46893"/>
                        <a:pt x="58400" y="39226"/>
                        <a:pt x="58400" y="29556"/>
                      </a:cubicBezTo>
                      <a:cubicBezTo>
                        <a:pt x="58400" y="19594"/>
                        <a:pt x="55298" y="11849"/>
                        <a:pt x="49094" y="6319"/>
                      </a:cubicBezTo>
                      <a:cubicBezTo>
                        <a:pt x="42889" y="802"/>
                        <a:pt x="34145" y="-1956"/>
                        <a:pt x="22860" y="-1956"/>
                      </a:cubicBezTo>
                      <a:cubicBezTo>
                        <a:pt x="18971" y="-1956"/>
                        <a:pt x="15009" y="-1625"/>
                        <a:pt x="10974" y="-964"/>
                      </a:cubicBezTo>
                      <a:cubicBezTo>
                        <a:pt x="6952" y="-302"/>
                        <a:pt x="2792" y="690"/>
                        <a:pt x="-1508" y="2013"/>
                      </a:cubicBezTo>
                      <a:lnTo>
                        <a:pt x="-1508" y="14613"/>
                      </a:lnTo>
                      <a:cubicBezTo>
                        <a:pt x="2210" y="12589"/>
                        <a:pt x="6053" y="11081"/>
                        <a:pt x="10021" y="10089"/>
                      </a:cubicBezTo>
                      <a:cubicBezTo>
                        <a:pt x="13990" y="9097"/>
                        <a:pt x="18184" y="8601"/>
                        <a:pt x="22602" y="8601"/>
                      </a:cubicBezTo>
                      <a:cubicBezTo>
                        <a:pt x="29759" y="8601"/>
                        <a:pt x="35421" y="10479"/>
                        <a:pt x="39589" y="14236"/>
                      </a:cubicBezTo>
                      <a:cubicBezTo>
                        <a:pt x="43769" y="17994"/>
                        <a:pt x="45859" y="23100"/>
                        <a:pt x="45859" y="29556"/>
                      </a:cubicBezTo>
                      <a:cubicBezTo>
                        <a:pt x="45859" y="35998"/>
                        <a:pt x="43769" y="41098"/>
                        <a:pt x="39589" y="44855"/>
                      </a:cubicBezTo>
                      <a:cubicBezTo>
                        <a:pt x="35421" y="48626"/>
                        <a:pt x="29759" y="50511"/>
                        <a:pt x="22602" y="50511"/>
                      </a:cubicBezTo>
                      <a:cubicBezTo>
                        <a:pt x="19255" y="50511"/>
                        <a:pt x="15915" y="50140"/>
                        <a:pt x="12581" y="49400"/>
                      </a:cubicBezTo>
                      <a:cubicBezTo>
                        <a:pt x="9261" y="48659"/>
                        <a:pt x="5867" y="47501"/>
                        <a:pt x="2401" y="45927"/>
                      </a:cubicBezTo>
                      <a:lnTo>
                        <a:pt x="2401" y="9244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20" cap="flat">
                  <a:noFill/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39" name="Freeform: Shape 738">
                  <a:extLst>
                    <a:ext uri="{FF2B5EF4-FFF2-40B4-BE49-F238E27FC236}">
                      <a16:creationId xmlns:a16="http://schemas.microsoft.com/office/drawing/2014/main" id="{885085AD-B58A-DEEC-0E1C-E6AE52793EFD}"/>
                    </a:ext>
                  </a:extLst>
                </p:cNvPr>
                <p:cNvSpPr/>
                <p:nvPr/>
              </p:nvSpPr>
              <p:spPr>
                <a:xfrm flipV="1">
                  <a:off x="7258749" y="4565978"/>
                  <a:ext cx="63996" cy="96063"/>
                </a:xfrm>
                <a:custGeom>
                  <a:avLst/>
                  <a:gdLst>
                    <a:gd name="csX0" fmla="*/ 30456 w 63996"/>
                    <a:gd name="csY0" fmla="*/ 84144 h 96063"/>
                    <a:gd name="csX1" fmla="*/ 15910 w 63996"/>
                    <a:gd name="csY1" fmla="*/ 74619 h 96063"/>
                    <a:gd name="csX2" fmla="*/ 11049 w 63996"/>
                    <a:gd name="csY2" fmla="*/ 46004 h 96063"/>
                    <a:gd name="csX3" fmla="*/ 15910 w 63996"/>
                    <a:gd name="csY3" fmla="*/ 17449 h 96063"/>
                    <a:gd name="csX4" fmla="*/ 30456 w 63996"/>
                    <a:gd name="csY4" fmla="*/ 7924 h 96063"/>
                    <a:gd name="csX5" fmla="*/ 45061 w 63996"/>
                    <a:gd name="csY5" fmla="*/ 17449 h 96063"/>
                    <a:gd name="csX6" fmla="*/ 49942 w 63996"/>
                    <a:gd name="csY6" fmla="*/ 46004 h 96063"/>
                    <a:gd name="csX7" fmla="*/ 45061 w 63996"/>
                    <a:gd name="csY7" fmla="*/ 74619 h 96063"/>
                    <a:gd name="csX8" fmla="*/ 30456 w 63996"/>
                    <a:gd name="csY8" fmla="*/ 84144 h 96063"/>
                    <a:gd name="csX9" fmla="*/ 30456 w 63996"/>
                    <a:gd name="csY9" fmla="*/ 94065 h 96063"/>
                    <a:gd name="csX10" fmla="*/ 54248 w 63996"/>
                    <a:gd name="csY10" fmla="*/ 81742 h 96063"/>
                    <a:gd name="csX11" fmla="*/ 62464 w 63996"/>
                    <a:gd name="csY11" fmla="*/ 46004 h 96063"/>
                    <a:gd name="csX12" fmla="*/ 54248 w 63996"/>
                    <a:gd name="csY12" fmla="*/ 10305 h 96063"/>
                    <a:gd name="csX13" fmla="*/ 30456 w 63996"/>
                    <a:gd name="csY13" fmla="*/ -1998 h 96063"/>
                    <a:gd name="csX14" fmla="*/ 6683 w 63996"/>
                    <a:gd name="csY14" fmla="*/ 10305 h 96063"/>
                    <a:gd name="csX15" fmla="*/ -1532 w 63996"/>
                    <a:gd name="csY15" fmla="*/ 46004 h 96063"/>
                    <a:gd name="csX16" fmla="*/ 6683 w 63996"/>
                    <a:gd name="csY16" fmla="*/ 81742 h 96063"/>
                    <a:gd name="csX17" fmla="*/ 30456 w 63996"/>
                    <a:gd name="csY17" fmla="*/ 94065 h 9606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</a:cxnLst>
                  <a:rect l="l" t="t" r="r" b="b"/>
                  <a:pathLst>
                    <a:path w="63996" h="96063">
                      <a:moveTo>
                        <a:pt x="30456" y="84144"/>
                      </a:moveTo>
                      <a:cubicBezTo>
                        <a:pt x="24013" y="84144"/>
                        <a:pt x="19165" y="80969"/>
                        <a:pt x="15910" y="74619"/>
                      </a:cubicBezTo>
                      <a:cubicBezTo>
                        <a:pt x="12669" y="68282"/>
                        <a:pt x="11049" y="58744"/>
                        <a:pt x="11049" y="46004"/>
                      </a:cubicBezTo>
                      <a:cubicBezTo>
                        <a:pt x="11049" y="33317"/>
                        <a:pt x="12669" y="23799"/>
                        <a:pt x="15910" y="17449"/>
                      </a:cubicBezTo>
                      <a:cubicBezTo>
                        <a:pt x="19165" y="11099"/>
                        <a:pt x="24013" y="7924"/>
                        <a:pt x="30456" y="7924"/>
                      </a:cubicBezTo>
                      <a:cubicBezTo>
                        <a:pt x="36951" y="7924"/>
                        <a:pt x="41820" y="11099"/>
                        <a:pt x="45061" y="17449"/>
                      </a:cubicBezTo>
                      <a:cubicBezTo>
                        <a:pt x="48315" y="23799"/>
                        <a:pt x="49942" y="33317"/>
                        <a:pt x="49942" y="46004"/>
                      </a:cubicBezTo>
                      <a:cubicBezTo>
                        <a:pt x="49942" y="58744"/>
                        <a:pt x="48315" y="68282"/>
                        <a:pt x="45061" y="74619"/>
                      </a:cubicBezTo>
                      <a:cubicBezTo>
                        <a:pt x="41820" y="80969"/>
                        <a:pt x="36951" y="84144"/>
                        <a:pt x="30456" y="84144"/>
                      </a:cubicBezTo>
                      <a:close/>
                      <a:moveTo>
                        <a:pt x="30456" y="94065"/>
                      </a:moveTo>
                      <a:cubicBezTo>
                        <a:pt x="40841" y="94065"/>
                        <a:pt x="48771" y="89958"/>
                        <a:pt x="54248" y="81742"/>
                      </a:cubicBezTo>
                      <a:cubicBezTo>
                        <a:pt x="59725" y="73540"/>
                        <a:pt x="62464" y="61628"/>
                        <a:pt x="62464" y="46004"/>
                      </a:cubicBezTo>
                      <a:cubicBezTo>
                        <a:pt x="62464" y="30420"/>
                        <a:pt x="59725" y="18520"/>
                        <a:pt x="54248" y="10305"/>
                      </a:cubicBezTo>
                      <a:cubicBezTo>
                        <a:pt x="48771" y="2103"/>
                        <a:pt x="40841" y="-1998"/>
                        <a:pt x="30456" y="-1998"/>
                      </a:cubicBezTo>
                      <a:cubicBezTo>
                        <a:pt x="20084" y="-1998"/>
                        <a:pt x="12160" y="2103"/>
                        <a:pt x="6683" y="10305"/>
                      </a:cubicBezTo>
                      <a:cubicBezTo>
                        <a:pt x="1206" y="18520"/>
                        <a:pt x="-1532" y="30420"/>
                        <a:pt x="-1532" y="46004"/>
                      </a:cubicBezTo>
                      <a:cubicBezTo>
                        <a:pt x="-1532" y="61628"/>
                        <a:pt x="1206" y="73540"/>
                        <a:pt x="6683" y="81742"/>
                      </a:cubicBezTo>
                      <a:cubicBezTo>
                        <a:pt x="12160" y="89958"/>
                        <a:pt x="20084" y="94065"/>
                        <a:pt x="30456" y="9406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0" cap="flat">
                  <a:noFill/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740" name="Graphic 705">
              <a:extLst>
                <a:ext uri="{FF2B5EF4-FFF2-40B4-BE49-F238E27FC236}">
                  <a16:creationId xmlns:a16="http://schemas.microsoft.com/office/drawing/2014/main" id="{C6F7A8C8-003F-7DFB-D5DA-6EFAE55241F5}"/>
                </a:ext>
              </a:extLst>
            </p:cNvPr>
            <p:cNvGrpSpPr/>
            <p:nvPr/>
          </p:nvGrpSpPr>
          <p:grpSpPr>
            <a:xfrm>
              <a:off x="1879939" y="954396"/>
              <a:ext cx="0" cy="3545839"/>
              <a:chOff x="1879939" y="954396"/>
              <a:chExt cx="0" cy="3545839"/>
            </a:xfrm>
          </p:grpSpPr>
          <p:sp>
            <p:nvSpPr>
              <p:cNvPr id="741" name="Freeform: Shape 740">
                <a:extLst>
                  <a:ext uri="{FF2B5EF4-FFF2-40B4-BE49-F238E27FC236}">
                    <a16:creationId xmlns:a16="http://schemas.microsoft.com/office/drawing/2014/main" id="{A9C1373B-6EBC-69FA-6DA5-620F20C629EE}"/>
                  </a:ext>
                </a:extLst>
              </p:cNvPr>
              <p:cNvSpPr/>
              <p:nvPr/>
            </p:nvSpPr>
            <p:spPr>
              <a:xfrm>
                <a:off x="1879939" y="954396"/>
                <a:ext cx="12700" cy="3520439"/>
              </a:xfrm>
              <a:custGeom>
                <a:avLst/>
                <a:gdLst>
                  <a:gd name="csX0" fmla="*/ 0 w 12700"/>
                  <a:gd name="csY0" fmla="*/ 3520440 h 3520439"/>
                  <a:gd name="csX1" fmla="*/ 0 w 12700"/>
                  <a:gd name="csY1" fmla="*/ 0 h 35204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3520439">
                    <a:moveTo>
                      <a:pt x="0" y="3520440"/>
                    </a:moveTo>
                    <a:lnTo>
                      <a:pt x="0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2" name="Freeform: Shape 741">
                <a:extLst>
                  <a:ext uri="{FF2B5EF4-FFF2-40B4-BE49-F238E27FC236}">
                    <a16:creationId xmlns:a16="http://schemas.microsoft.com/office/drawing/2014/main" id="{C5FA624C-6B99-94C3-B640-FC92D079A8EC}"/>
                  </a:ext>
                </a:extLst>
              </p:cNvPr>
              <p:cNvSpPr/>
              <p:nvPr/>
            </p:nvSpPr>
            <p:spPr>
              <a:xfrm>
                <a:off x="1879939" y="4474836"/>
                <a:ext cx="12700" cy="25400"/>
              </a:xfrm>
              <a:custGeom>
                <a:avLst/>
                <a:gdLst>
                  <a:gd name="csX0" fmla="*/ 76 w 12700"/>
                  <a:gd name="csY0" fmla="*/ 320 h 25400"/>
                  <a:gd name="csX1" fmla="*/ 76 w 12700"/>
                  <a:gd name="csY1" fmla="*/ 25720 h 25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25400">
                    <a:moveTo>
                      <a:pt x="76" y="320"/>
                    </a:moveTo>
                    <a:lnTo>
                      <a:pt x="76" y="25720"/>
                    </a:lnTo>
                  </a:path>
                </a:pathLst>
              </a:custGeom>
              <a:solidFill>
                <a:srgbClr val="FFFFFF"/>
              </a:solidFill>
              <a:ln w="762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43" name="Graphic 705">
              <a:extLst>
                <a:ext uri="{FF2B5EF4-FFF2-40B4-BE49-F238E27FC236}">
                  <a16:creationId xmlns:a16="http://schemas.microsoft.com/office/drawing/2014/main" id="{9806D614-362B-CC25-2D4D-B1324FD0FEBA}"/>
                </a:ext>
              </a:extLst>
            </p:cNvPr>
            <p:cNvGrpSpPr/>
            <p:nvPr/>
          </p:nvGrpSpPr>
          <p:grpSpPr>
            <a:xfrm>
              <a:off x="1983216" y="954396"/>
              <a:ext cx="0" cy="3545839"/>
              <a:chOff x="1983216" y="954396"/>
              <a:chExt cx="0" cy="3545839"/>
            </a:xfrm>
          </p:grpSpPr>
          <p:sp>
            <p:nvSpPr>
              <p:cNvPr id="744" name="Freeform: Shape 743">
                <a:extLst>
                  <a:ext uri="{FF2B5EF4-FFF2-40B4-BE49-F238E27FC236}">
                    <a16:creationId xmlns:a16="http://schemas.microsoft.com/office/drawing/2014/main" id="{D7E1305B-17D2-7694-9B19-CD1A4441145E}"/>
                  </a:ext>
                </a:extLst>
              </p:cNvPr>
              <p:cNvSpPr/>
              <p:nvPr/>
            </p:nvSpPr>
            <p:spPr>
              <a:xfrm>
                <a:off x="1983216" y="954396"/>
                <a:ext cx="12700" cy="3520439"/>
              </a:xfrm>
              <a:custGeom>
                <a:avLst/>
                <a:gdLst>
                  <a:gd name="csX0" fmla="*/ 0 w 12700"/>
                  <a:gd name="csY0" fmla="*/ 3520440 h 3520439"/>
                  <a:gd name="csX1" fmla="*/ 0 w 12700"/>
                  <a:gd name="csY1" fmla="*/ 0 h 35204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3520439">
                    <a:moveTo>
                      <a:pt x="0" y="3520440"/>
                    </a:moveTo>
                    <a:lnTo>
                      <a:pt x="0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5" name="Freeform: Shape 744">
                <a:extLst>
                  <a:ext uri="{FF2B5EF4-FFF2-40B4-BE49-F238E27FC236}">
                    <a16:creationId xmlns:a16="http://schemas.microsoft.com/office/drawing/2014/main" id="{AC5A7DD4-580F-0D0D-765E-528E7659EE02}"/>
                  </a:ext>
                </a:extLst>
              </p:cNvPr>
              <p:cNvSpPr/>
              <p:nvPr/>
            </p:nvSpPr>
            <p:spPr>
              <a:xfrm>
                <a:off x="1983216" y="4474836"/>
                <a:ext cx="12700" cy="25400"/>
              </a:xfrm>
              <a:custGeom>
                <a:avLst/>
                <a:gdLst>
                  <a:gd name="csX0" fmla="*/ 84 w 12700"/>
                  <a:gd name="csY0" fmla="*/ 320 h 25400"/>
                  <a:gd name="csX1" fmla="*/ 84 w 12700"/>
                  <a:gd name="csY1" fmla="*/ 25720 h 25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25400">
                    <a:moveTo>
                      <a:pt x="84" y="320"/>
                    </a:moveTo>
                    <a:lnTo>
                      <a:pt x="84" y="25720"/>
                    </a:lnTo>
                  </a:path>
                </a:pathLst>
              </a:custGeom>
              <a:solidFill>
                <a:srgbClr val="FFFFFF"/>
              </a:solidFill>
              <a:ln w="762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46" name="Graphic 705">
              <a:extLst>
                <a:ext uri="{FF2B5EF4-FFF2-40B4-BE49-F238E27FC236}">
                  <a16:creationId xmlns:a16="http://schemas.microsoft.com/office/drawing/2014/main" id="{0D188173-7828-45B0-ECBF-721AA6766F13}"/>
                </a:ext>
              </a:extLst>
            </p:cNvPr>
            <p:cNvGrpSpPr/>
            <p:nvPr/>
          </p:nvGrpSpPr>
          <p:grpSpPr>
            <a:xfrm>
              <a:off x="2189772" y="954396"/>
              <a:ext cx="0" cy="3545839"/>
              <a:chOff x="2189772" y="954396"/>
              <a:chExt cx="0" cy="3545839"/>
            </a:xfrm>
          </p:grpSpPr>
          <p:sp>
            <p:nvSpPr>
              <p:cNvPr id="747" name="Freeform: Shape 746">
                <a:extLst>
                  <a:ext uri="{FF2B5EF4-FFF2-40B4-BE49-F238E27FC236}">
                    <a16:creationId xmlns:a16="http://schemas.microsoft.com/office/drawing/2014/main" id="{65987C8C-D7D0-0481-76C7-F0C6003D8590}"/>
                  </a:ext>
                </a:extLst>
              </p:cNvPr>
              <p:cNvSpPr/>
              <p:nvPr/>
            </p:nvSpPr>
            <p:spPr>
              <a:xfrm>
                <a:off x="2189772" y="954396"/>
                <a:ext cx="12700" cy="3520439"/>
              </a:xfrm>
              <a:custGeom>
                <a:avLst/>
                <a:gdLst>
                  <a:gd name="csX0" fmla="*/ 0 w 12700"/>
                  <a:gd name="csY0" fmla="*/ 3520440 h 3520439"/>
                  <a:gd name="csX1" fmla="*/ 0 w 12700"/>
                  <a:gd name="csY1" fmla="*/ 0 h 35204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3520439">
                    <a:moveTo>
                      <a:pt x="0" y="3520440"/>
                    </a:moveTo>
                    <a:lnTo>
                      <a:pt x="0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8" name="Freeform: Shape 747">
                <a:extLst>
                  <a:ext uri="{FF2B5EF4-FFF2-40B4-BE49-F238E27FC236}">
                    <a16:creationId xmlns:a16="http://schemas.microsoft.com/office/drawing/2014/main" id="{1B56F61A-E27C-2396-FAD7-D4D375A040F7}"/>
                  </a:ext>
                </a:extLst>
              </p:cNvPr>
              <p:cNvSpPr/>
              <p:nvPr/>
            </p:nvSpPr>
            <p:spPr>
              <a:xfrm>
                <a:off x="2189772" y="4474836"/>
                <a:ext cx="12700" cy="25400"/>
              </a:xfrm>
              <a:custGeom>
                <a:avLst/>
                <a:gdLst>
                  <a:gd name="csX0" fmla="*/ 100 w 12700"/>
                  <a:gd name="csY0" fmla="*/ 320 h 25400"/>
                  <a:gd name="csX1" fmla="*/ 100 w 12700"/>
                  <a:gd name="csY1" fmla="*/ 25720 h 25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25400">
                    <a:moveTo>
                      <a:pt x="100" y="320"/>
                    </a:moveTo>
                    <a:lnTo>
                      <a:pt x="100" y="25720"/>
                    </a:lnTo>
                  </a:path>
                </a:pathLst>
              </a:custGeom>
              <a:solidFill>
                <a:srgbClr val="FFFFFF"/>
              </a:solidFill>
              <a:ln w="762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49" name="Graphic 705">
              <a:extLst>
                <a:ext uri="{FF2B5EF4-FFF2-40B4-BE49-F238E27FC236}">
                  <a16:creationId xmlns:a16="http://schemas.microsoft.com/office/drawing/2014/main" id="{0C5F65C8-7FC5-C824-C2BC-ECF37BD3C7A7}"/>
                </a:ext>
              </a:extLst>
            </p:cNvPr>
            <p:cNvGrpSpPr/>
            <p:nvPr/>
          </p:nvGrpSpPr>
          <p:grpSpPr>
            <a:xfrm>
              <a:off x="2293049" y="954396"/>
              <a:ext cx="0" cy="3545839"/>
              <a:chOff x="2293049" y="954396"/>
              <a:chExt cx="0" cy="3545839"/>
            </a:xfrm>
          </p:grpSpPr>
          <p:sp>
            <p:nvSpPr>
              <p:cNvPr id="750" name="Freeform: Shape 749">
                <a:extLst>
                  <a:ext uri="{FF2B5EF4-FFF2-40B4-BE49-F238E27FC236}">
                    <a16:creationId xmlns:a16="http://schemas.microsoft.com/office/drawing/2014/main" id="{EBB90E2A-23D8-6509-7D17-6095989C083D}"/>
                  </a:ext>
                </a:extLst>
              </p:cNvPr>
              <p:cNvSpPr/>
              <p:nvPr/>
            </p:nvSpPr>
            <p:spPr>
              <a:xfrm>
                <a:off x="2293049" y="954396"/>
                <a:ext cx="12700" cy="3520439"/>
              </a:xfrm>
              <a:custGeom>
                <a:avLst/>
                <a:gdLst>
                  <a:gd name="csX0" fmla="*/ 0 w 12700"/>
                  <a:gd name="csY0" fmla="*/ 3520440 h 3520439"/>
                  <a:gd name="csX1" fmla="*/ 0 w 12700"/>
                  <a:gd name="csY1" fmla="*/ 0 h 35204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3520439">
                    <a:moveTo>
                      <a:pt x="0" y="3520440"/>
                    </a:moveTo>
                    <a:lnTo>
                      <a:pt x="0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1" name="Freeform: Shape 750">
                <a:extLst>
                  <a:ext uri="{FF2B5EF4-FFF2-40B4-BE49-F238E27FC236}">
                    <a16:creationId xmlns:a16="http://schemas.microsoft.com/office/drawing/2014/main" id="{599787D2-66E8-EB78-2FF5-0BFDF2380C6A}"/>
                  </a:ext>
                </a:extLst>
              </p:cNvPr>
              <p:cNvSpPr/>
              <p:nvPr/>
            </p:nvSpPr>
            <p:spPr>
              <a:xfrm>
                <a:off x="2293049" y="4474836"/>
                <a:ext cx="12700" cy="25400"/>
              </a:xfrm>
              <a:custGeom>
                <a:avLst/>
                <a:gdLst>
                  <a:gd name="csX0" fmla="*/ 109 w 12700"/>
                  <a:gd name="csY0" fmla="*/ 320 h 25400"/>
                  <a:gd name="csX1" fmla="*/ 109 w 12700"/>
                  <a:gd name="csY1" fmla="*/ 25720 h 25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25400">
                    <a:moveTo>
                      <a:pt x="109" y="320"/>
                    </a:moveTo>
                    <a:lnTo>
                      <a:pt x="109" y="25720"/>
                    </a:lnTo>
                  </a:path>
                </a:pathLst>
              </a:custGeom>
              <a:solidFill>
                <a:srgbClr val="FFFFFF"/>
              </a:solidFill>
              <a:ln w="762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52" name="Graphic 705">
              <a:extLst>
                <a:ext uri="{FF2B5EF4-FFF2-40B4-BE49-F238E27FC236}">
                  <a16:creationId xmlns:a16="http://schemas.microsoft.com/office/drawing/2014/main" id="{F4485997-1FAA-F102-3CF7-60441568D809}"/>
                </a:ext>
              </a:extLst>
            </p:cNvPr>
            <p:cNvGrpSpPr/>
            <p:nvPr/>
          </p:nvGrpSpPr>
          <p:grpSpPr>
            <a:xfrm>
              <a:off x="2396327" y="954396"/>
              <a:ext cx="0" cy="3545839"/>
              <a:chOff x="2396327" y="954396"/>
              <a:chExt cx="0" cy="3545839"/>
            </a:xfrm>
          </p:grpSpPr>
          <p:sp>
            <p:nvSpPr>
              <p:cNvPr id="753" name="Freeform: Shape 752">
                <a:extLst>
                  <a:ext uri="{FF2B5EF4-FFF2-40B4-BE49-F238E27FC236}">
                    <a16:creationId xmlns:a16="http://schemas.microsoft.com/office/drawing/2014/main" id="{6989BE21-3FB8-AB31-E007-CBF9B71E5B0D}"/>
                  </a:ext>
                </a:extLst>
              </p:cNvPr>
              <p:cNvSpPr/>
              <p:nvPr/>
            </p:nvSpPr>
            <p:spPr>
              <a:xfrm>
                <a:off x="2396327" y="954396"/>
                <a:ext cx="12700" cy="3520439"/>
              </a:xfrm>
              <a:custGeom>
                <a:avLst/>
                <a:gdLst>
                  <a:gd name="csX0" fmla="*/ 0 w 12700"/>
                  <a:gd name="csY0" fmla="*/ 3520440 h 3520439"/>
                  <a:gd name="csX1" fmla="*/ 0 w 12700"/>
                  <a:gd name="csY1" fmla="*/ 0 h 35204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3520439">
                    <a:moveTo>
                      <a:pt x="0" y="3520440"/>
                    </a:moveTo>
                    <a:lnTo>
                      <a:pt x="0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4" name="Freeform: Shape 753">
                <a:extLst>
                  <a:ext uri="{FF2B5EF4-FFF2-40B4-BE49-F238E27FC236}">
                    <a16:creationId xmlns:a16="http://schemas.microsoft.com/office/drawing/2014/main" id="{085F8E07-4713-8F4B-C50E-411BB9F2A5A6}"/>
                  </a:ext>
                </a:extLst>
              </p:cNvPr>
              <p:cNvSpPr/>
              <p:nvPr/>
            </p:nvSpPr>
            <p:spPr>
              <a:xfrm>
                <a:off x="2396327" y="4474836"/>
                <a:ext cx="12700" cy="25400"/>
              </a:xfrm>
              <a:custGeom>
                <a:avLst/>
                <a:gdLst>
                  <a:gd name="csX0" fmla="*/ 117 w 12700"/>
                  <a:gd name="csY0" fmla="*/ 320 h 25400"/>
                  <a:gd name="csX1" fmla="*/ 117 w 12700"/>
                  <a:gd name="csY1" fmla="*/ 25720 h 25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25400">
                    <a:moveTo>
                      <a:pt x="117" y="320"/>
                    </a:moveTo>
                    <a:lnTo>
                      <a:pt x="117" y="25720"/>
                    </a:lnTo>
                  </a:path>
                </a:pathLst>
              </a:custGeom>
              <a:solidFill>
                <a:srgbClr val="FFFFFF"/>
              </a:solidFill>
              <a:ln w="762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55" name="Graphic 705">
              <a:extLst>
                <a:ext uri="{FF2B5EF4-FFF2-40B4-BE49-F238E27FC236}">
                  <a16:creationId xmlns:a16="http://schemas.microsoft.com/office/drawing/2014/main" id="{69DE118A-A697-8ACF-1CA9-B6F71336C13B}"/>
                </a:ext>
              </a:extLst>
            </p:cNvPr>
            <p:cNvGrpSpPr/>
            <p:nvPr/>
          </p:nvGrpSpPr>
          <p:grpSpPr>
            <a:xfrm>
              <a:off x="2499605" y="954396"/>
              <a:ext cx="0" cy="3545839"/>
              <a:chOff x="2499605" y="954396"/>
              <a:chExt cx="0" cy="3545839"/>
            </a:xfrm>
          </p:grpSpPr>
          <p:sp>
            <p:nvSpPr>
              <p:cNvPr id="756" name="Freeform: Shape 755">
                <a:extLst>
                  <a:ext uri="{FF2B5EF4-FFF2-40B4-BE49-F238E27FC236}">
                    <a16:creationId xmlns:a16="http://schemas.microsoft.com/office/drawing/2014/main" id="{35643183-82D5-2805-2C7D-130831F9E253}"/>
                  </a:ext>
                </a:extLst>
              </p:cNvPr>
              <p:cNvSpPr/>
              <p:nvPr/>
            </p:nvSpPr>
            <p:spPr>
              <a:xfrm>
                <a:off x="2499605" y="954396"/>
                <a:ext cx="12700" cy="3520439"/>
              </a:xfrm>
              <a:custGeom>
                <a:avLst/>
                <a:gdLst>
                  <a:gd name="csX0" fmla="*/ 0 w 12700"/>
                  <a:gd name="csY0" fmla="*/ 3520440 h 3520439"/>
                  <a:gd name="csX1" fmla="*/ 0 w 12700"/>
                  <a:gd name="csY1" fmla="*/ 0 h 35204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3520439">
                    <a:moveTo>
                      <a:pt x="0" y="3520440"/>
                    </a:moveTo>
                    <a:lnTo>
                      <a:pt x="0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7" name="Freeform: Shape 756">
                <a:extLst>
                  <a:ext uri="{FF2B5EF4-FFF2-40B4-BE49-F238E27FC236}">
                    <a16:creationId xmlns:a16="http://schemas.microsoft.com/office/drawing/2014/main" id="{8839C0A3-8B0C-1114-F16C-0C6B71D2B001}"/>
                  </a:ext>
                </a:extLst>
              </p:cNvPr>
              <p:cNvSpPr/>
              <p:nvPr/>
            </p:nvSpPr>
            <p:spPr>
              <a:xfrm>
                <a:off x="2499605" y="4474836"/>
                <a:ext cx="12700" cy="25400"/>
              </a:xfrm>
              <a:custGeom>
                <a:avLst/>
                <a:gdLst>
                  <a:gd name="csX0" fmla="*/ 125 w 12700"/>
                  <a:gd name="csY0" fmla="*/ 320 h 25400"/>
                  <a:gd name="csX1" fmla="*/ 125 w 12700"/>
                  <a:gd name="csY1" fmla="*/ 25720 h 25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25400">
                    <a:moveTo>
                      <a:pt x="125" y="320"/>
                    </a:moveTo>
                    <a:lnTo>
                      <a:pt x="125" y="25720"/>
                    </a:lnTo>
                  </a:path>
                </a:pathLst>
              </a:custGeom>
              <a:solidFill>
                <a:srgbClr val="FFFFFF"/>
              </a:solidFill>
              <a:ln w="762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58" name="Graphic 705">
              <a:extLst>
                <a:ext uri="{FF2B5EF4-FFF2-40B4-BE49-F238E27FC236}">
                  <a16:creationId xmlns:a16="http://schemas.microsoft.com/office/drawing/2014/main" id="{719FF48E-A4F3-D940-5E02-275E1B55AAA2}"/>
                </a:ext>
              </a:extLst>
            </p:cNvPr>
            <p:cNvGrpSpPr/>
            <p:nvPr/>
          </p:nvGrpSpPr>
          <p:grpSpPr>
            <a:xfrm>
              <a:off x="2602882" y="954396"/>
              <a:ext cx="0" cy="3545839"/>
              <a:chOff x="2602882" y="954396"/>
              <a:chExt cx="0" cy="3545839"/>
            </a:xfrm>
          </p:grpSpPr>
          <p:sp>
            <p:nvSpPr>
              <p:cNvPr id="759" name="Freeform: Shape 758">
                <a:extLst>
                  <a:ext uri="{FF2B5EF4-FFF2-40B4-BE49-F238E27FC236}">
                    <a16:creationId xmlns:a16="http://schemas.microsoft.com/office/drawing/2014/main" id="{9D844BEA-E567-747E-1F8D-4B5716B514DF}"/>
                  </a:ext>
                </a:extLst>
              </p:cNvPr>
              <p:cNvSpPr/>
              <p:nvPr/>
            </p:nvSpPr>
            <p:spPr>
              <a:xfrm>
                <a:off x="2602882" y="954396"/>
                <a:ext cx="12700" cy="3520439"/>
              </a:xfrm>
              <a:custGeom>
                <a:avLst/>
                <a:gdLst>
                  <a:gd name="csX0" fmla="*/ 0 w 12700"/>
                  <a:gd name="csY0" fmla="*/ 3520440 h 3520439"/>
                  <a:gd name="csX1" fmla="*/ 0 w 12700"/>
                  <a:gd name="csY1" fmla="*/ 0 h 35204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3520439">
                    <a:moveTo>
                      <a:pt x="0" y="3520440"/>
                    </a:moveTo>
                    <a:lnTo>
                      <a:pt x="0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0" name="Freeform: Shape 759">
                <a:extLst>
                  <a:ext uri="{FF2B5EF4-FFF2-40B4-BE49-F238E27FC236}">
                    <a16:creationId xmlns:a16="http://schemas.microsoft.com/office/drawing/2014/main" id="{79D4041D-25B6-12E6-3DC1-835E099B85FD}"/>
                  </a:ext>
                </a:extLst>
              </p:cNvPr>
              <p:cNvSpPr/>
              <p:nvPr/>
            </p:nvSpPr>
            <p:spPr>
              <a:xfrm>
                <a:off x="2602882" y="4474836"/>
                <a:ext cx="12700" cy="25400"/>
              </a:xfrm>
              <a:custGeom>
                <a:avLst/>
                <a:gdLst>
                  <a:gd name="csX0" fmla="*/ 133 w 12700"/>
                  <a:gd name="csY0" fmla="*/ 320 h 25400"/>
                  <a:gd name="csX1" fmla="*/ 133 w 12700"/>
                  <a:gd name="csY1" fmla="*/ 25720 h 25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25400">
                    <a:moveTo>
                      <a:pt x="133" y="320"/>
                    </a:moveTo>
                    <a:lnTo>
                      <a:pt x="133" y="25720"/>
                    </a:lnTo>
                  </a:path>
                </a:pathLst>
              </a:custGeom>
              <a:solidFill>
                <a:srgbClr val="FFFFFF"/>
              </a:solidFill>
              <a:ln w="762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61" name="Graphic 705">
              <a:extLst>
                <a:ext uri="{FF2B5EF4-FFF2-40B4-BE49-F238E27FC236}">
                  <a16:creationId xmlns:a16="http://schemas.microsoft.com/office/drawing/2014/main" id="{3E741282-A92D-A570-E1EE-EAADC006CF23}"/>
                </a:ext>
              </a:extLst>
            </p:cNvPr>
            <p:cNvGrpSpPr/>
            <p:nvPr/>
          </p:nvGrpSpPr>
          <p:grpSpPr>
            <a:xfrm>
              <a:off x="2706160" y="954396"/>
              <a:ext cx="0" cy="3545839"/>
              <a:chOff x="2706160" y="954396"/>
              <a:chExt cx="0" cy="3545839"/>
            </a:xfrm>
          </p:grpSpPr>
          <p:sp>
            <p:nvSpPr>
              <p:cNvPr id="762" name="Freeform: Shape 761">
                <a:extLst>
                  <a:ext uri="{FF2B5EF4-FFF2-40B4-BE49-F238E27FC236}">
                    <a16:creationId xmlns:a16="http://schemas.microsoft.com/office/drawing/2014/main" id="{C6CE5825-5B00-CD43-1CFB-AA49C02A69D4}"/>
                  </a:ext>
                </a:extLst>
              </p:cNvPr>
              <p:cNvSpPr/>
              <p:nvPr/>
            </p:nvSpPr>
            <p:spPr>
              <a:xfrm>
                <a:off x="2706160" y="954396"/>
                <a:ext cx="12700" cy="3520439"/>
              </a:xfrm>
              <a:custGeom>
                <a:avLst/>
                <a:gdLst>
                  <a:gd name="csX0" fmla="*/ 0 w 12700"/>
                  <a:gd name="csY0" fmla="*/ 3520440 h 3520439"/>
                  <a:gd name="csX1" fmla="*/ 0 w 12700"/>
                  <a:gd name="csY1" fmla="*/ 0 h 35204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3520439">
                    <a:moveTo>
                      <a:pt x="0" y="3520440"/>
                    </a:moveTo>
                    <a:lnTo>
                      <a:pt x="0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3" name="Freeform: Shape 762">
                <a:extLst>
                  <a:ext uri="{FF2B5EF4-FFF2-40B4-BE49-F238E27FC236}">
                    <a16:creationId xmlns:a16="http://schemas.microsoft.com/office/drawing/2014/main" id="{1244CBB1-5CD8-51BA-8F71-B05A2431591C}"/>
                  </a:ext>
                </a:extLst>
              </p:cNvPr>
              <p:cNvSpPr/>
              <p:nvPr/>
            </p:nvSpPr>
            <p:spPr>
              <a:xfrm>
                <a:off x="2706160" y="4474836"/>
                <a:ext cx="12700" cy="25400"/>
              </a:xfrm>
              <a:custGeom>
                <a:avLst/>
                <a:gdLst>
                  <a:gd name="csX0" fmla="*/ 141 w 12700"/>
                  <a:gd name="csY0" fmla="*/ 320 h 25400"/>
                  <a:gd name="csX1" fmla="*/ 141 w 12700"/>
                  <a:gd name="csY1" fmla="*/ 25720 h 25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25400">
                    <a:moveTo>
                      <a:pt x="141" y="320"/>
                    </a:moveTo>
                    <a:lnTo>
                      <a:pt x="141" y="25720"/>
                    </a:lnTo>
                  </a:path>
                </a:pathLst>
              </a:custGeom>
              <a:solidFill>
                <a:srgbClr val="FFFFFF"/>
              </a:solidFill>
              <a:ln w="762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64" name="Graphic 705">
              <a:extLst>
                <a:ext uri="{FF2B5EF4-FFF2-40B4-BE49-F238E27FC236}">
                  <a16:creationId xmlns:a16="http://schemas.microsoft.com/office/drawing/2014/main" id="{2FB311E1-6A75-6AA4-297A-84E45914A1AB}"/>
                </a:ext>
              </a:extLst>
            </p:cNvPr>
            <p:cNvGrpSpPr/>
            <p:nvPr/>
          </p:nvGrpSpPr>
          <p:grpSpPr>
            <a:xfrm>
              <a:off x="2809438" y="954396"/>
              <a:ext cx="0" cy="3545839"/>
              <a:chOff x="2809438" y="954396"/>
              <a:chExt cx="0" cy="3545839"/>
            </a:xfrm>
          </p:grpSpPr>
          <p:sp>
            <p:nvSpPr>
              <p:cNvPr id="765" name="Freeform: Shape 764">
                <a:extLst>
                  <a:ext uri="{FF2B5EF4-FFF2-40B4-BE49-F238E27FC236}">
                    <a16:creationId xmlns:a16="http://schemas.microsoft.com/office/drawing/2014/main" id="{290D611A-0D03-54B4-3E5F-9FB6415E03EB}"/>
                  </a:ext>
                </a:extLst>
              </p:cNvPr>
              <p:cNvSpPr/>
              <p:nvPr/>
            </p:nvSpPr>
            <p:spPr>
              <a:xfrm>
                <a:off x="2809438" y="954396"/>
                <a:ext cx="12700" cy="3520439"/>
              </a:xfrm>
              <a:custGeom>
                <a:avLst/>
                <a:gdLst>
                  <a:gd name="csX0" fmla="*/ 0 w 12700"/>
                  <a:gd name="csY0" fmla="*/ 3520440 h 3520439"/>
                  <a:gd name="csX1" fmla="*/ 0 w 12700"/>
                  <a:gd name="csY1" fmla="*/ 0 h 35204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3520439">
                    <a:moveTo>
                      <a:pt x="0" y="3520440"/>
                    </a:moveTo>
                    <a:lnTo>
                      <a:pt x="0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6" name="Freeform: Shape 765">
                <a:extLst>
                  <a:ext uri="{FF2B5EF4-FFF2-40B4-BE49-F238E27FC236}">
                    <a16:creationId xmlns:a16="http://schemas.microsoft.com/office/drawing/2014/main" id="{643774A9-91CF-B3EB-3248-0D1A5EE3FB2F}"/>
                  </a:ext>
                </a:extLst>
              </p:cNvPr>
              <p:cNvSpPr/>
              <p:nvPr/>
            </p:nvSpPr>
            <p:spPr>
              <a:xfrm>
                <a:off x="2809438" y="4474836"/>
                <a:ext cx="12700" cy="25400"/>
              </a:xfrm>
              <a:custGeom>
                <a:avLst/>
                <a:gdLst>
                  <a:gd name="csX0" fmla="*/ 149 w 12700"/>
                  <a:gd name="csY0" fmla="*/ 320 h 25400"/>
                  <a:gd name="csX1" fmla="*/ 149 w 12700"/>
                  <a:gd name="csY1" fmla="*/ 25720 h 25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25400">
                    <a:moveTo>
                      <a:pt x="149" y="320"/>
                    </a:moveTo>
                    <a:lnTo>
                      <a:pt x="149" y="25720"/>
                    </a:lnTo>
                  </a:path>
                </a:pathLst>
              </a:custGeom>
              <a:solidFill>
                <a:srgbClr val="FFFFFF"/>
              </a:solidFill>
              <a:ln w="762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67" name="Graphic 705">
              <a:extLst>
                <a:ext uri="{FF2B5EF4-FFF2-40B4-BE49-F238E27FC236}">
                  <a16:creationId xmlns:a16="http://schemas.microsoft.com/office/drawing/2014/main" id="{B6E0DE57-9310-CA37-733F-25124133340F}"/>
                </a:ext>
              </a:extLst>
            </p:cNvPr>
            <p:cNvGrpSpPr/>
            <p:nvPr/>
          </p:nvGrpSpPr>
          <p:grpSpPr>
            <a:xfrm>
              <a:off x="2912715" y="954396"/>
              <a:ext cx="0" cy="3545839"/>
              <a:chOff x="2912715" y="954396"/>
              <a:chExt cx="0" cy="3545839"/>
            </a:xfrm>
          </p:grpSpPr>
          <p:sp>
            <p:nvSpPr>
              <p:cNvPr id="768" name="Freeform: Shape 767">
                <a:extLst>
                  <a:ext uri="{FF2B5EF4-FFF2-40B4-BE49-F238E27FC236}">
                    <a16:creationId xmlns:a16="http://schemas.microsoft.com/office/drawing/2014/main" id="{C82EFE7F-681D-6DB2-1A54-61CBEB12D1CD}"/>
                  </a:ext>
                </a:extLst>
              </p:cNvPr>
              <p:cNvSpPr/>
              <p:nvPr/>
            </p:nvSpPr>
            <p:spPr>
              <a:xfrm>
                <a:off x="2912715" y="954396"/>
                <a:ext cx="12700" cy="3520439"/>
              </a:xfrm>
              <a:custGeom>
                <a:avLst/>
                <a:gdLst>
                  <a:gd name="csX0" fmla="*/ 0 w 12700"/>
                  <a:gd name="csY0" fmla="*/ 3520440 h 3520439"/>
                  <a:gd name="csX1" fmla="*/ 0 w 12700"/>
                  <a:gd name="csY1" fmla="*/ 0 h 35204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3520439">
                    <a:moveTo>
                      <a:pt x="0" y="3520440"/>
                    </a:moveTo>
                    <a:lnTo>
                      <a:pt x="0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9" name="Freeform: Shape 768">
                <a:extLst>
                  <a:ext uri="{FF2B5EF4-FFF2-40B4-BE49-F238E27FC236}">
                    <a16:creationId xmlns:a16="http://schemas.microsoft.com/office/drawing/2014/main" id="{2425AF79-03D2-E0DC-996F-B54FE2CDFB35}"/>
                  </a:ext>
                </a:extLst>
              </p:cNvPr>
              <p:cNvSpPr/>
              <p:nvPr/>
            </p:nvSpPr>
            <p:spPr>
              <a:xfrm>
                <a:off x="2912715" y="4474836"/>
                <a:ext cx="12700" cy="25400"/>
              </a:xfrm>
              <a:custGeom>
                <a:avLst/>
                <a:gdLst>
                  <a:gd name="csX0" fmla="*/ 157 w 12700"/>
                  <a:gd name="csY0" fmla="*/ 320 h 25400"/>
                  <a:gd name="csX1" fmla="*/ 157 w 12700"/>
                  <a:gd name="csY1" fmla="*/ 25720 h 25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25400">
                    <a:moveTo>
                      <a:pt x="157" y="320"/>
                    </a:moveTo>
                    <a:lnTo>
                      <a:pt x="157" y="25720"/>
                    </a:lnTo>
                  </a:path>
                </a:pathLst>
              </a:custGeom>
              <a:solidFill>
                <a:srgbClr val="FFFFFF"/>
              </a:solidFill>
              <a:ln w="762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70" name="Graphic 705">
              <a:extLst>
                <a:ext uri="{FF2B5EF4-FFF2-40B4-BE49-F238E27FC236}">
                  <a16:creationId xmlns:a16="http://schemas.microsoft.com/office/drawing/2014/main" id="{3A2FE45B-8572-ACB2-888D-CE3FD46A8068}"/>
                </a:ext>
              </a:extLst>
            </p:cNvPr>
            <p:cNvGrpSpPr/>
            <p:nvPr/>
          </p:nvGrpSpPr>
          <p:grpSpPr>
            <a:xfrm>
              <a:off x="3015993" y="954396"/>
              <a:ext cx="0" cy="3545839"/>
              <a:chOff x="3015993" y="954396"/>
              <a:chExt cx="0" cy="3545839"/>
            </a:xfrm>
          </p:grpSpPr>
          <p:sp>
            <p:nvSpPr>
              <p:cNvPr id="771" name="Freeform: Shape 770">
                <a:extLst>
                  <a:ext uri="{FF2B5EF4-FFF2-40B4-BE49-F238E27FC236}">
                    <a16:creationId xmlns:a16="http://schemas.microsoft.com/office/drawing/2014/main" id="{485560F7-5CC9-ACC0-FAF8-42D8D73F14E5}"/>
                  </a:ext>
                </a:extLst>
              </p:cNvPr>
              <p:cNvSpPr/>
              <p:nvPr/>
            </p:nvSpPr>
            <p:spPr>
              <a:xfrm>
                <a:off x="3015993" y="954396"/>
                <a:ext cx="12700" cy="3520439"/>
              </a:xfrm>
              <a:custGeom>
                <a:avLst/>
                <a:gdLst>
                  <a:gd name="csX0" fmla="*/ 0 w 12700"/>
                  <a:gd name="csY0" fmla="*/ 3520440 h 3520439"/>
                  <a:gd name="csX1" fmla="*/ 0 w 12700"/>
                  <a:gd name="csY1" fmla="*/ 0 h 35204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3520439">
                    <a:moveTo>
                      <a:pt x="0" y="3520440"/>
                    </a:moveTo>
                    <a:lnTo>
                      <a:pt x="0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2" name="Freeform: Shape 771">
                <a:extLst>
                  <a:ext uri="{FF2B5EF4-FFF2-40B4-BE49-F238E27FC236}">
                    <a16:creationId xmlns:a16="http://schemas.microsoft.com/office/drawing/2014/main" id="{20DAC600-94AD-D495-1A3B-09A0EBB9025D}"/>
                  </a:ext>
                </a:extLst>
              </p:cNvPr>
              <p:cNvSpPr/>
              <p:nvPr/>
            </p:nvSpPr>
            <p:spPr>
              <a:xfrm>
                <a:off x="3015993" y="4474836"/>
                <a:ext cx="12700" cy="25400"/>
              </a:xfrm>
              <a:custGeom>
                <a:avLst/>
                <a:gdLst>
                  <a:gd name="csX0" fmla="*/ 165 w 12700"/>
                  <a:gd name="csY0" fmla="*/ 320 h 25400"/>
                  <a:gd name="csX1" fmla="*/ 165 w 12700"/>
                  <a:gd name="csY1" fmla="*/ 25720 h 25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25400">
                    <a:moveTo>
                      <a:pt x="165" y="320"/>
                    </a:moveTo>
                    <a:lnTo>
                      <a:pt x="165" y="25720"/>
                    </a:lnTo>
                  </a:path>
                </a:pathLst>
              </a:custGeom>
              <a:solidFill>
                <a:srgbClr val="FFFFFF"/>
              </a:solidFill>
              <a:ln w="762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73" name="Graphic 705">
              <a:extLst>
                <a:ext uri="{FF2B5EF4-FFF2-40B4-BE49-F238E27FC236}">
                  <a16:creationId xmlns:a16="http://schemas.microsoft.com/office/drawing/2014/main" id="{3D3B2671-56E6-27DA-D522-773049B3CE5C}"/>
                </a:ext>
              </a:extLst>
            </p:cNvPr>
            <p:cNvGrpSpPr/>
            <p:nvPr/>
          </p:nvGrpSpPr>
          <p:grpSpPr>
            <a:xfrm>
              <a:off x="3222548" y="954396"/>
              <a:ext cx="0" cy="3545839"/>
              <a:chOff x="3222548" y="954396"/>
              <a:chExt cx="0" cy="3545839"/>
            </a:xfrm>
          </p:grpSpPr>
          <p:sp>
            <p:nvSpPr>
              <p:cNvPr id="774" name="Freeform: Shape 773">
                <a:extLst>
                  <a:ext uri="{FF2B5EF4-FFF2-40B4-BE49-F238E27FC236}">
                    <a16:creationId xmlns:a16="http://schemas.microsoft.com/office/drawing/2014/main" id="{4A33CFBF-90CE-DEE0-635E-BF4F70F1120D}"/>
                  </a:ext>
                </a:extLst>
              </p:cNvPr>
              <p:cNvSpPr/>
              <p:nvPr/>
            </p:nvSpPr>
            <p:spPr>
              <a:xfrm>
                <a:off x="3222548" y="954396"/>
                <a:ext cx="12700" cy="3520439"/>
              </a:xfrm>
              <a:custGeom>
                <a:avLst/>
                <a:gdLst>
                  <a:gd name="csX0" fmla="*/ 0 w 12700"/>
                  <a:gd name="csY0" fmla="*/ 3520440 h 3520439"/>
                  <a:gd name="csX1" fmla="*/ 0 w 12700"/>
                  <a:gd name="csY1" fmla="*/ 0 h 35204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3520439">
                    <a:moveTo>
                      <a:pt x="0" y="3520440"/>
                    </a:moveTo>
                    <a:lnTo>
                      <a:pt x="0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5" name="Freeform: Shape 774">
                <a:extLst>
                  <a:ext uri="{FF2B5EF4-FFF2-40B4-BE49-F238E27FC236}">
                    <a16:creationId xmlns:a16="http://schemas.microsoft.com/office/drawing/2014/main" id="{465D564F-FD23-BAC4-1874-B068FA0522B3}"/>
                  </a:ext>
                </a:extLst>
              </p:cNvPr>
              <p:cNvSpPr/>
              <p:nvPr/>
            </p:nvSpPr>
            <p:spPr>
              <a:xfrm>
                <a:off x="3222548" y="4474836"/>
                <a:ext cx="12700" cy="25400"/>
              </a:xfrm>
              <a:custGeom>
                <a:avLst/>
                <a:gdLst>
                  <a:gd name="csX0" fmla="*/ 182 w 12700"/>
                  <a:gd name="csY0" fmla="*/ 320 h 25400"/>
                  <a:gd name="csX1" fmla="*/ 182 w 12700"/>
                  <a:gd name="csY1" fmla="*/ 25720 h 25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25400">
                    <a:moveTo>
                      <a:pt x="182" y="320"/>
                    </a:moveTo>
                    <a:lnTo>
                      <a:pt x="182" y="25720"/>
                    </a:lnTo>
                  </a:path>
                </a:pathLst>
              </a:custGeom>
              <a:solidFill>
                <a:srgbClr val="FFFFFF"/>
              </a:solidFill>
              <a:ln w="762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76" name="Graphic 705">
              <a:extLst>
                <a:ext uri="{FF2B5EF4-FFF2-40B4-BE49-F238E27FC236}">
                  <a16:creationId xmlns:a16="http://schemas.microsoft.com/office/drawing/2014/main" id="{CB1A5920-7295-F69D-D67F-4F266C8A7D6F}"/>
                </a:ext>
              </a:extLst>
            </p:cNvPr>
            <p:cNvGrpSpPr/>
            <p:nvPr/>
          </p:nvGrpSpPr>
          <p:grpSpPr>
            <a:xfrm>
              <a:off x="3325826" y="954396"/>
              <a:ext cx="0" cy="3545839"/>
              <a:chOff x="3325826" y="954396"/>
              <a:chExt cx="0" cy="3545839"/>
            </a:xfrm>
          </p:grpSpPr>
          <p:sp>
            <p:nvSpPr>
              <p:cNvPr id="777" name="Freeform: Shape 776">
                <a:extLst>
                  <a:ext uri="{FF2B5EF4-FFF2-40B4-BE49-F238E27FC236}">
                    <a16:creationId xmlns:a16="http://schemas.microsoft.com/office/drawing/2014/main" id="{8A5A1302-E220-50EF-02C4-B243305D5770}"/>
                  </a:ext>
                </a:extLst>
              </p:cNvPr>
              <p:cNvSpPr/>
              <p:nvPr/>
            </p:nvSpPr>
            <p:spPr>
              <a:xfrm>
                <a:off x="3325826" y="954396"/>
                <a:ext cx="12700" cy="3520439"/>
              </a:xfrm>
              <a:custGeom>
                <a:avLst/>
                <a:gdLst>
                  <a:gd name="csX0" fmla="*/ 0 w 12700"/>
                  <a:gd name="csY0" fmla="*/ 3520440 h 3520439"/>
                  <a:gd name="csX1" fmla="*/ 0 w 12700"/>
                  <a:gd name="csY1" fmla="*/ 0 h 35204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3520439">
                    <a:moveTo>
                      <a:pt x="0" y="3520440"/>
                    </a:moveTo>
                    <a:lnTo>
                      <a:pt x="0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8" name="Freeform: Shape 777">
                <a:extLst>
                  <a:ext uri="{FF2B5EF4-FFF2-40B4-BE49-F238E27FC236}">
                    <a16:creationId xmlns:a16="http://schemas.microsoft.com/office/drawing/2014/main" id="{FB456AEE-351E-33E5-BA27-103D1FDF48CF}"/>
                  </a:ext>
                </a:extLst>
              </p:cNvPr>
              <p:cNvSpPr/>
              <p:nvPr/>
            </p:nvSpPr>
            <p:spPr>
              <a:xfrm>
                <a:off x="3325826" y="4474836"/>
                <a:ext cx="12700" cy="25400"/>
              </a:xfrm>
              <a:custGeom>
                <a:avLst/>
                <a:gdLst>
                  <a:gd name="csX0" fmla="*/ 190 w 12700"/>
                  <a:gd name="csY0" fmla="*/ 320 h 25400"/>
                  <a:gd name="csX1" fmla="*/ 190 w 12700"/>
                  <a:gd name="csY1" fmla="*/ 25720 h 25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25400">
                    <a:moveTo>
                      <a:pt x="190" y="320"/>
                    </a:moveTo>
                    <a:lnTo>
                      <a:pt x="190" y="25720"/>
                    </a:lnTo>
                  </a:path>
                </a:pathLst>
              </a:custGeom>
              <a:solidFill>
                <a:srgbClr val="FFFFFF"/>
              </a:solidFill>
              <a:ln w="762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79" name="Graphic 705">
              <a:extLst>
                <a:ext uri="{FF2B5EF4-FFF2-40B4-BE49-F238E27FC236}">
                  <a16:creationId xmlns:a16="http://schemas.microsoft.com/office/drawing/2014/main" id="{74F6D466-FCA0-89C9-62A8-A2174C2D7012}"/>
                </a:ext>
              </a:extLst>
            </p:cNvPr>
            <p:cNvGrpSpPr/>
            <p:nvPr/>
          </p:nvGrpSpPr>
          <p:grpSpPr>
            <a:xfrm>
              <a:off x="3429104" y="954396"/>
              <a:ext cx="0" cy="3545839"/>
              <a:chOff x="3429104" y="954396"/>
              <a:chExt cx="0" cy="3545839"/>
            </a:xfrm>
          </p:grpSpPr>
          <p:sp>
            <p:nvSpPr>
              <p:cNvPr id="780" name="Freeform: Shape 779">
                <a:extLst>
                  <a:ext uri="{FF2B5EF4-FFF2-40B4-BE49-F238E27FC236}">
                    <a16:creationId xmlns:a16="http://schemas.microsoft.com/office/drawing/2014/main" id="{5CE923D5-5029-5D8D-FBBB-3593B91CEE92}"/>
                  </a:ext>
                </a:extLst>
              </p:cNvPr>
              <p:cNvSpPr/>
              <p:nvPr/>
            </p:nvSpPr>
            <p:spPr>
              <a:xfrm>
                <a:off x="3429104" y="954396"/>
                <a:ext cx="12700" cy="3520439"/>
              </a:xfrm>
              <a:custGeom>
                <a:avLst/>
                <a:gdLst>
                  <a:gd name="csX0" fmla="*/ 0 w 12700"/>
                  <a:gd name="csY0" fmla="*/ 3520440 h 3520439"/>
                  <a:gd name="csX1" fmla="*/ 0 w 12700"/>
                  <a:gd name="csY1" fmla="*/ 0 h 35204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3520439">
                    <a:moveTo>
                      <a:pt x="0" y="3520440"/>
                    </a:moveTo>
                    <a:lnTo>
                      <a:pt x="0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1" name="Freeform: Shape 780">
                <a:extLst>
                  <a:ext uri="{FF2B5EF4-FFF2-40B4-BE49-F238E27FC236}">
                    <a16:creationId xmlns:a16="http://schemas.microsoft.com/office/drawing/2014/main" id="{1CE85D73-96BC-8E1D-A14F-B19622ED9D9F}"/>
                  </a:ext>
                </a:extLst>
              </p:cNvPr>
              <p:cNvSpPr/>
              <p:nvPr/>
            </p:nvSpPr>
            <p:spPr>
              <a:xfrm>
                <a:off x="3429104" y="4474836"/>
                <a:ext cx="12700" cy="25400"/>
              </a:xfrm>
              <a:custGeom>
                <a:avLst/>
                <a:gdLst>
                  <a:gd name="csX0" fmla="*/ 198 w 12700"/>
                  <a:gd name="csY0" fmla="*/ 320 h 25400"/>
                  <a:gd name="csX1" fmla="*/ 198 w 12700"/>
                  <a:gd name="csY1" fmla="*/ 25720 h 25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25400">
                    <a:moveTo>
                      <a:pt x="198" y="320"/>
                    </a:moveTo>
                    <a:lnTo>
                      <a:pt x="198" y="25720"/>
                    </a:lnTo>
                  </a:path>
                </a:pathLst>
              </a:custGeom>
              <a:solidFill>
                <a:srgbClr val="FFFFFF"/>
              </a:solidFill>
              <a:ln w="762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82" name="Graphic 705">
              <a:extLst>
                <a:ext uri="{FF2B5EF4-FFF2-40B4-BE49-F238E27FC236}">
                  <a16:creationId xmlns:a16="http://schemas.microsoft.com/office/drawing/2014/main" id="{9F270E7B-FC69-A945-D4F0-E2A6F4949BCC}"/>
                </a:ext>
              </a:extLst>
            </p:cNvPr>
            <p:cNvGrpSpPr/>
            <p:nvPr/>
          </p:nvGrpSpPr>
          <p:grpSpPr>
            <a:xfrm>
              <a:off x="3532381" y="954396"/>
              <a:ext cx="0" cy="3545839"/>
              <a:chOff x="3532381" y="954396"/>
              <a:chExt cx="0" cy="3545839"/>
            </a:xfrm>
          </p:grpSpPr>
          <p:sp>
            <p:nvSpPr>
              <p:cNvPr id="783" name="Freeform: Shape 782">
                <a:extLst>
                  <a:ext uri="{FF2B5EF4-FFF2-40B4-BE49-F238E27FC236}">
                    <a16:creationId xmlns:a16="http://schemas.microsoft.com/office/drawing/2014/main" id="{0DB6DCF5-1200-EBE2-1D21-81EE8C60F1FE}"/>
                  </a:ext>
                </a:extLst>
              </p:cNvPr>
              <p:cNvSpPr/>
              <p:nvPr/>
            </p:nvSpPr>
            <p:spPr>
              <a:xfrm>
                <a:off x="3532381" y="954396"/>
                <a:ext cx="12700" cy="3520439"/>
              </a:xfrm>
              <a:custGeom>
                <a:avLst/>
                <a:gdLst>
                  <a:gd name="csX0" fmla="*/ 0 w 12700"/>
                  <a:gd name="csY0" fmla="*/ 3520440 h 3520439"/>
                  <a:gd name="csX1" fmla="*/ 0 w 12700"/>
                  <a:gd name="csY1" fmla="*/ 0 h 35204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3520439">
                    <a:moveTo>
                      <a:pt x="0" y="3520440"/>
                    </a:moveTo>
                    <a:lnTo>
                      <a:pt x="0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4" name="Freeform: Shape 783">
                <a:extLst>
                  <a:ext uri="{FF2B5EF4-FFF2-40B4-BE49-F238E27FC236}">
                    <a16:creationId xmlns:a16="http://schemas.microsoft.com/office/drawing/2014/main" id="{267E66FC-FDB6-1EC0-D0E6-4500CCB7AE48}"/>
                  </a:ext>
                </a:extLst>
              </p:cNvPr>
              <p:cNvSpPr/>
              <p:nvPr/>
            </p:nvSpPr>
            <p:spPr>
              <a:xfrm>
                <a:off x="3532381" y="4474836"/>
                <a:ext cx="12700" cy="25400"/>
              </a:xfrm>
              <a:custGeom>
                <a:avLst/>
                <a:gdLst>
                  <a:gd name="csX0" fmla="*/ 206 w 12700"/>
                  <a:gd name="csY0" fmla="*/ 320 h 25400"/>
                  <a:gd name="csX1" fmla="*/ 206 w 12700"/>
                  <a:gd name="csY1" fmla="*/ 25720 h 25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25400">
                    <a:moveTo>
                      <a:pt x="206" y="320"/>
                    </a:moveTo>
                    <a:lnTo>
                      <a:pt x="206" y="25720"/>
                    </a:lnTo>
                  </a:path>
                </a:pathLst>
              </a:custGeom>
              <a:solidFill>
                <a:srgbClr val="FFFFFF"/>
              </a:solidFill>
              <a:ln w="762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85" name="Graphic 705">
              <a:extLst>
                <a:ext uri="{FF2B5EF4-FFF2-40B4-BE49-F238E27FC236}">
                  <a16:creationId xmlns:a16="http://schemas.microsoft.com/office/drawing/2014/main" id="{5DAFC690-5149-DEF3-2767-2110FBDDA3E8}"/>
                </a:ext>
              </a:extLst>
            </p:cNvPr>
            <p:cNvGrpSpPr/>
            <p:nvPr/>
          </p:nvGrpSpPr>
          <p:grpSpPr>
            <a:xfrm>
              <a:off x="3635659" y="954396"/>
              <a:ext cx="0" cy="3545839"/>
              <a:chOff x="3635659" y="954396"/>
              <a:chExt cx="0" cy="3545839"/>
            </a:xfrm>
          </p:grpSpPr>
          <p:sp>
            <p:nvSpPr>
              <p:cNvPr id="786" name="Freeform: Shape 785">
                <a:extLst>
                  <a:ext uri="{FF2B5EF4-FFF2-40B4-BE49-F238E27FC236}">
                    <a16:creationId xmlns:a16="http://schemas.microsoft.com/office/drawing/2014/main" id="{863FAC83-8903-E76D-1C9D-40B8414C9E5B}"/>
                  </a:ext>
                </a:extLst>
              </p:cNvPr>
              <p:cNvSpPr/>
              <p:nvPr/>
            </p:nvSpPr>
            <p:spPr>
              <a:xfrm>
                <a:off x="3635659" y="954396"/>
                <a:ext cx="12700" cy="3520439"/>
              </a:xfrm>
              <a:custGeom>
                <a:avLst/>
                <a:gdLst>
                  <a:gd name="csX0" fmla="*/ 0 w 12700"/>
                  <a:gd name="csY0" fmla="*/ 3520440 h 3520439"/>
                  <a:gd name="csX1" fmla="*/ 0 w 12700"/>
                  <a:gd name="csY1" fmla="*/ 0 h 35204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3520439">
                    <a:moveTo>
                      <a:pt x="0" y="3520440"/>
                    </a:moveTo>
                    <a:lnTo>
                      <a:pt x="0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7" name="Freeform: Shape 786">
                <a:extLst>
                  <a:ext uri="{FF2B5EF4-FFF2-40B4-BE49-F238E27FC236}">
                    <a16:creationId xmlns:a16="http://schemas.microsoft.com/office/drawing/2014/main" id="{6BE2DFB5-7357-6756-A95E-9FC45C31E34E}"/>
                  </a:ext>
                </a:extLst>
              </p:cNvPr>
              <p:cNvSpPr/>
              <p:nvPr/>
            </p:nvSpPr>
            <p:spPr>
              <a:xfrm>
                <a:off x="3635659" y="4474836"/>
                <a:ext cx="12700" cy="25400"/>
              </a:xfrm>
              <a:custGeom>
                <a:avLst/>
                <a:gdLst>
                  <a:gd name="csX0" fmla="*/ 214 w 12700"/>
                  <a:gd name="csY0" fmla="*/ 320 h 25400"/>
                  <a:gd name="csX1" fmla="*/ 214 w 12700"/>
                  <a:gd name="csY1" fmla="*/ 25720 h 25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25400">
                    <a:moveTo>
                      <a:pt x="214" y="320"/>
                    </a:moveTo>
                    <a:lnTo>
                      <a:pt x="214" y="25720"/>
                    </a:lnTo>
                  </a:path>
                </a:pathLst>
              </a:custGeom>
              <a:solidFill>
                <a:srgbClr val="FFFFFF"/>
              </a:solidFill>
              <a:ln w="762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88" name="Graphic 705">
              <a:extLst>
                <a:ext uri="{FF2B5EF4-FFF2-40B4-BE49-F238E27FC236}">
                  <a16:creationId xmlns:a16="http://schemas.microsoft.com/office/drawing/2014/main" id="{1430F8FA-E6F1-5763-6C98-4FE47E92BCE4}"/>
                </a:ext>
              </a:extLst>
            </p:cNvPr>
            <p:cNvGrpSpPr/>
            <p:nvPr/>
          </p:nvGrpSpPr>
          <p:grpSpPr>
            <a:xfrm>
              <a:off x="3738937" y="954396"/>
              <a:ext cx="0" cy="3545839"/>
              <a:chOff x="3738937" y="954396"/>
              <a:chExt cx="0" cy="3545839"/>
            </a:xfrm>
          </p:grpSpPr>
          <p:sp>
            <p:nvSpPr>
              <p:cNvPr id="789" name="Freeform: Shape 788">
                <a:extLst>
                  <a:ext uri="{FF2B5EF4-FFF2-40B4-BE49-F238E27FC236}">
                    <a16:creationId xmlns:a16="http://schemas.microsoft.com/office/drawing/2014/main" id="{17EF583E-8C03-268B-C763-7F54031D6A1C}"/>
                  </a:ext>
                </a:extLst>
              </p:cNvPr>
              <p:cNvSpPr/>
              <p:nvPr/>
            </p:nvSpPr>
            <p:spPr>
              <a:xfrm>
                <a:off x="3738937" y="954396"/>
                <a:ext cx="12700" cy="3520439"/>
              </a:xfrm>
              <a:custGeom>
                <a:avLst/>
                <a:gdLst>
                  <a:gd name="csX0" fmla="*/ 0 w 12700"/>
                  <a:gd name="csY0" fmla="*/ 3520440 h 3520439"/>
                  <a:gd name="csX1" fmla="*/ 0 w 12700"/>
                  <a:gd name="csY1" fmla="*/ 0 h 35204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3520439">
                    <a:moveTo>
                      <a:pt x="0" y="3520440"/>
                    </a:moveTo>
                    <a:lnTo>
                      <a:pt x="0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0" name="Freeform: Shape 789">
                <a:extLst>
                  <a:ext uri="{FF2B5EF4-FFF2-40B4-BE49-F238E27FC236}">
                    <a16:creationId xmlns:a16="http://schemas.microsoft.com/office/drawing/2014/main" id="{07B24314-4FFC-7DD1-2B79-AC934FD54F56}"/>
                  </a:ext>
                </a:extLst>
              </p:cNvPr>
              <p:cNvSpPr/>
              <p:nvPr/>
            </p:nvSpPr>
            <p:spPr>
              <a:xfrm>
                <a:off x="3738937" y="4474836"/>
                <a:ext cx="12700" cy="25400"/>
              </a:xfrm>
              <a:custGeom>
                <a:avLst/>
                <a:gdLst>
                  <a:gd name="csX0" fmla="*/ 222 w 12700"/>
                  <a:gd name="csY0" fmla="*/ 320 h 25400"/>
                  <a:gd name="csX1" fmla="*/ 222 w 12700"/>
                  <a:gd name="csY1" fmla="*/ 25720 h 25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25400">
                    <a:moveTo>
                      <a:pt x="222" y="320"/>
                    </a:moveTo>
                    <a:lnTo>
                      <a:pt x="222" y="25720"/>
                    </a:lnTo>
                  </a:path>
                </a:pathLst>
              </a:custGeom>
              <a:solidFill>
                <a:srgbClr val="FFFFFF"/>
              </a:solidFill>
              <a:ln w="762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91" name="Graphic 705">
              <a:extLst>
                <a:ext uri="{FF2B5EF4-FFF2-40B4-BE49-F238E27FC236}">
                  <a16:creationId xmlns:a16="http://schemas.microsoft.com/office/drawing/2014/main" id="{351572E8-E71F-E05E-D758-64A963BF974B}"/>
                </a:ext>
              </a:extLst>
            </p:cNvPr>
            <p:cNvGrpSpPr/>
            <p:nvPr/>
          </p:nvGrpSpPr>
          <p:grpSpPr>
            <a:xfrm>
              <a:off x="3842214" y="954396"/>
              <a:ext cx="0" cy="3545839"/>
              <a:chOff x="3842214" y="954396"/>
              <a:chExt cx="0" cy="3545839"/>
            </a:xfrm>
          </p:grpSpPr>
          <p:sp>
            <p:nvSpPr>
              <p:cNvPr id="792" name="Freeform: Shape 791">
                <a:extLst>
                  <a:ext uri="{FF2B5EF4-FFF2-40B4-BE49-F238E27FC236}">
                    <a16:creationId xmlns:a16="http://schemas.microsoft.com/office/drawing/2014/main" id="{719A7BC9-39AC-146D-2CB6-6819535F3397}"/>
                  </a:ext>
                </a:extLst>
              </p:cNvPr>
              <p:cNvSpPr/>
              <p:nvPr/>
            </p:nvSpPr>
            <p:spPr>
              <a:xfrm>
                <a:off x="3842214" y="954396"/>
                <a:ext cx="12700" cy="3520439"/>
              </a:xfrm>
              <a:custGeom>
                <a:avLst/>
                <a:gdLst>
                  <a:gd name="csX0" fmla="*/ 0 w 12700"/>
                  <a:gd name="csY0" fmla="*/ 3520440 h 3520439"/>
                  <a:gd name="csX1" fmla="*/ 0 w 12700"/>
                  <a:gd name="csY1" fmla="*/ 0 h 35204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3520439">
                    <a:moveTo>
                      <a:pt x="0" y="3520440"/>
                    </a:moveTo>
                    <a:lnTo>
                      <a:pt x="0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3" name="Freeform: Shape 792">
                <a:extLst>
                  <a:ext uri="{FF2B5EF4-FFF2-40B4-BE49-F238E27FC236}">
                    <a16:creationId xmlns:a16="http://schemas.microsoft.com/office/drawing/2014/main" id="{983F5643-A6F8-66D6-1515-CD4F2B75FF44}"/>
                  </a:ext>
                </a:extLst>
              </p:cNvPr>
              <p:cNvSpPr/>
              <p:nvPr/>
            </p:nvSpPr>
            <p:spPr>
              <a:xfrm>
                <a:off x="3842214" y="4474836"/>
                <a:ext cx="12700" cy="25400"/>
              </a:xfrm>
              <a:custGeom>
                <a:avLst/>
                <a:gdLst>
                  <a:gd name="csX0" fmla="*/ 231 w 12700"/>
                  <a:gd name="csY0" fmla="*/ 320 h 25400"/>
                  <a:gd name="csX1" fmla="*/ 231 w 12700"/>
                  <a:gd name="csY1" fmla="*/ 25720 h 25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25400">
                    <a:moveTo>
                      <a:pt x="231" y="320"/>
                    </a:moveTo>
                    <a:lnTo>
                      <a:pt x="231" y="25720"/>
                    </a:lnTo>
                  </a:path>
                </a:pathLst>
              </a:custGeom>
              <a:solidFill>
                <a:srgbClr val="FFFFFF"/>
              </a:solidFill>
              <a:ln w="762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94" name="Graphic 705">
              <a:extLst>
                <a:ext uri="{FF2B5EF4-FFF2-40B4-BE49-F238E27FC236}">
                  <a16:creationId xmlns:a16="http://schemas.microsoft.com/office/drawing/2014/main" id="{B4D82899-6A49-8BEC-1E5F-95297F641E25}"/>
                </a:ext>
              </a:extLst>
            </p:cNvPr>
            <p:cNvGrpSpPr/>
            <p:nvPr/>
          </p:nvGrpSpPr>
          <p:grpSpPr>
            <a:xfrm>
              <a:off x="3945492" y="954396"/>
              <a:ext cx="0" cy="3545839"/>
              <a:chOff x="3945492" y="954396"/>
              <a:chExt cx="0" cy="3545839"/>
            </a:xfrm>
          </p:grpSpPr>
          <p:sp>
            <p:nvSpPr>
              <p:cNvPr id="795" name="Freeform: Shape 794">
                <a:extLst>
                  <a:ext uri="{FF2B5EF4-FFF2-40B4-BE49-F238E27FC236}">
                    <a16:creationId xmlns:a16="http://schemas.microsoft.com/office/drawing/2014/main" id="{9E3894E7-CD9C-16BF-05F7-CDF379981A04}"/>
                  </a:ext>
                </a:extLst>
              </p:cNvPr>
              <p:cNvSpPr/>
              <p:nvPr/>
            </p:nvSpPr>
            <p:spPr>
              <a:xfrm>
                <a:off x="3945492" y="954396"/>
                <a:ext cx="12700" cy="3520439"/>
              </a:xfrm>
              <a:custGeom>
                <a:avLst/>
                <a:gdLst>
                  <a:gd name="csX0" fmla="*/ 0 w 12700"/>
                  <a:gd name="csY0" fmla="*/ 3520440 h 3520439"/>
                  <a:gd name="csX1" fmla="*/ 0 w 12700"/>
                  <a:gd name="csY1" fmla="*/ 0 h 35204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3520439">
                    <a:moveTo>
                      <a:pt x="0" y="3520440"/>
                    </a:moveTo>
                    <a:lnTo>
                      <a:pt x="0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6" name="Freeform: Shape 795">
                <a:extLst>
                  <a:ext uri="{FF2B5EF4-FFF2-40B4-BE49-F238E27FC236}">
                    <a16:creationId xmlns:a16="http://schemas.microsoft.com/office/drawing/2014/main" id="{A21AA0B1-91B9-CFF4-B399-39BADF709D31}"/>
                  </a:ext>
                </a:extLst>
              </p:cNvPr>
              <p:cNvSpPr/>
              <p:nvPr/>
            </p:nvSpPr>
            <p:spPr>
              <a:xfrm>
                <a:off x="3945492" y="4474836"/>
                <a:ext cx="12700" cy="25400"/>
              </a:xfrm>
              <a:custGeom>
                <a:avLst/>
                <a:gdLst>
                  <a:gd name="csX0" fmla="*/ 239 w 12700"/>
                  <a:gd name="csY0" fmla="*/ 320 h 25400"/>
                  <a:gd name="csX1" fmla="*/ 239 w 12700"/>
                  <a:gd name="csY1" fmla="*/ 25720 h 25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25400">
                    <a:moveTo>
                      <a:pt x="239" y="320"/>
                    </a:moveTo>
                    <a:lnTo>
                      <a:pt x="239" y="25720"/>
                    </a:lnTo>
                  </a:path>
                </a:pathLst>
              </a:custGeom>
              <a:solidFill>
                <a:srgbClr val="FFFFFF"/>
              </a:solidFill>
              <a:ln w="762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97" name="Graphic 705">
              <a:extLst>
                <a:ext uri="{FF2B5EF4-FFF2-40B4-BE49-F238E27FC236}">
                  <a16:creationId xmlns:a16="http://schemas.microsoft.com/office/drawing/2014/main" id="{515057BE-7C8A-9698-5D45-C0BF3BBEABC9}"/>
                </a:ext>
              </a:extLst>
            </p:cNvPr>
            <p:cNvGrpSpPr/>
            <p:nvPr/>
          </p:nvGrpSpPr>
          <p:grpSpPr>
            <a:xfrm>
              <a:off x="4048770" y="954396"/>
              <a:ext cx="0" cy="3545839"/>
              <a:chOff x="4048770" y="954396"/>
              <a:chExt cx="0" cy="3545839"/>
            </a:xfrm>
          </p:grpSpPr>
          <p:sp>
            <p:nvSpPr>
              <p:cNvPr id="798" name="Freeform: Shape 797">
                <a:extLst>
                  <a:ext uri="{FF2B5EF4-FFF2-40B4-BE49-F238E27FC236}">
                    <a16:creationId xmlns:a16="http://schemas.microsoft.com/office/drawing/2014/main" id="{28A579F3-0435-986A-4721-D029066FAF63}"/>
                  </a:ext>
                </a:extLst>
              </p:cNvPr>
              <p:cNvSpPr/>
              <p:nvPr/>
            </p:nvSpPr>
            <p:spPr>
              <a:xfrm>
                <a:off x="4048770" y="954396"/>
                <a:ext cx="12700" cy="3520439"/>
              </a:xfrm>
              <a:custGeom>
                <a:avLst/>
                <a:gdLst>
                  <a:gd name="csX0" fmla="*/ 0 w 12700"/>
                  <a:gd name="csY0" fmla="*/ 3520440 h 3520439"/>
                  <a:gd name="csX1" fmla="*/ 0 w 12700"/>
                  <a:gd name="csY1" fmla="*/ 0 h 35204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3520439">
                    <a:moveTo>
                      <a:pt x="0" y="3520440"/>
                    </a:moveTo>
                    <a:lnTo>
                      <a:pt x="0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9" name="Freeform: Shape 798">
                <a:extLst>
                  <a:ext uri="{FF2B5EF4-FFF2-40B4-BE49-F238E27FC236}">
                    <a16:creationId xmlns:a16="http://schemas.microsoft.com/office/drawing/2014/main" id="{098B1602-822E-393A-8A24-F27280FB4ABD}"/>
                  </a:ext>
                </a:extLst>
              </p:cNvPr>
              <p:cNvSpPr/>
              <p:nvPr/>
            </p:nvSpPr>
            <p:spPr>
              <a:xfrm>
                <a:off x="4048770" y="4474836"/>
                <a:ext cx="12700" cy="25400"/>
              </a:xfrm>
              <a:custGeom>
                <a:avLst/>
                <a:gdLst>
                  <a:gd name="csX0" fmla="*/ 247 w 12700"/>
                  <a:gd name="csY0" fmla="*/ 320 h 25400"/>
                  <a:gd name="csX1" fmla="*/ 247 w 12700"/>
                  <a:gd name="csY1" fmla="*/ 25720 h 25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25400">
                    <a:moveTo>
                      <a:pt x="247" y="320"/>
                    </a:moveTo>
                    <a:lnTo>
                      <a:pt x="247" y="25720"/>
                    </a:lnTo>
                  </a:path>
                </a:pathLst>
              </a:custGeom>
              <a:solidFill>
                <a:srgbClr val="FFFFFF"/>
              </a:solidFill>
              <a:ln w="762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00" name="Graphic 705">
              <a:extLst>
                <a:ext uri="{FF2B5EF4-FFF2-40B4-BE49-F238E27FC236}">
                  <a16:creationId xmlns:a16="http://schemas.microsoft.com/office/drawing/2014/main" id="{46D2DFBB-264A-F6F2-4B27-E042B2FAA659}"/>
                </a:ext>
              </a:extLst>
            </p:cNvPr>
            <p:cNvGrpSpPr/>
            <p:nvPr/>
          </p:nvGrpSpPr>
          <p:grpSpPr>
            <a:xfrm>
              <a:off x="4255325" y="954396"/>
              <a:ext cx="0" cy="3545839"/>
              <a:chOff x="4255325" y="954396"/>
              <a:chExt cx="0" cy="3545839"/>
            </a:xfrm>
          </p:grpSpPr>
          <p:sp>
            <p:nvSpPr>
              <p:cNvPr id="801" name="Freeform: Shape 800">
                <a:extLst>
                  <a:ext uri="{FF2B5EF4-FFF2-40B4-BE49-F238E27FC236}">
                    <a16:creationId xmlns:a16="http://schemas.microsoft.com/office/drawing/2014/main" id="{264B59F3-412C-2492-1F74-66F146B73933}"/>
                  </a:ext>
                </a:extLst>
              </p:cNvPr>
              <p:cNvSpPr/>
              <p:nvPr/>
            </p:nvSpPr>
            <p:spPr>
              <a:xfrm>
                <a:off x="4255325" y="954396"/>
                <a:ext cx="12700" cy="3520439"/>
              </a:xfrm>
              <a:custGeom>
                <a:avLst/>
                <a:gdLst>
                  <a:gd name="csX0" fmla="*/ 0 w 12700"/>
                  <a:gd name="csY0" fmla="*/ 3520440 h 3520439"/>
                  <a:gd name="csX1" fmla="*/ 0 w 12700"/>
                  <a:gd name="csY1" fmla="*/ 0 h 35204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3520439">
                    <a:moveTo>
                      <a:pt x="0" y="3520440"/>
                    </a:moveTo>
                    <a:lnTo>
                      <a:pt x="0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2" name="Freeform: Shape 801">
                <a:extLst>
                  <a:ext uri="{FF2B5EF4-FFF2-40B4-BE49-F238E27FC236}">
                    <a16:creationId xmlns:a16="http://schemas.microsoft.com/office/drawing/2014/main" id="{A19EBC9D-0F01-E16C-5FB9-E0DD4BCC106E}"/>
                  </a:ext>
                </a:extLst>
              </p:cNvPr>
              <p:cNvSpPr/>
              <p:nvPr/>
            </p:nvSpPr>
            <p:spPr>
              <a:xfrm>
                <a:off x="4255325" y="4474836"/>
                <a:ext cx="12700" cy="25400"/>
              </a:xfrm>
              <a:custGeom>
                <a:avLst/>
                <a:gdLst>
                  <a:gd name="csX0" fmla="*/ 263 w 12700"/>
                  <a:gd name="csY0" fmla="*/ 320 h 25400"/>
                  <a:gd name="csX1" fmla="*/ 263 w 12700"/>
                  <a:gd name="csY1" fmla="*/ 25720 h 25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25400">
                    <a:moveTo>
                      <a:pt x="263" y="320"/>
                    </a:moveTo>
                    <a:lnTo>
                      <a:pt x="263" y="25720"/>
                    </a:lnTo>
                  </a:path>
                </a:pathLst>
              </a:custGeom>
              <a:solidFill>
                <a:srgbClr val="FFFFFF"/>
              </a:solidFill>
              <a:ln w="762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03" name="Graphic 705">
              <a:extLst>
                <a:ext uri="{FF2B5EF4-FFF2-40B4-BE49-F238E27FC236}">
                  <a16:creationId xmlns:a16="http://schemas.microsoft.com/office/drawing/2014/main" id="{EBDEF202-19FE-610F-050B-E5361FC3B0FD}"/>
                </a:ext>
              </a:extLst>
            </p:cNvPr>
            <p:cNvGrpSpPr/>
            <p:nvPr/>
          </p:nvGrpSpPr>
          <p:grpSpPr>
            <a:xfrm>
              <a:off x="4358602" y="954396"/>
              <a:ext cx="0" cy="3545839"/>
              <a:chOff x="4358602" y="954396"/>
              <a:chExt cx="0" cy="3545839"/>
            </a:xfrm>
          </p:grpSpPr>
          <p:sp>
            <p:nvSpPr>
              <p:cNvPr id="804" name="Freeform: Shape 803">
                <a:extLst>
                  <a:ext uri="{FF2B5EF4-FFF2-40B4-BE49-F238E27FC236}">
                    <a16:creationId xmlns:a16="http://schemas.microsoft.com/office/drawing/2014/main" id="{958B44A8-4A3B-17B0-D385-12D208508B53}"/>
                  </a:ext>
                </a:extLst>
              </p:cNvPr>
              <p:cNvSpPr/>
              <p:nvPr/>
            </p:nvSpPr>
            <p:spPr>
              <a:xfrm>
                <a:off x="4358602" y="954396"/>
                <a:ext cx="12700" cy="3520439"/>
              </a:xfrm>
              <a:custGeom>
                <a:avLst/>
                <a:gdLst>
                  <a:gd name="csX0" fmla="*/ 0 w 12700"/>
                  <a:gd name="csY0" fmla="*/ 3520440 h 3520439"/>
                  <a:gd name="csX1" fmla="*/ 0 w 12700"/>
                  <a:gd name="csY1" fmla="*/ 0 h 35204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3520439">
                    <a:moveTo>
                      <a:pt x="0" y="3520440"/>
                    </a:moveTo>
                    <a:lnTo>
                      <a:pt x="0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5" name="Freeform: Shape 804">
                <a:extLst>
                  <a:ext uri="{FF2B5EF4-FFF2-40B4-BE49-F238E27FC236}">
                    <a16:creationId xmlns:a16="http://schemas.microsoft.com/office/drawing/2014/main" id="{9D7E7646-CEA8-7FD8-13BB-96797C746721}"/>
                  </a:ext>
                </a:extLst>
              </p:cNvPr>
              <p:cNvSpPr/>
              <p:nvPr/>
            </p:nvSpPr>
            <p:spPr>
              <a:xfrm>
                <a:off x="4358603" y="4474836"/>
                <a:ext cx="12700" cy="25400"/>
              </a:xfrm>
              <a:custGeom>
                <a:avLst/>
                <a:gdLst>
                  <a:gd name="csX0" fmla="*/ 271 w 12700"/>
                  <a:gd name="csY0" fmla="*/ 320 h 25400"/>
                  <a:gd name="csX1" fmla="*/ 271 w 12700"/>
                  <a:gd name="csY1" fmla="*/ 25720 h 25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25400">
                    <a:moveTo>
                      <a:pt x="271" y="320"/>
                    </a:moveTo>
                    <a:lnTo>
                      <a:pt x="271" y="25720"/>
                    </a:lnTo>
                  </a:path>
                </a:pathLst>
              </a:custGeom>
              <a:solidFill>
                <a:srgbClr val="FFFFFF"/>
              </a:solidFill>
              <a:ln w="762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06" name="Graphic 705">
              <a:extLst>
                <a:ext uri="{FF2B5EF4-FFF2-40B4-BE49-F238E27FC236}">
                  <a16:creationId xmlns:a16="http://schemas.microsoft.com/office/drawing/2014/main" id="{A4148C58-55ED-38D1-541F-5FC2F264DE25}"/>
                </a:ext>
              </a:extLst>
            </p:cNvPr>
            <p:cNvGrpSpPr/>
            <p:nvPr/>
          </p:nvGrpSpPr>
          <p:grpSpPr>
            <a:xfrm>
              <a:off x="4461880" y="954396"/>
              <a:ext cx="0" cy="3545839"/>
              <a:chOff x="4461880" y="954396"/>
              <a:chExt cx="0" cy="3545839"/>
            </a:xfrm>
          </p:grpSpPr>
          <p:sp>
            <p:nvSpPr>
              <p:cNvPr id="807" name="Freeform: Shape 806">
                <a:extLst>
                  <a:ext uri="{FF2B5EF4-FFF2-40B4-BE49-F238E27FC236}">
                    <a16:creationId xmlns:a16="http://schemas.microsoft.com/office/drawing/2014/main" id="{36F940A0-A9A2-177E-C6B0-AF28A29A528B}"/>
                  </a:ext>
                </a:extLst>
              </p:cNvPr>
              <p:cNvSpPr/>
              <p:nvPr/>
            </p:nvSpPr>
            <p:spPr>
              <a:xfrm>
                <a:off x="4461880" y="954396"/>
                <a:ext cx="12700" cy="3520439"/>
              </a:xfrm>
              <a:custGeom>
                <a:avLst/>
                <a:gdLst>
                  <a:gd name="csX0" fmla="*/ 0 w 12700"/>
                  <a:gd name="csY0" fmla="*/ 3520440 h 3520439"/>
                  <a:gd name="csX1" fmla="*/ 0 w 12700"/>
                  <a:gd name="csY1" fmla="*/ 0 h 35204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3520439">
                    <a:moveTo>
                      <a:pt x="0" y="3520440"/>
                    </a:moveTo>
                    <a:lnTo>
                      <a:pt x="0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8" name="Freeform: Shape 807">
                <a:extLst>
                  <a:ext uri="{FF2B5EF4-FFF2-40B4-BE49-F238E27FC236}">
                    <a16:creationId xmlns:a16="http://schemas.microsoft.com/office/drawing/2014/main" id="{72C00FB1-DA7A-9BAE-587F-B9BD64C8AAF1}"/>
                  </a:ext>
                </a:extLst>
              </p:cNvPr>
              <p:cNvSpPr/>
              <p:nvPr/>
            </p:nvSpPr>
            <p:spPr>
              <a:xfrm>
                <a:off x="4461880" y="4474836"/>
                <a:ext cx="12700" cy="25400"/>
              </a:xfrm>
              <a:custGeom>
                <a:avLst/>
                <a:gdLst>
                  <a:gd name="csX0" fmla="*/ 279 w 12700"/>
                  <a:gd name="csY0" fmla="*/ 320 h 25400"/>
                  <a:gd name="csX1" fmla="*/ 279 w 12700"/>
                  <a:gd name="csY1" fmla="*/ 25720 h 25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25400">
                    <a:moveTo>
                      <a:pt x="279" y="320"/>
                    </a:moveTo>
                    <a:lnTo>
                      <a:pt x="279" y="25720"/>
                    </a:lnTo>
                  </a:path>
                </a:pathLst>
              </a:custGeom>
              <a:solidFill>
                <a:srgbClr val="FFFFFF"/>
              </a:solidFill>
              <a:ln w="762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09" name="Graphic 705">
              <a:extLst>
                <a:ext uri="{FF2B5EF4-FFF2-40B4-BE49-F238E27FC236}">
                  <a16:creationId xmlns:a16="http://schemas.microsoft.com/office/drawing/2014/main" id="{727FA88B-972D-E633-1AB1-400FC8E79612}"/>
                </a:ext>
              </a:extLst>
            </p:cNvPr>
            <p:cNvGrpSpPr/>
            <p:nvPr/>
          </p:nvGrpSpPr>
          <p:grpSpPr>
            <a:xfrm>
              <a:off x="4565158" y="954396"/>
              <a:ext cx="0" cy="3545839"/>
              <a:chOff x="4565158" y="954396"/>
              <a:chExt cx="0" cy="3545839"/>
            </a:xfrm>
          </p:grpSpPr>
          <p:sp>
            <p:nvSpPr>
              <p:cNvPr id="810" name="Freeform: Shape 809">
                <a:extLst>
                  <a:ext uri="{FF2B5EF4-FFF2-40B4-BE49-F238E27FC236}">
                    <a16:creationId xmlns:a16="http://schemas.microsoft.com/office/drawing/2014/main" id="{897D21F1-B5A2-F9C1-4902-76A61AC3A732}"/>
                  </a:ext>
                </a:extLst>
              </p:cNvPr>
              <p:cNvSpPr/>
              <p:nvPr/>
            </p:nvSpPr>
            <p:spPr>
              <a:xfrm>
                <a:off x="4565158" y="954396"/>
                <a:ext cx="12700" cy="3520439"/>
              </a:xfrm>
              <a:custGeom>
                <a:avLst/>
                <a:gdLst>
                  <a:gd name="csX0" fmla="*/ 0 w 12700"/>
                  <a:gd name="csY0" fmla="*/ 3520440 h 3520439"/>
                  <a:gd name="csX1" fmla="*/ 0 w 12700"/>
                  <a:gd name="csY1" fmla="*/ 0 h 35204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3520439">
                    <a:moveTo>
                      <a:pt x="0" y="3520440"/>
                    </a:moveTo>
                    <a:lnTo>
                      <a:pt x="0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1" name="Freeform: Shape 810">
                <a:extLst>
                  <a:ext uri="{FF2B5EF4-FFF2-40B4-BE49-F238E27FC236}">
                    <a16:creationId xmlns:a16="http://schemas.microsoft.com/office/drawing/2014/main" id="{77D69B5A-5027-8B2B-5E24-FECAC603DF62}"/>
                  </a:ext>
                </a:extLst>
              </p:cNvPr>
              <p:cNvSpPr/>
              <p:nvPr/>
            </p:nvSpPr>
            <p:spPr>
              <a:xfrm>
                <a:off x="4565158" y="4474836"/>
                <a:ext cx="12700" cy="25400"/>
              </a:xfrm>
              <a:custGeom>
                <a:avLst/>
                <a:gdLst>
                  <a:gd name="csX0" fmla="*/ 287 w 12700"/>
                  <a:gd name="csY0" fmla="*/ 320 h 25400"/>
                  <a:gd name="csX1" fmla="*/ 287 w 12700"/>
                  <a:gd name="csY1" fmla="*/ 25720 h 25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25400">
                    <a:moveTo>
                      <a:pt x="287" y="320"/>
                    </a:moveTo>
                    <a:lnTo>
                      <a:pt x="287" y="25720"/>
                    </a:lnTo>
                  </a:path>
                </a:pathLst>
              </a:custGeom>
              <a:solidFill>
                <a:srgbClr val="FFFFFF"/>
              </a:solidFill>
              <a:ln w="762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12" name="Graphic 705">
              <a:extLst>
                <a:ext uri="{FF2B5EF4-FFF2-40B4-BE49-F238E27FC236}">
                  <a16:creationId xmlns:a16="http://schemas.microsoft.com/office/drawing/2014/main" id="{304C14CA-CB5B-C7D7-101A-3A43DEBB6C11}"/>
                </a:ext>
              </a:extLst>
            </p:cNvPr>
            <p:cNvGrpSpPr/>
            <p:nvPr/>
          </p:nvGrpSpPr>
          <p:grpSpPr>
            <a:xfrm>
              <a:off x="4668435" y="954396"/>
              <a:ext cx="0" cy="3545839"/>
              <a:chOff x="4668435" y="954396"/>
              <a:chExt cx="0" cy="3545839"/>
            </a:xfrm>
          </p:grpSpPr>
          <p:sp>
            <p:nvSpPr>
              <p:cNvPr id="813" name="Freeform: Shape 812">
                <a:extLst>
                  <a:ext uri="{FF2B5EF4-FFF2-40B4-BE49-F238E27FC236}">
                    <a16:creationId xmlns:a16="http://schemas.microsoft.com/office/drawing/2014/main" id="{6C7EFCE9-A9A5-5866-ED6A-03CBEB1F22E2}"/>
                  </a:ext>
                </a:extLst>
              </p:cNvPr>
              <p:cNvSpPr/>
              <p:nvPr/>
            </p:nvSpPr>
            <p:spPr>
              <a:xfrm>
                <a:off x="4668435" y="954396"/>
                <a:ext cx="12700" cy="3520439"/>
              </a:xfrm>
              <a:custGeom>
                <a:avLst/>
                <a:gdLst>
                  <a:gd name="csX0" fmla="*/ 0 w 12700"/>
                  <a:gd name="csY0" fmla="*/ 3520440 h 3520439"/>
                  <a:gd name="csX1" fmla="*/ 0 w 12700"/>
                  <a:gd name="csY1" fmla="*/ 0 h 35204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3520439">
                    <a:moveTo>
                      <a:pt x="0" y="3520440"/>
                    </a:moveTo>
                    <a:lnTo>
                      <a:pt x="0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4" name="Freeform: Shape 813">
                <a:extLst>
                  <a:ext uri="{FF2B5EF4-FFF2-40B4-BE49-F238E27FC236}">
                    <a16:creationId xmlns:a16="http://schemas.microsoft.com/office/drawing/2014/main" id="{10F9599E-5ED3-E198-469A-193792DFE73B}"/>
                  </a:ext>
                </a:extLst>
              </p:cNvPr>
              <p:cNvSpPr/>
              <p:nvPr/>
            </p:nvSpPr>
            <p:spPr>
              <a:xfrm>
                <a:off x="4668436" y="4474836"/>
                <a:ext cx="12700" cy="25400"/>
              </a:xfrm>
              <a:custGeom>
                <a:avLst/>
                <a:gdLst>
                  <a:gd name="csX0" fmla="*/ 296 w 12700"/>
                  <a:gd name="csY0" fmla="*/ 320 h 25400"/>
                  <a:gd name="csX1" fmla="*/ 296 w 12700"/>
                  <a:gd name="csY1" fmla="*/ 25720 h 25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25400">
                    <a:moveTo>
                      <a:pt x="296" y="320"/>
                    </a:moveTo>
                    <a:lnTo>
                      <a:pt x="296" y="25720"/>
                    </a:lnTo>
                  </a:path>
                </a:pathLst>
              </a:custGeom>
              <a:solidFill>
                <a:srgbClr val="FFFFFF"/>
              </a:solidFill>
              <a:ln w="762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15" name="Graphic 705">
              <a:extLst>
                <a:ext uri="{FF2B5EF4-FFF2-40B4-BE49-F238E27FC236}">
                  <a16:creationId xmlns:a16="http://schemas.microsoft.com/office/drawing/2014/main" id="{D7598D69-D17C-DC0F-0D9C-9DA97D58132F}"/>
                </a:ext>
              </a:extLst>
            </p:cNvPr>
            <p:cNvGrpSpPr/>
            <p:nvPr/>
          </p:nvGrpSpPr>
          <p:grpSpPr>
            <a:xfrm>
              <a:off x="4771713" y="954396"/>
              <a:ext cx="0" cy="3545839"/>
              <a:chOff x="4771713" y="954396"/>
              <a:chExt cx="0" cy="3545839"/>
            </a:xfrm>
          </p:grpSpPr>
          <p:sp>
            <p:nvSpPr>
              <p:cNvPr id="816" name="Freeform: Shape 815">
                <a:extLst>
                  <a:ext uri="{FF2B5EF4-FFF2-40B4-BE49-F238E27FC236}">
                    <a16:creationId xmlns:a16="http://schemas.microsoft.com/office/drawing/2014/main" id="{B0C9D0E1-7138-0FDC-92CF-688492DEB974}"/>
                  </a:ext>
                </a:extLst>
              </p:cNvPr>
              <p:cNvSpPr/>
              <p:nvPr/>
            </p:nvSpPr>
            <p:spPr>
              <a:xfrm>
                <a:off x="4771713" y="954396"/>
                <a:ext cx="12700" cy="3520439"/>
              </a:xfrm>
              <a:custGeom>
                <a:avLst/>
                <a:gdLst>
                  <a:gd name="csX0" fmla="*/ 0 w 12700"/>
                  <a:gd name="csY0" fmla="*/ 3520440 h 3520439"/>
                  <a:gd name="csX1" fmla="*/ 0 w 12700"/>
                  <a:gd name="csY1" fmla="*/ 0 h 35204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3520439">
                    <a:moveTo>
                      <a:pt x="0" y="3520440"/>
                    </a:moveTo>
                    <a:lnTo>
                      <a:pt x="0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7" name="Freeform: Shape 816">
                <a:extLst>
                  <a:ext uri="{FF2B5EF4-FFF2-40B4-BE49-F238E27FC236}">
                    <a16:creationId xmlns:a16="http://schemas.microsoft.com/office/drawing/2014/main" id="{1F5A5EB0-8F72-53C6-E47A-3C32FC30F39B}"/>
                  </a:ext>
                </a:extLst>
              </p:cNvPr>
              <p:cNvSpPr/>
              <p:nvPr/>
            </p:nvSpPr>
            <p:spPr>
              <a:xfrm>
                <a:off x="4771713" y="4474836"/>
                <a:ext cx="12700" cy="25400"/>
              </a:xfrm>
              <a:custGeom>
                <a:avLst/>
                <a:gdLst>
                  <a:gd name="csX0" fmla="*/ 304 w 12700"/>
                  <a:gd name="csY0" fmla="*/ 320 h 25400"/>
                  <a:gd name="csX1" fmla="*/ 304 w 12700"/>
                  <a:gd name="csY1" fmla="*/ 25720 h 25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25400">
                    <a:moveTo>
                      <a:pt x="304" y="320"/>
                    </a:moveTo>
                    <a:lnTo>
                      <a:pt x="304" y="25720"/>
                    </a:lnTo>
                  </a:path>
                </a:pathLst>
              </a:custGeom>
              <a:solidFill>
                <a:srgbClr val="FFFFFF"/>
              </a:solidFill>
              <a:ln w="762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18" name="Graphic 705">
              <a:extLst>
                <a:ext uri="{FF2B5EF4-FFF2-40B4-BE49-F238E27FC236}">
                  <a16:creationId xmlns:a16="http://schemas.microsoft.com/office/drawing/2014/main" id="{B6273B4E-A544-0612-8C8E-65C5B4E92515}"/>
                </a:ext>
              </a:extLst>
            </p:cNvPr>
            <p:cNvGrpSpPr/>
            <p:nvPr/>
          </p:nvGrpSpPr>
          <p:grpSpPr>
            <a:xfrm>
              <a:off x="4874991" y="954396"/>
              <a:ext cx="0" cy="3545839"/>
              <a:chOff x="4874991" y="954396"/>
              <a:chExt cx="0" cy="3545839"/>
            </a:xfrm>
          </p:grpSpPr>
          <p:sp>
            <p:nvSpPr>
              <p:cNvPr id="819" name="Freeform: Shape 818">
                <a:extLst>
                  <a:ext uri="{FF2B5EF4-FFF2-40B4-BE49-F238E27FC236}">
                    <a16:creationId xmlns:a16="http://schemas.microsoft.com/office/drawing/2014/main" id="{58A7BA09-0DCC-1715-4554-C2B8F1533948}"/>
                  </a:ext>
                </a:extLst>
              </p:cNvPr>
              <p:cNvSpPr/>
              <p:nvPr/>
            </p:nvSpPr>
            <p:spPr>
              <a:xfrm>
                <a:off x="4874991" y="954396"/>
                <a:ext cx="12700" cy="3520439"/>
              </a:xfrm>
              <a:custGeom>
                <a:avLst/>
                <a:gdLst>
                  <a:gd name="csX0" fmla="*/ 0 w 12700"/>
                  <a:gd name="csY0" fmla="*/ 3520440 h 3520439"/>
                  <a:gd name="csX1" fmla="*/ 0 w 12700"/>
                  <a:gd name="csY1" fmla="*/ 0 h 35204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3520439">
                    <a:moveTo>
                      <a:pt x="0" y="3520440"/>
                    </a:moveTo>
                    <a:lnTo>
                      <a:pt x="0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0" name="Freeform: Shape 819">
                <a:extLst>
                  <a:ext uri="{FF2B5EF4-FFF2-40B4-BE49-F238E27FC236}">
                    <a16:creationId xmlns:a16="http://schemas.microsoft.com/office/drawing/2014/main" id="{AD1A5443-2EBE-2E97-F9B7-92632D7C4B18}"/>
                  </a:ext>
                </a:extLst>
              </p:cNvPr>
              <p:cNvSpPr/>
              <p:nvPr/>
            </p:nvSpPr>
            <p:spPr>
              <a:xfrm>
                <a:off x="4874991" y="4474836"/>
                <a:ext cx="12700" cy="25400"/>
              </a:xfrm>
              <a:custGeom>
                <a:avLst/>
                <a:gdLst>
                  <a:gd name="csX0" fmla="*/ 312 w 12700"/>
                  <a:gd name="csY0" fmla="*/ 320 h 25400"/>
                  <a:gd name="csX1" fmla="*/ 312 w 12700"/>
                  <a:gd name="csY1" fmla="*/ 25720 h 25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25400">
                    <a:moveTo>
                      <a:pt x="312" y="320"/>
                    </a:moveTo>
                    <a:lnTo>
                      <a:pt x="312" y="25720"/>
                    </a:lnTo>
                  </a:path>
                </a:pathLst>
              </a:custGeom>
              <a:solidFill>
                <a:srgbClr val="FFFFFF"/>
              </a:solidFill>
              <a:ln w="762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21" name="Graphic 705">
              <a:extLst>
                <a:ext uri="{FF2B5EF4-FFF2-40B4-BE49-F238E27FC236}">
                  <a16:creationId xmlns:a16="http://schemas.microsoft.com/office/drawing/2014/main" id="{B14D2358-1972-E5DE-ED78-A102A455D025}"/>
                </a:ext>
              </a:extLst>
            </p:cNvPr>
            <p:cNvGrpSpPr/>
            <p:nvPr/>
          </p:nvGrpSpPr>
          <p:grpSpPr>
            <a:xfrm>
              <a:off x="4978269" y="954396"/>
              <a:ext cx="0" cy="3545839"/>
              <a:chOff x="4978269" y="954396"/>
              <a:chExt cx="0" cy="3545839"/>
            </a:xfrm>
          </p:grpSpPr>
          <p:sp>
            <p:nvSpPr>
              <p:cNvPr id="822" name="Freeform: Shape 821">
                <a:extLst>
                  <a:ext uri="{FF2B5EF4-FFF2-40B4-BE49-F238E27FC236}">
                    <a16:creationId xmlns:a16="http://schemas.microsoft.com/office/drawing/2014/main" id="{02D65C83-FC01-9AC7-CCF6-B983622860EF}"/>
                  </a:ext>
                </a:extLst>
              </p:cNvPr>
              <p:cNvSpPr/>
              <p:nvPr/>
            </p:nvSpPr>
            <p:spPr>
              <a:xfrm>
                <a:off x="4978269" y="954396"/>
                <a:ext cx="12700" cy="3520439"/>
              </a:xfrm>
              <a:custGeom>
                <a:avLst/>
                <a:gdLst>
                  <a:gd name="csX0" fmla="*/ 0 w 12700"/>
                  <a:gd name="csY0" fmla="*/ 3520440 h 3520439"/>
                  <a:gd name="csX1" fmla="*/ 0 w 12700"/>
                  <a:gd name="csY1" fmla="*/ 0 h 35204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3520439">
                    <a:moveTo>
                      <a:pt x="0" y="3520440"/>
                    </a:moveTo>
                    <a:lnTo>
                      <a:pt x="0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3" name="Freeform: Shape 822">
                <a:extLst>
                  <a:ext uri="{FF2B5EF4-FFF2-40B4-BE49-F238E27FC236}">
                    <a16:creationId xmlns:a16="http://schemas.microsoft.com/office/drawing/2014/main" id="{BA02E0F7-F774-F6A3-6590-28237A899786}"/>
                  </a:ext>
                </a:extLst>
              </p:cNvPr>
              <p:cNvSpPr/>
              <p:nvPr/>
            </p:nvSpPr>
            <p:spPr>
              <a:xfrm>
                <a:off x="4978269" y="4474836"/>
                <a:ext cx="12700" cy="25400"/>
              </a:xfrm>
              <a:custGeom>
                <a:avLst/>
                <a:gdLst>
                  <a:gd name="csX0" fmla="*/ 320 w 12700"/>
                  <a:gd name="csY0" fmla="*/ 320 h 25400"/>
                  <a:gd name="csX1" fmla="*/ 320 w 12700"/>
                  <a:gd name="csY1" fmla="*/ 25720 h 25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25400">
                    <a:moveTo>
                      <a:pt x="320" y="320"/>
                    </a:moveTo>
                    <a:lnTo>
                      <a:pt x="320" y="25720"/>
                    </a:lnTo>
                  </a:path>
                </a:pathLst>
              </a:custGeom>
              <a:solidFill>
                <a:srgbClr val="FFFFFF"/>
              </a:solidFill>
              <a:ln w="762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24" name="Graphic 705">
              <a:extLst>
                <a:ext uri="{FF2B5EF4-FFF2-40B4-BE49-F238E27FC236}">
                  <a16:creationId xmlns:a16="http://schemas.microsoft.com/office/drawing/2014/main" id="{4BEF51E7-4B61-71F9-4C4F-79BAB79E703D}"/>
                </a:ext>
              </a:extLst>
            </p:cNvPr>
            <p:cNvGrpSpPr/>
            <p:nvPr/>
          </p:nvGrpSpPr>
          <p:grpSpPr>
            <a:xfrm>
              <a:off x="5081546" y="954396"/>
              <a:ext cx="0" cy="3545839"/>
              <a:chOff x="5081546" y="954396"/>
              <a:chExt cx="0" cy="3545839"/>
            </a:xfrm>
          </p:grpSpPr>
          <p:sp>
            <p:nvSpPr>
              <p:cNvPr id="825" name="Freeform: Shape 824">
                <a:extLst>
                  <a:ext uri="{FF2B5EF4-FFF2-40B4-BE49-F238E27FC236}">
                    <a16:creationId xmlns:a16="http://schemas.microsoft.com/office/drawing/2014/main" id="{D496115B-90E8-34EB-B089-5DB22D0444CF}"/>
                  </a:ext>
                </a:extLst>
              </p:cNvPr>
              <p:cNvSpPr/>
              <p:nvPr/>
            </p:nvSpPr>
            <p:spPr>
              <a:xfrm>
                <a:off x="5081546" y="954396"/>
                <a:ext cx="12700" cy="3520439"/>
              </a:xfrm>
              <a:custGeom>
                <a:avLst/>
                <a:gdLst>
                  <a:gd name="csX0" fmla="*/ 0 w 12700"/>
                  <a:gd name="csY0" fmla="*/ 3520440 h 3520439"/>
                  <a:gd name="csX1" fmla="*/ 0 w 12700"/>
                  <a:gd name="csY1" fmla="*/ 0 h 35204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3520439">
                    <a:moveTo>
                      <a:pt x="0" y="3520440"/>
                    </a:moveTo>
                    <a:lnTo>
                      <a:pt x="0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6" name="Freeform: Shape 825">
                <a:extLst>
                  <a:ext uri="{FF2B5EF4-FFF2-40B4-BE49-F238E27FC236}">
                    <a16:creationId xmlns:a16="http://schemas.microsoft.com/office/drawing/2014/main" id="{C26CE0A0-7A33-ECB9-4E29-8379FB10A0CA}"/>
                  </a:ext>
                </a:extLst>
              </p:cNvPr>
              <p:cNvSpPr/>
              <p:nvPr/>
            </p:nvSpPr>
            <p:spPr>
              <a:xfrm>
                <a:off x="5081546" y="4474836"/>
                <a:ext cx="12700" cy="25400"/>
              </a:xfrm>
              <a:custGeom>
                <a:avLst/>
                <a:gdLst>
                  <a:gd name="csX0" fmla="*/ 328 w 12700"/>
                  <a:gd name="csY0" fmla="*/ 320 h 25400"/>
                  <a:gd name="csX1" fmla="*/ 328 w 12700"/>
                  <a:gd name="csY1" fmla="*/ 25720 h 25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25400">
                    <a:moveTo>
                      <a:pt x="328" y="320"/>
                    </a:moveTo>
                    <a:lnTo>
                      <a:pt x="328" y="25720"/>
                    </a:lnTo>
                  </a:path>
                </a:pathLst>
              </a:custGeom>
              <a:solidFill>
                <a:srgbClr val="FFFFFF"/>
              </a:solidFill>
              <a:ln w="762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27" name="Graphic 705">
              <a:extLst>
                <a:ext uri="{FF2B5EF4-FFF2-40B4-BE49-F238E27FC236}">
                  <a16:creationId xmlns:a16="http://schemas.microsoft.com/office/drawing/2014/main" id="{1096126E-19D1-8CF3-22AA-8D7B55C4C90C}"/>
                </a:ext>
              </a:extLst>
            </p:cNvPr>
            <p:cNvGrpSpPr/>
            <p:nvPr/>
          </p:nvGrpSpPr>
          <p:grpSpPr>
            <a:xfrm>
              <a:off x="5288102" y="954396"/>
              <a:ext cx="0" cy="3545839"/>
              <a:chOff x="5288102" y="954396"/>
              <a:chExt cx="0" cy="3545839"/>
            </a:xfrm>
          </p:grpSpPr>
          <p:sp>
            <p:nvSpPr>
              <p:cNvPr id="828" name="Freeform: Shape 827">
                <a:extLst>
                  <a:ext uri="{FF2B5EF4-FFF2-40B4-BE49-F238E27FC236}">
                    <a16:creationId xmlns:a16="http://schemas.microsoft.com/office/drawing/2014/main" id="{EF2CFFE1-6DD5-01AB-C027-1D6DD6BD0081}"/>
                  </a:ext>
                </a:extLst>
              </p:cNvPr>
              <p:cNvSpPr/>
              <p:nvPr/>
            </p:nvSpPr>
            <p:spPr>
              <a:xfrm>
                <a:off x="5288102" y="954396"/>
                <a:ext cx="12700" cy="3520439"/>
              </a:xfrm>
              <a:custGeom>
                <a:avLst/>
                <a:gdLst>
                  <a:gd name="csX0" fmla="*/ 0 w 12700"/>
                  <a:gd name="csY0" fmla="*/ 3520440 h 3520439"/>
                  <a:gd name="csX1" fmla="*/ 0 w 12700"/>
                  <a:gd name="csY1" fmla="*/ 0 h 35204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3520439">
                    <a:moveTo>
                      <a:pt x="0" y="3520440"/>
                    </a:moveTo>
                    <a:lnTo>
                      <a:pt x="0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9" name="Freeform: Shape 828">
                <a:extLst>
                  <a:ext uri="{FF2B5EF4-FFF2-40B4-BE49-F238E27FC236}">
                    <a16:creationId xmlns:a16="http://schemas.microsoft.com/office/drawing/2014/main" id="{DE8A408F-540A-6921-8F3D-6E22733D10BD}"/>
                  </a:ext>
                </a:extLst>
              </p:cNvPr>
              <p:cNvSpPr/>
              <p:nvPr/>
            </p:nvSpPr>
            <p:spPr>
              <a:xfrm>
                <a:off x="5288102" y="4474836"/>
                <a:ext cx="12700" cy="25400"/>
              </a:xfrm>
              <a:custGeom>
                <a:avLst/>
                <a:gdLst>
                  <a:gd name="csX0" fmla="*/ 344 w 12700"/>
                  <a:gd name="csY0" fmla="*/ 320 h 25400"/>
                  <a:gd name="csX1" fmla="*/ 344 w 12700"/>
                  <a:gd name="csY1" fmla="*/ 25720 h 25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25400">
                    <a:moveTo>
                      <a:pt x="344" y="320"/>
                    </a:moveTo>
                    <a:lnTo>
                      <a:pt x="344" y="25720"/>
                    </a:lnTo>
                  </a:path>
                </a:pathLst>
              </a:custGeom>
              <a:solidFill>
                <a:srgbClr val="FFFFFF"/>
              </a:solidFill>
              <a:ln w="762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30" name="Graphic 705">
              <a:extLst>
                <a:ext uri="{FF2B5EF4-FFF2-40B4-BE49-F238E27FC236}">
                  <a16:creationId xmlns:a16="http://schemas.microsoft.com/office/drawing/2014/main" id="{B6E5876D-D000-E166-615B-D06E9D3DCEAC}"/>
                </a:ext>
              </a:extLst>
            </p:cNvPr>
            <p:cNvGrpSpPr/>
            <p:nvPr/>
          </p:nvGrpSpPr>
          <p:grpSpPr>
            <a:xfrm>
              <a:off x="5391379" y="954396"/>
              <a:ext cx="0" cy="3545839"/>
              <a:chOff x="5391379" y="954396"/>
              <a:chExt cx="0" cy="3545839"/>
            </a:xfrm>
          </p:grpSpPr>
          <p:sp>
            <p:nvSpPr>
              <p:cNvPr id="831" name="Freeform: Shape 830">
                <a:extLst>
                  <a:ext uri="{FF2B5EF4-FFF2-40B4-BE49-F238E27FC236}">
                    <a16:creationId xmlns:a16="http://schemas.microsoft.com/office/drawing/2014/main" id="{F2D92F12-1705-8E39-8702-5C36530389C3}"/>
                  </a:ext>
                </a:extLst>
              </p:cNvPr>
              <p:cNvSpPr/>
              <p:nvPr/>
            </p:nvSpPr>
            <p:spPr>
              <a:xfrm>
                <a:off x="5391379" y="954396"/>
                <a:ext cx="12700" cy="3520439"/>
              </a:xfrm>
              <a:custGeom>
                <a:avLst/>
                <a:gdLst>
                  <a:gd name="csX0" fmla="*/ 0 w 12700"/>
                  <a:gd name="csY0" fmla="*/ 3520440 h 3520439"/>
                  <a:gd name="csX1" fmla="*/ 0 w 12700"/>
                  <a:gd name="csY1" fmla="*/ 0 h 35204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3520439">
                    <a:moveTo>
                      <a:pt x="0" y="3520440"/>
                    </a:moveTo>
                    <a:lnTo>
                      <a:pt x="0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2" name="Freeform: Shape 831">
                <a:extLst>
                  <a:ext uri="{FF2B5EF4-FFF2-40B4-BE49-F238E27FC236}">
                    <a16:creationId xmlns:a16="http://schemas.microsoft.com/office/drawing/2014/main" id="{DBD050A2-67E6-A12B-9B84-487606AC5A4E}"/>
                  </a:ext>
                </a:extLst>
              </p:cNvPr>
              <p:cNvSpPr/>
              <p:nvPr/>
            </p:nvSpPr>
            <p:spPr>
              <a:xfrm>
                <a:off x="5391379" y="4474836"/>
                <a:ext cx="12700" cy="25400"/>
              </a:xfrm>
              <a:custGeom>
                <a:avLst/>
                <a:gdLst>
                  <a:gd name="csX0" fmla="*/ 353 w 12700"/>
                  <a:gd name="csY0" fmla="*/ 320 h 25400"/>
                  <a:gd name="csX1" fmla="*/ 353 w 12700"/>
                  <a:gd name="csY1" fmla="*/ 25720 h 25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25400">
                    <a:moveTo>
                      <a:pt x="353" y="320"/>
                    </a:moveTo>
                    <a:lnTo>
                      <a:pt x="353" y="25720"/>
                    </a:lnTo>
                  </a:path>
                </a:pathLst>
              </a:custGeom>
              <a:solidFill>
                <a:srgbClr val="FFFFFF"/>
              </a:solidFill>
              <a:ln w="762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33" name="Graphic 705">
              <a:extLst>
                <a:ext uri="{FF2B5EF4-FFF2-40B4-BE49-F238E27FC236}">
                  <a16:creationId xmlns:a16="http://schemas.microsoft.com/office/drawing/2014/main" id="{512CD34E-B80D-F8A2-95BE-8143BE0191D6}"/>
                </a:ext>
              </a:extLst>
            </p:cNvPr>
            <p:cNvGrpSpPr/>
            <p:nvPr/>
          </p:nvGrpSpPr>
          <p:grpSpPr>
            <a:xfrm>
              <a:off x="5494657" y="954396"/>
              <a:ext cx="0" cy="3545839"/>
              <a:chOff x="5494657" y="954396"/>
              <a:chExt cx="0" cy="3545839"/>
            </a:xfrm>
          </p:grpSpPr>
          <p:sp>
            <p:nvSpPr>
              <p:cNvPr id="834" name="Freeform: Shape 833">
                <a:extLst>
                  <a:ext uri="{FF2B5EF4-FFF2-40B4-BE49-F238E27FC236}">
                    <a16:creationId xmlns:a16="http://schemas.microsoft.com/office/drawing/2014/main" id="{4CED3342-9471-1445-81FA-35039EA2C962}"/>
                  </a:ext>
                </a:extLst>
              </p:cNvPr>
              <p:cNvSpPr/>
              <p:nvPr/>
            </p:nvSpPr>
            <p:spPr>
              <a:xfrm>
                <a:off x="5494657" y="954396"/>
                <a:ext cx="12700" cy="3520439"/>
              </a:xfrm>
              <a:custGeom>
                <a:avLst/>
                <a:gdLst>
                  <a:gd name="csX0" fmla="*/ 0 w 12700"/>
                  <a:gd name="csY0" fmla="*/ 3520440 h 3520439"/>
                  <a:gd name="csX1" fmla="*/ 0 w 12700"/>
                  <a:gd name="csY1" fmla="*/ 0 h 35204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3520439">
                    <a:moveTo>
                      <a:pt x="0" y="3520440"/>
                    </a:moveTo>
                    <a:lnTo>
                      <a:pt x="0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5" name="Freeform: Shape 834">
                <a:extLst>
                  <a:ext uri="{FF2B5EF4-FFF2-40B4-BE49-F238E27FC236}">
                    <a16:creationId xmlns:a16="http://schemas.microsoft.com/office/drawing/2014/main" id="{E3FD3D62-940F-28D2-D4D2-F3CDC3FADEDF}"/>
                  </a:ext>
                </a:extLst>
              </p:cNvPr>
              <p:cNvSpPr/>
              <p:nvPr/>
            </p:nvSpPr>
            <p:spPr>
              <a:xfrm>
                <a:off x="5494657" y="4474836"/>
                <a:ext cx="12700" cy="25400"/>
              </a:xfrm>
              <a:custGeom>
                <a:avLst/>
                <a:gdLst>
                  <a:gd name="csX0" fmla="*/ 361 w 12700"/>
                  <a:gd name="csY0" fmla="*/ 320 h 25400"/>
                  <a:gd name="csX1" fmla="*/ 361 w 12700"/>
                  <a:gd name="csY1" fmla="*/ 25720 h 25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25400">
                    <a:moveTo>
                      <a:pt x="361" y="320"/>
                    </a:moveTo>
                    <a:lnTo>
                      <a:pt x="361" y="25720"/>
                    </a:lnTo>
                  </a:path>
                </a:pathLst>
              </a:custGeom>
              <a:solidFill>
                <a:srgbClr val="FFFFFF"/>
              </a:solidFill>
              <a:ln w="762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36" name="Graphic 705">
              <a:extLst>
                <a:ext uri="{FF2B5EF4-FFF2-40B4-BE49-F238E27FC236}">
                  <a16:creationId xmlns:a16="http://schemas.microsoft.com/office/drawing/2014/main" id="{D60DCC30-D022-F94D-B8E6-CF6E6C91DF9C}"/>
                </a:ext>
              </a:extLst>
            </p:cNvPr>
            <p:cNvGrpSpPr/>
            <p:nvPr/>
          </p:nvGrpSpPr>
          <p:grpSpPr>
            <a:xfrm>
              <a:off x="5597935" y="954396"/>
              <a:ext cx="0" cy="3545839"/>
              <a:chOff x="5597935" y="954396"/>
              <a:chExt cx="0" cy="3545839"/>
            </a:xfrm>
          </p:grpSpPr>
          <p:sp>
            <p:nvSpPr>
              <p:cNvPr id="837" name="Freeform: Shape 836">
                <a:extLst>
                  <a:ext uri="{FF2B5EF4-FFF2-40B4-BE49-F238E27FC236}">
                    <a16:creationId xmlns:a16="http://schemas.microsoft.com/office/drawing/2014/main" id="{9DC70554-E1F9-38BD-50FC-2AD13C776A2A}"/>
                  </a:ext>
                </a:extLst>
              </p:cNvPr>
              <p:cNvSpPr/>
              <p:nvPr/>
            </p:nvSpPr>
            <p:spPr>
              <a:xfrm>
                <a:off x="5597935" y="954396"/>
                <a:ext cx="12700" cy="3520439"/>
              </a:xfrm>
              <a:custGeom>
                <a:avLst/>
                <a:gdLst>
                  <a:gd name="csX0" fmla="*/ 0 w 12700"/>
                  <a:gd name="csY0" fmla="*/ 3520440 h 3520439"/>
                  <a:gd name="csX1" fmla="*/ 0 w 12700"/>
                  <a:gd name="csY1" fmla="*/ 0 h 35204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3520439">
                    <a:moveTo>
                      <a:pt x="0" y="3520440"/>
                    </a:moveTo>
                    <a:lnTo>
                      <a:pt x="0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8" name="Freeform: Shape 837">
                <a:extLst>
                  <a:ext uri="{FF2B5EF4-FFF2-40B4-BE49-F238E27FC236}">
                    <a16:creationId xmlns:a16="http://schemas.microsoft.com/office/drawing/2014/main" id="{C4744DBD-513C-0ECF-BAAD-36BC4C7D7CC3}"/>
                  </a:ext>
                </a:extLst>
              </p:cNvPr>
              <p:cNvSpPr/>
              <p:nvPr/>
            </p:nvSpPr>
            <p:spPr>
              <a:xfrm>
                <a:off x="5597935" y="4474836"/>
                <a:ext cx="12700" cy="25400"/>
              </a:xfrm>
              <a:custGeom>
                <a:avLst/>
                <a:gdLst>
                  <a:gd name="csX0" fmla="*/ 369 w 12700"/>
                  <a:gd name="csY0" fmla="*/ 320 h 25400"/>
                  <a:gd name="csX1" fmla="*/ 369 w 12700"/>
                  <a:gd name="csY1" fmla="*/ 25720 h 25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25400">
                    <a:moveTo>
                      <a:pt x="369" y="320"/>
                    </a:moveTo>
                    <a:lnTo>
                      <a:pt x="369" y="25720"/>
                    </a:lnTo>
                  </a:path>
                </a:pathLst>
              </a:custGeom>
              <a:solidFill>
                <a:srgbClr val="FFFFFF"/>
              </a:solidFill>
              <a:ln w="762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39" name="Graphic 705">
              <a:extLst>
                <a:ext uri="{FF2B5EF4-FFF2-40B4-BE49-F238E27FC236}">
                  <a16:creationId xmlns:a16="http://schemas.microsoft.com/office/drawing/2014/main" id="{F5A98FE0-2632-D554-DF6E-EF07CAE12CD7}"/>
                </a:ext>
              </a:extLst>
            </p:cNvPr>
            <p:cNvGrpSpPr/>
            <p:nvPr/>
          </p:nvGrpSpPr>
          <p:grpSpPr>
            <a:xfrm>
              <a:off x="5701212" y="954396"/>
              <a:ext cx="0" cy="3545839"/>
              <a:chOff x="5701212" y="954396"/>
              <a:chExt cx="0" cy="3545839"/>
            </a:xfrm>
          </p:grpSpPr>
          <p:sp>
            <p:nvSpPr>
              <p:cNvPr id="840" name="Freeform: Shape 839">
                <a:extLst>
                  <a:ext uri="{FF2B5EF4-FFF2-40B4-BE49-F238E27FC236}">
                    <a16:creationId xmlns:a16="http://schemas.microsoft.com/office/drawing/2014/main" id="{38CFAD29-C7A2-CC3C-BC25-15004795C5DE}"/>
                  </a:ext>
                </a:extLst>
              </p:cNvPr>
              <p:cNvSpPr/>
              <p:nvPr/>
            </p:nvSpPr>
            <p:spPr>
              <a:xfrm>
                <a:off x="5701212" y="954396"/>
                <a:ext cx="12700" cy="3520439"/>
              </a:xfrm>
              <a:custGeom>
                <a:avLst/>
                <a:gdLst>
                  <a:gd name="csX0" fmla="*/ 0 w 12700"/>
                  <a:gd name="csY0" fmla="*/ 3520440 h 3520439"/>
                  <a:gd name="csX1" fmla="*/ 0 w 12700"/>
                  <a:gd name="csY1" fmla="*/ 0 h 35204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3520439">
                    <a:moveTo>
                      <a:pt x="0" y="3520440"/>
                    </a:moveTo>
                    <a:lnTo>
                      <a:pt x="0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1" name="Freeform: Shape 840">
                <a:extLst>
                  <a:ext uri="{FF2B5EF4-FFF2-40B4-BE49-F238E27FC236}">
                    <a16:creationId xmlns:a16="http://schemas.microsoft.com/office/drawing/2014/main" id="{F77C7B24-3120-C2C3-3EFA-DE04FE7FCD74}"/>
                  </a:ext>
                </a:extLst>
              </p:cNvPr>
              <p:cNvSpPr/>
              <p:nvPr/>
            </p:nvSpPr>
            <p:spPr>
              <a:xfrm>
                <a:off x="5701212" y="4474836"/>
                <a:ext cx="12700" cy="25400"/>
              </a:xfrm>
              <a:custGeom>
                <a:avLst/>
                <a:gdLst>
                  <a:gd name="csX0" fmla="*/ 377 w 12700"/>
                  <a:gd name="csY0" fmla="*/ 320 h 25400"/>
                  <a:gd name="csX1" fmla="*/ 377 w 12700"/>
                  <a:gd name="csY1" fmla="*/ 25720 h 25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25400">
                    <a:moveTo>
                      <a:pt x="377" y="320"/>
                    </a:moveTo>
                    <a:lnTo>
                      <a:pt x="377" y="25720"/>
                    </a:lnTo>
                  </a:path>
                </a:pathLst>
              </a:custGeom>
              <a:solidFill>
                <a:srgbClr val="FFFFFF"/>
              </a:solidFill>
              <a:ln w="762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42" name="Graphic 705">
              <a:extLst>
                <a:ext uri="{FF2B5EF4-FFF2-40B4-BE49-F238E27FC236}">
                  <a16:creationId xmlns:a16="http://schemas.microsoft.com/office/drawing/2014/main" id="{5EAEBD23-196E-79B0-97B3-87B210B1C346}"/>
                </a:ext>
              </a:extLst>
            </p:cNvPr>
            <p:cNvGrpSpPr/>
            <p:nvPr/>
          </p:nvGrpSpPr>
          <p:grpSpPr>
            <a:xfrm>
              <a:off x="5804490" y="954396"/>
              <a:ext cx="0" cy="3545839"/>
              <a:chOff x="5804490" y="954396"/>
              <a:chExt cx="0" cy="3545839"/>
            </a:xfrm>
          </p:grpSpPr>
          <p:sp>
            <p:nvSpPr>
              <p:cNvPr id="843" name="Freeform: Shape 842">
                <a:extLst>
                  <a:ext uri="{FF2B5EF4-FFF2-40B4-BE49-F238E27FC236}">
                    <a16:creationId xmlns:a16="http://schemas.microsoft.com/office/drawing/2014/main" id="{BA64FC06-1EA8-74EB-FDF6-933141CA4256}"/>
                  </a:ext>
                </a:extLst>
              </p:cNvPr>
              <p:cNvSpPr/>
              <p:nvPr/>
            </p:nvSpPr>
            <p:spPr>
              <a:xfrm>
                <a:off x="5804490" y="954396"/>
                <a:ext cx="12700" cy="3520439"/>
              </a:xfrm>
              <a:custGeom>
                <a:avLst/>
                <a:gdLst>
                  <a:gd name="csX0" fmla="*/ 0 w 12700"/>
                  <a:gd name="csY0" fmla="*/ 3520440 h 3520439"/>
                  <a:gd name="csX1" fmla="*/ 0 w 12700"/>
                  <a:gd name="csY1" fmla="*/ 0 h 35204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3520439">
                    <a:moveTo>
                      <a:pt x="0" y="3520440"/>
                    </a:moveTo>
                    <a:lnTo>
                      <a:pt x="0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4" name="Freeform: Shape 843">
                <a:extLst>
                  <a:ext uri="{FF2B5EF4-FFF2-40B4-BE49-F238E27FC236}">
                    <a16:creationId xmlns:a16="http://schemas.microsoft.com/office/drawing/2014/main" id="{94A3FE74-8EDA-A4E7-BFC6-25E03123CC18}"/>
                  </a:ext>
                </a:extLst>
              </p:cNvPr>
              <p:cNvSpPr/>
              <p:nvPr/>
            </p:nvSpPr>
            <p:spPr>
              <a:xfrm>
                <a:off x="5804490" y="4474836"/>
                <a:ext cx="12700" cy="25400"/>
              </a:xfrm>
              <a:custGeom>
                <a:avLst/>
                <a:gdLst>
                  <a:gd name="csX0" fmla="*/ 385 w 12700"/>
                  <a:gd name="csY0" fmla="*/ 320 h 25400"/>
                  <a:gd name="csX1" fmla="*/ 385 w 12700"/>
                  <a:gd name="csY1" fmla="*/ 25720 h 25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25400">
                    <a:moveTo>
                      <a:pt x="385" y="320"/>
                    </a:moveTo>
                    <a:lnTo>
                      <a:pt x="385" y="25720"/>
                    </a:lnTo>
                  </a:path>
                </a:pathLst>
              </a:custGeom>
              <a:solidFill>
                <a:srgbClr val="FFFFFF"/>
              </a:solidFill>
              <a:ln w="762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45" name="Graphic 705">
              <a:extLst>
                <a:ext uri="{FF2B5EF4-FFF2-40B4-BE49-F238E27FC236}">
                  <a16:creationId xmlns:a16="http://schemas.microsoft.com/office/drawing/2014/main" id="{EA4F3D5B-8431-37E5-40F9-7E88216E916E}"/>
                </a:ext>
              </a:extLst>
            </p:cNvPr>
            <p:cNvGrpSpPr/>
            <p:nvPr/>
          </p:nvGrpSpPr>
          <p:grpSpPr>
            <a:xfrm>
              <a:off x="5907767" y="954396"/>
              <a:ext cx="0" cy="3545839"/>
              <a:chOff x="5907767" y="954396"/>
              <a:chExt cx="0" cy="3545839"/>
            </a:xfrm>
          </p:grpSpPr>
          <p:sp>
            <p:nvSpPr>
              <p:cNvPr id="846" name="Freeform: Shape 845">
                <a:extLst>
                  <a:ext uri="{FF2B5EF4-FFF2-40B4-BE49-F238E27FC236}">
                    <a16:creationId xmlns:a16="http://schemas.microsoft.com/office/drawing/2014/main" id="{06F4B992-9ED3-4FDE-AB93-E44C73E0BEF9}"/>
                  </a:ext>
                </a:extLst>
              </p:cNvPr>
              <p:cNvSpPr/>
              <p:nvPr/>
            </p:nvSpPr>
            <p:spPr>
              <a:xfrm>
                <a:off x="5907768" y="954396"/>
                <a:ext cx="12700" cy="3520439"/>
              </a:xfrm>
              <a:custGeom>
                <a:avLst/>
                <a:gdLst>
                  <a:gd name="csX0" fmla="*/ 0 w 12700"/>
                  <a:gd name="csY0" fmla="*/ 3520440 h 3520439"/>
                  <a:gd name="csX1" fmla="*/ 0 w 12700"/>
                  <a:gd name="csY1" fmla="*/ 0 h 35204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3520439">
                    <a:moveTo>
                      <a:pt x="0" y="3520440"/>
                    </a:moveTo>
                    <a:lnTo>
                      <a:pt x="0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7" name="Freeform: Shape 846">
                <a:extLst>
                  <a:ext uri="{FF2B5EF4-FFF2-40B4-BE49-F238E27FC236}">
                    <a16:creationId xmlns:a16="http://schemas.microsoft.com/office/drawing/2014/main" id="{B23F9B86-69EC-BEAA-6AC3-CD1881CDC853}"/>
                  </a:ext>
                </a:extLst>
              </p:cNvPr>
              <p:cNvSpPr/>
              <p:nvPr/>
            </p:nvSpPr>
            <p:spPr>
              <a:xfrm>
                <a:off x="5907767" y="4474836"/>
                <a:ext cx="12700" cy="25400"/>
              </a:xfrm>
              <a:custGeom>
                <a:avLst/>
                <a:gdLst>
                  <a:gd name="csX0" fmla="*/ 393 w 12700"/>
                  <a:gd name="csY0" fmla="*/ 320 h 25400"/>
                  <a:gd name="csX1" fmla="*/ 393 w 12700"/>
                  <a:gd name="csY1" fmla="*/ 25720 h 25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25400">
                    <a:moveTo>
                      <a:pt x="393" y="320"/>
                    </a:moveTo>
                    <a:lnTo>
                      <a:pt x="393" y="25720"/>
                    </a:lnTo>
                  </a:path>
                </a:pathLst>
              </a:custGeom>
              <a:solidFill>
                <a:srgbClr val="FFFFFF"/>
              </a:solidFill>
              <a:ln w="762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48" name="Graphic 705">
              <a:extLst>
                <a:ext uri="{FF2B5EF4-FFF2-40B4-BE49-F238E27FC236}">
                  <a16:creationId xmlns:a16="http://schemas.microsoft.com/office/drawing/2014/main" id="{4F36D57A-3D7F-AE12-C0FA-10CF41E98490}"/>
                </a:ext>
              </a:extLst>
            </p:cNvPr>
            <p:cNvGrpSpPr/>
            <p:nvPr/>
          </p:nvGrpSpPr>
          <p:grpSpPr>
            <a:xfrm>
              <a:off x="6011045" y="954396"/>
              <a:ext cx="0" cy="3545839"/>
              <a:chOff x="6011045" y="954396"/>
              <a:chExt cx="0" cy="3545839"/>
            </a:xfrm>
          </p:grpSpPr>
          <p:sp>
            <p:nvSpPr>
              <p:cNvPr id="849" name="Freeform: Shape 848">
                <a:extLst>
                  <a:ext uri="{FF2B5EF4-FFF2-40B4-BE49-F238E27FC236}">
                    <a16:creationId xmlns:a16="http://schemas.microsoft.com/office/drawing/2014/main" id="{335FADCD-5E35-7721-94A0-FBDD3665FD91}"/>
                  </a:ext>
                </a:extLst>
              </p:cNvPr>
              <p:cNvSpPr/>
              <p:nvPr/>
            </p:nvSpPr>
            <p:spPr>
              <a:xfrm>
                <a:off x="6011045" y="954396"/>
                <a:ext cx="12700" cy="3520439"/>
              </a:xfrm>
              <a:custGeom>
                <a:avLst/>
                <a:gdLst>
                  <a:gd name="csX0" fmla="*/ 0 w 12700"/>
                  <a:gd name="csY0" fmla="*/ 3520440 h 3520439"/>
                  <a:gd name="csX1" fmla="*/ 0 w 12700"/>
                  <a:gd name="csY1" fmla="*/ 0 h 35204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3520439">
                    <a:moveTo>
                      <a:pt x="0" y="3520440"/>
                    </a:moveTo>
                    <a:lnTo>
                      <a:pt x="0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0" name="Freeform: Shape 849">
                <a:extLst>
                  <a:ext uri="{FF2B5EF4-FFF2-40B4-BE49-F238E27FC236}">
                    <a16:creationId xmlns:a16="http://schemas.microsoft.com/office/drawing/2014/main" id="{866788A5-20F4-125F-C00A-5FCF267FBC9E}"/>
                  </a:ext>
                </a:extLst>
              </p:cNvPr>
              <p:cNvSpPr/>
              <p:nvPr/>
            </p:nvSpPr>
            <p:spPr>
              <a:xfrm>
                <a:off x="6011045" y="4474836"/>
                <a:ext cx="12700" cy="25400"/>
              </a:xfrm>
              <a:custGeom>
                <a:avLst/>
                <a:gdLst>
                  <a:gd name="csX0" fmla="*/ 401 w 12700"/>
                  <a:gd name="csY0" fmla="*/ 320 h 25400"/>
                  <a:gd name="csX1" fmla="*/ 401 w 12700"/>
                  <a:gd name="csY1" fmla="*/ 25720 h 25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25400">
                    <a:moveTo>
                      <a:pt x="401" y="320"/>
                    </a:moveTo>
                    <a:lnTo>
                      <a:pt x="401" y="25720"/>
                    </a:lnTo>
                  </a:path>
                </a:pathLst>
              </a:custGeom>
              <a:solidFill>
                <a:srgbClr val="FFFFFF"/>
              </a:solidFill>
              <a:ln w="762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51" name="Graphic 705">
              <a:extLst>
                <a:ext uri="{FF2B5EF4-FFF2-40B4-BE49-F238E27FC236}">
                  <a16:creationId xmlns:a16="http://schemas.microsoft.com/office/drawing/2014/main" id="{F54CDDE4-6F36-FDD9-FD17-2FAFBC78C78B}"/>
                </a:ext>
              </a:extLst>
            </p:cNvPr>
            <p:cNvGrpSpPr/>
            <p:nvPr/>
          </p:nvGrpSpPr>
          <p:grpSpPr>
            <a:xfrm>
              <a:off x="6114323" y="954396"/>
              <a:ext cx="0" cy="3545839"/>
              <a:chOff x="6114323" y="954396"/>
              <a:chExt cx="0" cy="3545839"/>
            </a:xfrm>
          </p:grpSpPr>
          <p:sp>
            <p:nvSpPr>
              <p:cNvPr id="852" name="Freeform: Shape 851">
                <a:extLst>
                  <a:ext uri="{FF2B5EF4-FFF2-40B4-BE49-F238E27FC236}">
                    <a16:creationId xmlns:a16="http://schemas.microsoft.com/office/drawing/2014/main" id="{6B633842-637B-80BF-2DA7-D96E4FB15FD1}"/>
                  </a:ext>
                </a:extLst>
              </p:cNvPr>
              <p:cNvSpPr/>
              <p:nvPr/>
            </p:nvSpPr>
            <p:spPr>
              <a:xfrm>
                <a:off x="6114323" y="954396"/>
                <a:ext cx="12700" cy="3520439"/>
              </a:xfrm>
              <a:custGeom>
                <a:avLst/>
                <a:gdLst>
                  <a:gd name="csX0" fmla="*/ 0 w 12700"/>
                  <a:gd name="csY0" fmla="*/ 3520440 h 3520439"/>
                  <a:gd name="csX1" fmla="*/ 0 w 12700"/>
                  <a:gd name="csY1" fmla="*/ 0 h 35204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3520439">
                    <a:moveTo>
                      <a:pt x="0" y="3520440"/>
                    </a:moveTo>
                    <a:lnTo>
                      <a:pt x="0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3" name="Freeform: Shape 852">
                <a:extLst>
                  <a:ext uri="{FF2B5EF4-FFF2-40B4-BE49-F238E27FC236}">
                    <a16:creationId xmlns:a16="http://schemas.microsoft.com/office/drawing/2014/main" id="{FFE9649E-5174-AA6B-620A-48305CC91A37}"/>
                  </a:ext>
                </a:extLst>
              </p:cNvPr>
              <p:cNvSpPr/>
              <p:nvPr/>
            </p:nvSpPr>
            <p:spPr>
              <a:xfrm>
                <a:off x="6114323" y="4474836"/>
                <a:ext cx="12700" cy="25400"/>
              </a:xfrm>
              <a:custGeom>
                <a:avLst/>
                <a:gdLst>
                  <a:gd name="csX0" fmla="*/ 409 w 12700"/>
                  <a:gd name="csY0" fmla="*/ 320 h 25400"/>
                  <a:gd name="csX1" fmla="*/ 409 w 12700"/>
                  <a:gd name="csY1" fmla="*/ 25720 h 25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25400">
                    <a:moveTo>
                      <a:pt x="409" y="320"/>
                    </a:moveTo>
                    <a:lnTo>
                      <a:pt x="409" y="25720"/>
                    </a:lnTo>
                  </a:path>
                </a:pathLst>
              </a:custGeom>
              <a:solidFill>
                <a:srgbClr val="FFFFFF"/>
              </a:solidFill>
              <a:ln w="762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54" name="Graphic 705">
              <a:extLst>
                <a:ext uri="{FF2B5EF4-FFF2-40B4-BE49-F238E27FC236}">
                  <a16:creationId xmlns:a16="http://schemas.microsoft.com/office/drawing/2014/main" id="{BF3C773A-C304-6E60-784B-DE4D233DFCC3}"/>
                </a:ext>
              </a:extLst>
            </p:cNvPr>
            <p:cNvGrpSpPr/>
            <p:nvPr/>
          </p:nvGrpSpPr>
          <p:grpSpPr>
            <a:xfrm>
              <a:off x="6320878" y="954396"/>
              <a:ext cx="0" cy="3545839"/>
              <a:chOff x="6320878" y="954396"/>
              <a:chExt cx="0" cy="3545839"/>
            </a:xfrm>
          </p:grpSpPr>
          <p:sp>
            <p:nvSpPr>
              <p:cNvPr id="855" name="Freeform: Shape 854">
                <a:extLst>
                  <a:ext uri="{FF2B5EF4-FFF2-40B4-BE49-F238E27FC236}">
                    <a16:creationId xmlns:a16="http://schemas.microsoft.com/office/drawing/2014/main" id="{D76F21F7-7C72-1C13-6C0F-9CEFE9154EC5}"/>
                  </a:ext>
                </a:extLst>
              </p:cNvPr>
              <p:cNvSpPr/>
              <p:nvPr/>
            </p:nvSpPr>
            <p:spPr>
              <a:xfrm>
                <a:off x="6320878" y="954396"/>
                <a:ext cx="12700" cy="3520439"/>
              </a:xfrm>
              <a:custGeom>
                <a:avLst/>
                <a:gdLst>
                  <a:gd name="csX0" fmla="*/ 0 w 12700"/>
                  <a:gd name="csY0" fmla="*/ 3520440 h 3520439"/>
                  <a:gd name="csX1" fmla="*/ 0 w 12700"/>
                  <a:gd name="csY1" fmla="*/ 0 h 35204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3520439">
                    <a:moveTo>
                      <a:pt x="0" y="3520440"/>
                    </a:moveTo>
                    <a:lnTo>
                      <a:pt x="0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6" name="Freeform: Shape 855">
                <a:extLst>
                  <a:ext uri="{FF2B5EF4-FFF2-40B4-BE49-F238E27FC236}">
                    <a16:creationId xmlns:a16="http://schemas.microsoft.com/office/drawing/2014/main" id="{4F121A74-FAFF-9CEB-8362-73FE62557596}"/>
                  </a:ext>
                </a:extLst>
              </p:cNvPr>
              <p:cNvSpPr/>
              <p:nvPr/>
            </p:nvSpPr>
            <p:spPr>
              <a:xfrm>
                <a:off x="6320878" y="4474836"/>
                <a:ext cx="12700" cy="25400"/>
              </a:xfrm>
              <a:custGeom>
                <a:avLst/>
                <a:gdLst>
                  <a:gd name="csX0" fmla="*/ 426 w 12700"/>
                  <a:gd name="csY0" fmla="*/ 320 h 25400"/>
                  <a:gd name="csX1" fmla="*/ 426 w 12700"/>
                  <a:gd name="csY1" fmla="*/ 25720 h 25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25400">
                    <a:moveTo>
                      <a:pt x="426" y="320"/>
                    </a:moveTo>
                    <a:lnTo>
                      <a:pt x="426" y="25720"/>
                    </a:lnTo>
                  </a:path>
                </a:pathLst>
              </a:custGeom>
              <a:solidFill>
                <a:srgbClr val="FFFFFF"/>
              </a:solidFill>
              <a:ln w="762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57" name="Graphic 705">
              <a:extLst>
                <a:ext uri="{FF2B5EF4-FFF2-40B4-BE49-F238E27FC236}">
                  <a16:creationId xmlns:a16="http://schemas.microsoft.com/office/drawing/2014/main" id="{8B9BD2D3-4881-908B-C4E2-E3A8B40381B8}"/>
                </a:ext>
              </a:extLst>
            </p:cNvPr>
            <p:cNvGrpSpPr/>
            <p:nvPr/>
          </p:nvGrpSpPr>
          <p:grpSpPr>
            <a:xfrm>
              <a:off x="6424156" y="954396"/>
              <a:ext cx="0" cy="3545839"/>
              <a:chOff x="6424156" y="954396"/>
              <a:chExt cx="0" cy="3545839"/>
            </a:xfrm>
          </p:grpSpPr>
          <p:sp>
            <p:nvSpPr>
              <p:cNvPr id="858" name="Freeform: Shape 857">
                <a:extLst>
                  <a:ext uri="{FF2B5EF4-FFF2-40B4-BE49-F238E27FC236}">
                    <a16:creationId xmlns:a16="http://schemas.microsoft.com/office/drawing/2014/main" id="{5454985E-4B17-04B8-BF56-B9501A586CE4}"/>
                  </a:ext>
                </a:extLst>
              </p:cNvPr>
              <p:cNvSpPr/>
              <p:nvPr/>
            </p:nvSpPr>
            <p:spPr>
              <a:xfrm>
                <a:off x="6424156" y="954396"/>
                <a:ext cx="12700" cy="3520439"/>
              </a:xfrm>
              <a:custGeom>
                <a:avLst/>
                <a:gdLst>
                  <a:gd name="csX0" fmla="*/ 0 w 12700"/>
                  <a:gd name="csY0" fmla="*/ 3520440 h 3520439"/>
                  <a:gd name="csX1" fmla="*/ 0 w 12700"/>
                  <a:gd name="csY1" fmla="*/ 0 h 35204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3520439">
                    <a:moveTo>
                      <a:pt x="0" y="3520440"/>
                    </a:moveTo>
                    <a:lnTo>
                      <a:pt x="0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9" name="Freeform: Shape 858">
                <a:extLst>
                  <a:ext uri="{FF2B5EF4-FFF2-40B4-BE49-F238E27FC236}">
                    <a16:creationId xmlns:a16="http://schemas.microsoft.com/office/drawing/2014/main" id="{F3E50EC2-AABC-278A-2B41-6932A86EB354}"/>
                  </a:ext>
                </a:extLst>
              </p:cNvPr>
              <p:cNvSpPr/>
              <p:nvPr/>
            </p:nvSpPr>
            <p:spPr>
              <a:xfrm>
                <a:off x="6424156" y="4474836"/>
                <a:ext cx="12700" cy="25400"/>
              </a:xfrm>
              <a:custGeom>
                <a:avLst/>
                <a:gdLst>
                  <a:gd name="csX0" fmla="*/ 434 w 12700"/>
                  <a:gd name="csY0" fmla="*/ 320 h 25400"/>
                  <a:gd name="csX1" fmla="*/ 434 w 12700"/>
                  <a:gd name="csY1" fmla="*/ 25720 h 25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25400">
                    <a:moveTo>
                      <a:pt x="434" y="320"/>
                    </a:moveTo>
                    <a:lnTo>
                      <a:pt x="434" y="25720"/>
                    </a:lnTo>
                  </a:path>
                </a:pathLst>
              </a:custGeom>
              <a:solidFill>
                <a:srgbClr val="FFFFFF"/>
              </a:solidFill>
              <a:ln w="762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60" name="Graphic 705">
              <a:extLst>
                <a:ext uri="{FF2B5EF4-FFF2-40B4-BE49-F238E27FC236}">
                  <a16:creationId xmlns:a16="http://schemas.microsoft.com/office/drawing/2014/main" id="{C04B0305-2E71-99FC-6B03-83B48A24C282}"/>
                </a:ext>
              </a:extLst>
            </p:cNvPr>
            <p:cNvGrpSpPr/>
            <p:nvPr/>
          </p:nvGrpSpPr>
          <p:grpSpPr>
            <a:xfrm>
              <a:off x="6527433" y="954396"/>
              <a:ext cx="0" cy="3545839"/>
              <a:chOff x="6527433" y="954396"/>
              <a:chExt cx="0" cy="3545839"/>
            </a:xfrm>
          </p:grpSpPr>
          <p:sp>
            <p:nvSpPr>
              <p:cNvPr id="861" name="Freeform: Shape 860">
                <a:extLst>
                  <a:ext uri="{FF2B5EF4-FFF2-40B4-BE49-F238E27FC236}">
                    <a16:creationId xmlns:a16="http://schemas.microsoft.com/office/drawing/2014/main" id="{41E2EA1D-3A83-B4BB-1715-8BA8ADD614B0}"/>
                  </a:ext>
                </a:extLst>
              </p:cNvPr>
              <p:cNvSpPr/>
              <p:nvPr/>
            </p:nvSpPr>
            <p:spPr>
              <a:xfrm>
                <a:off x="6527434" y="954396"/>
                <a:ext cx="12700" cy="3520439"/>
              </a:xfrm>
              <a:custGeom>
                <a:avLst/>
                <a:gdLst>
                  <a:gd name="csX0" fmla="*/ 0 w 12700"/>
                  <a:gd name="csY0" fmla="*/ 3520440 h 3520439"/>
                  <a:gd name="csX1" fmla="*/ 0 w 12700"/>
                  <a:gd name="csY1" fmla="*/ 0 h 35204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3520439">
                    <a:moveTo>
                      <a:pt x="0" y="3520440"/>
                    </a:moveTo>
                    <a:lnTo>
                      <a:pt x="0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2" name="Freeform: Shape 861">
                <a:extLst>
                  <a:ext uri="{FF2B5EF4-FFF2-40B4-BE49-F238E27FC236}">
                    <a16:creationId xmlns:a16="http://schemas.microsoft.com/office/drawing/2014/main" id="{551B453D-186C-7746-C4F9-CDA6BB0869BD}"/>
                  </a:ext>
                </a:extLst>
              </p:cNvPr>
              <p:cNvSpPr/>
              <p:nvPr/>
            </p:nvSpPr>
            <p:spPr>
              <a:xfrm>
                <a:off x="6527433" y="4474836"/>
                <a:ext cx="12700" cy="25400"/>
              </a:xfrm>
              <a:custGeom>
                <a:avLst/>
                <a:gdLst>
                  <a:gd name="csX0" fmla="*/ 442 w 12700"/>
                  <a:gd name="csY0" fmla="*/ 320 h 25400"/>
                  <a:gd name="csX1" fmla="*/ 442 w 12700"/>
                  <a:gd name="csY1" fmla="*/ 25720 h 25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25400">
                    <a:moveTo>
                      <a:pt x="442" y="320"/>
                    </a:moveTo>
                    <a:lnTo>
                      <a:pt x="442" y="25720"/>
                    </a:lnTo>
                  </a:path>
                </a:pathLst>
              </a:custGeom>
              <a:solidFill>
                <a:srgbClr val="FFFFFF"/>
              </a:solidFill>
              <a:ln w="762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63" name="Graphic 705">
              <a:extLst>
                <a:ext uri="{FF2B5EF4-FFF2-40B4-BE49-F238E27FC236}">
                  <a16:creationId xmlns:a16="http://schemas.microsoft.com/office/drawing/2014/main" id="{32165396-9A62-EF6E-9F5E-CA4958A1E247}"/>
                </a:ext>
              </a:extLst>
            </p:cNvPr>
            <p:cNvGrpSpPr/>
            <p:nvPr/>
          </p:nvGrpSpPr>
          <p:grpSpPr>
            <a:xfrm>
              <a:off x="6630711" y="954396"/>
              <a:ext cx="0" cy="3545839"/>
              <a:chOff x="6630711" y="954396"/>
              <a:chExt cx="0" cy="3545839"/>
            </a:xfrm>
          </p:grpSpPr>
          <p:sp>
            <p:nvSpPr>
              <p:cNvPr id="864" name="Freeform: Shape 863">
                <a:extLst>
                  <a:ext uri="{FF2B5EF4-FFF2-40B4-BE49-F238E27FC236}">
                    <a16:creationId xmlns:a16="http://schemas.microsoft.com/office/drawing/2014/main" id="{2EDED092-4179-77F3-C258-55F7C8F0A96D}"/>
                  </a:ext>
                </a:extLst>
              </p:cNvPr>
              <p:cNvSpPr/>
              <p:nvPr/>
            </p:nvSpPr>
            <p:spPr>
              <a:xfrm>
                <a:off x="6630711" y="954396"/>
                <a:ext cx="12700" cy="3520439"/>
              </a:xfrm>
              <a:custGeom>
                <a:avLst/>
                <a:gdLst>
                  <a:gd name="csX0" fmla="*/ 0 w 12700"/>
                  <a:gd name="csY0" fmla="*/ 3520440 h 3520439"/>
                  <a:gd name="csX1" fmla="*/ 0 w 12700"/>
                  <a:gd name="csY1" fmla="*/ 0 h 35204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3520439">
                    <a:moveTo>
                      <a:pt x="0" y="3520440"/>
                    </a:moveTo>
                    <a:lnTo>
                      <a:pt x="0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5" name="Freeform: Shape 864">
                <a:extLst>
                  <a:ext uri="{FF2B5EF4-FFF2-40B4-BE49-F238E27FC236}">
                    <a16:creationId xmlns:a16="http://schemas.microsoft.com/office/drawing/2014/main" id="{0E485ED2-3BE9-48CF-3892-297664346B64}"/>
                  </a:ext>
                </a:extLst>
              </p:cNvPr>
              <p:cNvSpPr/>
              <p:nvPr/>
            </p:nvSpPr>
            <p:spPr>
              <a:xfrm>
                <a:off x="6630711" y="4474836"/>
                <a:ext cx="12700" cy="25400"/>
              </a:xfrm>
              <a:custGeom>
                <a:avLst/>
                <a:gdLst>
                  <a:gd name="csX0" fmla="*/ 450 w 12700"/>
                  <a:gd name="csY0" fmla="*/ 320 h 25400"/>
                  <a:gd name="csX1" fmla="*/ 450 w 12700"/>
                  <a:gd name="csY1" fmla="*/ 25720 h 25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25400">
                    <a:moveTo>
                      <a:pt x="450" y="320"/>
                    </a:moveTo>
                    <a:lnTo>
                      <a:pt x="450" y="25720"/>
                    </a:lnTo>
                  </a:path>
                </a:pathLst>
              </a:custGeom>
              <a:solidFill>
                <a:srgbClr val="FFFFFF"/>
              </a:solidFill>
              <a:ln w="762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66" name="Graphic 705">
              <a:extLst>
                <a:ext uri="{FF2B5EF4-FFF2-40B4-BE49-F238E27FC236}">
                  <a16:creationId xmlns:a16="http://schemas.microsoft.com/office/drawing/2014/main" id="{6D5D8743-2682-3EB0-61C2-4487A6294515}"/>
                </a:ext>
              </a:extLst>
            </p:cNvPr>
            <p:cNvGrpSpPr/>
            <p:nvPr/>
          </p:nvGrpSpPr>
          <p:grpSpPr>
            <a:xfrm>
              <a:off x="6733989" y="954396"/>
              <a:ext cx="0" cy="3545839"/>
              <a:chOff x="6733989" y="954396"/>
              <a:chExt cx="0" cy="3545839"/>
            </a:xfrm>
          </p:grpSpPr>
          <p:sp>
            <p:nvSpPr>
              <p:cNvPr id="867" name="Freeform: Shape 866">
                <a:extLst>
                  <a:ext uri="{FF2B5EF4-FFF2-40B4-BE49-F238E27FC236}">
                    <a16:creationId xmlns:a16="http://schemas.microsoft.com/office/drawing/2014/main" id="{B604ED88-5841-D878-C7CF-1D6638D1D52C}"/>
                  </a:ext>
                </a:extLst>
              </p:cNvPr>
              <p:cNvSpPr/>
              <p:nvPr/>
            </p:nvSpPr>
            <p:spPr>
              <a:xfrm>
                <a:off x="6733989" y="954396"/>
                <a:ext cx="12700" cy="3520439"/>
              </a:xfrm>
              <a:custGeom>
                <a:avLst/>
                <a:gdLst>
                  <a:gd name="csX0" fmla="*/ 0 w 12700"/>
                  <a:gd name="csY0" fmla="*/ 3520440 h 3520439"/>
                  <a:gd name="csX1" fmla="*/ 0 w 12700"/>
                  <a:gd name="csY1" fmla="*/ 0 h 35204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3520439">
                    <a:moveTo>
                      <a:pt x="0" y="3520440"/>
                    </a:moveTo>
                    <a:lnTo>
                      <a:pt x="0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8" name="Freeform: Shape 867">
                <a:extLst>
                  <a:ext uri="{FF2B5EF4-FFF2-40B4-BE49-F238E27FC236}">
                    <a16:creationId xmlns:a16="http://schemas.microsoft.com/office/drawing/2014/main" id="{1D1618C5-F65D-663F-6CE3-4E717B18AF60}"/>
                  </a:ext>
                </a:extLst>
              </p:cNvPr>
              <p:cNvSpPr/>
              <p:nvPr/>
            </p:nvSpPr>
            <p:spPr>
              <a:xfrm>
                <a:off x="6733989" y="4474836"/>
                <a:ext cx="12700" cy="25400"/>
              </a:xfrm>
              <a:custGeom>
                <a:avLst/>
                <a:gdLst>
                  <a:gd name="csX0" fmla="*/ 458 w 12700"/>
                  <a:gd name="csY0" fmla="*/ 320 h 25400"/>
                  <a:gd name="csX1" fmla="*/ 458 w 12700"/>
                  <a:gd name="csY1" fmla="*/ 25720 h 25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25400">
                    <a:moveTo>
                      <a:pt x="458" y="320"/>
                    </a:moveTo>
                    <a:lnTo>
                      <a:pt x="458" y="25720"/>
                    </a:lnTo>
                  </a:path>
                </a:pathLst>
              </a:custGeom>
              <a:solidFill>
                <a:srgbClr val="FFFFFF"/>
              </a:solidFill>
              <a:ln w="762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69" name="Graphic 705">
              <a:extLst>
                <a:ext uri="{FF2B5EF4-FFF2-40B4-BE49-F238E27FC236}">
                  <a16:creationId xmlns:a16="http://schemas.microsoft.com/office/drawing/2014/main" id="{B1DAF946-6BF5-05FE-09D3-E5EEDE62D194}"/>
                </a:ext>
              </a:extLst>
            </p:cNvPr>
            <p:cNvGrpSpPr/>
            <p:nvPr/>
          </p:nvGrpSpPr>
          <p:grpSpPr>
            <a:xfrm>
              <a:off x="6837266" y="954396"/>
              <a:ext cx="0" cy="3545839"/>
              <a:chOff x="6837266" y="954396"/>
              <a:chExt cx="0" cy="3545839"/>
            </a:xfrm>
          </p:grpSpPr>
          <p:sp>
            <p:nvSpPr>
              <p:cNvPr id="870" name="Freeform: Shape 869">
                <a:extLst>
                  <a:ext uri="{FF2B5EF4-FFF2-40B4-BE49-F238E27FC236}">
                    <a16:creationId xmlns:a16="http://schemas.microsoft.com/office/drawing/2014/main" id="{B7D5B9E1-1721-EE5A-CE21-04ED475EB9C7}"/>
                  </a:ext>
                </a:extLst>
              </p:cNvPr>
              <p:cNvSpPr/>
              <p:nvPr/>
            </p:nvSpPr>
            <p:spPr>
              <a:xfrm>
                <a:off x="6837266" y="954396"/>
                <a:ext cx="12700" cy="3520439"/>
              </a:xfrm>
              <a:custGeom>
                <a:avLst/>
                <a:gdLst>
                  <a:gd name="csX0" fmla="*/ 0 w 12700"/>
                  <a:gd name="csY0" fmla="*/ 3520440 h 3520439"/>
                  <a:gd name="csX1" fmla="*/ 0 w 12700"/>
                  <a:gd name="csY1" fmla="*/ 0 h 35204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3520439">
                    <a:moveTo>
                      <a:pt x="0" y="3520440"/>
                    </a:moveTo>
                    <a:lnTo>
                      <a:pt x="0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1" name="Freeform: Shape 870">
                <a:extLst>
                  <a:ext uri="{FF2B5EF4-FFF2-40B4-BE49-F238E27FC236}">
                    <a16:creationId xmlns:a16="http://schemas.microsoft.com/office/drawing/2014/main" id="{A708A201-9854-7843-9FD0-8079BDF89543}"/>
                  </a:ext>
                </a:extLst>
              </p:cNvPr>
              <p:cNvSpPr/>
              <p:nvPr/>
            </p:nvSpPr>
            <p:spPr>
              <a:xfrm>
                <a:off x="6837266" y="4474836"/>
                <a:ext cx="12700" cy="25400"/>
              </a:xfrm>
              <a:custGeom>
                <a:avLst/>
                <a:gdLst>
                  <a:gd name="csX0" fmla="*/ 466 w 12700"/>
                  <a:gd name="csY0" fmla="*/ 320 h 25400"/>
                  <a:gd name="csX1" fmla="*/ 466 w 12700"/>
                  <a:gd name="csY1" fmla="*/ 25720 h 25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25400">
                    <a:moveTo>
                      <a:pt x="466" y="320"/>
                    </a:moveTo>
                    <a:lnTo>
                      <a:pt x="466" y="25720"/>
                    </a:lnTo>
                  </a:path>
                </a:pathLst>
              </a:custGeom>
              <a:solidFill>
                <a:srgbClr val="FFFFFF"/>
              </a:solidFill>
              <a:ln w="762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72" name="Graphic 705">
              <a:extLst>
                <a:ext uri="{FF2B5EF4-FFF2-40B4-BE49-F238E27FC236}">
                  <a16:creationId xmlns:a16="http://schemas.microsoft.com/office/drawing/2014/main" id="{EBF6FFAB-BE21-EF56-3482-CEFEDB6E8392}"/>
                </a:ext>
              </a:extLst>
            </p:cNvPr>
            <p:cNvGrpSpPr/>
            <p:nvPr/>
          </p:nvGrpSpPr>
          <p:grpSpPr>
            <a:xfrm>
              <a:off x="6940544" y="954396"/>
              <a:ext cx="0" cy="3545839"/>
              <a:chOff x="6940544" y="954396"/>
              <a:chExt cx="0" cy="3545839"/>
            </a:xfrm>
          </p:grpSpPr>
          <p:sp>
            <p:nvSpPr>
              <p:cNvPr id="873" name="Freeform: Shape 872">
                <a:extLst>
                  <a:ext uri="{FF2B5EF4-FFF2-40B4-BE49-F238E27FC236}">
                    <a16:creationId xmlns:a16="http://schemas.microsoft.com/office/drawing/2014/main" id="{D5C5BDD4-0933-DB11-419F-32275F8F2D18}"/>
                  </a:ext>
                </a:extLst>
              </p:cNvPr>
              <p:cNvSpPr/>
              <p:nvPr/>
            </p:nvSpPr>
            <p:spPr>
              <a:xfrm>
                <a:off x="6940544" y="954396"/>
                <a:ext cx="12700" cy="3520439"/>
              </a:xfrm>
              <a:custGeom>
                <a:avLst/>
                <a:gdLst>
                  <a:gd name="csX0" fmla="*/ 0 w 12700"/>
                  <a:gd name="csY0" fmla="*/ 3520440 h 3520439"/>
                  <a:gd name="csX1" fmla="*/ 0 w 12700"/>
                  <a:gd name="csY1" fmla="*/ 0 h 35204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3520439">
                    <a:moveTo>
                      <a:pt x="0" y="3520440"/>
                    </a:moveTo>
                    <a:lnTo>
                      <a:pt x="0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4" name="Freeform: Shape 873">
                <a:extLst>
                  <a:ext uri="{FF2B5EF4-FFF2-40B4-BE49-F238E27FC236}">
                    <a16:creationId xmlns:a16="http://schemas.microsoft.com/office/drawing/2014/main" id="{54DB6CC2-697C-A8AC-20F8-E3B5FB464641}"/>
                  </a:ext>
                </a:extLst>
              </p:cNvPr>
              <p:cNvSpPr/>
              <p:nvPr/>
            </p:nvSpPr>
            <p:spPr>
              <a:xfrm>
                <a:off x="6940544" y="4474836"/>
                <a:ext cx="12700" cy="25400"/>
              </a:xfrm>
              <a:custGeom>
                <a:avLst/>
                <a:gdLst>
                  <a:gd name="csX0" fmla="*/ 474 w 12700"/>
                  <a:gd name="csY0" fmla="*/ 320 h 25400"/>
                  <a:gd name="csX1" fmla="*/ 474 w 12700"/>
                  <a:gd name="csY1" fmla="*/ 25720 h 25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25400">
                    <a:moveTo>
                      <a:pt x="474" y="320"/>
                    </a:moveTo>
                    <a:lnTo>
                      <a:pt x="474" y="25720"/>
                    </a:lnTo>
                  </a:path>
                </a:pathLst>
              </a:custGeom>
              <a:solidFill>
                <a:srgbClr val="FFFFFF"/>
              </a:solidFill>
              <a:ln w="762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75" name="Graphic 705">
              <a:extLst>
                <a:ext uri="{FF2B5EF4-FFF2-40B4-BE49-F238E27FC236}">
                  <a16:creationId xmlns:a16="http://schemas.microsoft.com/office/drawing/2014/main" id="{A8E3A556-37B8-0EAA-9626-1C566B5EDAB9}"/>
                </a:ext>
              </a:extLst>
            </p:cNvPr>
            <p:cNvGrpSpPr/>
            <p:nvPr/>
          </p:nvGrpSpPr>
          <p:grpSpPr>
            <a:xfrm>
              <a:off x="7043822" y="954396"/>
              <a:ext cx="0" cy="3545839"/>
              <a:chOff x="7043822" y="954396"/>
              <a:chExt cx="0" cy="3545839"/>
            </a:xfrm>
          </p:grpSpPr>
          <p:sp>
            <p:nvSpPr>
              <p:cNvPr id="876" name="Freeform: Shape 875">
                <a:extLst>
                  <a:ext uri="{FF2B5EF4-FFF2-40B4-BE49-F238E27FC236}">
                    <a16:creationId xmlns:a16="http://schemas.microsoft.com/office/drawing/2014/main" id="{8F3A8047-16B1-9A36-C558-275E2AE430F6}"/>
                  </a:ext>
                </a:extLst>
              </p:cNvPr>
              <p:cNvSpPr/>
              <p:nvPr/>
            </p:nvSpPr>
            <p:spPr>
              <a:xfrm>
                <a:off x="7043822" y="954396"/>
                <a:ext cx="12700" cy="3520439"/>
              </a:xfrm>
              <a:custGeom>
                <a:avLst/>
                <a:gdLst>
                  <a:gd name="csX0" fmla="*/ 0 w 12700"/>
                  <a:gd name="csY0" fmla="*/ 3520440 h 3520439"/>
                  <a:gd name="csX1" fmla="*/ 0 w 12700"/>
                  <a:gd name="csY1" fmla="*/ 0 h 35204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3520439">
                    <a:moveTo>
                      <a:pt x="0" y="3520440"/>
                    </a:moveTo>
                    <a:lnTo>
                      <a:pt x="0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7" name="Freeform: Shape 876">
                <a:extLst>
                  <a:ext uri="{FF2B5EF4-FFF2-40B4-BE49-F238E27FC236}">
                    <a16:creationId xmlns:a16="http://schemas.microsoft.com/office/drawing/2014/main" id="{F51DFC83-EA11-6B23-83F0-CFB859B6BC71}"/>
                  </a:ext>
                </a:extLst>
              </p:cNvPr>
              <p:cNvSpPr/>
              <p:nvPr/>
            </p:nvSpPr>
            <p:spPr>
              <a:xfrm>
                <a:off x="7043822" y="4474836"/>
                <a:ext cx="12700" cy="25400"/>
              </a:xfrm>
              <a:custGeom>
                <a:avLst/>
                <a:gdLst>
                  <a:gd name="csX0" fmla="*/ 483 w 12700"/>
                  <a:gd name="csY0" fmla="*/ 320 h 25400"/>
                  <a:gd name="csX1" fmla="*/ 483 w 12700"/>
                  <a:gd name="csY1" fmla="*/ 25720 h 25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25400">
                    <a:moveTo>
                      <a:pt x="483" y="320"/>
                    </a:moveTo>
                    <a:lnTo>
                      <a:pt x="483" y="25720"/>
                    </a:lnTo>
                  </a:path>
                </a:pathLst>
              </a:custGeom>
              <a:solidFill>
                <a:srgbClr val="FFFFFF"/>
              </a:solidFill>
              <a:ln w="762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78" name="Graphic 705">
              <a:extLst>
                <a:ext uri="{FF2B5EF4-FFF2-40B4-BE49-F238E27FC236}">
                  <a16:creationId xmlns:a16="http://schemas.microsoft.com/office/drawing/2014/main" id="{2CDDA0C5-F84D-6884-9A71-922619F314B6}"/>
                </a:ext>
              </a:extLst>
            </p:cNvPr>
            <p:cNvGrpSpPr/>
            <p:nvPr/>
          </p:nvGrpSpPr>
          <p:grpSpPr>
            <a:xfrm>
              <a:off x="7147099" y="954396"/>
              <a:ext cx="0" cy="3545839"/>
              <a:chOff x="7147099" y="954396"/>
              <a:chExt cx="0" cy="3545839"/>
            </a:xfrm>
          </p:grpSpPr>
          <p:sp>
            <p:nvSpPr>
              <p:cNvPr id="879" name="Freeform: Shape 878">
                <a:extLst>
                  <a:ext uri="{FF2B5EF4-FFF2-40B4-BE49-F238E27FC236}">
                    <a16:creationId xmlns:a16="http://schemas.microsoft.com/office/drawing/2014/main" id="{67BF5D28-9557-87AF-39A3-82AB072031A9}"/>
                  </a:ext>
                </a:extLst>
              </p:cNvPr>
              <p:cNvSpPr/>
              <p:nvPr/>
            </p:nvSpPr>
            <p:spPr>
              <a:xfrm>
                <a:off x="7147099" y="954396"/>
                <a:ext cx="12700" cy="3520439"/>
              </a:xfrm>
              <a:custGeom>
                <a:avLst/>
                <a:gdLst>
                  <a:gd name="csX0" fmla="*/ 0 w 12700"/>
                  <a:gd name="csY0" fmla="*/ 3520440 h 3520439"/>
                  <a:gd name="csX1" fmla="*/ 0 w 12700"/>
                  <a:gd name="csY1" fmla="*/ 0 h 35204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3520439">
                    <a:moveTo>
                      <a:pt x="0" y="3520440"/>
                    </a:moveTo>
                    <a:lnTo>
                      <a:pt x="0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0" name="Freeform: Shape 879">
                <a:extLst>
                  <a:ext uri="{FF2B5EF4-FFF2-40B4-BE49-F238E27FC236}">
                    <a16:creationId xmlns:a16="http://schemas.microsoft.com/office/drawing/2014/main" id="{FA174BE5-84B7-61BA-2E6B-BD93C015F5E0}"/>
                  </a:ext>
                </a:extLst>
              </p:cNvPr>
              <p:cNvSpPr/>
              <p:nvPr/>
            </p:nvSpPr>
            <p:spPr>
              <a:xfrm>
                <a:off x="7147099" y="4474836"/>
                <a:ext cx="12700" cy="25400"/>
              </a:xfrm>
              <a:custGeom>
                <a:avLst/>
                <a:gdLst>
                  <a:gd name="csX0" fmla="*/ 491 w 12700"/>
                  <a:gd name="csY0" fmla="*/ 320 h 25400"/>
                  <a:gd name="csX1" fmla="*/ 491 w 12700"/>
                  <a:gd name="csY1" fmla="*/ 25720 h 25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25400">
                    <a:moveTo>
                      <a:pt x="491" y="320"/>
                    </a:moveTo>
                    <a:lnTo>
                      <a:pt x="491" y="25720"/>
                    </a:lnTo>
                  </a:path>
                </a:pathLst>
              </a:custGeom>
              <a:solidFill>
                <a:srgbClr val="FFFFFF"/>
              </a:solidFill>
              <a:ln w="762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81" name="Graphic 705">
              <a:extLst>
                <a:ext uri="{FF2B5EF4-FFF2-40B4-BE49-F238E27FC236}">
                  <a16:creationId xmlns:a16="http://schemas.microsoft.com/office/drawing/2014/main" id="{55EE7CE0-8C71-FDB5-61B5-9EFF0AF59EF4}"/>
                </a:ext>
              </a:extLst>
            </p:cNvPr>
            <p:cNvGrpSpPr/>
            <p:nvPr/>
          </p:nvGrpSpPr>
          <p:grpSpPr>
            <a:xfrm>
              <a:off x="7353655" y="954396"/>
              <a:ext cx="0" cy="3545839"/>
              <a:chOff x="7353655" y="954396"/>
              <a:chExt cx="0" cy="3545839"/>
            </a:xfrm>
          </p:grpSpPr>
          <p:sp>
            <p:nvSpPr>
              <p:cNvPr id="882" name="Freeform: Shape 881">
                <a:extLst>
                  <a:ext uri="{FF2B5EF4-FFF2-40B4-BE49-F238E27FC236}">
                    <a16:creationId xmlns:a16="http://schemas.microsoft.com/office/drawing/2014/main" id="{711CD164-B86F-9134-8B1E-788BC2B8CCF8}"/>
                  </a:ext>
                </a:extLst>
              </p:cNvPr>
              <p:cNvSpPr/>
              <p:nvPr/>
            </p:nvSpPr>
            <p:spPr>
              <a:xfrm>
                <a:off x="7353655" y="954396"/>
                <a:ext cx="12700" cy="3520439"/>
              </a:xfrm>
              <a:custGeom>
                <a:avLst/>
                <a:gdLst>
                  <a:gd name="csX0" fmla="*/ 0 w 12700"/>
                  <a:gd name="csY0" fmla="*/ 3520440 h 3520439"/>
                  <a:gd name="csX1" fmla="*/ 0 w 12700"/>
                  <a:gd name="csY1" fmla="*/ 0 h 35204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3520439">
                    <a:moveTo>
                      <a:pt x="0" y="3520440"/>
                    </a:moveTo>
                    <a:lnTo>
                      <a:pt x="0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3" name="Freeform: Shape 882">
                <a:extLst>
                  <a:ext uri="{FF2B5EF4-FFF2-40B4-BE49-F238E27FC236}">
                    <a16:creationId xmlns:a16="http://schemas.microsoft.com/office/drawing/2014/main" id="{EC89928D-BD41-343A-C771-EC21C42AE5B3}"/>
                  </a:ext>
                </a:extLst>
              </p:cNvPr>
              <p:cNvSpPr/>
              <p:nvPr/>
            </p:nvSpPr>
            <p:spPr>
              <a:xfrm>
                <a:off x="7353655" y="4474836"/>
                <a:ext cx="12700" cy="25400"/>
              </a:xfrm>
              <a:custGeom>
                <a:avLst/>
                <a:gdLst>
                  <a:gd name="csX0" fmla="*/ 507 w 12700"/>
                  <a:gd name="csY0" fmla="*/ 320 h 25400"/>
                  <a:gd name="csX1" fmla="*/ 507 w 12700"/>
                  <a:gd name="csY1" fmla="*/ 25720 h 25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25400">
                    <a:moveTo>
                      <a:pt x="507" y="320"/>
                    </a:moveTo>
                    <a:lnTo>
                      <a:pt x="507" y="25720"/>
                    </a:lnTo>
                  </a:path>
                </a:pathLst>
              </a:custGeom>
              <a:solidFill>
                <a:srgbClr val="FFFFFF"/>
              </a:solidFill>
              <a:ln w="762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84" name="Graphic 705">
              <a:extLst>
                <a:ext uri="{FF2B5EF4-FFF2-40B4-BE49-F238E27FC236}">
                  <a16:creationId xmlns:a16="http://schemas.microsoft.com/office/drawing/2014/main" id="{AA38C367-4BC2-4100-A394-774662CB4835}"/>
                </a:ext>
              </a:extLst>
            </p:cNvPr>
            <p:cNvGrpSpPr/>
            <p:nvPr/>
          </p:nvGrpSpPr>
          <p:grpSpPr>
            <a:xfrm>
              <a:off x="7456932" y="954396"/>
              <a:ext cx="0" cy="3545839"/>
              <a:chOff x="7456932" y="954396"/>
              <a:chExt cx="0" cy="3545839"/>
            </a:xfrm>
          </p:grpSpPr>
          <p:sp>
            <p:nvSpPr>
              <p:cNvPr id="885" name="Freeform: Shape 884">
                <a:extLst>
                  <a:ext uri="{FF2B5EF4-FFF2-40B4-BE49-F238E27FC236}">
                    <a16:creationId xmlns:a16="http://schemas.microsoft.com/office/drawing/2014/main" id="{64749A7A-A772-6062-485B-D4AA68042C2D}"/>
                  </a:ext>
                </a:extLst>
              </p:cNvPr>
              <p:cNvSpPr/>
              <p:nvPr/>
            </p:nvSpPr>
            <p:spPr>
              <a:xfrm>
                <a:off x="7456933" y="954396"/>
                <a:ext cx="12700" cy="3520439"/>
              </a:xfrm>
              <a:custGeom>
                <a:avLst/>
                <a:gdLst>
                  <a:gd name="csX0" fmla="*/ 0 w 12700"/>
                  <a:gd name="csY0" fmla="*/ 3520440 h 3520439"/>
                  <a:gd name="csX1" fmla="*/ 0 w 12700"/>
                  <a:gd name="csY1" fmla="*/ 0 h 35204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3520439">
                    <a:moveTo>
                      <a:pt x="0" y="3520440"/>
                    </a:moveTo>
                    <a:lnTo>
                      <a:pt x="0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20000"/>
                  </a:srgbClr>
                </a:solidFill>
                <a:custDash>
                  <a:ds d="60000" sp="99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6" name="Freeform: Shape 885">
                <a:extLst>
                  <a:ext uri="{FF2B5EF4-FFF2-40B4-BE49-F238E27FC236}">
                    <a16:creationId xmlns:a16="http://schemas.microsoft.com/office/drawing/2014/main" id="{52AEF42D-0320-7269-20FE-149507E1647B}"/>
                  </a:ext>
                </a:extLst>
              </p:cNvPr>
              <p:cNvSpPr/>
              <p:nvPr/>
            </p:nvSpPr>
            <p:spPr>
              <a:xfrm>
                <a:off x="7456932" y="4474836"/>
                <a:ext cx="12700" cy="25400"/>
              </a:xfrm>
              <a:custGeom>
                <a:avLst/>
                <a:gdLst>
                  <a:gd name="csX0" fmla="*/ 515 w 12700"/>
                  <a:gd name="csY0" fmla="*/ 320 h 25400"/>
                  <a:gd name="csX1" fmla="*/ 515 w 12700"/>
                  <a:gd name="csY1" fmla="*/ 25720 h 25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700" h="25400">
                    <a:moveTo>
                      <a:pt x="515" y="320"/>
                    </a:moveTo>
                    <a:lnTo>
                      <a:pt x="515" y="25720"/>
                    </a:lnTo>
                  </a:path>
                </a:pathLst>
              </a:custGeom>
              <a:solidFill>
                <a:srgbClr val="FFFFFF"/>
              </a:solidFill>
              <a:ln w="762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87" name="Graphic 705">
              <a:extLst>
                <a:ext uri="{FF2B5EF4-FFF2-40B4-BE49-F238E27FC236}">
                  <a16:creationId xmlns:a16="http://schemas.microsoft.com/office/drawing/2014/main" id="{7A6A7E52-D16B-0C28-C248-C6483A75856C}"/>
                </a:ext>
              </a:extLst>
            </p:cNvPr>
            <p:cNvGrpSpPr/>
            <p:nvPr/>
          </p:nvGrpSpPr>
          <p:grpSpPr>
            <a:xfrm>
              <a:off x="4301464" y="4737448"/>
              <a:ext cx="708171" cy="158547"/>
              <a:chOff x="4301464" y="4737448"/>
              <a:chExt cx="708171" cy="158547"/>
            </a:xfrm>
            <a:solidFill>
              <a:srgbClr val="FFFFFF"/>
            </a:solidFill>
          </p:grpSpPr>
          <p:sp>
            <p:nvSpPr>
              <p:cNvPr id="888" name="Freeform: Shape 887">
                <a:extLst>
                  <a:ext uri="{FF2B5EF4-FFF2-40B4-BE49-F238E27FC236}">
                    <a16:creationId xmlns:a16="http://schemas.microsoft.com/office/drawing/2014/main" id="{30A288BF-3F73-3BEC-C4CD-B8F2D34C24E3}"/>
                  </a:ext>
                </a:extLst>
              </p:cNvPr>
              <p:cNvSpPr/>
              <p:nvPr/>
            </p:nvSpPr>
            <p:spPr>
              <a:xfrm flipV="1">
                <a:off x="4301464" y="4742921"/>
                <a:ext cx="109652" cy="129627"/>
              </a:xfrm>
              <a:custGeom>
                <a:avLst/>
                <a:gdLst>
                  <a:gd name="csX0" fmla="*/ -1683 w 109652"/>
                  <a:gd name="csY0" fmla="*/ 127641 h 129627"/>
                  <a:gd name="csX1" fmla="*/ 107969 w 109652"/>
                  <a:gd name="csY1" fmla="*/ 127641 h 129627"/>
                  <a:gd name="csX2" fmla="*/ 107969 w 109652"/>
                  <a:gd name="csY2" fmla="*/ 112861 h 129627"/>
                  <a:gd name="csX3" fmla="*/ 61963 w 109652"/>
                  <a:gd name="csY3" fmla="*/ 112861 h 129627"/>
                  <a:gd name="csX4" fmla="*/ 61963 w 109652"/>
                  <a:gd name="csY4" fmla="*/ -1986 h 129627"/>
                  <a:gd name="csX5" fmla="*/ 44350 w 109652"/>
                  <a:gd name="csY5" fmla="*/ -1986 h 129627"/>
                  <a:gd name="csX6" fmla="*/ 44350 w 109652"/>
                  <a:gd name="csY6" fmla="*/ 112861 h 129627"/>
                  <a:gd name="csX7" fmla="*/ -1683 w 109652"/>
                  <a:gd name="csY7" fmla="*/ 112861 h 129627"/>
                  <a:gd name="csX8" fmla="*/ -1683 w 109652"/>
                  <a:gd name="csY8" fmla="*/ 127641 h 12962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09652" h="129627">
                    <a:moveTo>
                      <a:pt x="-1683" y="127641"/>
                    </a:moveTo>
                    <a:lnTo>
                      <a:pt x="107969" y="127641"/>
                    </a:lnTo>
                    <a:lnTo>
                      <a:pt x="107969" y="112861"/>
                    </a:lnTo>
                    <a:lnTo>
                      <a:pt x="61963" y="112861"/>
                    </a:lnTo>
                    <a:lnTo>
                      <a:pt x="61963" y="-1986"/>
                    </a:lnTo>
                    <a:lnTo>
                      <a:pt x="44350" y="-1986"/>
                    </a:lnTo>
                    <a:lnTo>
                      <a:pt x="44350" y="112861"/>
                    </a:lnTo>
                    <a:lnTo>
                      <a:pt x="-1683" y="112861"/>
                    </a:lnTo>
                    <a:lnTo>
                      <a:pt x="-1683" y="127641"/>
                    </a:lnTo>
                    <a:close/>
                  </a:path>
                </a:pathLst>
              </a:custGeom>
              <a:solidFill>
                <a:srgbClr val="FFFFFF"/>
              </a:solidFill>
              <a:ln w="28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9" name="Freeform: Shape 888">
                <a:extLst>
                  <a:ext uri="{FF2B5EF4-FFF2-40B4-BE49-F238E27FC236}">
                    <a16:creationId xmlns:a16="http://schemas.microsoft.com/office/drawing/2014/main" id="{A0313529-E96E-81D9-0DF6-EC1D28D6A69E}"/>
                  </a:ext>
                </a:extLst>
              </p:cNvPr>
              <p:cNvSpPr/>
              <p:nvPr/>
            </p:nvSpPr>
            <p:spPr>
              <a:xfrm flipV="1">
                <a:off x="4421795" y="4737448"/>
                <a:ext cx="15974" cy="135100"/>
              </a:xfrm>
              <a:custGeom>
                <a:avLst/>
                <a:gdLst>
                  <a:gd name="csX0" fmla="*/ -614 w 15974"/>
                  <a:gd name="csY0" fmla="*/ 95149 h 135100"/>
                  <a:gd name="csX1" fmla="*/ 15361 w 15974"/>
                  <a:gd name="csY1" fmla="*/ 95149 h 135100"/>
                  <a:gd name="csX2" fmla="*/ 15361 w 15974"/>
                  <a:gd name="csY2" fmla="*/ -2085 h 135100"/>
                  <a:gd name="csX3" fmla="*/ -614 w 15974"/>
                  <a:gd name="csY3" fmla="*/ -2085 h 135100"/>
                  <a:gd name="csX4" fmla="*/ -614 w 15974"/>
                  <a:gd name="csY4" fmla="*/ 95149 h 135100"/>
                  <a:gd name="csX5" fmla="*/ -614 w 15974"/>
                  <a:gd name="csY5" fmla="*/ 133015 h 135100"/>
                  <a:gd name="csX6" fmla="*/ 15361 w 15974"/>
                  <a:gd name="csY6" fmla="*/ 133015 h 135100"/>
                  <a:gd name="csX7" fmla="*/ 15361 w 15974"/>
                  <a:gd name="csY7" fmla="*/ 112763 h 135100"/>
                  <a:gd name="csX8" fmla="*/ -614 w 15974"/>
                  <a:gd name="csY8" fmla="*/ 112763 h 135100"/>
                  <a:gd name="csX9" fmla="*/ -614 w 15974"/>
                  <a:gd name="csY9" fmla="*/ 133015 h 1351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5974" h="135100">
                    <a:moveTo>
                      <a:pt x="-614" y="95149"/>
                    </a:moveTo>
                    <a:lnTo>
                      <a:pt x="15361" y="95149"/>
                    </a:lnTo>
                    <a:lnTo>
                      <a:pt x="15361" y="-2085"/>
                    </a:lnTo>
                    <a:lnTo>
                      <a:pt x="-614" y="-2085"/>
                    </a:lnTo>
                    <a:lnTo>
                      <a:pt x="-614" y="95149"/>
                    </a:lnTo>
                    <a:close/>
                    <a:moveTo>
                      <a:pt x="-614" y="133015"/>
                    </a:moveTo>
                    <a:lnTo>
                      <a:pt x="15361" y="133015"/>
                    </a:lnTo>
                    <a:lnTo>
                      <a:pt x="15361" y="112763"/>
                    </a:lnTo>
                    <a:lnTo>
                      <a:pt x="-614" y="112763"/>
                    </a:lnTo>
                    <a:lnTo>
                      <a:pt x="-614" y="133015"/>
                    </a:lnTo>
                    <a:close/>
                  </a:path>
                </a:pathLst>
              </a:custGeom>
              <a:solidFill>
                <a:srgbClr val="FFFFFF"/>
              </a:solidFill>
              <a:ln w="28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0" name="Freeform: Shape 889">
                <a:extLst>
                  <a:ext uri="{FF2B5EF4-FFF2-40B4-BE49-F238E27FC236}">
                    <a16:creationId xmlns:a16="http://schemas.microsoft.com/office/drawing/2014/main" id="{7456EC3D-F1AD-BD88-B7A5-AFDE513B3B4F}"/>
                  </a:ext>
                </a:extLst>
              </p:cNvPr>
              <p:cNvSpPr/>
              <p:nvPr/>
            </p:nvSpPr>
            <p:spPr>
              <a:xfrm flipV="1">
                <a:off x="4470582" y="4772980"/>
                <a:ext cx="141962" cy="99568"/>
              </a:xfrm>
              <a:custGeom>
                <a:avLst/>
                <a:gdLst>
                  <a:gd name="csX0" fmla="*/ 73465 w 141962"/>
                  <a:gd name="csY0" fmla="*/ 77121 h 99568"/>
                  <a:gd name="csX1" fmla="*/ 87800 w 141962"/>
                  <a:gd name="csY1" fmla="*/ 93012 h 99568"/>
                  <a:gd name="csX2" fmla="*/ 107413 w 141962"/>
                  <a:gd name="csY2" fmla="*/ 98124 h 99568"/>
                  <a:gd name="csX3" fmla="*/ 130861 w 141962"/>
                  <a:gd name="csY3" fmla="*/ 87484 h 99568"/>
                  <a:gd name="csX4" fmla="*/ 139112 w 141962"/>
                  <a:gd name="csY4" fmla="*/ 57258 h 99568"/>
                  <a:gd name="csX5" fmla="*/ 139112 w 141962"/>
                  <a:gd name="csY5" fmla="*/ -1444 h 99568"/>
                  <a:gd name="csX6" fmla="*/ 123054 w 141962"/>
                  <a:gd name="csY6" fmla="*/ -1444 h 99568"/>
                  <a:gd name="csX7" fmla="*/ 123054 w 141962"/>
                  <a:gd name="csY7" fmla="*/ 56730 h 99568"/>
                  <a:gd name="csX8" fmla="*/ 118081 w 141962"/>
                  <a:gd name="csY8" fmla="*/ 77455 h 99568"/>
                  <a:gd name="csX9" fmla="*/ 102996 w 141962"/>
                  <a:gd name="csY9" fmla="*/ 84233 h 99568"/>
                  <a:gd name="csX10" fmla="*/ 83355 w 141962"/>
                  <a:gd name="csY10" fmla="*/ 75982 h 99568"/>
                  <a:gd name="csX11" fmla="*/ 76159 w 141962"/>
                  <a:gd name="csY11" fmla="*/ 53507 h 99568"/>
                  <a:gd name="csX12" fmla="*/ 76159 w 141962"/>
                  <a:gd name="csY12" fmla="*/ -1444 h 99568"/>
                  <a:gd name="csX13" fmla="*/ 60102 w 141962"/>
                  <a:gd name="csY13" fmla="*/ -1444 h 99568"/>
                  <a:gd name="csX14" fmla="*/ 60102 w 141962"/>
                  <a:gd name="csY14" fmla="*/ 56730 h 99568"/>
                  <a:gd name="csX15" fmla="*/ 55157 w 141962"/>
                  <a:gd name="csY15" fmla="*/ 77510 h 99568"/>
                  <a:gd name="csX16" fmla="*/ 39877 w 141962"/>
                  <a:gd name="csY16" fmla="*/ 84233 h 99568"/>
                  <a:gd name="csX17" fmla="*/ 20403 w 141962"/>
                  <a:gd name="csY17" fmla="*/ 75954 h 99568"/>
                  <a:gd name="csX18" fmla="*/ 13207 w 141962"/>
                  <a:gd name="csY18" fmla="*/ 53507 h 99568"/>
                  <a:gd name="csX19" fmla="*/ 13207 w 141962"/>
                  <a:gd name="csY19" fmla="*/ -1444 h 99568"/>
                  <a:gd name="csX20" fmla="*/ -2850 w 141962"/>
                  <a:gd name="csY20" fmla="*/ -1444 h 99568"/>
                  <a:gd name="csX21" fmla="*/ -2850 w 141962"/>
                  <a:gd name="csY21" fmla="*/ 95790 h 99568"/>
                  <a:gd name="csX22" fmla="*/ 13207 w 141962"/>
                  <a:gd name="csY22" fmla="*/ 95790 h 99568"/>
                  <a:gd name="csX23" fmla="*/ 13207 w 141962"/>
                  <a:gd name="csY23" fmla="*/ 80677 h 99568"/>
                  <a:gd name="csX24" fmla="*/ 26320 w 141962"/>
                  <a:gd name="csY24" fmla="*/ 93873 h 99568"/>
                  <a:gd name="csX25" fmla="*/ 44461 w 141962"/>
                  <a:gd name="csY25" fmla="*/ 98124 h 99568"/>
                  <a:gd name="csX26" fmla="*/ 62491 w 141962"/>
                  <a:gd name="csY26" fmla="*/ 92734 h 99568"/>
                  <a:gd name="csX27" fmla="*/ 73465 w 141962"/>
                  <a:gd name="csY27" fmla="*/ 77121 h 9956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</a:cxnLst>
                <a:rect l="l" t="t" r="r" b="b"/>
                <a:pathLst>
                  <a:path w="141962" h="99568">
                    <a:moveTo>
                      <a:pt x="73465" y="77121"/>
                    </a:moveTo>
                    <a:cubicBezTo>
                      <a:pt x="77465" y="84307"/>
                      <a:pt x="82244" y="89604"/>
                      <a:pt x="87800" y="93012"/>
                    </a:cubicBezTo>
                    <a:cubicBezTo>
                      <a:pt x="93356" y="96420"/>
                      <a:pt x="99894" y="98124"/>
                      <a:pt x="107413" y="98124"/>
                    </a:cubicBezTo>
                    <a:cubicBezTo>
                      <a:pt x="117544" y="98124"/>
                      <a:pt x="125360" y="94577"/>
                      <a:pt x="130861" y="87484"/>
                    </a:cubicBezTo>
                    <a:cubicBezTo>
                      <a:pt x="136361" y="80409"/>
                      <a:pt x="139112" y="70333"/>
                      <a:pt x="139112" y="57258"/>
                    </a:cubicBezTo>
                    <a:lnTo>
                      <a:pt x="139112" y="-1444"/>
                    </a:lnTo>
                    <a:lnTo>
                      <a:pt x="123054" y="-1444"/>
                    </a:lnTo>
                    <a:lnTo>
                      <a:pt x="123054" y="56730"/>
                    </a:lnTo>
                    <a:cubicBezTo>
                      <a:pt x="123054" y="66046"/>
                      <a:pt x="121397" y="72954"/>
                      <a:pt x="118081" y="77455"/>
                    </a:cubicBezTo>
                    <a:cubicBezTo>
                      <a:pt x="114785" y="81974"/>
                      <a:pt x="109756" y="84233"/>
                      <a:pt x="102996" y="84233"/>
                    </a:cubicBezTo>
                    <a:cubicBezTo>
                      <a:pt x="94717" y="84233"/>
                      <a:pt x="88170" y="81483"/>
                      <a:pt x="83355" y="75982"/>
                    </a:cubicBezTo>
                    <a:cubicBezTo>
                      <a:pt x="78558" y="70500"/>
                      <a:pt x="76159" y="63008"/>
                      <a:pt x="76159" y="53507"/>
                    </a:cubicBezTo>
                    <a:lnTo>
                      <a:pt x="76159" y="-1444"/>
                    </a:lnTo>
                    <a:lnTo>
                      <a:pt x="60102" y="-1444"/>
                    </a:lnTo>
                    <a:lnTo>
                      <a:pt x="60102" y="56730"/>
                    </a:lnTo>
                    <a:cubicBezTo>
                      <a:pt x="60102" y="66101"/>
                      <a:pt x="58454" y="73028"/>
                      <a:pt x="55157" y="77510"/>
                    </a:cubicBezTo>
                    <a:cubicBezTo>
                      <a:pt x="51860" y="81992"/>
                      <a:pt x="46767" y="84233"/>
                      <a:pt x="39877" y="84233"/>
                    </a:cubicBezTo>
                    <a:cubicBezTo>
                      <a:pt x="31709" y="84233"/>
                      <a:pt x="25218" y="81474"/>
                      <a:pt x="20403" y="75954"/>
                    </a:cubicBezTo>
                    <a:cubicBezTo>
                      <a:pt x="15606" y="70435"/>
                      <a:pt x="13207" y="62953"/>
                      <a:pt x="13207" y="53507"/>
                    </a:cubicBezTo>
                    <a:lnTo>
                      <a:pt x="13207" y="-1444"/>
                    </a:lnTo>
                    <a:lnTo>
                      <a:pt x="-2850" y="-1444"/>
                    </a:lnTo>
                    <a:lnTo>
                      <a:pt x="-2850" y="95790"/>
                    </a:lnTo>
                    <a:lnTo>
                      <a:pt x="13207" y="95790"/>
                    </a:lnTo>
                    <a:lnTo>
                      <a:pt x="13207" y="80677"/>
                    </a:lnTo>
                    <a:cubicBezTo>
                      <a:pt x="16856" y="86641"/>
                      <a:pt x="21227" y="91040"/>
                      <a:pt x="26320" y="93873"/>
                    </a:cubicBezTo>
                    <a:cubicBezTo>
                      <a:pt x="31413" y="96707"/>
                      <a:pt x="37460" y="98124"/>
                      <a:pt x="44461" y="98124"/>
                    </a:cubicBezTo>
                    <a:cubicBezTo>
                      <a:pt x="51536" y="98124"/>
                      <a:pt x="57546" y="96327"/>
                      <a:pt x="62491" y="92734"/>
                    </a:cubicBezTo>
                    <a:cubicBezTo>
                      <a:pt x="67436" y="89160"/>
                      <a:pt x="71094" y="83955"/>
                      <a:pt x="73465" y="77121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1" name="Freeform: Shape 890">
                <a:extLst>
                  <a:ext uri="{FF2B5EF4-FFF2-40B4-BE49-F238E27FC236}">
                    <a16:creationId xmlns:a16="http://schemas.microsoft.com/office/drawing/2014/main" id="{8388E20C-D133-03C8-7B99-932BD324D0D7}"/>
                  </a:ext>
                </a:extLst>
              </p:cNvPr>
              <p:cNvSpPr/>
              <p:nvPr/>
            </p:nvSpPr>
            <p:spPr>
              <a:xfrm flipV="1">
                <a:off x="4637447" y="4772980"/>
                <a:ext cx="90122" cy="102096"/>
              </a:xfrm>
              <a:custGeom>
                <a:avLst/>
                <a:gdLst>
                  <a:gd name="csX0" fmla="*/ 88444 w 90122"/>
                  <a:gd name="csY0" fmla="*/ 53747 h 102096"/>
                  <a:gd name="csX1" fmla="*/ 88444 w 90122"/>
                  <a:gd name="csY1" fmla="*/ 45941 h 102096"/>
                  <a:gd name="csX2" fmla="*/ 14990 w 90122"/>
                  <a:gd name="csY2" fmla="*/ 45941 h 102096"/>
                  <a:gd name="csX3" fmla="*/ 24936 w 90122"/>
                  <a:gd name="csY3" fmla="*/ 20799 h 102096"/>
                  <a:gd name="csX4" fmla="*/ 49717 w 90122"/>
                  <a:gd name="csY4" fmla="*/ 12159 h 102096"/>
                  <a:gd name="csX5" fmla="*/ 67553 w 90122"/>
                  <a:gd name="csY5" fmla="*/ 14409 h 102096"/>
                  <a:gd name="csX6" fmla="*/ 84721 w 90122"/>
                  <a:gd name="csY6" fmla="*/ 21188 h 102096"/>
                  <a:gd name="csX7" fmla="*/ 84721 w 90122"/>
                  <a:gd name="csY7" fmla="*/ 6075 h 102096"/>
                  <a:gd name="csX8" fmla="*/ 67080 w 90122"/>
                  <a:gd name="csY8" fmla="*/ 518 h 102096"/>
                  <a:gd name="csX9" fmla="*/ 48772 w 90122"/>
                  <a:gd name="csY9" fmla="*/ -1399 h 102096"/>
                  <a:gd name="csX10" fmla="*/ 11907 w 90122"/>
                  <a:gd name="csY10" fmla="*/ 12131 h 102096"/>
                  <a:gd name="csX11" fmla="*/ -1678 w 90122"/>
                  <a:gd name="csY11" fmla="*/ 48802 h 102096"/>
                  <a:gd name="csX12" fmla="*/ 11212 w 90122"/>
                  <a:gd name="csY12" fmla="*/ 86668 h 102096"/>
                  <a:gd name="csX13" fmla="*/ 45994 w 90122"/>
                  <a:gd name="csY13" fmla="*/ 100697 h 102096"/>
                  <a:gd name="csX14" fmla="*/ 77026 w 90122"/>
                  <a:gd name="csY14" fmla="*/ 88057 h 102096"/>
                  <a:gd name="csX15" fmla="*/ 88444 w 90122"/>
                  <a:gd name="csY15" fmla="*/ 53747 h 102096"/>
                  <a:gd name="csX16" fmla="*/ 72470 w 90122"/>
                  <a:gd name="csY16" fmla="*/ 58442 h 102096"/>
                  <a:gd name="csX17" fmla="*/ 65136 w 90122"/>
                  <a:gd name="csY17" fmla="*/ 79334 h 102096"/>
                  <a:gd name="csX18" fmla="*/ 46161 w 90122"/>
                  <a:gd name="csY18" fmla="*/ 87168 h 102096"/>
                  <a:gd name="csX19" fmla="*/ 24769 w 90122"/>
                  <a:gd name="csY19" fmla="*/ 79612 h 102096"/>
                  <a:gd name="csX20" fmla="*/ 15518 w 90122"/>
                  <a:gd name="csY20" fmla="*/ 58331 h 102096"/>
                  <a:gd name="csX21" fmla="*/ 72470 w 90122"/>
                  <a:gd name="csY21" fmla="*/ 58442 h 10209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</a:cxnLst>
                <a:rect l="l" t="t" r="r" b="b"/>
                <a:pathLst>
                  <a:path w="90122" h="102096">
                    <a:moveTo>
                      <a:pt x="88444" y="53747"/>
                    </a:moveTo>
                    <a:lnTo>
                      <a:pt x="88444" y="45941"/>
                    </a:lnTo>
                    <a:lnTo>
                      <a:pt x="14990" y="45941"/>
                    </a:lnTo>
                    <a:cubicBezTo>
                      <a:pt x="15694" y="34939"/>
                      <a:pt x="19009" y="26559"/>
                      <a:pt x="24936" y="20799"/>
                    </a:cubicBezTo>
                    <a:cubicBezTo>
                      <a:pt x="30863" y="15039"/>
                      <a:pt x="39123" y="12159"/>
                      <a:pt x="49717" y="12159"/>
                    </a:cubicBezTo>
                    <a:cubicBezTo>
                      <a:pt x="55847" y="12159"/>
                      <a:pt x="61793" y="12909"/>
                      <a:pt x="67553" y="14409"/>
                    </a:cubicBezTo>
                    <a:cubicBezTo>
                      <a:pt x="73313" y="15909"/>
                      <a:pt x="79035" y="18169"/>
                      <a:pt x="84721" y="21188"/>
                    </a:cubicBezTo>
                    <a:lnTo>
                      <a:pt x="84721" y="6075"/>
                    </a:lnTo>
                    <a:cubicBezTo>
                      <a:pt x="78980" y="3648"/>
                      <a:pt x="73100" y="1796"/>
                      <a:pt x="67080" y="518"/>
                    </a:cubicBezTo>
                    <a:cubicBezTo>
                      <a:pt x="61061" y="-760"/>
                      <a:pt x="54958" y="-1399"/>
                      <a:pt x="48772" y="-1399"/>
                    </a:cubicBezTo>
                    <a:cubicBezTo>
                      <a:pt x="33252" y="-1399"/>
                      <a:pt x="20963" y="3111"/>
                      <a:pt x="11907" y="12131"/>
                    </a:cubicBezTo>
                    <a:cubicBezTo>
                      <a:pt x="2850" y="21169"/>
                      <a:pt x="-1678" y="33393"/>
                      <a:pt x="-1678" y="48802"/>
                    </a:cubicBezTo>
                    <a:cubicBezTo>
                      <a:pt x="-1678" y="64712"/>
                      <a:pt x="2619" y="77333"/>
                      <a:pt x="11212" y="86668"/>
                    </a:cubicBezTo>
                    <a:cubicBezTo>
                      <a:pt x="19806" y="96021"/>
                      <a:pt x="31400" y="100697"/>
                      <a:pt x="45994" y="100697"/>
                    </a:cubicBezTo>
                    <a:cubicBezTo>
                      <a:pt x="59070" y="100697"/>
                      <a:pt x="69414" y="96484"/>
                      <a:pt x="77026" y="88057"/>
                    </a:cubicBezTo>
                    <a:cubicBezTo>
                      <a:pt x="84638" y="79649"/>
                      <a:pt x="88444" y="68212"/>
                      <a:pt x="88444" y="53747"/>
                    </a:cubicBezTo>
                    <a:close/>
                    <a:moveTo>
                      <a:pt x="72470" y="58442"/>
                    </a:moveTo>
                    <a:cubicBezTo>
                      <a:pt x="72359" y="67166"/>
                      <a:pt x="69914" y="74129"/>
                      <a:pt x="65136" y="79334"/>
                    </a:cubicBezTo>
                    <a:cubicBezTo>
                      <a:pt x="60357" y="84557"/>
                      <a:pt x="54032" y="87168"/>
                      <a:pt x="46161" y="87168"/>
                    </a:cubicBezTo>
                    <a:cubicBezTo>
                      <a:pt x="37252" y="87168"/>
                      <a:pt x="30122" y="84649"/>
                      <a:pt x="24769" y="79612"/>
                    </a:cubicBezTo>
                    <a:cubicBezTo>
                      <a:pt x="19417" y="74574"/>
                      <a:pt x="16333" y="67480"/>
                      <a:pt x="15518" y="58331"/>
                    </a:cubicBezTo>
                    <a:lnTo>
                      <a:pt x="72470" y="58442"/>
                    </a:lnTo>
                    <a:close/>
                  </a:path>
                </a:pathLst>
              </a:custGeom>
              <a:solidFill>
                <a:srgbClr val="FFFFFF"/>
              </a:solidFill>
              <a:ln w="28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2" name="Freeform: Shape 891">
                <a:extLst>
                  <a:ext uri="{FF2B5EF4-FFF2-40B4-BE49-F238E27FC236}">
                    <a16:creationId xmlns:a16="http://schemas.microsoft.com/office/drawing/2014/main" id="{286E3AB1-7D1D-5A4C-6025-DE52FF93F760}"/>
                  </a:ext>
                </a:extLst>
              </p:cNvPr>
              <p:cNvSpPr/>
              <p:nvPr/>
            </p:nvSpPr>
            <p:spPr>
              <a:xfrm flipV="1">
                <a:off x="4737029" y="4872548"/>
                <a:ext cx="12700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12700"/>
                </a:pathLst>
              </a:custGeom>
              <a:solidFill>
                <a:srgbClr val="FFFFFF"/>
              </a:solidFill>
              <a:ln w="28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3" name="Freeform: Shape 892">
                <a:extLst>
                  <a:ext uri="{FF2B5EF4-FFF2-40B4-BE49-F238E27FC236}">
                    <a16:creationId xmlns:a16="http://schemas.microsoft.com/office/drawing/2014/main" id="{B63D7166-B85B-AAE7-9430-47B8165ED5CA}"/>
                  </a:ext>
                </a:extLst>
              </p:cNvPr>
              <p:cNvSpPr/>
              <p:nvPr/>
            </p:nvSpPr>
            <p:spPr>
              <a:xfrm flipV="1">
                <a:off x="4808826" y="4737642"/>
                <a:ext cx="39838" cy="158353"/>
              </a:xfrm>
              <a:custGeom>
                <a:avLst/>
                <a:gdLst>
                  <a:gd name="csX0" fmla="*/ 38880 w 39838"/>
                  <a:gd name="csY0" fmla="*/ 156694 h 158353"/>
                  <a:gd name="csX1" fmla="*/ 21600 w 39838"/>
                  <a:gd name="csY1" fmla="*/ 117190 h 158353"/>
                  <a:gd name="csX2" fmla="*/ 15960 w 39838"/>
                  <a:gd name="csY2" fmla="*/ 77601 h 158353"/>
                  <a:gd name="csX3" fmla="*/ 21655 w 39838"/>
                  <a:gd name="csY3" fmla="*/ 37902 h 158353"/>
                  <a:gd name="csX4" fmla="*/ 38880 w 39838"/>
                  <a:gd name="csY4" fmla="*/ -1659 h 158353"/>
                  <a:gd name="csX5" fmla="*/ 24989 w 39838"/>
                  <a:gd name="csY5" fmla="*/ -1659 h 158353"/>
                  <a:gd name="csX6" fmla="*/ 5514 w 39838"/>
                  <a:gd name="csY6" fmla="*/ 38457 h 158353"/>
                  <a:gd name="csX7" fmla="*/ -959 w 39838"/>
                  <a:gd name="csY7" fmla="*/ 77601 h 158353"/>
                  <a:gd name="csX8" fmla="*/ 5459 w 39838"/>
                  <a:gd name="csY8" fmla="*/ 116578 h 158353"/>
                  <a:gd name="csX9" fmla="*/ 24989 w 39838"/>
                  <a:gd name="csY9" fmla="*/ 156694 h 158353"/>
                  <a:gd name="csX10" fmla="*/ 38880 w 39838"/>
                  <a:gd name="csY10" fmla="*/ 156694 h 15835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39838" h="158353">
                    <a:moveTo>
                      <a:pt x="38880" y="156694"/>
                    </a:moveTo>
                    <a:cubicBezTo>
                      <a:pt x="31138" y="143397"/>
                      <a:pt x="25378" y="130228"/>
                      <a:pt x="21600" y="117190"/>
                    </a:cubicBezTo>
                    <a:cubicBezTo>
                      <a:pt x="17840" y="104169"/>
                      <a:pt x="15960" y="90973"/>
                      <a:pt x="15960" y="77601"/>
                    </a:cubicBezTo>
                    <a:cubicBezTo>
                      <a:pt x="15960" y="64248"/>
                      <a:pt x="17858" y="51015"/>
                      <a:pt x="21655" y="37902"/>
                    </a:cubicBezTo>
                    <a:cubicBezTo>
                      <a:pt x="25452" y="24789"/>
                      <a:pt x="31193" y="11602"/>
                      <a:pt x="38880" y="-1659"/>
                    </a:cubicBezTo>
                    <a:lnTo>
                      <a:pt x="24989" y="-1659"/>
                    </a:lnTo>
                    <a:cubicBezTo>
                      <a:pt x="16321" y="11954"/>
                      <a:pt x="9830" y="25326"/>
                      <a:pt x="5514" y="38457"/>
                    </a:cubicBezTo>
                    <a:cubicBezTo>
                      <a:pt x="1199" y="51589"/>
                      <a:pt x="-959" y="64637"/>
                      <a:pt x="-959" y="77601"/>
                    </a:cubicBezTo>
                    <a:cubicBezTo>
                      <a:pt x="-959" y="90510"/>
                      <a:pt x="1180" y="103503"/>
                      <a:pt x="5459" y="116578"/>
                    </a:cubicBezTo>
                    <a:cubicBezTo>
                      <a:pt x="9756" y="129673"/>
                      <a:pt x="16266" y="143045"/>
                      <a:pt x="24989" y="156694"/>
                    </a:cubicBezTo>
                    <a:lnTo>
                      <a:pt x="38880" y="156694"/>
                    </a:lnTo>
                    <a:close/>
                  </a:path>
                </a:pathLst>
              </a:custGeom>
              <a:solidFill>
                <a:srgbClr val="FFFFFF"/>
              </a:solidFill>
              <a:ln w="28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4" name="Freeform: Shape 893">
                <a:extLst>
                  <a:ext uri="{FF2B5EF4-FFF2-40B4-BE49-F238E27FC236}">
                    <a16:creationId xmlns:a16="http://schemas.microsoft.com/office/drawing/2014/main" id="{83B4F3EE-B7CF-0282-35D3-8E347D2A533D}"/>
                  </a:ext>
                </a:extLst>
              </p:cNvPr>
              <p:cNvSpPr/>
              <p:nvPr/>
            </p:nvSpPr>
            <p:spPr>
              <a:xfrm flipV="1">
                <a:off x="4872552" y="4772980"/>
                <a:ext cx="74314" cy="102096"/>
              </a:xfrm>
              <a:custGeom>
                <a:avLst/>
                <a:gdLst>
                  <a:gd name="csX0" fmla="*/ 67722 w 74314"/>
                  <a:gd name="csY0" fmla="*/ 95502 h 102096"/>
                  <a:gd name="csX1" fmla="*/ 67722 w 74314"/>
                  <a:gd name="csY1" fmla="*/ 80389 h 102096"/>
                  <a:gd name="csX2" fmla="*/ 53665 w 74314"/>
                  <a:gd name="csY2" fmla="*/ 85584 h 102096"/>
                  <a:gd name="csX3" fmla="*/ 38552 w 74314"/>
                  <a:gd name="csY3" fmla="*/ 87335 h 102096"/>
                  <a:gd name="csX4" fmla="*/ 20716 w 74314"/>
                  <a:gd name="csY4" fmla="*/ 83695 h 102096"/>
                  <a:gd name="csX5" fmla="*/ 14771 w 74314"/>
                  <a:gd name="csY5" fmla="*/ 72750 h 102096"/>
                  <a:gd name="csX6" fmla="*/ 19022 w 74314"/>
                  <a:gd name="csY6" fmla="*/ 64026 h 102096"/>
                  <a:gd name="csX7" fmla="*/ 36135 w 74314"/>
                  <a:gd name="csY7" fmla="*/ 57998 h 102096"/>
                  <a:gd name="csX8" fmla="*/ 41608 w 74314"/>
                  <a:gd name="csY8" fmla="*/ 56775 h 102096"/>
                  <a:gd name="csX9" fmla="*/ 65777 w 74314"/>
                  <a:gd name="csY9" fmla="*/ 46496 h 102096"/>
                  <a:gd name="csX10" fmla="*/ 72945 w 74314"/>
                  <a:gd name="csY10" fmla="*/ 27966 h 102096"/>
                  <a:gd name="csX11" fmla="*/ 62221 w 74314"/>
                  <a:gd name="csY11" fmla="*/ 6491 h 102096"/>
                  <a:gd name="csX12" fmla="*/ 32745 w 74314"/>
                  <a:gd name="csY12" fmla="*/ -1399 h 102096"/>
                  <a:gd name="csX13" fmla="*/ 16466 w 74314"/>
                  <a:gd name="csY13" fmla="*/ 129 h 102096"/>
                  <a:gd name="csX14" fmla="*/ -1370 w 74314"/>
                  <a:gd name="csY14" fmla="*/ 4685 h 102096"/>
                  <a:gd name="csX15" fmla="*/ -1370 w 74314"/>
                  <a:gd name="csY15" fmla="*/ 21188 h 102096"/>
                  <a:gd name="csX16" fmla="*/ 16077 w 74314"/>
                  <a:gd name="csY16" fmla="*/ 14270 h 102096"/>
                  <a:gd name="csX17" fmla="*/ 33107 w 74314"/>
                  <a:gd name="csY17" fmla="*/ 11992 h 102096"/>
                  <a:gd name="csX18" fmla="*/ 50442 w 74314"/>
                  <a:gd name="csY18" fmla="*/ 15854 h 102096"/>
                  <a:gd name="csX19" fmla="*/ 56526 w 74314"/>
                  <a:gd name="csY19" fmla="*/ 26744 h 102096"/>
                  <a:gd name="csX20" fmla="*/ 52137 w 74314"/>
                  <a:gd name="csY20" fmla="*/ 36717 h 102096"/>
                  <a:gd name="csX21" fmla="*/ 32912 w 74314"/>
                  <a:gd name="csY21" fmla="*/ 43413 h 102096"/>
                  <a:gd name="csX22" fmla="*/ 27356 w 74314"/>
                  <a:gd name="csY22" fmla="*/ 44718 h 102096"/>
                  <a:gd name="csX23" fmla="*/ 5909 w 74314"/>
                  <a:gd name="csY23" fmla="*/ 54303 h 102096"/>
                  <a:gd name="csX24" fmla="*/ -675 w 74314"/>
                  <a:gd name="csY24" fmla="*/ 72055 h 102096"/>
                  <a:gd name="csX25" fmla="*/ 9048 w 74314"/>
                  <a:gd name="csY25" fmla="*/ 93224 h 102096"/>
                  <a:gd name="csX26" fmla="*/ 36663 w 74314"/>
                  <a:gd name="csY26" fmla="*/ 100697 h 102096"/>
                  <a:gd name="csX27" fmla="*/ 53304 w 74314"/>
                  <a:gd name="csY27" fmla="*/ 99392 h 102096"/>
                  <a:gd name="csX28" fmla="*/ 67722 w 74314"/>
                  <a:gd name="csY28" fmla="*/ 95502 h 10209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</a:cxnLst>
                <a:rect l="l" t="t" r="r" b="b"/>
                <a:pathLst>
                  <a:path w="74314" h="102096">
                    <a:moveTo>
                      <a:pt x="67722" y="95502"/>
                    </a:moveTo>
                    <a:lnTo>
                      <a:pt x="67722" y="80389"/>
                    </a:lnTo>
                    <a:cubicBezTo>
                      <a:pt x="63221" y="82705"/>
                      <a:pt x="58536" y="84436"/>
                      <a:pt x="53665" y="85584"/>
                    </a:cubicBezTo>
                    <a:cubicBezTo>
                      <a:pt x="48812" y="86751"/>
                      <a:pt x="43775" y="87335"/>
                      <a:pt x="38552" y="87335"/>
                    </a:cubicBezTo>
                    <a:cubicBezTo>
                      <a:pt x="30625" y="87335"/>
                      <a:pt x="24680" y="86122"/>
                      <a:pt x="20716" y="83695"/>
                    </a:cubicBezTo>
                    <a:cubicBezTo>
                      <a:pt x="16753" y="81269"/>
                      <a:pt x="14771" y="77621"/>
                      <a:pt x="14771" y="72750"/>
                    </a:cubicBezTo>
                    <a:cubicBezTo>
                      <a:pt x="14771" y="69045"/>
                      <a:pt x="16188" y="66138"/>
                      <a:pt x="19022" y="64026"/>
                    </a:cubicBezTo>
                    <a:cubicBezTo>
                      <a:pt x="21855" y="61915"/>
                      <a:pt x="27560" y="59905"/>
                      <a:pt x="36135" y="57998"/>
                    </a:cubicBezTo>
                    <a:lnTo>
                      <a:pt x="41608" y="56775"/>
                    </a:lnTo>
                    <a:cubicBezTo>
                      <a:pt x="52942" y="54349"/>
                      <a:pt x="60999" y="50923"/>
                      <a:pt x="65777" y="46496"/>
                    </a:cubicBezTo>
                    <a:cubicBezTo>
                      <a:pt x="70556" y="42070"/>
                      <a:pt x="72945" y="35893"/>
                      <a:pt x="72945" y="27966"/>
                    </a:cubicBezTo>
                    <a:cubicBezTo>
                      <a:pt x="72945" y="18928"/>
                      <a:pt x="69370" y="11770"/>
                      <a:pt x="62221" y="6491"/>
                    </a:cubicBezTo>
                    <a:cubicBezTo>
                      <a:pt x="55072" y="1231"/>
                      <a:pt x="45247" y="-1399"/>
                      <a:pt x="32745" y="-1399"/>
                    </a:cubicBezTo>
                    <a:cubicBezTo>
                      <a:pt x="27541" y="-1399"/>
                      <a:pt x="22115" y="-889"/>
                      <a:pt x="16466" y="129"/>
                    </a:cubicBezTo>
                    <a:cubicBezTo>
                      <a:pt x="10817" y="1148"/>
                      <a:pt x="4872" y="2667"/>
                      <a:pt x="-1370" y="4685"/>
                    </a:cubicBezTo>
                    <a:lnTo>
                      <a:pt x="-1370" y="21188"/>
                    </a:lnTo>
                    <a:cubicBezTo>
                      <a:pt x="4538" y="18113"/>
                      <a:pt x="10354" y="15807"/>
                      <a:pt x="16077" y="14270"/>
                    </a:cubicBezTo>
                    <a:cubicBezTo>
                      <a:pt x="21800" y="12751"/>
                      <a:pt x="27476" y="11992"/>
                      <a:pt x="33107" y="11992"/>
                    </a:cubicBezTo>
                    <a:cubicBezTo>
                      <a:pt x="40626" y="11992"/>
                      <a:pt x="46405" y="13279"/>
                      <a:pt x="50442" y="15854"/>
                    </a:cubicBezTo>
                    <a:cubicBezTo>
                      <a:pt x="54498" y="18428"/>
                      <a:pt x="56526" y="22058"/>
                      <a:pt x="56526" y="26744"/>
                    </a:cubicBezTo>
                    <a:cubicBezTo>
                      <a:pt x="56526" y="31078"/>
                      <a:pt x="55063" y="34402"/>
                      <a:pt x="52137" y="36717"/>
                    </a:cubicBezTo>
                    <a:cubicBezTo>
                      <a:pt x="49229" y="39032"/>
                      <a:pt x="42821" y="41264"/>
                      <a:pt x="32912" y="43413"/>
                    </a:cubicBezTo>
                    <a:lnTo>
                      <a:pt x="27356" y="44718"/>
                    </a:lnTo>
                    <a:cubicBezTo>
                      <a:pt x="17466" y="46793"/>
                      <a:pt x="10317" y="49987"/>
                      <a:pt x="5909" y="54303"/>
                    </a:cubicBezTo>
                    <a:cubicBezTo>
                      <a:pt x="1519" y="58618"/>
                      <a:pt x="-675" y="64536"/>
                      <a:pt x="-675" y="72055"/>
                    </a:cubicBezTo>
                    <a:cubicBezTo>
                      <a:pt x="-675" y="81204"/>
                      <a:pt x="2566" y="88261"/>
                      <a:pt x="9048" y="93224"/>
                    </a:cubicBezTo>
                    <a:cubicBezTo>
                      <a:pt x="15530" y="98206"/>
                      <a:pt x="24735" y="100697"/>
                      <a:pt x="36663" y="100697"/>
                    </a:cubicBezTo>
                    <a:cubicBezTo>
                      <a:pt x="42552" y="100697"/>
                      <a:pt x="48099" y="100262"/>
                      <a:pt x="53304" y="99392"/>
                    </a:cubicBezTo>
                    <a:cubicBezTo>
                      <a:pt x="58526" y="98540"/>
                      <a:pt x="63333" y="97243"/>
                      <a:pt x="67722" y="9550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5" name="Freeform: Shape 894">
                <a:extLst>
                  <a:ext uri="{FF2B5EF4-FFF2-40B4-BE49-F238E27FC236}">
                    <a16:creationId xmlns:a16="http://schemas.microsoft.com/office/drawing/2014/main" id="{1510D603-65BE-6795-8E84-BE43F4E2636F}"/>
                  </a:ext>
                </a:extLst>
              </p:cNvPr>
              <p:cNvSpPr/>
              <p:nvPr/>
            </p:nvSpPr>
            <p:spPr>
              <a:xfrm flipV="1">
                <a:off x="4969797" y="4737642"/>
                <a:ext cx="39838" cy="158353"/>
              </a:xfrm>
              <a:custGeom>
                <a:avLst/>
                <a:gdLst>
                  <a:gd name="csX0" fmla="*/ -909 w 39838"/>
                  <a:gd name="csY0" fmla="*/ 156694 h 158353"/>
                  <a:gd name="csX1" fmla="*/ 12982 w 39838"/>
                  <a:gd name="csY1" fmla="*/ 156694 h 158353"/>
                  <a:gd name="csX2" fmla="*/ 32456 w 39838"/>
                  <a:gd name="csY2" fmla="*/ 116578 h 158353"/>
                  <a:gd name="csX3" fmla="*/ 38929 w 39838"/>
                  <a:gd name="csY3" fmla="*/ 77601 h 158353"/>
                  <a:gd name="csX4" fmla="*/ 32456 w 39838"/>
                  <a:gd name="csY4" fmla="*/ 38457 h 158353"/>
                  <a:gd name="csX5" fmla="*/ 12982 w 39838"/>
                  <a:gd name="csY5" fmla="*/ -1659 h 158353"/>
                  <a:gd name="csX6" fmla="*/ -909 w 39838"/>
                  <a:gd name="csY6" fmla="*/ -1659 h 158353"/>
                  <a:gd name="csX7" fmla="*/ 16315 w 39838"/>
                  <a:gd name="csY7" fmla="*/ 37902 h 158353"/>
                  <a:gd name="csX8" fmla="*/ 22010 w 39838"/>
                  <a:gd name="csY8" fmla="*/ 77601 h 158353"/>
                  <a:gd name="csX9" fmla="*/ 16315 w 39838"/>
                  <a:gd name="csY9" fmla="*/ 117190 h 158353"/>
                  <a:gd name="csX10" fmla="*/ -909 w 39838"/>
                  <a:gd name="csY10" fmla="*/ 156694 h 15835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39838" h="158353">
                    <a:moveTo>
                      <a:pt x="-909" y="156694"/>
                    </a:moveTo>
                    <a:lnTo>
                      <a:pt x="12982" y="156694"/>
                    </a:lnTo>
                    <a:cubicBezTo>
                      <a:pt x="21649" y="143045"/>
                      <a:pt x="28141" y="129673"/>
                      <a:pt x="32456" y="116578"/>
                    </a:cubicBezTo>
                    <a:cubicBezTo>
                      <a:pt x="36772" y="103503"/>
                      <a:pt x="38929" y="90510"/>
                      <a:pt x="38929" y="77601"/>
                    </a:cubicBezTo>
                    <a:cubicBezTo>
                      <a:pt x="38929" y="64637"/>
                      <a:pt x="36772" y="51589"/>
                      <a:pt x="32456" y="38457"/>
                    </a:cubicBezTo>
                    <a:cubicBezTo>
                      <a:pt x="28141" y="25326"/>
                      <a:pt x="21649" y="11954"/>
                      <a:pt x="12982" y="-1659"/>
                    </a:cubicBezTo>
                    <a:lnTo>
                      <a:pt x="-909" y="-1659"/>
                    </a:lnTo>
                    <a:cubicBezTo>
                      <a:pt x="6777" y="11602"/>
                      <a:pt x="12518" y="24789"/>
                      <a:pt x="16315" y="37902"/>
                    </a:cubicBezTo>
                    <a:cubicBezTo>
                      <a:pt x="20112" y="51015"/>
                      <a:pt x="22010" y="64248"/>
                      <a:pt x="22010" y="77601"/>
                    </a:cubicBezTo>
                    <a:cubicBezTo>
                      <a:pt x="22010" y="90973"/>
                      <a:pt x="20112" y="104169"/>
                      <a:pt x="16315" y="117190"/>
                    </a:cubicBezTo>
                    <a:cubicBezTo>
                      <a:pt x="12518" y="130228"/>
                      <a:pt x="6777" y="143397"/>
                      <a:pt x="-909" y="156694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896" name="Graphic 705">
            <a:extLst>
              <a:ext uri="{FF2B5EF4-FFF2-40B4-BE49-F238E27FC236}">
                <a16:creationId xmlns:a16="http://schemas.microsoft.com/office/drawing/2014/main" id="{D6144175-DA36-8E7E-DC31-FEE14C554946}"/>
              </a:ext>
            </a:extLst>
          </p:cNvPr>
          <p:cNvGrpSpPr/>
          <p:nvPr/>
        </p:nvGrpSpPr>
        <p:grpSpPr>
          <a:xfrm>
            <a:off x="1355415" y="1051414"/>
            <a:ext cx="6142664" cy="2927385"/>
            <a:chOff x="1355415" y="1051414"/>
            <a:chExt cx="6142664" cy="2927385"/>
          </a:xfrm>
        </p:grpSpPr>
        <p:grpSp>
          <p:nvGrpSpPr>
            <p:cNvPr id="897" name="Graphic 705">
              <a:extLst>
                <a:ext uri="{FF2B5EF4-FFF2-40B4-BE49-F238E27FC236}">
                  <a16:creationId xmlns:a16="http://schemas.microsoft.com/office/drawing/2014/main" id="{C8B8CE29-B6C6-25A4-5985-BBABDB79EFD3}"/>
                </a:ext>
              </a:extLst>
            </p:cNvPr>
            <p:cNvGrpSpPr/>
            <p:nvPr/>
          </p:nvGrpSpPr>
          <p:grpSpPr>
            <a:xfrm>
              <a:off x="1668402" y="3884542"/>
              <a:ext cx="5829677" cy="94257"/>
              <a:chOff x="1668402" y="3884542"/>
              <a:chExt cx="5829677" cy="94257"/>
            </a:xfrm>
          </p:grpSpPr>
          <p:sp>
            <p:nvSpPr>
              <p:cNvPr id="898" name="Freeform: Shape 897">
                <a:extLst>
                  <a:ext uri="{FF2B5EF4-FFF2-40B4-BE49-F238E27FC236}">
                    <a16:creationId xmlns:a16="http://schemas.microsoft.com/office/drawing/2014/main" id="{5482542C-3CA9-7126-5B2C-227BBF905B51}"/>
                  </a:ext>
                </a:extLst>
              </p:cNvPr>
              <p:cNvSpPr/>
              <p:nvPr/>
            </p:nvSpPr>
            <p:spPr>
              <a:xfrm>
                <a:off x="1828800" y="3930550"/>
                <a:ext cx="5669280" cy="12700"/>
              </a:xfrm>
              <a:custGeom>
                <a:avLst/>
                <a:gdLst>
                  <a:gd name="csX0" fmla="*/ 0 w 5669280"/>
                  <a:gd name="csY0" fmla="*/ 0 h 12700"/>
                  <a:gd name="csX1" fmla="*/ 5669281 w 5669280"/>
                  <a:gd name="csY1" fmla="*/ 0 h 127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5669280" h="12700">
                    <a:moveTo>
                      <a:pt x="0" y="0"/>
                    </a:moveTo>
                    <a:lnTo>
                      <a:pt x="5669281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30000"/>
                  </a:srgbClr>
                </a:solidFill>
                <a:custDash>
                  <a:ds d="222000" sp="96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9" name="Freeform: Shape 898">
                <a:extLst>
                  <a:ext uri="{FF2B5EF4-FFF2-40B4-BE49-F238E27FC236}">
                    <a16:creationId xmlns:a16="http://schemas.microsoft.com/office/drawing/2014/main" id="{C6FFF27B-5016-28A1-E390-7AA9BE0D3E58}"/>
                  </a:ext>
                </a:extLst>
              </p:cNvPr>
              <p:cNvSpPr/>
              <p:nvPr/>
            </p:nvSpPr>
            <p:spPr>
              <a:xfrm>
                <a:off x="1784350" y="3930550"/>
                <a:ext cx="44450" cy="12700"/>
              </a:xfrm>
              <a:custGeom>
                <a:avLst/>
                <a:gdLst>
                  <a:gd name="csX0" fmla="*/ 44522 w 44450"/>
                  <a:gd name="csY0" fmla="*/ 278 h 12700"/>
                  <a:gd name="csX1" fmla="*/ 72 w 44450"/>
                  <a:gd name="csY1" fmla="*/ 278 h 127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4450" h="12700">
                    <a:moveTo>
                      <a:pt x="44522" y="278"/>
                    </a:moveTo>
                    <a:lnTo>
                      <a:pt x="72" y="278"/>
                    </a:lnTo>
                  </a:path>
                </a:pathLst>
              </a:custGeom>
              <a:solidFill>
                <a:srgbClr val="FFFFFF"/>
              </a:solidFill>
              <a:ln w="1016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0" name="Freeform: Shape 899">
                <a:extLst>
                  <a:ext uri="{FF2B5EF4-FFF2-40B4-BE49-F238E27FC236}">
                    <a16:creationId xmlns:a16="http://schemas.microsoft.com/office/drawing/2014/main" id="{0F7EA437-9C8F-B96C-4D68-E0BE9DE617D3}"/>
                  </a:ext>
                </a:extLst>
              </p:cNvPr>
              <p:cNvSpPr/>
              <p:nvPr/>
            </p:nvSpPr>
            <p:spPr>
              <a:xfrm flipV="1">
                <a:off x="1668402" y="3884542"/>
                <a:ext cx="58777" cy="94257"/>
              </a:xfrm>
              <a:custGeom>
                <a:avLst/>
                <a:gdLst>
                  <a:gd name="csX0" fmla="*/ 13173 w 58777"/>
                  <a:gd name="csY0" fmla="*/ 8440 h 94257"/>
                  <a:gd name="csX1" fmla="*/ 56889 w 58777"/>
                  <a:gd name="csY1" fmla="*/ 8440 h 94257"/>
                  <a:gd name="csX2" fmla="*/ 56889 w 58777"/>
                  <a:gd name="csY2" fmla="*/ -2097 h 94257"/>
                  <a:gd name="csX3" fmla="*/ -1888 w 58777"/>
                  <a:gd name="csY3" fmla="*/ -2097 h 94257"/>
                  <a:gd name="csX4" fmla="*/ -1888 w 58777"/>
                  <a:gd name="csY4" fmla="*/ 8440 h 94257"/>
                  <a:gd name="csX5" fmla="*/ 17539 w 58777"/>
                  <a:gd name="csY5" fmla="*/ 28244 h 94257"/>
                  <a:gd name="csX6" fmla="*/ 33017 w 58777"/>
                  <a:gd name="csY6" fmla="*/ 44297 h 94257"/>
                  <a:gd name="csX7" fmla="*/ 41411 w 58777"/>
                  <a:gd name="csY7" fmla="*/ 55727 h 94257"/>
                  <a:gd name="csX8" fmla="*/ 43812 w 58777"/>
                  <a:gd name="csY8" fmla="*/ 64935 h 94257"/>
                  <a:gd name="csX9" fmla="*/ 38633 w 58777"/>
                  <a:gd name="csY9" fmla="*/ 76960 h 94257"/>
                  <a:gd name="csX10" fmla="*/ 25139 w 58777"/>
                  <a:gd name="csY10" fmla="*/ 81623 h 94257"/>
                  <a:gd name="csX11" fmla="*/ 12697 w 58777"/>
                  <a:gd name="csY11" fmla="*/ 79580 h 94257"/>
                  <a:gd name="csX12" fmla="*/ -1273 w 58777"/>
                  <a:gd name="csY12" fmla="*/ 73368 h 94257"/>
                  <a:gd name="csX13" fmla="*/ -1273 w 58777"/>
                  <a:gd name="csY13" fmla="*/ 86029 h 94257"/>
                  <a:gd name="csX14" fmla="*/ 12856 w 58777"/>
                  <a:gd name="csY14" fmla="*/ 90613 h 94257"/>
                  <a:gd name="csX15" fmla="*/ 24901 w 58777"/>
                  <a:gd name="csY15" fmla="*/ 92160 h 94257"/>
                  <a:gd name="csX16" fmla="*/ 47840 w 58777"/>
                  <a:gd name="csY16" fmla="*/ 84957 h 94257"/>
                  <a:gd name="csX17" fmla="*/ 56393 w 58777"/>
                  <a:gd name="csY17" fmla="*/ 65748 h 94257"/>
                  <a:gd name="csX18" fmla="*/ 54250 w 58777"/>
                  <a:gd name="csY18" fmla="*/ 54914 h 94257"/>
                  <a:gd name="csX19" fmla="*/ 46471 w 58777"/>
                  <a:gd name="csY19" fmla="*/ 42869 h 94257"/>
                  <a:gd name="csX20" fmla="*/ 36609 w 58777"/>
                  <a:gd name="csY20" fmla="*/ 32470 h 94257"/>
                  <a:gd name="csX21" fmla="*/ 13173 w 58777"/>
                  <a:gd name="csY21" fmla="*/ 8440 h 9425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</a:cxnLst>
                <a:rect l="l" t="t" r="r" b="b"/>
                <a:pathLst>
                  <a:path w="58777" h="94257">
                    <a:moveTo>
                      <a:pt x="13173" y="8440"/>
                    </a:moveTo>
                    <a:lnTo>
                      <a:pt x="56889" y="8440"/>
                    </a:lnTo>
                    <a:lnTo>
                      <a:pt x="56889" y="-2097"/>
                    </a:lnTo>
                    <a:lnTo>
                      <a:pt x="-1888" y="-2097"/>
                    </a:lnTo>
                    <a:lnTo>
                      <a:pt x="-1888" y="8440"/>
                    </a:lnTo>
                    <a:cubicBezTo>
                      <a:pt x="2861" y="13361"/>
                      <a:pt x="9337" y="19962"/>
                      <a:pt x="17539" y="28244"/>
                    </a:cubicBezTo>
                    <a:cubicBezTo>
                      <a:pt x="25754" y="36538"/>
                      <a:pt x="30913" y="41890"/>
                      <a:pt x="33017" y="44297"/>
                    </a:cubicBezTo>
                    <a:cubicBezTo>
                      <a:pt x="37025" y="48795"/>
                      <a:pt x="39823" y="52605"/>
                      <a:pt x="41411" y="55727"/>
                    </a:cubicBezTo>
                    <a:cubicBezTo>
                      <a:pt x="43011" y="58849"/>
                      <a:pt x="43812" y="61919"/>
                      <a:pt x="43812" y="64935"/>
                    </a:cubicBezTo>
                    <a:cubicBezTo>
                      <a:pt x="43812" y="69856"/>
                      <a:pt x="42085" y="73865"/>
                      <a:pt x="38633" y="76960"/>
                    </a:cubicBezTo>
                    <a:cubicBezTo>
                      <a:pt x="35180" y="80069"/>
                      <a:pt x="30682" y="81623"/>
                      <a:pt x="25139" y="81623"/>
                    </a:cubicBezTo>
                    <a:cubicBezTo>
                      <a:pt x="21210" y="81623"/>
                      <a:pt x="17062" y="80942"/>
                      <a:pt x="12697" y="79580"/>
                    </a:cubicBezTo>
                    <a:cubicBezTo>
                      <a:pt x="8344" y="78217"/>
                      <a:pt x="3688" y="76147"/>
                      <a:pt x="-1273" y="73368"/>
                    </a:cubicBezTo>
                    <a:lnTo>
                      <a:pt x="-1273" y="86029"/>
                    </a:lnTo>
                    <a:cubicBezTo>
                      <a:pt x="3767" y="88053"/>
                      <a:pt x="8477" y="89581"/>
                      <a:pt x="12856" y="90613"/>
                    </a:cubicBezTo>
                    <a:cubicBezTo>
                      <a:pt x="17248" y="91645"/>
                      <a:pt x="21263" y="92160"/>
                      <a:pt x="24901" y="92160"/>
                    </a:cubicBezTo>
                    <a:cubicBezTo>
                      <a:pt x="34492" y="92160"/>
                      <a:pt x="42138" y="89759"/>
                      <a:pt x="47840" y="84957"/>
                    </a:cubicBezTo>
                    <a:cubicBezTo>
                      <a:pt x="53542" y="80168"/>
                      <a:pt x="56393" y="73765"/>
                      <a:pt x="56393" y="65748"/>
                    </a:cubicBezTo>
                    <a:cubicBezTo>
                      <a:pt x="56393" y="61938"/>
                      <a:pt x="55678" y="58327"/>
                      <a:pt x="54250" y="54914"/>
                    </a:cubicBezTo>
                    <a:cubicBezTo>
                      <a:pt x="52834" y="51514"/>
                      <a:pt x="50241" y="47499"/>
                      <a:pt x="46471" y="42869"/>
                    </a:cubicBezTo>
                    <a:cubicBezTo>
                      <a:pt x="45439" y="41665"/>
                      <a:pt x="42152" y="38199"/>
                      <a:pt x="36609" y="32470"/>
                    </a:cubicBezTo>
                    <a:cubicBezTo>
                      <a:pt x="31079" y="26742"/>
                      <a:pt x="23267" y="18732"/>
                      <a:pt x="13173" y="844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01" name="Graphic 705">
              <a:extLst>
                <a:ext uri="{FF2B5EF4-FFF2-40B4-BE49-F238E27FC236}">
                  <a16:creationId xmlns:a16="http://schemas.microsoft.com/office/drawing/2014/main" id="{4A70771C-36D8-6E7C-E6EF-9DB924A36D67}"/>
                </a:ext>
              </a:extLst>
            </p:cNvPr>
            <p:cNvGrpSpPr/>
            <p:nvPr/>
          </p:nvGrpSpPr>
          <p:grpSpPr>
            <a:xfrm>
              <a:off x="1665307" y="3177927"/>
              <a:ext cx="5832772" cy="92590"/>
              <a:chOff x="1665307" y="3177927"/>
              <a:chExt cx="5832772" cy="92590"/>
            </a:xfrm>
          </p:grpSpPr>
          <p:sp>
            <p:nvSpPr>
              <p:cNvPr id="902" name="Freeform: Shape 901">
                <a:extLst>
                  <a:ext uri="{FF2B5EF4-FFF2-40B4-BE49-F238E27FC236}">
                    <a16:creationId xmlns:a16="http://schemas.microsoft.com/office/drawing/2014/main" id="{A0B52DAA-3753-E98B-6823-22C323F681AF}"/>
                  </a:ext>
                </a:extLst>
              </p:cNvPr>
              <p:cNvSpPr/>
              <p:nvPr/>
            </p:nvSpPr>
            <p:spPr>
              <a:xfrm>
                <a:off x="1828800" y="3222268"/>
                <a:ext cx="5669280" cy="12700"/>
              </a:xfrm>
              <a:custGeom>
                <a:avLst/>
                <a:gdLst>
                  <a:gd name="csX0" fmla="*/ 0 w 5669280"/>
                  <a:gd name="csY0" fmla="*/ 0 h 12700"/>
                  <a:gd name="csX1" fmla="*/ 5669281 w 5669280"/>
                  <a:gd name="csY1" fmla="*/ 0 h 127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5669280" h="12700">
                    <a:moveTo>
                      <a:pt x="0" y="0"/>
                    </a:moveTo>
                    <a:lnTo>
                      <a:pt x="5669281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30000"/>
                  </a:srgbClr>
                </a:solidFill>
                <a:custDash>
                  <a:ds d="222000" sp="96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3" name="Freeform: Shape 902">
                <a:extLst>
                  <a:ext uri="{FF2B5EF4-FFF2-40B4-BE49-F238E27FC236}">
                    <a16:creationId xmlns:a16="http://schemas.microsoft.com/office/drawing/2014/main" id="{7BDEE507-1DBC-A36E-E38C-A6547591CC68}"/>
                  </a:ext>
                </a:extLst>
              </p:cNvPr>
              <p:cNvSpPr/>
              <p:nvPr/>
            </p:nvSpPr>
            <p:spPr>
              <a:xfrm>
                <a:off x="1784350" y="3222268"/>
                <a:ext cx="44450" cy="12700"/>
              </a:xfrm>
              <a:custGeom>
                <a:avLst/>
                <a:gdLst>
                  <a:gd name="csX0" fmla="*/ 44522 w 44450"/>
                  <a:gd name="csY0" fmla="*/ 222 h 12700"/>
                  <a:gd name="csX1" fmla="*/ 72 w 44450"/>
                  <a:gd name="csY1" fmla="*/ 222 h 127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4450" h="12700">
                    <a:moveTo>
                      <a:pt x="44522" y="222"/>
                    </a:moveTo>
                    <a:lnTo>
                      <a:pt x="72" y="222"/>
                    </a:lnTo>
                  </a:path>
                </a:pathLst>
              </a:custGeom>
              <a:solidFill>
                <a:srgbClr val="FFFFFF"/>
              </a:solidFill>
              <a:ln w="1016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4" name="Freeform: Shape 903">
                <a:extLst>
                  <a:ext uri="{FF2B5EF4-FFF2-40B4-BE49-F238E27FC236}">
                    <a16:creationId xmlns:a16="http://schemas.microsoft.com/office/drawing/2014/main" id="{B98AE5FB-CAA0-8A5D-C2DC-2A1E35CFAD9D}"/>
                  </a:ext>
                </a:extLst>
              </p:cNvPr>
              <p:cNvSpPr/>
              <p:nvPr/>
            </p:nvSpPr>
            <p:spPr>
              <a:xfrm flipV="1">
                <a:off x="1665307" y="3177927"/>
                <a:ext cx="67468" cy="92590"/>
              </a:xfrm>
              <a:custGeom>
                <a:avLst/>
                <a:gdLst>
                  <a:gd name="csX0" fmla="*/ 39840 w 67468"/>
                  <a:gd name="csY0" fmla="*/ 79566 h 92590"/>
                  <a:gd name="csX1" fmla="*/ 8209 w 67468"/>
                  <a:gd name="csY1" fmla="*/ 30135 h 92590"/>
                  <a:gd name="csX2" fmla="*/ 39840 w 67468"/>
                  <a:gd name="csY2" fmla="*/ 30135 h 92590"/>
                  <a:gd name="csX3" fmla="*/ 39840 w 67468"/>
                  <a:gd name="csY3" fmla="*/ 79566 h 92590"/>
                  <a:gd name="csX4" fmla="*/ 36546 w 67468"/>
                  <a:gd name="csY4" fmla="*/ 90480 h 92590"/>
                  <a:gd name="csX5" fmla="*/ 52302 w 67468"/>
                  <a:gd name="csY5" fmla="*/ 90480 h 92590"/>
                  <a:gd name="csX6" fmla="*/ 52302 w 67468"/>
                  <a:gd name="csY6" fmla="*/ 30135 h 92590"/>
                  <a:gd name="csX7" fmla="*/ 65518 w 67468"/>
                  <a:gd name="csY7" fmla="*/ 30135 h 92590"/>
                  <a:gd name="csX8" fmla="*/ 65518 w 67468"/>
                  <a:gd name="csY8" fmla="*/ 19717 h 92590"/>
                  <a:gd name="csX9" fmla="*/ 52302 w 67468"/>
                  <a:gd name="csY9" fmla="*/ 19717 h 92590"/>
                  <a:gd name="csX10" fmla="*/ 52302 w 67468"/>
                  <a:gd name="csY10" fmla="*/ -2111 h 92590"/>
                  <a:gd name="csX11" fmla="*/ 39840 w 67468"/>
                  <a:gd name="csY11" fmla="*/ -2111 h 92590"/>
                  <a:gd name="csX12" fmla="*/ 39840 w 67468"/>
                  <a:gd name="csY12" fmla="*/ 19717 h 92590"/>
                  <a:gd name="csX13" fmla="*/ -1951 w 67468"/>
                  <a:gd name="csY13" fmla="*/ 19717 h 92590"/>
                  <a:gd name="csX14" fmla="*/ -1951 w 67468"/>
                  <a:gd name="csY14" fmla="*/ 31802 h 92590"/>
                  <a:gd name="csX15" fmla="*/ 36546 w 67468"/>
                  <a:gd name="csY15" fmla="*/ 90480 h 925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67468" h="92590">
                    <a:moveTo>
                      <a:pt x="39840" y="79566"/>
                    </a:moveTo>
                    <a:lnTo>
                      <a:pt x="8209" y="30135"/>
                    </a:lnTo>
                    <a:lnTo>
                      <a:pt x="39840" y="30135"/>
                    </a:lnTo>
                    <a:lnTo>
                      <a:pt x="39840" y="79566"/>
                    </a:lnTo>
                    <a:close/>
                    <a:moveTo>
                      <a:pt x="36546" y="90480"/>
                    </a:moveTo>
                    <a:lnTo>
                      <a:pt x="52302" y="90480"/>
                    </a:lnTo>
                    <a:lnTo>
                      <a:pt x="52302" y="30135"/>
                    </a:lnTo>
                    <a:lnTo>
                      <a:pt x="65518" y="30135"/>
                    </a:lnTo>
                    <a:lnTo>
                      <a:pt x="65518" y="19717"/>
                    </a:lnTo>
                    <a:lnTo>
                      <a:pt x="52302" y="19717"/>
                    </a:lnTo>
                    <a:lnTo>
                      <a:pt x="52302" y="-2111"/>
                    </a:lnTo>
                    <a:lnTo>
                      <a:pt x="39840" y="-2111"/>
                    </a:lnTo>
                    <a:lnTo>
                      <a:pt x="39840" y="19717"/>
                    </a:lnTo>
                    <a:lnTo>
                      <a:pt x="-1951" y="19717"/>
                    </a:lnTo>
                    <a:lnTo>
                      <a:pt x="-1951" y="31802"/>
                    </a:lnTo>
                    <a:lnTo>
                      <a:pt x="36546" y="90480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05" name="Graphic 705">
              <a:extLst>
                <a:ext uri="{FF2B5EF4-FFF2-40B4-BE49-F238E27FC236}">
                  <a16:creationId xmlns:a16="http://schemas.microsoft.com/office/drawing/2014/main" id="{284E17B6-C994-411F-6580-1018B3B2E06B}"/>
                </a:ext>
              </a:extLst>
            </p:cNvPr>
            <p:cNvGrpSpPr/>
            <p:nvPr/>
          </p:nvGrpSpPr>
          <p:grpSpPr>
            <a:xfrm>
              <a:off x="1667966" y="2467978"/>
              <a:ext cx="5830113" cy="96063"/>
              <a:chOff x="1667966" y="2467978"/>
              <a:chExt cx="5830113" cy="96063"/>
            </a:xfrm>
          </p:grpSpPr>
          <p:sp>
            <p:nvSpPr>
              <p:cNvPr id="906" name="Freeform: Shape 905">
                <a:extLst>
                  <a:ext uri="{FF2B5EF4-FFF2-40B4-BE49-F238E27FC236}">
                    <a16:creationId xmlns:a16="http://schemas.microsoft.com/office/drawing/2014/main" id="{35AC56E6-175D-0894-E7A4-9A868F8A536F}"/>
                  </a:ext>
                </a:extLst>
              </p:cNvPr>
              <p:cNvSpPr/>
              <p:nvPr/>
            </p:nvSpPr>
            <p:spPr>
              <a:xfrm>
                <a:off x="1828800" y="2513986"/>
                <a:ext cx="5669280" cy="12700"/>
              </a:xfrm>
              <a:custGeom>
                <a:avLst/>
                <a:gdLst>
                  <a:gd name="csX0" fmla="*/ 0 w 5669280"/>
                  <a:gd name="csY0" fmla="*/ 0 h 12700"/>
                  <a:gd name="csX1" fmla="*/ 5669281 w 5669280"/>
                  <a:gd name="csY1" fmla="*/ 0 h 127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5669280" h="12700">
                    <a:moveTo>
                      <a:pt x="0" y="0"/>
                    </a:moveTo>
                    <a:lnTo>
                      <a:pt x="5669281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30000"/>
                  </a:srgbClr>
                </a:solidFill>
                <a:custDash>
                  <a:ds d="222000" sp="96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7" name="Freeform: Shape 906">
                <a:extLst>
                  <a:ext uri="{FF2B5EF4-FFF2-40B4-BE49-F238E27FC236}">
                    <a16:creationId xmlns:a16="http://schemas.microsoft.com/office/drawing/2014/main" id="{966F1438-2BE9-25A9-6133-CFEE8A3BBACD}"/>
                  </a:ext>
                </a:extLst>
              </p:cNvPr>
              <p:cNvSpPr/>
              <p:nvPr/>
            </p:nvSpPr>
            <p:spPr>
              <a:xfrm>
                <a:off x="1784350" y="2513986"/>
                <a:ext cx="44450" cy="12700"/>
              </a:xfrm>
              <a:custGeom>
                <a:avLst/>
                <a:gdLst>
                  <a:gd name="csX0" fmla="*/ 44522 w 44450"/>
                  <a:gd name="csY0" fmla="*/ 166 h 12700"/>
                  <a:gd name="csX1" fmla="*/ 72 w 44450"/>
                  <a:gd name="csY1" fmla="*/ 166 h 127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4450" h="12700">
                    <a:moveTo>
                      <a:pt x="44522" y="166"/>
                    </a:moveTo>
                    <a:lnTo>
                      <a:pt x="72" y="166"/>
                    </a:lnTo>
                  </a:path>
                </a:pathLst>
              </a:custGeom>
              <a:solidFill>
                <a:srgbClr val="FFFFFF"/>
              </a:solidFill>
              <a:ln w="1016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8" name="Freeform: Shape 907">
                <a:extLst>
                  <a:ext uri="{FF2B5EF4-FFF2-40B4-BE49-F238E27FC236}">
                    <a16:creationId xmlns:a16="http://schemas.microsoft.com/office/drawing/2014/main" id="{03C88B8A-9A1E-6CE6-4910-51730CEED091}"/>
                  </a:ext>
                </a:extLst>
              </p:cNvPr>
              <p:cNvSpPr/>
              <p:nvPr/>
            </p:nvSpPr>
            <p:spPr>
              <a:xfrm flipV="1">
                <a:off x="1667966" y="2467978"/>
                <a:ext cx="63936" cy="96063"/>
              </a:xfrm>
              <a:custGeom>
                <a:avLst/>
                <a:gdLst>
                  <a:gd name="csX0" fmla="*/ 31064 w 63936"/>
                  <a:gd name="csY0" fmla="*/ 50919 h 96063"/>
                  <a:gd name="csX1" fmla="*/ 17689 w 63936"/>
                  <a:gd name="csY1" fmla="*/ 45144 h 96063"/>
                  <a:gd name="csX2" fmla="*/ 12768 w 63936"/>
                  <a:gd name="csY2" fmla="*/ 29349 h 96063"/>
                  <a:gd name="csX3" fmla="*/ 17689 w 63936"/>
                  <a:gd name="csY3" fmla="*/ 13553 h 96063"/>
                  <a:gd name="csX4" fmla="*/ 31064 w 63936"/>
                  <a:gd name="csY4" fmla="*/ 7759 h 96063"/>
                  <a:gd name="csX5" fmla="*/ 44418 w 63936"/>
                  <a:gd name="csY5" fmla="*/ 13553 h 96063"/>
                  <a:gd name="csX6" fmla="*/ 49340 w 63936"/>
                  <a:gd name="csY6" fmla="*/ 29349 h 96063"/>
                  <a:gd name="csX7" fmla="*/ 44418 w 63936"/>
                  <a:gd name="csY7" fmla="*/ 45144 h 96063"/>
                  <a:gd name="csX8" fmla="*/ 31064 w 63936"/>
                  <a:gd name="csY8" fmla="*/ 50919 h 96063"/>
                  <a:gd name="csX9" fmla="*/ 55928 w 63936"/>
                  <a:gd name="csY9" fmla="*/ 90189 h 96063"/>
                  <a:gd name="csX10" fmla="*/ 55928 w 63936"/>
                  <a:gd name="csY10" fmla="*/ 78779 h 96063"/>
                  <a:gd name="csX11" fmla="*/ 46403 w 63936"/>
                  <a:gd name="csY11" fmla="*/ 82173 h 96063"/>
                  <a:gd name="csX12" fmla="*/ 36878 w 63936"/>
                  <a:gd name="csY12" fmla="*/ 83363 h 96063"/>
                  <a:gd name="csX13" fmla="*/ 17927 w 63936"/>
                  <a:gd name="csY13" fmla="*/ 74989 h 96063"/>
                  <a:gd name="csX14" fmla="*/ 10466 w 63936"/>
                  <a:gd name="csY14" fmla="*/ 49688 h 96063"/>
                  <a:gd name="csX15" fmla="*/ 19634 w 63936"/>
                  <a:gd name="csY15" fmla="*/ 57963 h 96063"/>
                  <a:gd name="csX16" fmla="*/ 31798 w 63936"/>
                  <a:gd name="csY16" fmla="*/ 60841 h 96063"/>
                  <a:gd name="csX17" fmla="*/ 53844 w 63936"/>
                  <a:gd name="csY17" fmla="*/ 52367 h 96063"/>
                  <a:gd name="csX18" fmla="*/ 61940 w 63936"/>
                  <a:gd name="csY18" fmla="*/ 29349 h 96063"/>
                  <a:gd name="csX19" fmla="*/ 53507 w 63936"/>
                  <a:gd name="csY19" fmla="*/ 6449 h 96063"/>
                  <a:gd name="csX20" fmla="*/ 31064 w 63936"/>
                  <a:gd name="csY20" fmla="*/ -2163 h 96063"/>
                  <a:gd name="csX21" fmla="*/ 6497 w 63936"/>
                  <a:gd name="csY21" fmla="*/ 10140 h 96063"/>
                  <a:gd name="csX22" fmla="*/ -1996 w 63936"/>
                  <a:gd name="csY22" fmla="*/ 45839 h 96063"/>
                  <a:gd name="csX23" fmla="*/ 8422 w 63936"/>
                  <a:gd name="csY23" fmla="*/ 80843 h 96063"/>
                  <a:gd name="csX24" fmla="*/ 36382 w 63936"/>
                  <a:gd name="csY24" fmla="*/ 93900 h 96063"/>
                  <a:gd name="csX25" fmla="*/ 45907 w 63936"/>
                  <a:gd name="csY25" fmla="*/ 92968 h 96063"/>
                  <a:gd name="csX26" fmla="*/ 55928 w 63936"/>
                  <a:gd name="csY26" fmla="*/ 90189 h 9606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</a:cxnLst>
                <a:rect l="l" t="t" r="r" b="b"/>
                <a:pathLst>
                  <a:path w="63936" h="96063">
                    <a:moveTo>
                      <a:pt x="31064" y="50919"/>
                    </a:moveTo>
                    <a:cubicBezTo>
                      <a:pt x="25441" y="50919"/>
                      <a:pt x="20983" y="48994"/>
                      <a:pt x="17689" y="45144"/>
                    </a:cubicBezTo>
                    <a:cubicBezTo>
                      <a:pt x="14408" y="41308"/>
                      <a:pt x="12768" y="36042"/>
                      <a:pt x="12768" y="29349"/>
                    </a:cubicBezTo>
                    <a:cubicBezTo>
                      <a:pt x="12768" y="22694"/>
                      <a:pt x="14408" y="17429"/>
                      <a:pt x="17689" y="13553"/>
                    </a:cubicBezTo>
                    <a:cubicBezTo>
                      <a:pt x="20983" y="9690"/>
                      <a:pt x="25441" y="7759"/>
                      <a:pt x="31064" y="7759"/>
                    </a:cubicBezTo>
                    <a:cubicBezTo>
                      <a:pt x="36686" y="7759"/>
                      <a:pt x="41138" y="9690"/>
                      <a:pt x="44418" y="13553"/>
                    </a:cubicBezTo>
                    <a:cubicBezTo>
                      <a:pt x="47699" y="17429"/>
                      <a:pt x="49340" y="22694"/>
                      <a:pt x="49340" y="29349"/>
                    </a:cubicBezTo>
                    <a:cubicBezTo>
                      <a:pt x="49340" y="36042"/>
                      <a:pt x="47699" y="41308"/>
                      <a:pt x="44418" y="45144"/>
                    </a:cubicBezTo>
                    <a:cubicBezTo>
                      <a:pt x="41138" y="48994"/>
                      <a:pt x="36686" y="50919"/>
                      <a:pt x="31064" y="50919"/>
                    </a:cubicBezTo>
                    <a:close/>
                    <a:moveTo>
                      <a:pt x="55928" y="90189"/>
                    </a:moveTo>
                    <a:lnTo>
                      <a:pt x="55928" y="78779"/>
                    </a:lnTo>
                    <a:cubicBezTo>
                      <a:pt x="52779" y="80261"/>
                      <a:pt x="49604" y="81392"/>
                      <a:pt x="46403" y="82173"/>
                    </a:cubicBezTo>
                    <a:cubicBezTo>
                      <a:pt x="43201" y="82966"/>
                      <a:pt x="40026" y="83363"/>
                      <a:pt x="36878" y="83363"/>
                    </a:cubicBezTo>
                    <a:cubicBezTo>
                      <a:pt x="28610" y="83363"/>
                      <a:pt x="22293" y="80572"/>
                      <a:pt x="17927" y="74989"/>
                    </a:cubicBezTo>
                    <a:cubicBezTo>
                      <a:pt x="13575" y="69406"/>
                      <a:pt x="11088" y="60973"/>
                      <a:pt x="10466" y="49688"/>
                    </a:cubicBezTo>
                    <a:cubicBezTo>
                      <a:pt x="12900" y="53287"/>
                      <a:pt x="15956" y="56045"/>
                      <a:pt x="19634" y="57963"/>
                    </a:cubicBezTo>
                    <a:cubicBezTo>
                      <a:pt x="23324" y="59881"/>
                      <a:pt x="27379" y="60841"/>
                      <a:pt x="31798" y="60841"/>
                    </a:cubicBezTo>
                    <a:cubicBezTo>
                      <a:pt x="41098" y="60841"/>
                      <a:pt x="48447" y="58016"/>
                      <a:pt x="53844" y="52367"/>
                    </a:cubicBezTo>
                    <a:cubicBezTo>
                      <a:pt x="59242" y="46732"/>
                      <a:pt x="61940" y="39059"/>
                      <a:pt x="61940" y="29349"/>
                    </a:cubicBezTo>
                    <a:cubicBezTo>
                      <a:pt x="61940" y="19837"/>
                      <a:pt x="59129" y="12204"/>
                      <a:pt x="53507" y="6449"/>
                    </a:cubicBezTo>
                    <a:cubicBezTo>
                      <a:pt x="47884" y="707"/>
                      <a:pt x="40403" y="-2163"/>
                      <a:pt x="31064" y="-2163"/>
                    </a:cubicBezTo>
                    <a:cubicBezTo>
                      <a:pt x="20348" y="-2163"/>
                      <a:pt x="12159" y="1938"/>
                      <a:pt x="6497" y="10140"/>
                    </a:cubicBezTo>
                    <a:cubicBezTo>
                      <a:pt x="835" y="18355"/>
                      <a:pt x="-1996" y="30255"/>
                      <a:pt x="-1996" y="45839"/>
                    </a:cubicBezTo>
                    <a:cubicBezTo>
                      <a:pt x="-1996" y="60470"/>
                      <a:pt x="1477" y="72138"/>
                      <a:pt x="8422" y="80843"/>
                    </a:cubicBezTo>
                    <a:cubicBezTo>
                      <a:pt x="15367" y="89548"/>
                      <a:pt x="24687" y="93900"/>
                      <a:pt x="36382" y="93900"/>
                    </a:cubicBezTo>
                    <a:cubicBezTo>
                      <a:pt x="39530" y="93900"/>
                      <a:pt x="42705" y="93589"/>
                      <a:pt x="45907" y="92968"/>
                    </a:cubicBezTo>
                    <a:cubicBezTo>
                      <a:pt x="49108" y="92346"/>
                      <a:pt x="52448" y="91420"/>
                      <a:pt x="55928" y="90189"/>
                    </a:cubicBez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09" name="Graphic 705">
              <a:extLst>
                <a:ext uri="{FF2B5EF4-FFF2-40B4-BE49-F238E27FC236}">
                  <a16:creationId xmlns:a16="http://schemas.microsoft.com/office/drawing/2014/main" id="{A465C1E9-F41C-C88D-4BFA-8D217D1C10E5}"/>
                </a:ext>
              </a:extLst>
            </p:cNvPr>
            <p:cNvGrpSpPr/>
            <p:nvPr/>
          </p:nvGrpSpPr>
          <p:grpSpPr>
            <a:xfrm>
              <a:off x="1667708" y="1759696"/>
              <a:ext cx="5830371" cy="96063"/>
              <a:chOff x="1667708" y="1759696"/>
              <a:chExt cx="5830371" cy="96063"/>
            </a:xfrm>
          </p:grpSpPr>
          <p:sp>
            <p:nvSpPr>
              <p:cNvPr id="910" name="Freeform: Shape 909">
                <a:extLst>
                  <a:ext uri="{FF2B5EF4-FFF2-40B4-BE49-F238E27FC236}">
                    <a16:creationId xmlns:a16="http://schemas.microsoft.com/office/drawing/2014/main" id="{FEE9F361-8ED9-5AF2-1D55-48492317F74A}"/>
                  </a:ext>
                </a:extLst>
              </p:cNvPr>
              <p:cNvSpPr/>
              <p:nvPr/>
            </p:nvSpPr>
            <p:spPr>
              <a:xfrm>
                <a:off x="1828800" y="1805704"/>
                <a:ext cx="5669280" cy="12700"/>
              </a:xfrm>
              <a:custGeom>
                <a:avLst/>
                <a:gdLst>
                  <a:gd name="csX0" fmla="*/ 0 w 5669280"/>
                  <a:gd name="csY0" fmla="*/ 0 h 12700"/>
                  <a:gd name="csX1" fmla="*/ 5669281 w 5669280"/>
                  <a:gd name="csY1" fmla="*/ 0 h 127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5669280" h="12700">
                    <a:moveTo>
                      <a:pt x="0" y="0"/>
                    </a:moveTo>
                    <a:lnTo>
                      <a:pt x="5669281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30000"/>
                  </a:srgbClr>
                </a:solidFill>
                <a:custDash>
                  <a:ds d="222000" sp="96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1" name="Freeform: Shape 910">
                <a:extLst>
                  <a:ext uri="{FF2B5EF4-FFF2-40B4-BE49-F238E27FC236}">
                    <a16:creationId xmlns:a16="http://schemas.microsoft.com/office/drawing/2014/main" id="{8EBAB9C1-B037-2CE8-8F20-91AB353F06CE}"/>
                  </a:ext>
                </a:extLst>
              </p:cNvPr>
              <p:cNvSpPr/>
              <p:nvPr/>
            </p:nvSpPr>
            <p:spPr>
              <a:xfrm>
                <a:off x="1784350" y="1805704"/>
                <a:ext cx="44450" cy="12700"/>
              </a:xfrm>
              <a:custGeom>
                <a:avLst/>
                <a:gdLst>
                  <a:gd name="csX0" fmla="*/ 44522 w 44450"/>
                  <a:gd name="csY0" fmla="*/ 110 h 12700"/>
                  <a:gd name="csX1" fmla="*/ 72 w 44450"/>
                  <a:gd name="csY1" fmla="*/ 110 h 127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4450" h="12700">
                    <a:moveTo>
                      <a:pt x="44522" y="110"/>
                    </a:moveTo>
                    <a:lnTo>
                      <a:pt x="72" y="110"/>
                    </a:lnTo>
                  </a:path>
                </a:pathLst>
              </a:custGeom>
              <a:solidFill>
                <a:srgbClr val="FFFFFF"/>
              </a:solidFill>
              <a:ln w="1016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2" name="Freeform: Shape 911">
                <a:extLst>
                  <a:ext uri="{FF2B5EF4-FFF2-40B4-BE49-F238E27FC236}">
                    <a16:creationId xmlns:a16="http://schemas.microsoft.com/office/drawing/2014/main" id="{640037E6-1C9D-8A51-5FF9-E9DC297072D2}"/>
                  </a:ext>
                </a:extLst>
              </p:cNvPr>
              <p:cNvSpPr/>
              <p:nvPr/>
            </p:nvSpPr>
            <p:spPr>
              <a:xfrm flipV="1">
                <a:off x="1667708" y="1759696"/>
                <a:ext cx="63500" cy="96063"/>
              </a:xfrm>
              <a:custGeom>
                <a:avLst/>
                <a:gdLst>
                  <a:gd name="csX0" fmla="*/ 29778 w 63500"/>
                  <a:gd name="csY0" fmla="*/ 43560 h 96063"/>
                  <a:gd name="csX1" fmla="*/ 15728 w 63500"/>
                  <a:gd name="csY1" fmla="*/ 38778 h 96063"/>
                  <a:gd name="csX2" fmla="*/ 10629 w 63500"/>
                  <a:gd name="csY2" fmla="*/ 25642 h 96063"/>
                  <a:gd name="csX3" fmla="*/ 15728 w 63500"/>
                  <a:gd name="csY3" fmla="*/ 12485 h 96063"/>
                  <a:gd name="csX4" fmla="*/ 29778 w 63500"/>
                  <a:gd name="csY4" fmla="*/ 7703 h 96063"/>
                  <a:gd name="csX5" fmla="*/ 43847 w 63500"/>
                  <a:gd name="csY5" fmla="*/ 12505 h 96063"/>
                  <a:gd name="csX6" fmla="*/ 49006 w 63500"/>
                  <a:gd name="csY6" fmla="*/ 25642 h 96063"/>
                  <a:gd name="csX7" fmla="*/ 43887 w 63500"/>
                  <a:gd name="csY7" fmla="*/ 38778 h 96063"/>
                  <a:gd name="csX8" fmla="*/ 29778 w 63500"/>
                  <a:gd name="csY8" fmla="*/ 43560 h 96063"/>
                  <a:gd name="csX9" fmla="*/ 17256 w 63500"/>
                  <a:gd name="csY9" fmla="*/ 48879 h 96063"/>
                  <a:gd name="csX10" fmla="*/ 4695 w 63500"/>
                  <a:gd name="csY10" fmla="*/ 56379 h 96063"/>
                  <a:gd name="csX11" fmla="*/ 211 w 63500"/>
                  <a:gd name="csY11" fmla="*/ 69853 h 96063"/>
                  <a:gd name="csX12" fmla="*/ 8108 w 63500"/>
                  <a:gd name="csY12" fmla="*/ 87395 h 96063"/>
                  <a:gd name="csX13" fmla="*/ 29778 w 63500"/>
                  <a:gd name="csY13" fmla="*/ 93844 h 96063"/>
                  <a:gd name="csX14" fmla="*/ 51487 w 63500"/>
                  <a:gd name="csY14" fmla="*/ 87395 h 96063"/>
                  <a:gd name="csX15" fmla="*/ 59365 w 63500"/>
                  <a:gd name="csY15" fmla="*/ 69853 h 96063"/>
                  <a:gd name="csX16" fmla="*/ 54860 w 63500"/>
                  <a:gd name="csY16" fmla="*/ 56379 h 96063"/>
                  <a:gd name="csX17" fmla="*/ 42379 w 63500"/>
                  <a:gd name="csY17" fmla="*/ 48879 h 96063"/>
                  <a:gd name="csX18" fmla="*/ 56468 w 63500"/>
                  <a:gd name="csY18" fmla="*/ 40624 h 96063"/>
                  <a:gd name="csX19" fmla="*/ 61528 w 63500"/>
                  <a:gd name="csY19" fmla="*/ 25642 h 96063"/>
                  <a:gd name="csX20" fmla="*/ 53313 w 63500"/>
                  <a:gd name="csY20" fmla="*/ 4964 h 96063"/>
                  <a:gd name="csX21" fmla="*/ 29778 w 63500"/>
                  <a:gd name="csY21" fmla="*/ -2219 h 96063"/>
                  <a:gd name="csX22" fmla="*/ 6243 w 63500"/>
                  <a:gd name="csY22" fmla="*/ 4964 h 96063"/>
                  <a:gd name="csX23" fmla="*/ -1972 w 63500"/>
                  <a:gd name="csY23" fmla="*/ 25642 h 96063"/>
                  <a:gd name="csX24" fmla="*/ 3108 w 63500"/>
                  <a:gd name="csY24" fmla="*/ 40624 h 96063"/>
                  <a:gd name="csX25" fmla="*/ 17256 w 63500"/>
                  <a:gd name="csY25" fmla="*/ 48879 h 96063"/>
                  <a:gd name="csX26" fmla="*/ 12673 w 63500"/>
                  <a:gd name="csY26" fmla="*/ 68663 h 96063"/>
                  <a:gd name="csX27" fmla="*/ 17157 w 63500"/>
                  <a:gd name="csY27" fmla="*/ 57451 h 96063"/>
                  <a:gd name="csX28" fmla="*/ 29778 w 63500"/>
                  <a:gd name="csY28" fmla="*/ 53423 h 96063"/>
                  <a:gd name="csX29" fmla="*/ 42398 w 63500"/>
                  <a:gd name="csY29" fmla="*/ 57451 h 96063"/>
                  <a:gd name="csX30" fmla="*/ 46963 w 63500"/>
                  <a:gd name="csY30" fmla="*/ 68663 h 96063"/>
                  <a:gd name="csX31" fmla="*/ 42398 w 63500"/>
                  <a:gd name="csY31" fmla="*/ 79894 h 96063"/>
                  <a:gd name="csX32" fmla="*/ 29778 w 63500"/>
                  <a:gd name="csY32" fmla="*/ 83923 h 96063"/>
                  <a:gd name="csX33" fmla="*/ 17157 w 63500"/>
                  <a:gd name="csY33" fmla="*/ 79894 h 96063"/>
                  <a:gd name="csX34" fmla="*/ 12673 w 63500"/>
                  <a:gd name="csY34" fmla="*/ 68663 h 9606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</a:cxnLst>
                <a:rect l="l" t="t" r="r" b="b"/>
                <a:pathLst>
                  <a:path w="63500" h="96063">
                    <a:moveTo>
                      <a:pt x="29778" y="43560"/>
                    </a:moveTo>
                    <a:cubicBezTo>
                      <a:pt x="23825" y="43560"/>
                      <a:pt x="19142" y="41966"/>
                      <a:pt x="15728" y="38778"/>
                    </a:cubicBezTo>
                    <a:cubicBezTo>
                      <a:pt x="12329" y="35590"/>
                      <a:pt x="10629" y="31211"/>
                      <a:pt x="10629" y="25642"/>
                    </a:cubicBezTo>
                    <a:cubicBezTo>
                      <a:pt x="10629" y="20059"/>
                      <a:pt x="12329" y="15673"/>
                      <a:pt x="15728" y="12485"/>
                    </a:cubicBezTo>
                    <a:cubicBezTo>
                      <a:pt x="19142" y="9297"/>
                      <a:pt x="23825" y="7703"/>
                      <a:pt x="29778" y="7703"/>
                    </a:cubicBezTo>
                    <a:cubicBezTo>
                      <a:pt x="35731" y="7703"/>
                      <a:pt x="40421" y="9303"/>
                      <a:pt x="43847" y="12505"/>
                    </a:cubicBezTo>
                    <a:cubicBezTo>
                      <a:pt x="47287" y="15720"/>
                      <a:pt x="49006" y="20098"/>
                      <a:pt x="49006" y="25642"/>
                    </a:cubicBezTo>
                    <a:cubicBezTo>
                      <a:pt x="49006" y="31211"/>
                      <a:pt x="47300" y="35590"/>
                      <a:pt x="43887" y="38778"/>
                    </a:cubicBezTo>
                    <a:cubicBezTo>
                      <a:pt x="40487" y="41966"/>
                      <a:pt x="35784" y="43560"/>
                      <a:pt x="29778" y="43560"/>
                    </a:cubicBezTo>
                    <a:close/>
                    <a:moveTo>
                      <a:pt x="17256" y="48879"/>
                    </a:moveTo>
                    <a:cubicBezTo>
                      <a:pt x="11885" y="50201"/>
                      <a:pt x="7698" y="52702"/>
                      <a:pt x="4695" y="56379"/>
                    </a:cubicBezTo>
                    <a:cubicBezTo>
                      <a:pt x="1706" y="60070"/>
                      <a:pt x="211" y="64562"/>
                      <a:pt x="211" y="69853"/>
                    </a:cubicBezTo>
                    <a:cubicBezTo>
                      <a:pt x="211" y="77249"/>
                      <a:pt x="2843" y="83096"/>
                      <a:pt x="8108" y="87395"/>
                    </a:cubicBezTo>
                    <a:cubicBezTo>
                      <a:pt x="13387" y="91695"/>
                      <a:pt x="20610" y="93844"/>
                      <a:pt x="29778" y="93844"/>
                    </a:cubicBezTo>
                    <a:cubicBezTo>
                      <a:pt x="38999" y="93844"/>
                      <a:pt x="46235" y="91695"/>
                      <a:pt x="51487" y="87395"/>
                    </a:cubicBezTo>
                    <a:cubicBezTo>
                      <a:pt x="56739" y="83096"/>
                      <a:pt x="59365" y="77249"/>
                      <a:pt x="59365" y="69853"/>
                    </a:cubicBezTo>
                    <a:cubicBezTo>
                      <a:pt x="59365" y="64562"/>
                      <a:pt x="57863" y="60070"/>
                      <a:pt x="54860" y="56379"/>
                    </a:cubicBezTo>
                    <a:cubicBezTo>
                      <a:pt x="51871" y="52702"/>
                      <a:pt x="47710" y="50201"/>
                      <a:pt x="42379" y="48879"/>
                    </a:cubicBezTo>
                    <a:cubicBezTo>
                      <a:pt x="48411" y="47476"/>
                      <a:pt x="53107" y="44725"/>
                      <a:pt x="56468" y="40624"/>
                    </a:cubicBezTo>
                    <a:cubicBezTo>
                      <a:pt x="59841" y="36536"/>
                      <a:pt x="61528" y="31542"/>
                      <a:pt x="61528" y="25642"/>
                    </a:cubicBezTo>
                    <a:cubicBezTo>
                      <a:pt x="61528" y="16659"/>
                      <a:pt x="58789" y="9767"/>
                      <a:pt x="53313" y="4964"/>
                    </a:cubicBezTo>
                    <a:cubicBezTo>
                      <a:pt x="47836" y="175"/>
                      <a:pt x="39991" y="-2219"/>
                      <a:pt x="29778" y="-2219"/>
                    </a:cubicBezTo>
                    <a:cubicBezTo>
                      <a:pt x="19578" y="-2219"/>
                      <a:pt x="11733" y="175"/>
                      <a:pt x="6243" y="4964"/>
                    </a:cubicBezTo>
                    <a:cubicBezTo>
                      <a:pt x="766" y="9767"/>
                      <a:pt x="-1972" y="16659"/>
                      <a:pt x="-1972" y="25642"/>
                    </a:cubicBezTo>
                    <a:cubicBezTo>
                      <a:pt x="-1972" y="31542"/>
                      <a:pt x="-279" y="36536"/>
                      <a:pt x="3108" y="40624"/>
                    </a:cubicBezTo>
                    <a:cubicBezTo>
                      <a:pt x="6508" y="44725"/>
                      <a:pt x="11224" y="47476"/>
                      <a:pt x="17256" y="48879"/>
                    </a:cubicBezTo>
                    <a:close/>
                    <a:moveTo>
                      <a:pt x="12673" y="68663"/>
                    </a:moveTo>
                    <a:cubicBezTo>
                      <a:pt x="12673" y="63874"/>
                      <a:pt x="14167" y="60137"/>
                      <a:pt x="17157" y="57451"/>
                    </a:cubicBezTo>
                    <a:cubicBezTo>
                      <a:pt x="20160" y="54766"/>
                      <a:pt x="24367" y="53423"/>
                      <a:pt x="29778" y="53423"/>
                    </a:cubicBezTo>
                    <a:cubicBezTo>
                      <a:pt x="35162" y="53423"/>
                      <a:pt x="39369" y="54766"/>
                      <a:pt x="42398" y="57451"/>
                    </a:cubicBezTo>
                    <a:cubicBezTo>
                      <a:pt x="45441" y="60137"/>
                      <a:pt x="46963" y="63874"/>
                      <a:pt x="46963" y="68663"/>
                    </a:cubicBezTo>
                    <a:cubicBezTo>
                      <a:pt x="46963" y="73465"/>
                      <a:pt x="45441" y="77209"/>
                      <a:pt x="42398" y="79894"/>
                    </a:cubicBezTo>
                    <a:cubicBezTo>
                      <a:pt x="39369" y="82580"/>
                      <a:pt x="35162" y="83923"/>
                      <a:pt x="29778" y="83923"/>
                    </a:cubicBezTo>
                    <a:cubicBezTo>
                      <a:pt x="24367" y="83923"/>
                      <a:pt x="20160" y="82580"/>
                      <a:pt x="17157" y="79894"/>
                    </a:cubicBezTo>
                    <a:cubicBezTo>
                      <a:pt x="14167" y="77209"/>
                      <a:pt x="12673" y="73465"/>
                      <a:pt x="12673" y="68663"/>
                    </a:cubicBez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913" name="Graphic 705">
              <a:extLst>
                <a:ext uri="{FF2B5EF4-FFF2-40B4-BE49-F238E27FC236}">
                  <a16:creationId xmlns:a16="http://schemas.microsoft.com/office/drawing/2014/main" id="{3E95DDDB-C0F4-3B0E-2EFE-D43F7DD8FFD8}"/>
                </a:ext>
              </a:extLst>
            </p:cNvPr>
            <p:cNvGrpSpPr/>
            <p:nvPr/>
          </p:nvGrpSpPr>
          <p:grpSpPr>
            <a:xfrm>
              <a:off x="1592242" y="1051414"/>
              <a:ext cx="5905837" cy="96063"/>
              <a:chOff x="1592242" y="1051414"/>
              <a:chExt cx="5905837" cy="96063"/>
            </a:xfrm>
          </p:grpSpPr>
          <p:sp>
            <p:nvSpPr>
              <p:cNvPr id="914" name="Freeform: Shape 913">
                <a:extLst>
                  <a:ext uri="{FF2B5EF4-FFF2-40B4-BE49-F238E27FC236}">
                    <a16:creationId xmlns:a16="http://schemas.microsoft.com/office/drawing/2014/main" id="{A8B4370E-B4BF-784B-A56C-1D0D3E35E862}"/>
                  </a:ext>
                </a:extLst>
              </p:cNvPr>
              <p:cNvSpPr/>
              <p:nvPr/>
            </p:nvSpPr>
            <p:spPr>
              <a:xfrm>
                <a:off x="1828800" y="1097422"/>
                <a:ext cx="5669280" cy="12700"/>
              </a:xfrm>
              <a:custGeom>
                <a:avLst/>
                <a:gdLst>
                  <a:gd name="csX0" fmla="*/ 0 w 5669280"/>
                  <a:gd name="csY0" fmla="*/ 0 h 12700"/>
                  <a:gd name="csX1" fmla="*/ 5669281 w 5669280"/>
                  <a:gd name="csY1" fmla="*/ 0 h 127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5669280" h="12700">
                    <a:moveTo>
                      <a:pt x="0" y="0"/>
                    </a:moveTo>
                    <a:lnTo>
                      <a:pt x="5669281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30000"/>
                  </a:srgbClr>
                </a:solidFill>
                <a:custDash>
                  <a:ds d="222000" sp="96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5" name="Freeform: Shape 914">
                <a:extLst>
                  <a:ext uri="{FF2B5EF4-FFF2-40B4-BE49-F238E27FC236}">
                    <a16:creationId xmlns:a16="http://schemas.microsoft.com/office/drawing/2014/main" id="{7DB6B77C-3D94-BB8D-B38A-0EB73E83395F}"/>
                  </a:ext>
                </a:extLst>
              </p:cNvPr>
              <p:cNvSpPr/>
              <p:nvPr/>
            </p:nvSpPr>
            <p:spPr>
              <a:xfrm>
                <a:off x="1784350" y="1097422"/>
                <a:ext cx="44450" cy="12700"/>
              </a:xfrm>
              <a:custGeom>
                <a:avLst/>
                <a:gdLst>
                  <a:gd name="csX0" fmla="*/ 44522 w 44450"/>
                  <a:gd name="csY0" fmla="*/ 54 h 12700"/>
                  <a:gd name="csX1" fmla="*/ 72 w 44450"/>
                  <a:gd name="csY1" fmla="*/ 54 h 127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4450" h="12700">
                    <a:moveTo>
                      <a:pt x="44522" y="54"/>
                    </a:moveTo>
                    <a:lnTo>
                      <a:pt x="72" y="54"/>
                    </a:lnTo>
                  </a:path>
                </a:pathLst>
              </a:custGeom>
              <a:solidFill>
                <a:srgbClr val="FFFFFF"/>
              </a:solidFill>
              <a:ln w="1016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916" name="Graphic 705">
                <a:extLst>
                  <a:ext uri="{FF2B5EF4-FFF2-40B4-BE49-F238E27FC236}">
                    <a16:creationId xmlns:a16="http://schemas.microsoft.com/office/drawing/2014/main" id="{07AAD799-F47E-938D-23EC-3736F03520C0}"/>
                  </a:ext>
                </a:extLst>
              </p:cNvPr>
              <p:cNvGrpSpPr/>
              <p:nvPr/>
            </p:nvGrpSpPr>
            <p:grpSpPr>
              <a:xfrm>
                <a:off x="1592242" y="1051414"/>
                <a:ext cx="139221" cy="96063"/>
                <a:chOff x="1592242" y="1051414"/>
                <a:chExt cx="139221" cy="96063"/>
              </a:xfrm>
              <a:solidFill>
                <a:srgbClr val="FFFFFF"/>
              </a:solidFill>
            </p:grpSpPr>
            <p:sp>
              <p:nvSpPr>
                <p:cNvPr id="917" name="Freeform: Shape 916">
                  <a:extLst>
                    <a:ext uri="{FF2B5EF4-FFF2-40B4-BE49-F238E27FC236}">
                      <a16:creationId xmlns:a16="http://schemas.microsoft.com/office/drawing/2014/main" id="{B7B7B200-3191-7FB8-E45B-84AC2DAEE9C4}"/>
                    </a:ext>
                  </a:extLst>
                </p:cNvPr>
                <p:cNvSpPr/>
                <p:nvPr/>
              </p:nvSpPr>
              <p:spPr>
                <a:xfrm flipV="1">
                  <a:off x="1592242" y="1053081"/>
                  <a:ext cx="55125" cy="92590"/>
                </a:xfrm>
                <a:custGeom>
                  <a:avLst/>
                  <a:gdLst>
                    <a:gd name="csX0" fmla="*/ -231 w 55125"/>
                    <a:gd name="csY0" fmla="*/ 8259 h 92590"/>
                    <a:gd name="csX1" fmla="*/ 20228 w 55125"/>
                    <a:gd name="csY1" fmla="*/ 8259 h 92590"/>
                    <a:gd name="csX2" fmla="*/ 20228 w 55125"/>
                    <a:gd name="csY2" fmla="*/ 78902 h 92590"/>
                    <a:gd name="csX3" fmla="*/ -2036 w 55125"/>
                    <a:gd name="csY3" fmla="*/ 74438 h 92590"/>
                    <a:gd name="csX4" fmla="*/ -2036 w 55125"/>
                    <a:gd name="csY4" fmla="*/ 85848 h 92590"/>
                    <a:gd name="csX5" fmla="*/ 20109 w 55125"/>
                    <a:gd name="csY5" fmla="*/ 90313 h 92590"/>
                    <a:gd name="csX6" fmla="*/ 32631 w 55125"/>
                    <a:gd name="csY6" fmla="*/ 90313 h 92590"/>
                    <a:gd name="csX7" fmla="*/ 32631 w 55125"/>
                    <a:gd name="csY7" fmla="*/ 8259 h 92590"/>
                    <a:gd name="csX8" fmla="*/ 53089 w 55125"/>
                    <a:gd name="csY8" fmla="*/ 8259 h 92590"/>
                    <a:gd name="csX9" fmla="*/ 53089 w 55125"/>
                    <a:gd name="csY9" fmla="*/ -2278 h 92590"/>
                    <a:gd name="csX10" fmla="*/ -231 w 55125"/>
                    <a:gd name="csY10" fmla="*/ -2278 h 92590"/>
                    <a:gd name="csX11" fmla="*/ -231 w 55125"/>
                    <a:gd name="csY11" fmla="*/ 8259 h 9259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</a:cxnLst>
                  <a:rect l="l" t="t" r="r" b="b"/>
                  <a:pathLst>
                    <a:path w="55125" h="92590">
                      <a:moveTo>
                        <a:pt x="-231" y="8259"/>
                      </a:moveTo>
                      <a:lnTo>
                        <a:pt x="20228" y="8259"/>
                      </a:lnTo>
                      <a:lnTo>
                        <a:pt x="20228" y="78902"/>
                      </a:lnTo>
                      <a:lnTo>
                        <a:pt x="-2036" y="74438"/>
                      </a:lnTo>
                      <a:lnTo>
                        <a:pt x="-2036" y="85848"/>
                      </a:lnTo>
                      <a:lnTo>
                        <a:pt x="20109" y="90313"/>
                      </a:lnTo>
                      <a:lnTo>
                        <a:pt x="32631" y="90313"/>
                      </a:lnTo>
                      <a:lnTo>
                        <a:pt x="32631" y="8259"/>
                      </a:lnTo>
                      <a:lnTo>
                        <a:pt x="53089" y="8259"/>
                      </a:lnTo>
                      <a:lnTo>
                        <a:pt x="53089" y="-2278"/>
                      </a:lnTo>
                      <a:lnTo>
                        <a:pt x="-231" y="-2278"/>
                      </a:lnTo>
                      <a:lnTo>
                        <a:pt x="-231" y="825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20" cap="flat">
                  <a:noFill/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18" name="Freeform: Shape 917">
                  <a:extLst>
                    <a:ext uri="{FF2B5EF4-FFF2-40B4-BE49-F238E27FC236}">
                      <a16:creationId xmlns:a16="http://schemas.microsoft.com/office/drawing/2014/main" id="{EC77DA2D-793F-3EEE-BE33-254EC3F53AB4}"/>
                    </a:ext>
                  </a:extLst>
                </p:cNvPr>
                <p:cNvSpPr/>
                <p:nvPr/>
              </p:nvSpPr>
              <p:spPr>
                <a:xfrm flipV="1">
                  <a:off x="1667467" y="1051414"/>
                  <a:ext cx="63996" cy="96063"/>
                </a:xfrm>
                <a:custGeom>
                  <a:avLst/>
                  <a:gdLst>
                    <a:gd name="csX0" fmla="*/ 30015 w 63996"/>
                    <a:gd name="csY0" fmla="*/ 83867 h 96063"/>
                    <a:gd name="csX1" fmla="*/ 15470 w 63996"/>
                    <a:gd name="csY1" fmla="*/ 74342 h 96063"/>
                    <a:gd name="csX2" fmla="*/ 10608 w 63996"/>
                    <a:gd name="csY2" fmla="*/ 45727 h 96063"/>
                    <a:gd name="csX3" fmla="*/ 15470 w 63996"/>
                    <a:gd name="csY3" fmla="*/ 17172 h 96063"/>
                    <a:gd name="csX4" fmla="*/ 30015 w 63996"/>
                    <a:gd name="csY4" fmla="*/ 7647 h 96063"/>
                    <a:gd name="csX5" fmla="*/ 44620 w 63996"/>
                    <a:gd name="csY5" fmla="*/ 17172 h 96063"/>
                    <a:gd name="csX6" fmla="*/ 49502 w 63996"/>
                    <a:gd name="csY6" fmla="*/ 45727 h 96063"/>
                    <a:gd name="csX7" fmla="*/ 44620 w 63996"/>
                    <a:gd name="csY7" fmla="*/ 74342 h 96063"/>
                    <a:gd name="csX8" fmla="*/ 30015 w 63996"/>
                    <a:gd name="csY8" fmla="*/ 83867 h 96063"/>
                    <a:gd name="csX9" fmla="*/ 30015 w 63996"/>
                    <a:gd name="csY9" fmla="*/ 93789 h 96063"/>
                    <a:gd name="csX10" fmla="*/ 53808 w 63996"/>
                    <a:gd name="csY10" fmla="*/ 81466 h 96063"/>
                    <a:gd name="csX11" fmla="*/ 62023 w 63996"/>
                    <a:gd name="csY11" fmla="*/ 45727 h 96063"/>
                    <a:gd name="csX12" fmla="*/ 53808 w 63996"/>
                    <a:gd name="csY12" fmla="*/ 10028 h 96063"/>
                    <a:gd name="csX13" fmla="*/ 30015 w 63996"/>
                    <a:gd name="csY13" fmla="*/ -2275 h 96063"/>
                    <a:gd name="csX14" fmla="*/ 6243 w 63996"/>
                    <a:gd name="csY14" fmla="*/ 10028 h 96063"/>
                    <a:gd name="csX15" fmla="*/ -1973 w 63996"/>
                    <a:gd name="csY15" fmla="*/ 45727 h 96063"/>
                    <a:gd name="csX16" fmla="*/ 6243 w 63996"/>
                    <a:gd name="csY16" fmla="*/ 81466 h 96063"/>
                    <a:gd name="csX17" fmla="*/ 30015 w 63996"/>
                    <a:gd name="csY17" fmla="*/ 93789 h 9606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</a:cxnLst>
                  <a:rect l="l" t="t" r="r" b="b"/>
                  <a:pathLst>
                    <a:path w="63996" h="96063">
                      <a:moveTo>
                        <a:pt x="30015" y="83867"/>
                      </a:moveTo>
                      <a:cubicBezTo>
                        <a:pt x="23573" y="83867"/>
                        <a:pt x="18724" y="80692"/>
                        <a:pt x="15470" y="74342"/>
                      </a:cubicBezTo>
                      <a:cubicBezTo>
                        <a:pt x="12229" y="68005"/>
                        <a:pt x="10608" y="58467"/>
                        <a:pt x="10608" y="45727"/>
                      </a:cubicBezTo>
                      <a:cubicBezTo>
                        <a:pt x="10608" y="33040"/>
                        <a:pt x="12229" y="23522"/>
                        <a:pt x="15470" y="17172"/>
                      </a:cubicBezTo>
                      <a:cubicBezTo>
                        <a:pt x="18724" y="10822"/>
                        <a:pt x="23573" y="7647"/>
                        <a:pt x="30015" y="7647"/>
                      </a:cubicBezTo>
                      <a:cubicBezTo>
                        <a:pt x="36511" y="7647"/>
                        <a:pt x="41379" y="10822"/>
                        <a:pt x="44620" y="17172"/>
                      </a:cubicBezTo>
                      <a:cubicBezTo>
                        <a:pt x="47875" y="23522"/>
                        <a:pt x="49502" y="33040"/>
                        <a:pt x="49502" y="45727"/>
                      </a:cubicBezTo>
                      <a:cubicBezTo>
                        <a:pt x="49502" y="58467"/>
                        <a:pt x="47875" y="68005"/>
                        <a:pt x="44620" y="74342"/>
                      </a:cubicBezTo>
                      <a:cubicBezTo>
                        <a:pt x="41379" y="80692"/>
                        <a:pt x="36511" y="83867"/>
                        <a:pt x="30015" y="83867"/>
                      </a:cubicBezTo>
                      <a:close/>
                      <a:moveTo>
                        <a:pt x="30015" y="93789"/>
                      </a:moveTo>
                      <a:cubicBezTo>
                        <a:pt x="40400" y="93789"/>
                        <a:pt x="48331" y="89681"/>
                        <a:pt x="53808" y="81466"/>
                      </a:cubicBezTo>
                      <a:cubicBezTo>
                        <a:pt x="59285" y="73264"/>
                        <a:pt x="62023" y="61351"/>
                        <a:pt x="62023" y="45727"/>
                      </a:cubicBezTo>
                      <a:cubicBezTo>
                        <a:pt x="62023" y="30143"/>
                        <a:pt x="59285" y="18244"/>
                        <a:pt x="53808" y="10028"/>
                      </a:cubicBezTo>
                      <a:cubicBezTo>
                        <a:pt x="48331" y="1826"/>
                        <a:pt x="40400" y="-2275"/>
                        <a:pt x="30015" y="-2275"/>
                      </a:cubicBezTo>
                      <a:cubicBezTo>
                        <a:pt x="19644" y="-2275"/>
                        <a:pt x="11720" y="1826"/>
                        <a:pt x="6243" y="10028"/>
                      </a:cubicBezTo>
                      <a:cubicBezTo>
                        <a:pt x="766" y="18244"/>
                        <a:pt x="-1973" y="30143"/>
                        <a:pt x="-1973" y="45727"/>
                      </a:cubicBezTo>
                      <a:cubicBezTo>
                        <a:pt x="-1973" y="61351"/>
                        <a:pt x="766" y="73264"/>
                        <a:pt x="6243" y="81466"/>
                      </a:cubicBezTo>
                      <a:cubicBezTo>
                        <a:pt x="11720" y="89681"/>
                        <a:pt x="19644" y="93789"/>
                        <a:pt x="30015" y="9378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0" cap="flat">
                  <a:noFill/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919" name="Graphic 705">
              <a:extLst>
                <a:ext uri="{FF2B5EF4-FFF2-40B4-BE49-F238E27FC236}">
                  <a16:creationId xmlns:a16="http://schemas.microsoft.com/office/drawing/2014/main" id="{348D7BAD-5FFD-E1E1-138E-828590B7468A}"/>
                </a:ext>
              </a:extLst>
            </p:cNvPr>
            <p:cNvGrpSpPr/>
            <p:nvPr/>
          </p:nvGrpSpPr>
          <p:grpSpPr>
            <a:xfrm>
              <a:off x="1355415" y="1923117"/>
              <a:ext cx="172077" cy="1580846"/>
              <a:chOff x="1355415" y="1923117"/>
              <a:chExt cx="172077" cy="1580846"/>
            </a:xfrm>
            <a:solidFill>
              <a:srgbClr val="FFFFFF"/>
            </a:solidFill>
          </p:grpSpPr>
          <p:sp>
            <p:nvSpPr>
              <p:cNvPr id="920" name="Freeform: Shape 919">
                <a:extLst>
                  <a:ext uri="{FF2B5EF4-FFF2-40B4-BE49-F238E27FC236}">
                    <a16:creationId xmlns:a16="http://schemas.microsoft.com/office/drawing/2014/main" id="{2E411CC5-6B04-AD05-FB8F-1683EF04FA7D}"/>
                  </a:ext>
                </a:extLst>
              </p:cNvPr>
              <p:cNvSpPr/>
              <p:nvPr/>
            </p:nvSpPr>
            <p:spPr>
              <a:xfrm rot="-5400000" flipV="1">
                <a:off x="1379724" y="3393173"/>
                <a:ext cx="91955" cy="129627"/>
              </a:xfrm>
              <a:custGeom>
                <a:avLst/>
                <a:gdLst>
                  <a:gd name="csX0" fmla="*/ 15287 w 91955"/>
                  <a:gd name="csY0" fmla="*/ 59804 h 129627"/>
                  <a:gd name="csX1" fmla="*/ 15287 w 91955"/>
                  <a:gd name="csY1" fmla="*/ 12326 h 129627"/>
                  <a:gd name="csX2" fmla="*/ 43430 w 91955"/>
                  <a:gd name="csY2" fmla="*/ 12326 h 129627"/>
                  <a:gd name="csX3" fmla="*/ 64377 w 91955"/>
                  <a:gd name="csY3" fmla="*/ 18188 h 129627"/>
                  <a:gd name="csX4" fmla="*/ 71211 w 91955"/>
                  <a:gd name="csY4" fmla="*/ 36107 h 129627"/>
                  <a:gd name="csX5" fmla="*/ 64377 w 91955"/>
                  <a:gd name="csY5" fmla="*/ 54025 h 129627"/>
                  <a:gd name="csX6" fmla="*/ 43430 w 91955"/>
                  <a:gd name="csY6" fmla="*/ 59804 h 129627"/>
                  <a:gd name="csX7" fmla="*/ 15287 w 91955"/>
                  <a:gd name="csY7" fmla="*/ 59804 h 129627"/>
                  <a:gd name="csX8" fmla="*/ 15287 w 91955"/>
                  <a:gd name="csY8" fmla="*/ 113116 h 129627"/>
                  <a:gd name="csX9" fmla="*/ 15287 w 91955"/>
                  <a:gd name="csY9" fmla="*/ 74056 h 129627"/>
                  <a:gd name="csX10" fmla="*/ 41263 w 91955"/>
                  <a:gd name="csY10" fmla="*/ 74056 h 129627"/>
                  <a:gd name="csX11" fmla="*/ 60376 w 91955"/>
                  <a:gd name="csY11" fmla="*/ 78862 h 129627"/>
                  <a:gd name="csX12" fmla="*/ 66683 w 91955"/>
                  <a:gd name="csY12" fmla="*/ 93586 h 129627"/>
                  <a:gd name="csX13" fmla="*/ 60376 w 91955"/>
                  <a:gd name="csY13" fmla="*/ 108254 h 129627"/>
                  <a:gd name="csX14" fmla="*/ 41263 w 91955"/>
                  <a:gd name="csY14" fmla="*/ 113116 h 129627"/>
                  <a:gd name="csX15" fmla="*/ 15287 w 91955"/>
                  <a:gd name="csY15" fmla="*/ 113116 h 129627"/>
                  <a:gd name="csX16" fmla="*/ -2243 w 91955"/>
                  <a:gd name="csY16" fmla="*/ 127535 h 129627"/>
                  <a:gd name="csX17" fmla="*/ 42568 w 91955"/>
                  <a:gd name="csY17" fmla="*/ 127535 h 129627"/>
                  <a:gd name="csX18" fmla="*/ 73461 w 91955"/>
                  <a:gd name="csY18" fmla="*/ 119200 h 129627"/>
                  <a:gd name="csX19" fmla="*/ 84324 w 91955"/>
                  <a:gd name="csY19" fmla="*/ 95503 h 129627"/>
                  <a:gd name="csX20" fmla="*/ 78767 w 91955"/>
                  <a:gd name="csY20" fmla="*/ 76556 h 129627"/>
                  <a:gd name="csX21" fmla="*/ 62432 w 91955"/>
                  <a:gd name="csY21" fmla="*/ 67805 h 129627"/>
                  <a:gd name="csX22" fmla="*/ 82546 w 91955"/>
                  <a:gd name="csY22" fmla="*/ 56192 h 129627"/>
                  <a:gd name="csX23" fmla="*/ 89713 w 91955"/>
                  <a:gd name="csY23" fmla="*/ 34190 h 129627"/>
                  <a:gd name="csX24" fmla="*/ 77906 w 91955"/>
                  <a:gd name="csY24" fmla="*/ 7353 h 129627"/>
                  <a:gd name="csX25" fmla="*/ 44291 w 91955"/>
                  <a:gd name="csY25" fmla="*/ -2093 h 129627"/>
                  <a:gd name="csX26" fmla="*/ -2243 w 91955"/>
                  <a:gd name="csY26" fmla="*/ -2093 h 129627"/>
                  <a:gd name="csX27" fmla="*/ -2243 w 91955"/>
                  <a:gd name="csY27" fmla="*/ 127535 h 12962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</a:cxnLst>
                <a:rect l="l" t="t" r="r" b="b"/>
                <a:pathLst>
                  <a:path w="91955" h="129627">
                    <a:moveTo>
                      <a:pt x="15287" y="59804"/>
                    </a:moveTo>
                    <a:lnTo>
                      <a:pt x="15287" y="12326"/>
                    </a:lnTo>
                    <a:lnTo>
                      <a:pt x="43430" y="12326"/>
                    </a:lnTo>
                    <a:cubicBezTo>
                      <a:pt x="52857" y="12326"/>
                      <a:pt x="59839" y="14280"/>
                      <a:pt x="64377" y="18188"/>
                    </a:cubicBezTo>
                    <a:cubicBezTo>
                      <a:pt x="68933" y="22096"/>
                      <a:pt x="71211" y="28069"/>
                      <a:pt x="71211" y="36107"/>
                    </a:cubicBezTo>
                    <a:cubicBezTo>
                      <a:pt x="71211" y="44219"/>
                      <a:pt x="68933" y="50192"/>
                      <a:pt x="64377" y="54025"/>
                    </a:cubicBezTo>
                    <a:cubicBezTo>
                      <a:pt x="59839" y="57878"/>
                      <a:pt x="52857" y="59804"/>
                      <a:pt x="43430" y="59804"/>
                    </a:cubicBezTo>
                    <a:lnTo>
                      <a:pt x="15287" y="59804"/>
                    </a:lnTo>
                    <a:close/>
                    <a:moveTo>
                      <a:pt x="15287" y="113116"/>
                    </a:moveTo>
                    <a:lnTo>
                      <a:pt x="15287" y="74056"/>
                    </a:lnTo>
                    <a:lnTo>
                      <a:pt x="41263" y="74056"/>
                    </a:lnTo>
                    <a:cubicBezTo>
                      <a:pt x="49819" y="74056"/>
                      <a:pt x="56190" y="75658"/>
                      <a:pt x="60376" y="78862"/>
                    </a:cubicBezTo>
                    <a:cubicBezTo>
                      <a:pt x="64580" y="82085"/>
                      <a:pt x="66683" y="86993"/>
                      <a:pt x="66683" y="93586"/>
                    </a:cubicBezTo>
                    <a:cubicBezTo>
                      <a:pt x="66683" y="100124"/>
                      <a:pt x="64580" y="105013"/>
                      <a:pt x="60376" y="108254"/>
                    </a:cubicBezTo>
                    <a:cubicBezTo>
                      <a:pt x="56190" y="111496"/>
                      <a:pt x="49819" y="113116"/>
                      <a:pt x="41263" y="113116"/>
                    </a:cubicBezTo>
                    <a:lnTo>
                      <a:pt x="15287" y="113116"/>
                    </a:lnTo>
                    <a:close/>
                    <a:moveTo>
                      <a:pt x="-2243" y="127535"/>
                    </a:moveTo>
                    <a:lnTo>
                      <a:pt x="42568" y="127535"/>
                    </a:lnTo>
                    <a:cubicBezTo>
                      <a:pt x="55940" y="127535"/>
                      <a:pt x="66238" y="124757"/>
                      <a:pt x="73461" y="119200"/>
                    </a:cubicBezTo>
                    <a:cubicBezTo>
                      <a:pt x="80703" y="113644"/>
                      <a:pt x="84324" y="105745"/>
                      <a:pt x="84324" y="95503"/>
                    </a:cubicBezTo>
                    <a:cubicBezTo>
                      <a:pt x="84324" y="87557"/>
                      <a:pt x="82472" y="81242"/>
                      <a:pt x="78767" y="76556"/>
                    </a:cubicBezTo>
                    <a:cubicBezTo>
                      <a:pt x="75063" y="71870"/>
                      <a:pt x="69618" y="68953"/>
                      <a:pt x="62432" y="67805"/>
                    </a:cubicBezTo>
                    <a:cubicBezTo>
                      <a:pt x="71063" y="65953"/>
                      <a:pt x="77767" y="62082"/>
                      <a:pt x="82546" y="56192"/>
                    </a:cubicBezTo>
                    <a:cubicBezTo>
                      <a:pt x="87324" y="50321"/>
                      <a:pt x="89713" y="42987"/>
                      <a:pt x="89713" y="34190"/>
                    </a:cubicBezTo>
                    <a:cubicBezTo>
                      <a:pt x="89713" y="22614"/>
                      <a:pt x="85778" y="13669"/>
                      <a:pt x="77906" y="7353"/>
                    </a:cubicBezTo>
                    <a:cubicBezTo>
                      <a:pt x="70035" y="1056"/>
                      <a:pt x="58830" y="-2093"/>
                      <a:pt x="44291" y="-2093"/>
                    </a:cubicBezTo>
                    <a:lnTo>
                      <a:pt x="-2243" y="-2093"/>
                    </a:lnTo>
                    <a:lnTo>
                      <a:pt x="-2243" y="127535"/>
                    </a:lnTo>
                    <a:close/>
                  </a:path>
                </a:pathLst>
              </a:custGeom>
              <a:solidFill>
                <a:srgbClr val="FFFFFF"/>
              </a:solidFill>
              <a:ln w="28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1" name="Freeform: Shape 920">
                <a:extLst>
                  <a:ext uri="{FF2B5EF4-FFF2-40B4-BE49-F238E27FC236}">
                    <a16:creationId xmlns:a16="http://schemas.microsoft.com/office/drawing/2014/main" id="{970B3DC2-100C-184D-E0B7-79D6109CEC94}"/>
                  </a:ext>
                </a:extLst>
              </p:cNvPr>
              <p:cNvSpPr/>
              <p:nvPr/>
            </p:nvSpPr>
            <p:spPr>
              <a:xfrm rot="-5400000" flipV="1">
                <a:off x="1400921" y="3296643"/>
                <a:ext cx="82149" cy="102096"/>
              </a:xfrm>
              <a:custGeom>
                <a:avLst/>
                <a:gdLst>
                  <a:gd name="csX0" fmla="*/ 48463 w 82149"/>
                  <a:gd name="csY0" fmla="*/ 49880 h 102096"/>
                  <a:gd name="csX1" fmla="*/ 21626 w 82149"/>
                  <a:gd name="csY1" fmla="*/ 45463 h 102096"/>
                  <a:gd name="csX2" fmla="*/ 14153 w 82149"/>
                  <a:gd name="csY2" fmla="*/ 30350 h 102096"/>
                  <a:gd name="csX3" fmla="*/ 19765 w 82149"/>
                  <a:gd name="csY3" fmla="*/ 16849 h 102096"/>
                  <a:gd name="csX4" fmla="*/ 34989 w 82149"/>
                  <a:gd name="csY4" fmla="*/ 11876 h 102096"/>
                  <a:gd name="csX5" fmla="*/ 56325 w 82149"/>
                  <a:gd name="csY5" fmla="*/ 21294 h 102096"/>
                  <a:gd name="csX6" fmla="*/ 64354 w 82149"/>
                  <a:gd name="csY6" fmla="*/ 46324 h 102096"/>
                  <a:gd name="csX7" fmla="*/ 64354 w 82149"/>
                  <a:gd name="csY7" fmla="*/ 49880 h 102096"/>
                  <a:gd name="csX8" fmla="*/ 48463 w 82149"/>
                  <a:gd name="csY8" fmla="*/ 49880 h 102096"/>
                  <a:gd name="csX9" fmla="*/ 80328 w 82149"/>
                  <a:gd name="csY9" fmla="*/ 56492 h 102096"/>
                  <a:gd name="csX10" fmla="*/ 80328 w 82149"/>
                  <a:gd name="csY10" fmla="*/ 1013 h 102096"/>
                  <a:gd name="csX11" fmla="*/ 64354 w 82149"/>
                  <a:gd name="csY11" fmla="*/ 1013 h 102096"/>
                  <a:gd name="csX12" fmla="*/ 64354 w 82149"/>
                  <a:gd name="csY12" fmla="*/ 15765 h 102096"/>
                  <a:gd name="csX13" fmla="*/ 50713 w 82149"/>
                  <a:gd name="csY13" fmla="*/ 2708 h 102096"/>
                  <a:gd name="csX14" fmla="*/ 30739 w 82149"/>
                  <a:gd name="csY14" fmla="*/ -1515 h 102096"/>
                  <a:gd name="csX15" fmla="*/ 6986 w 82149"/>
                  <a:gd name="csY15" fmla="*/ 6875 h 102096"/>
                  <a:gd name="csX16" fmla="*/ -1821 w 82149"/>
                  <a:gd name="csY16" fmla="*/ 29322 h 102096"/>
                  <a:gd name="csX17" fmla="*/ 9153 w 82149"/>
                  <a:gd name="csY17" fmla="*/ 54048 h 102096"/>
                  <a:gd name="csX18" fmla="*/ 41935 w 82149"/>
                  <a:gd name="csY18" fmla="*/ 62382 h 102096"/>
                  <a:gd name="csX19" fmla="*/ 64354 w 82149"/>
                  <a:gd name="csY19" fmla="*/ 62382 h 102096"/>
                  <a:gd name="csX20" fmla="*/ 64354 w 82149"/>
                  <a:gd name="csY20" fmla="*/ 63966 h 102096"/>
                  <a:gd name="csX21" fmla="*/ 57103 w 82149"/>
                  <a:gd name="csY21" fmla="*/ 81023 h 102096"/>
                  <a:gd name="csX22" fmla="*/ 36739 w 82149"/>
                  <a:gd name="csY22" fmla="*/ 87052 h 102096"/>
                  <a:gd name="csX23" fmla="*/ 20487 w 82149"/>
                  <a:gd name="csY23" fmla="*/ 85052 h 102096"/>
                  <a:gd name="csX24" fmla="*/ 5319 w 82149"/>
                  <a:gd name="csY24" fmla="*/ 79051 h 102096"/>
                  <a:gd name="csX25" fmla="*/ 5319 w 82149"/>
                  <a:gd name="csY25" fmla="*/ 93830 h 102096"/>
                  <a:gd name="csX26" fmla="*/ 22321 w 82149"/>
                  <a:gd name="csY26" fmla="*/ 98887 h 102096"/>
                  <a:gd name="csX27" fmla="*/ 38379 w 82149"/>
                  <a:gd name="csY27" fmla="*/ 100581 h 102096"/>
                  <a:gd name="csX28" fmla="*/ 69910 w 82149"/>
                  <a:gd name="csY28" fmla="*/ 89635 h 102096"/>
                  <a:gd name="csX29" fmla="*/ 80328 w 82149"/>
                  <a:gd name="csY29" fmla="*/ 56492 h 10209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</a:cxnLst>
                <a:rect l="l" t="t" r="r" b="b"/>
                <a:pathLst>
                  <a:path w="82149" h="102096">
                    <a:moveTo>
                      <a:pt x="48463" y="49880"/>
                    </a:moveTo>
                    <a:cubicBezTo>
                      <a:pt x="35554" y="49880"/>
                      <a:pt x="26609" y="48408"/>
                      <a:pt x="21626" y="45463"/>
                    </a:cubicBezTo>
                    <a:cubicBezTo>
                      <a:pt x="16644" y="42518"/>
                      <a:pt x="14153" y="37481"/>
                      <a:pt x="14153" y="30350"/>
                    </a:cubicBezTo>
                    <a:cubicBezTo>
                      <a:pt x="14153" y="24683"/>
                      <a:pt x="16024" y="20182"/>
                      <a:pt x="19765" y="16849"/>
                    </a:cubicBezTo>
                    <a:cubicBezTo>
                      <a:pt x="23506" y="13533"/>
                      <a:pt x="28581" y="11876"/>
                      <a:pt x="34989" y="11876"/>
                    </a:cubicBezTo>
                    <a:cubicBezTo>
                      <a:pt x="43861" y="11876"/>
                      <a:pt x="50973" y="15015"/>
                      <a:pt x="56325" y="21294"/>
                    </a:cubicBezTo>
                    <a:cubicBezTo>
                      <a:pt x="61678" y="27572"/>
                      <a:pt x="64354" y="35916"/>
                      <a:pt x="64354" y="46324"/>
                    </a:cubicBezTo>
                    <a:lnTo>
                      <a:pt x="64354" y="49880"/>
                    </a:lnTo>
                    <a:lnTo>
                      <a:pt x="48463" y="49880"/>
                    </a:lnTo>
                    <a:close/>
                    <a:moveTo>
                      <a:pt x="80328" y="56492"/>
                    </a:moveTo>
                    <a:lnTo>
                      <a:pt x="80328" y="1013"/>
                    </a:lnTo>
                    <a:lnTo>
                      <a:pt x="64354" y="1013"/>
                    </a:lnTo>
                    <a:lnTo>
                      <a:pt x="64354" y="15765"/>
                    </a:lnTo>
                    <a:cubicBezTo>
                      <a:pt x="60705" y="9875"/>
                      <a:pt x="56159" y="5523"/>
                      <a:pt x="50713" y="2708"/>
                    </a:cubicBezTo>
                    <a:cubicBezTo>
                      <a:pt x="45268" y="-107"/>
                      <a:pt x="38610" y="-1515"/>
                      <a:pt x="30739" y="-1515"/>
                    </a:cubicBezTo>
                    <a:cubicBezTo>
                      <a:pt x="20793" y="-1515"/>
                      <a:pt x="12875" y="1282"/>
                      <a:pt x="6986" y="6875"/>
                    </a:cubicBezTo>
                    <a:cubicBezTo>
                      <a:pt x="1115" y="12468"/>
                      <a:pt x="-1821" y="19951"/>
                      <a:pt x="-1821" y="29322"/>
                    </a:cubicBezTo>
                    <a:cubicBezTo>
                      <a:pt x="-1821" y="40250"/>
                      <a:pt x="1837" y="48491"/>
                      <a:pt x="9153" y="54048"/>
                    </a:cubicBezTo>
                    <a:cubicBezTo>
                      <a:pt x="16487" y="59604"/>
                      <a:pt x="27414" y="62382"/>
                      <a:pt x="41935" y="62382"/>
                    </a:cubicBezTo>
                    <a:lnTo>
                      <a:pt x="64354" y="62382"/>
                    </a:lnTo>
                    <a:lnTo>
                      <a:pt x="64354" y="63966"/>
                    </a:lnTo>
                    <a:cubicBezTo>
                      <a:pt x="64354" y="71318"/>
                      <a:pt x="61937" y="77004"/>
                      <a:pt x="57103" y="81023"/>
                    </a:cubicBezTo>
                    <a:cubicBezTo>
                      <a:pt x="52269" y="85042"/>
                      <a:pt x="45481" y="87052"/>
                      <a:pt x="36739" y="87052"/>
                    </a:cubicBezTo>
                    <a:cubicBezTo>
                      <a:pt x="31183" y="87052"/>
                      <a:pt x="25766" y="86385"/>
                      <a:pt x="20487" y="85052"/>
                    </a:cubicBezTo>
                    <a:cubicBezTo>
                      <a:pt x="15227" y="83718"/>
                      <a:pt x="10171" y="81718"/>
                      <a:pt x="5319" y="79051"/>
                    </a:cubicBezTo>
                    <a:lnTo>
                      <a:pt x="5319" y="93830"/>
                    </a:lnTo>
                    <a:cubicBezTo>
                      <a:pt x="11153" y="96090"/>
                      <a:pt x="16820" y="97775"/>
                      <a:pt x="22321" y="98887"/>
                    </a:cubicBezTo>
                    <a:cubicBezTo>
                      <a:pt x="27822" y="100016"/>
                      <a:pt x="33174" y="100581"/>
                      <a:pt x="38379" y="100581"/>
                    </a:cubicBezTo>
                    <a:cubicBezTo>
                      <a:pt x="52454" y="100581"/>
                      <a:pt x="62965" y="96933"/>
                      <a:pt x="69910" y="89635"/>
                    </a:cubicBezTo>
                    <a:cubicBezTo>
                      <a:pt x="76856" y="82357"/>
                      <a:pt x="80328" y="71309"/>
                      <a:pt x="80328" y="5649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2" name="Freeform: Shape 921">
                <a:extLst>
                  <a:ext uri="{FF2B5EF4-FFF2-40B4-BE49-F238E27FC236}">
                    <a16:creationId xmlns:a16="http://schemas.microsoft.com/office/drawing/2014/main" id="{EFC25479-97A4-BC53-C0A4-DAA3333D98A6}"/>
                  </a:ext>
                </a:extLst>
              </p:cNvPr>
              <p:cNvSpPr/>
              <p:nvPr/>
            </p:nvSpPr>
            <p:spPr>
              <a:xfrm rot="-5400000" flipV="1">
                <a:off x="1400004" y="3183827"/>
                <a:ext cx="81454" cy="99568"/>
              </a:xfrm>
              <a:custGeom>
                <a:avLst/>
                <a:gdLst>
                  <a:gd name="csX0" fmla="*/ 79449 w 81454"/>
                  <a:gd name="csY0" fmla="*/ 57132 h 99568"/>
                  <a:gd name="csX1" fmla="*/ 79449 w 81454"/>
                  <a:gd name="csY1" fmla="*/ -1569 h 99568"/>
                  <a:gd name="csX2" fmla="*/ 63475 w 81454"/>
                  <a:gd name="csY2" fmla="*/ -1569 h 99568"/>
                  <a:gd name="csX3" fmla="*/ 63475 w 81454"/>
                  <a:gd name="csY3" fmla="*/ 56605 h 99568"/>
                  <a:gd name="csX4" fmla="*/ 58085 w 81454"/>
                  <a:gd name="csY4" fmla="*/ 77246 h 99568"/>
                  <a:gd name="csX5" fmla="*/ 41944 w 81454"/>
                  <a:gd name="csY5" fmla="*/ 84108 h 99568"/>
                  <a:gd name="csX6" fmla="*/ 21525 w 81454"/>
                  <a:gd name="csY6" fmla="*/ 75857 h 99568"/>
                  <a:gd name="csX7" fmla="*/ 14052 w 81454"/>
                  <a:gd name="csY7" fmla="*/ 53382 h 99568"/>
                  <a:gd name="csX8" fmla="*/ 14052 w 81454"/>
                  <a:gd name="csY8" fmla="*/ -1569 h 99568"/>
                  <a:gd name="csX9" fmla="*/ -2006 w 81454"/>
                  <a:gd name="csY9" fmla="*/ -1569 h 99568"/>
                  <a:gd name="csX10" fmla="*/ -2006 w 81454"/>
                  <a:gd name="csY10" fmla="*/ 95665 h 99568"/>
                  <a:gd name="csX11" fmla="*/ 14052 w 81454"/>
                  <a:gd name="csY11" fmla="*/ 95665 h 99568"/>
                  <a:gd name="csX12" fmla="*/ 14052 w 81454"/>
                  <a:gd name="csY12" fmla="*/ 80552 h 99568"/>
                  <a:gd name="csX13" fmla="*/ 27554 w 81454"/>
                  <a:gd name="csY13" fmla="*/ 93665 h 99568"/>
                  <a:gd name="csX14" fmla="*/ 45500 w 81454"/>
                  <a:gd name="csY14" fmla="*/ 97999 h 99568"/>
                  <a:gd name="csX15" fmla="*/ 70837 w 81454"/>
                  <a:gd name="csY15" fmla="*/ 87636 h 99568"/>
                  <a:gd name="csX16" fmla="*/ 79449 w 81454"/>
                  <a:gd name="csY16" fmla="*/ 57132 h 9956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81454" h="99568">
                    <a:moveTo>
                      <a:pt x="79449" y="57132"/>
                    </a:moveTo>
                    <a:lnTo>
                      <a:pt x="79449" y="-1569"/>
                    </a:lnTo>
                    <a:lnTo>
                      <a:pt x="63475" y="-1569"/>
                    </a:lnTo>
                    <a:lnTo>
                      <a:pt x="63475" y="56605"/>
                    </a:lnTo>
                    <a:cubicBezTo>
                      <a:pt x="63475" y="65809"/>
                      <a:pt x="61678" y="72690"/>
                      <a:pt x="58085" y="77246"/>
                    </a:cubicBezTo>
                    <a:cubicBezTo>
                      <a:pt x="54492" y="81821"/>
                      <a:pt x="49112" y="84108"/>
                      <a:pt x="41944" y="84108"/>
                    </a:cubicBezTo>
                    <a:cubicBezTo>
                      <a:pt x="33314" y="84108"/>
                      <a:pt x="26507" y="81358"/>
                      <a:pt x="21525" y="75857"/>
                    </a:cubicBezTo>
                    <a:cubicBezTo>
                      <a:pt x="16543" y="70375"/>
                      <a:pt x="14052" y="62883"/>
                      <a:pt x="14052" y="53382"/>
                    </a:cubicBezTo>
                    <a:lnTo>
                      <a:pt x="14052" y="-1569"/>
                    </a:lnTo>
                    <a:lnTo>
                      <a:pt x="-2006" y="-1569"/>
                    </a:lnTo>
                    <a:lnTo>
                      <a:pt x="-2006" y="95665"/>
                    </a:lnTo>
                    <a:lnTo>
                      <a:pt x="14052" y="95665"/>
                    </a:lnTo>
                    <a:lnTo>
                      <a:pt x="14052" y="80552"/>
                    </a:lnTo>
                    <a:cubicBezTo>
                      <a:pt x="17886" y="86405"/>
                      <a:pt x="22386" y="90776"/>
                      <a:pt x="27554" y="93665"/>
                    </a:cubicBezTo>
                    <a:cubicBezTo>
                      <a:pt x="32740" y="96554"/>
                      <a:pt x="38722" y="97999"/>
                      <a:pt x="45500" y="97999"/>
                    </a:cubicBezTo>
                    <a:cubicBezTo>
                      <a:pt x="56668" y="97999"/>
                      <a:pt x="65114" y="94545"/>
                      <a:pt x="70837" y="87636"/>
                    </a:cubicBezTo>
                    <a:cubicBezTo>
                      <a:pt x="76578" y="80728"/>
                      <a:pt x="79449" y="70560"/>
                      <a:pt x="79449" y="5713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3" name="Freeform: Shape 922">
                <a:extLst>
                  <a:ext uri="{FF2B5EF4-FFF2-40B4-BE49-F238E27FC236}">
                    <a16:creationId xmlns:a16="http://schemas.microsoft.com/office/drawing/2014/main" id="{B4AD6D46-EB42-492D-4BCD-5A91989CF85C}"/>
                  </a:ext>
                </a:extLst>
              </p:cNvPr>
              <p:cNvSpPr/>
              <p:nvPr/>
            </p:nvSpPr>
            <p:spPr>
              <a:xfrm rot="-5400000" flipV="1">
                <a:off x="1380779" y="3055721"/>
                <a:ext cx="86899" cy="137628"/>
              </a:xfrm>
              <a:custGeom>
                <a:avLst/>
                <a:gdLst>
                  <a:gd name="csX0" fmla="*/ 69049 w 86899"/>
                  <a:gd name="csY0" fmla="*/ 82839 h 137628"/>
                  <a:gd name="csX1" fmla="*/ 69049 w 86899"/>
                  <a:gd name="csY1" fmla="*/ 135456 h 137628"/>
                  <a:gd name="csX2" fmla="*/ 85023 w 86899"/>
                  <a:gd name="csY2" fmla="*/ 135456 h 137628"/>
                  <a:gd name="csX3" fmla="*/ 85023 w 86899"/>
                  <a:gd name="csY3" fmla="*/ 356 h 137628"/>
                  <a:gd name="csX4" fmla="*/ 69049 w 86899"/>
                  <a:gd name="csY4" fmla="*/ 356 h 137628"/>
                  <a:gd name="csX5" fmla="*/ 69049 w 86899"/>
                  <a:gd name="csY5" fmla="*/ 14941 h 137628"/>
                  <a:gd name="csX6" fmla="*/ 56325 w 86899"/>
                  <a:gd name="csY6" fmla="*/ 2051 h 137628"/>
                  <a:gd name="csX7" fmla="*/ 37878 w 86899"/>
                  <a:gd name="csY7" fmla="*/ -2172 h 137628"/>
                  <a:gd name="csX8" fmla="*/ 9180 w 86899"/>
                  <a:gd name="csY8" fmla="*/ 11885 h 137628"/>
                  <a:gd name="csX9" fmla="*/ -1877 w 86899"/>
                  <a:gd name="csY9" fmla="*/ 48890 h 137628"/>
                  <a:gd name="csX10" fmla="*/ 9180 w 86899"/>
                  <a:gd name="csY10" fmla="*/ 85867 h 137628"/>
                  <a:gd name="csX11" fmla="*/ 37878 w 86899"/>
                  <a:gd name="csY11" fmla="*/ 99924 h 137628"/>
                  <a:gd name="csX12" fmla="*/ 56325 w 86899"/>
                  <a:gd name="csY12" fmla="*/ 95701 h 137628"/>
                  <a:gd name="csX13" fmla="*/ 69049 w 86899"/>
                  <a:gd name="csY13" fmla="*/ 82839 h 137628"/>
                  <a:gd name="csX14" fmla="*/ 14625 w 86899"/>
                  <a:gd name="csY14" fmla="*/ 48890 h 137628"/>
                  <a:gd name="csX15" fmla="*/ 21876 w 86899"/>
                  <a:gd name="csY15" fmla="*/ 21248 h 137628"/>
                  <a:gd name="csX16" fmla="*/ 41795 w 86899"/>
                  <a:gd name="csY16" fmla="*/ 11219 h 137628"/>
                  <a:gd name="csX17" fmla="*/ 61742 w 86899"/>
                  <a:gd name="csY17" fmla="*/ 21248 h 137628"/>
                  <a:gd name="csX18" fmla="*/ 69049 w 86899"/>
                  <a:gd name="csY18" fmla="*/ 48890 h 137628"/>
                  <a:gd name="csX19" fmla="*/ 61742 w 86899"/>
                  <a:gd name="csY19" fmla="*/ 76532 h 137628"/>
                  <a:gd name="csX20" fmla="*/ 41795 w 86899"/>
                  <a:gd name="csY20" fmla="*/ 86561 h 137628"/>
                  <a:gd name="csX21" fmla="*/ 21876 w 86899"/>
                  <a:gd name="csY21" fmla="*/ 76532 h 137628"/>
                  <a:gd name="csX22" fmla="*/ 14625 w 86899"/>
                  <a:gd name="csY22" fmla="*/ 48890 h 13762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</a:cxnLst>
                <a:rect l="l" t="t" r="r" b="b"/>
                <a:pathLst>
                  <a:path w="86899" h="137628">
                    <a:moveTo>
                      <a:pt x="69049" y="82839"/>
                    </a:moveTo>
                    <a:lnTo>
                      <a:pt x="69049" y="135456"/>
                    </a:lnTo>
                    <a:lnTo>
                      <a:pt x="85023" y="135456"/>
                    </a:lnTo>
                    <a:lnTo>
                      <a:pt x="85023" y="356"/>
                    </a:lnTo>
                    <a:lnTo>
                      <a:pt x="69049" y="356"/>
                    </a:lnTo>
                    <a:lnTo>
                      <a:pt x="69049" y="14941"/>
                    </a:lnTo>
                    <a:cubicBezTo>
                      <a:pt x="65696" y="9163"/>
                      <a:pt x="61455" y="4866"/>
                      <a:pt x="56325" y="2051"/>
                    </a:cubicBezTo>
                    <a:cubicBezTo>
                      <a:pt x="51213" y="-764"/>
                      <a:pt x="45064" y="-2172"/>
                      <a:pt x="37878" y="-2172"/>
                    </a:cubicBezTo>
                    <a:cubicBezTo>
                      <a:pt x="26136" y="-2172"/>
                      <a:pt x="16570" y="2514"/>
                      <a:pt x="9180" y="11885"/>
                    </a:cubicBezTo>
                    <a:cubicBezTo>
                      <a:pt x="1809" y="21275"/>
                      <a:pt x="-1877" y="33610"/>
                      <a:pt x="-1877" y="48890"/>
                    </a:cubicBezTo>
                    <a:cubicBezTo>
                      <a:pt x="-1877" y="64170"/>
                      <a:pt x="1809" y="76495"/>
                      <a:pt x="9180" y="85867"/>
                    </a:cubicBezTo>
                    <a:cubicBezTo>
                      <a:pt x="16570" y="95238"/>
                      <a:pt x="26136" y="99924"/>
                      <a:pt x="37878" y="99924"/>
                    </a:cubicBezTo>
                    <a:cubicBezTo>
                      <a:pt x="45064" y="99924"/>
                      <a:pt x="51213" y="98517"/>
                      <a:pt x="56325" y="95701"/>
                    </a:cubicBezTo>
                    <a:cubicBezTo>
                      <a:pt x="61455" y="92905"/>
                      <a:pt x="65696" y="88617"/>
                      <a:pt x="69049" y="82839"/>
                    </a:cubicBezTo>
                    <a:close/>
                    <a:moveTo>
                      <a:pt x="14625" y="48890"/>
                    </a:moveTo>
                    <a:cubicBezTo>
                      <a:pt x="14625" y="37148"/>
                      <a:pt x="17042" y="27934"/>
                      <a:pt x="21876" y="21248"/>
                    </a:cubicBezTo>
                    <a:cubicBezTo>
                      <a:pt x="26710" y="14562"/>
                      <a:pt x="33350" y="11219"/>
                      <a:pt x="41795" y="11219"/>
                    </a:cubicBezTo>
                    <a:cubicBezTo>
                      <a:pt x="50241" y="11219"/>
                      <a:pt x="56890" y="14562"/>
                      <a:pt x="61742" y="21248"/>
                    </a:cubicBezTo>
                    <a:cubicBezTo>
                      <a:pt x="66613" y="27934"/>
                      <a:pt x="69049" y="37148"/>
                      <a:pt x="69049" y="48890"/>
                    </a:cubicBezTo>
                    <a:cubicBezTo>
                      <a:pt x="69049" y="60632"/>
                      <a:pt x="66613" y="69846"/>
                      <a:pt x="61742" y="76532"/>
                    </a:cubicBezTo>
                    <a:cubicBezTo>
                      <a:pt x="56890" y="83218"/>
                      <a:pt x="50241" y="86561"/>
                      <a:pt x="41795" y="86561"/>
                    </a:cubicBezTo>
                    <a:cubicBezTo>
                      <a:pt x="33350" y="86561"/>
                      <a:pt x="26710" y="83218"/>
                      <a:pt x="21876" y="76532"/>
                    </a:cubicBezTo>
                    <a:cubicBezTo>
                      <a:pt x="17042" y="69846"/>
                      <a:pt x="14625" y="60632"/>
                      <a:pt x="14625" y="4889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4" name="Freeform: Shape 923">
                <a:extLst>
                  <a:ext uri="{FF2B5EF4-FFF2-40B4-BE49-F238E27FC236}">
                    <a16:creationId xmlns:a16="http://schemas.microsoft.com/office/drawing/2014/main" id="{412C405A-9DB0-1012-A5E6-F28A6CCEAE1E}"/>
                  </a:ext>
                </a:extLst>
              </p:cNvPr>
              <p:cNvSpPr/>
              <p:nvPr/>
            </p:nvSpPr>
            <p:spPr>
              <a:xfrm rot="-5400000" flipV="1">
                <a:off x="1376654" y="2943596"/>
                <a:ext cx="130488" cy="97234"/>
              </a:xfrm>
              <a:custGeom>
                <a:avLst/>
                <a:gdLst>
                  <a:gd name="csX0" fmla="*/ -2576 w 130488"/>
                  <a:gd name="csY0" fmla="*/ 95688 h 97234"/>
                  <a:gd name="csX1" fmla="*/ 13398 w 130488"/>
                  <a:gd name="csY1" fmla="*/ 95688 h 97234"/>
                  <a:gd name="csX2" fmla="*/ 33373 w 130488"/>
                  <a:gd name="csY2" fmla="*/ 19817 h 97234"/>
                  <a:gd name="csX3" fmla="*/ 53237 w 130488"/>
                  <a:gd name="csY3" fmla="*/ 95688 h 97234"/>
                  <a:gd name="csX4" fmla="*/ 72072 w 130488"/>
                  <a:gd name="csY4" fmla="*/ 95688 h 97234"/>
                  <a:gd name="csX5" fmla="*/ 92047 w 130488"/>
                  <a:gd name="csY5" fmla="*/ 19817 h 97234"/>
                  <a:gd name="csX6" fmla="*/ 111938 w 130488"/>
                  <a:gd name="csY6" fmla="*/ 95688 h 97234"/>
                  <a:gd name="csX7" fmla="*/ 127913 w 130488"/>
                  <a:gd name="csY7" fmla="*/ 95688 h 97234"/>
                  <a:gd name="csX8" fmla="*/ 102465 w 130488"/>
                  <a:gd name="csY8" fmla="*/ -1546 h 97234"/>
                  <a:gd name="csX9" fmla="*/ 83629 w 130488"/>
                  <a:gd name="csY9" fmla="*/ -1546 h 97234"/>
                  <a:gd name="csX10" fmla="*/ 62710 w 130488"/>
                  <a:gd name="csY10" fmla="*/ 78158 h 97234"/>
                  <a:gd name="csX11" fmla="*/ 41707 w 130488"/>
                  <a:gd name="csY11" fmla="*/ -1546 h 97234"/>
                  <a:gd name="csX12" fmla="*/ 22844 w 130488"/>
                  <a:gd name="csY12" fmla="*/ -1546 h 97234"/>
                  <a:gd name="csX13" fmla="*/ -2576 w 130488"/>
                  <a:gd name="csY13" fmla="*/ 95688 h 9723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130488" h="97234">
                    <a:moveTo>
                      <a:pt x="-2576" y="95688"/>
                    </a:moveTo>
                    <a:lnTo>
                      <a:pt x="13398" y="95688"/>
                    </a:lnTo>
                    <a:lnTo>
                      <a:pt x="33373" y="19817"/>
                    </a:lnTo>
                    <a:lnTo>
                      <a:pt x="53237" y="95688"/>
                    </a:lnTo>
                    <a:lnTo>
                      <a:pt x="72072" y="95688"/>
                    </a:lnTo>
                    <a:lnTo>
                      <a:pt x="92047" y="19817"/>
                    </a:lnTo>
                    <a:lnTo>
                      <a:pt x="111938" y="95688"/>
                    </a:lnTo>
                    <a:lnTo>
                      <a:pt x="127913" y="95688"/>
                    </a:lnTo>
                    <a:lnTo>
                      <a:pt x="102465" y="-1546"/>
                    </a:lnTo>
                    <a:lnTo>
                      <a:pt x="83629" y="-1546"/>
                    </a:lnTo>
                    <a:lnTo>
                      <a:pt x="62710" y="78158"/>
                    </a:lnTo>
                    <a:lnTo>
                      <a:pt x="41707" y="-1546"/>
                    </a:lnTo>
                    <a:lnTo>
                      <a:pt x="22844" y="-1546"/>
                    </a:lnTo>
                    <a:lnTo>
                      <a:pt x="-2576" y="95688"/>
                    </a:lnTo>
                    <a:close/>
                  </a:path>
                </a:pathLst>
              </a:custGeom>
              <a:solidFill>
                <a:srgbClr val="FFFFFF"/>
              </a:solidFill>
              <a:ln w="28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5" name="Freeform: Shape 924">
                <a:extLst>
                  <a:ext uri="{FF2B5EF4-FFF2-40B4-BE49-F238E27FC236}">
                    <a16:creationId xmlns:a16="http://schemas.microsoft.com/office/drawing/2014/main" id="{9AB29313-8122-3CC7-6BA4-D31A05066FF6}"/>
                  </a:ext>
                </a:extLst>
              </p:cNvPr>
              <p:cNvSpPr/>
              <p:nvPr/>
            </p:nvSpPr>
            <p:spPr>
              <a:xfrm rot="-5400000" flipV="1">
                <a:off x="1414978" y="2827223"/>
                <a:ext cx="15974" cy="135100"/>
              </a:xfrm>
              <a:custGeom>
                <a:avLst/>
                <a:gdLst>
                  <a:gd name="csX0" fmla="*/ -850 w 15974"/>
                  <a:gd name="csY0" fmla="*/ 94999 h 135100"/>
                  <a:gd name="csX1" fmla="*/ 15124 w 15974"/>
                  <a:gd name="csY1" fmla="*/ 94999 h 135100"/>
                  <a:gd name="csX2" fmla="*/ 15124 w 15974"/>
                  <a:gd name="csY2" fmla="*/ -2236 h 135100"/>
                  <a:gd name="csX3" fmla="*/ -850 w 15974"/>
                  <a:gd name="csY3" fmla="*/ -2236 h 135100"/>
                  <a:gd name="csX4" fmla="*/ -850 w 15974"/>
                  <a:gd name="csY4" fmla="*/ 94999 h 135100"/>
                  <a:gd name="csX5" fmla="*/ -850 w 15974"/>
                  <a:gd name="csY5" fmla="*/ 132865 h 135100"/>
                  <a:gd name="csX6" fmla="*/ 15124 w 15974"/>
                  <a:gd name="csY6" fmla="*/ 132865 h 135100"/>
                  <a:gd name="csX7" fmla="*/ 15124 w 15974"/>
                  <a:gd name="csY7" fmla="*/ 112612 h 135100"/>
                  <a:gd name="csX8" fmla="*/ -850 w 15974"/>
                  <a:gd name="csY8" fmla="*/ 112612 h 135100"/>
                  <a:gd name="csX9" fmla="*/ -850 w 15974"/>
                  <a:gd name="csY9" fmla="*/ 132865 h 1351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5974" h="135100">
                    <a:moveTo>
                      <a:pt x="-850" y="94999"/>
                    </a:moveTo>
                    <a:lnTo>
                      <a:pt x="15124" y="94999"/>
                    </a:lnTo>
                    <a:lnTo>
                      <a:pt x="15124" y="-2236"/>
                    </a:lnTo>
                    <a:lnTo>
                      <a:pt x="-850" y="-2236"/>
                    </a:lnTo>
                    <a:lnTo>
                      <a:pt x="-850" y="94999"/>
                    </a:lnTo>
                    <a:close/>
                    <a:moveTo>
                      <a:pt x="-850" y="132865"/>
                    </a:moveTo>
                    <a:lnTo>
                      <a:pt x="15124" y="132865"/>
                    </a:lnTo>
                    <a:lnTo>
                      <a:pt x="15124" y="112612"/>
                    </a:lnTo>
                    <a:lnTo>
                      <a:pt x="-850" y="112612"/>
                    </a:lnTo>
                    <a:lnTo>
                      <a:pt x="-850" y="132865"/>
                    </a:lnTo>
                    <a:close/>
                  </a:path>
                </a:pathLst>
              </a:custGeom>
              <a:solidFill>
                <a:srgbClr val="FFFFFF"/>
              </a:solidFill>
              <a:ln w="28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6" name="Freeform: Shape 925">
                <a:extLst>
                  <a:ext uri="{FF2B5EF4-FFF2-40B4-BE49-F238E27FC236}">
                    <a16:creationId xmlns:a16="http://schemas.microsoft.com/office/drawing/2014/main" id="{5A9B970E-9560-7FDB-7861-2BECBD46F3D3}"/>
                  </a:ext>
                </a:extLst>
              </p:cNvPr>
              <p:cNvSpPr/>
              <p:nvPr/>
            </p:nvSpPr>
            <p:spPr>
              <a:xfrm rot="-5400000" flipV="1">
                <a:off x="1380779" y="2748043"/>
                <a:ext cx="86899" cy="137628"/>
              </a:xfrm>
              <a:custGeom>
                <a:avLst/>
                <a:gdLst>
                  <a:gd name="csX0" fmla="*/ 69049 w 86899"/>
                  <a:gd name="csY0" fmla="*/ 82814 h 137628"/>
                  <a:gd name="csX1" fmla="*/ 69049 w 86899"/>
                  <a:gd name="csY1" fmla="*/ 135432 h 137628"/>
                  <a:gd name="csX2" fmla="*/ 85023 w 86899"/>
                  <a:gd name="csY2" fmla="*/ 135432 h 137628"/>
                  <a:gd name="csX3" fmla="*/ 85023 w 86899"/>
                  <a:gd name="csY3" fmla="*/ 332 h 137628"/>
                  <a:gd name="csX4" fmla="*/ 69049 w 86899"/>
                  <a:gd name="csY4" fmla="*/ 332 h 137628"/>
                  <a:gd name="csX5" fmla="*/ 69049 w 86899"/>
                  <a:gd name="csY5" fmla="*/ 14917 h 137628"/>
                  <a:gd name="csX6" fmla="*/ 56325 w 86899"/>
                  <a:gd name="csY6" fmla="*/ 2027 h 137628"/>
                  <a:gd name="csX7" fmla="*/ 37878 w 86899"/>
                  <a:gd name="csY7" fmla="*/ -2196 h 137628"/>
                  <a:gd name="csX8" fmla="*/ 9180 w 86899"/>
                  <a:gd name="csY8" fmla="*/ 11861 h 137628"/>
                  <a:gd name="csX9" fmla="*/ -1877 w 86899"/>
                  <a:gd name="csY9" fmla="*/ 48866 h 137628"/>
                  <a:gd name="csX10" fmla="*/ 9180 w 86899"/>
                  <a:gd name="csY10" fmla="*/ 85843 h 137628"/>
                  <a:gd name="csX11" fmla="*/ 37878 w 86899"/>
                  <a:gd name="csY11" fmla="*/ 99900 h 137628"/>
                  <a:gd name="csX12" fmla="*/ 56325 w 86899"/>
                  <a:gd name="csY12" fmla="*/ 95677 h 137628"/>
                  <a:gd name="csX13" fmla="*/ 69049 w 86899"/>
                  <a:gd name="csY13" fmla="*/ 82814 h 137628"/>
                  <a:gd name="csX14" fmla="*/ 14625 w 86899"/>
                  <a:gd name="csY14" fmla="*/ 48866 h 137628"/>
                  <a:gd name="csX15" fmla="*/ 21876 w 86899"/>
                  <a:gd name="csY15" fmla="*/ 21223 h 137628"/>
                  <a:gd name="csX16" fmla="*/ 41795 w 86899"/>
                  <a:gd name="csY16" fmla="*/ 11194 h 137628"/>
                  <a:gd name="csX17" fmla="*/ 61742 w 86899"/>
                  <a:gd name="csY17" fmla="*/ 21223 h 137628"/>
                  <a:gd name="csX18" fmla="*/ 69049 w 86899"/>
                  <a:gd name="csY18" fmla="*/ 48866 h 137628"/>
                  <a:gd name="csX19" fmla="*/ 61742 w 86899"/>
                  <a:gd name="csY19" fmla="*/ 76508 h 137628"/>
                  <a:gd name="csX20" fmla="*/ 41795 w 86899"/>
                  <a:gd name="csY20" fmla="*/ 86537 h 137628"/>
                  <a:gd name="csX21" fmla="*/ 21876 w 86899"/>
                  <a:gd name="csY21" fmla="*/ 76508 h 137628"/>
                  <a:gd name="csX22" fmla="*/ 14625 w 86899"/>
                  <a:gd name="csY22" fmla="*/ 48866 h 13762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</a:cxnLst>
                <a:rect l="l" t="t" r="r" b="b"/>
                <a:pathLst>
                  <a:path w="86899" h="137628">
                    <a:moveTo>
                      <a:pt x="69049" y="82814"/>
                    </a:moveTo>
                    <a:lnTo>
                      <a:pt x="69049" y="135432"/>
                    </a:lnTo>
                    <a:lnTo>
                      <a:pt x="85023" y="135432"/>
                    </a:lnTo>
                    <a:lnTo>
                      <a:pt x="85023" y="332"/>
                    </a:lnTo>
                    <a:lnTo>
                      <a:pt x="69049" y="332"/>
                    </a:lnTo>
                    <a:lnTo>
                      <a:pt x="69049" y="14917"/>
                    </a:lnTo>
                    <a:cubicBezTo>
                      <a:pt x="65696" y="9139"/>
                      <a:pt x="61455" y="4842"/>
                      <a:pt x="56325" y="2027"/>
                    </a:cubicBezTo>
                    <a:cubicBezTo>
                      <a:pt x="51213" y="-789"/>
                      <a:pt x="45064" y="-2196"/>
                      <a:pt x="37878" y="-2196"/>
                    </a:cubicBezTo>
                    <a:cubicBezTo>
                      <a:pt x="26136" y="-2196"/>
                      <a:pt x="16570" y="2490"/>
                      <a:pt x="9180" y="11861"/>
                    </a:cubicBezTo>
                    <a:cubicBezTo>
                      <a:pt x="1809" y="21251"/>
                      <a:pt x="-1877" y="33586"/>
                      <a:pt x="-1877" y="48866"/>
                    </a:cubicBezTo>
                    <a:cubicBezTo>
                      <a:pt x="-1877" y="64145"/>
                      <a:pt x="1809" y="76471"/>
                      <a:pt x="9180" y="85843"/>
                    </a:cubicBezTo>
                    <a:cubicBezTo>
                      <a:pt x="16570" y="95214"/>
                      <a:pt x="26136" y="99900"/>
                      <a:pt x="37878" y="99900"/>
                    </a:cubicBezTo>
                    <a:cubicBezTo>
                      <a:pt x="45064" y="99900"/>
                      <a:pt x="51213" y="98492"/>
                      <a:pt x="56325" y="95677"/>
                    </a:cubicBezTo>
                    <a:cubicBezTo>
                      <a:pt x="61455" y="92881"/>
                      <a:pt x="65696" y="88593"/>
                      <a:pt x="69049" y="82814"/>
                    </a:cubicBezTo>
                    <a:close/>
                    <a:moveTo>
                      <a:pt x="14625" y="48866"/>
                    </a:moveTo>
                    <a:cubicBezTo>
                      <a:pt x="14625" y="37124"/>
                      <a:pt x="17042" y="27909"/>
                      <a:pt x="21876" y="21223"/>
                    </a:cubicBezTo>
                    <a:cubicBezTo>
                      <a:pt x="26710" y="14537"/>
                      <a:pt x="33350" y="11194"/>
                      <a:pt x="41795" y="11194"/>
                    </a:cubicBezTo>
                    <a:cubicBezTo>
                      <a:pt x="50241" y="11194"/>
                      <a:pt x="56890" y="14537"/>
                      <a:pt x="61742" y="21223"/>
                    </a:cubicBezTo>
                    <a:cubicBezTo>
                      <a:pt x="66613" y="27909"/>
                      <a:pt x="69049" y="37124"/>
                      <a:pt x="69049" y="48866"/>
                    </a:cubicBezTo>
                    <a:cubicBezTo>
                      <a:pt x="69049" y="60608"/>
                      <a:pt x="66613" y="69822"/>
                      <a:pt x="61742" y="76508"/>
                    </a:cubicBezTo>
                    <a:cubicBezTo>
                      <a:pt x="56890" y="83194"/>
                      <a:pt x="50241" y="86537"/>
                      <a:pt x="41795" y="86537"/>
                    </a:cubicBezTo>
                    <a:cubicBezTo>
                      <a:pt x="33350" y="86537"/>
                      <a:pt x="26710" y="83194"/>
                      <a:pt x="21876" y="76508"/>
                    </a:cubicBezTo>
                    <a:cubicBezTo>
                      <a:pt x="17042" y="69822"/>
                      <a:pt x="14625" y="60608"/>
                      <a:pt x="14625" y="48866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7" name="Freeform: Shape 926">
                <a:extLst>
                  <a:ext uri="{FF2B5EF4-FFF2-40B4-BE49-F238E27FC236}">
                    <a16:creationId xmlns:a16="http://schemas.microsoft.com/office/drawing/2014/main" id="{7D73A5B2-47C6-E908-EFF1-C2E50BF9996C}"/>
                  </a:ext>
                </a:extLst>
              </p:cNvPr>
              <p:cNvSpPr/>
              <p:nvPr/>
            </p:nvSpPr>
            <p:spPr>
              <a:xfrm rot="-5400000" flipV="1">
                <a:off x="1397754" y="2659713"/>
                <a:ext cx="60674" cy="124848"/>
              </a:xfrm>
              <a:custGeom>
                <a:avLst/>
                <a:gdLst>
                  <a:gd name="csX0" fmla="*/ 26558 w 60674"/>
                  <a:gd name="csY0" fmla="*/ 122784 h 124848"/>
                  <a:gd name="csX1" fmla="*/ 26558 w 60674"/>
                  <a:gd name="csY1" fmla="*/ 95170 h 124848"/>
                  <a:gd name="csX2" fmla="*/ 59451 w 60674"/>
                  <a:gd name="csY2" fmla="*/ 95170 h 124848"/>
                  <a:gd name="csX3" fmla="*/ 59451 w 60674"/>
                  <a:gd name="csY3" fmla="*/ 82752 h 124848"/>
                  <a:gd name="csX4" fmla="*/ 26558 w 60674"/>
                  <a:gd name="csY4" fmla="*/ 82752 h 124848"/>
                  <a:gd name="csX5" fmla="*/ 26558 w 60674"/>
                  <a:gd name="csY5" fmla="*/ 29967 h 124848"/>
                  <a:gd name="csX6" fmla="*/ 29808 w 60674"/>
                  <a:gd name="csY6" fmla="*/ 14687 h 124848"/>
                  <a:gd name="csX7" fmla="*/ 43060 w 60674"/>
                  <a:gd name="csY7" fmla="*/ 11298 h 124848"/>
                  <a:gd name="csX8" fmla="*/ 59451 w 60674"/>
                  <a:gd name="csY8" fmla="*/ 11298 h 124848"/>
                  <a:gd name="csX9" fmla="*/ 59451 w 60674"/>
                  <a:gd name="csY9" fmla="*/ -2065 h 124848"/>
                  <a:gd name="csX10" fmla="*/ 43060 w 60674"/>
                  <a:gd name="csY10" fmla="*/ -2065 h 124848"/>
                  <a:gd name="csX11" fmla="*/ 17529 w 60674"/>
                  <a:gd name="csY11" fmla="*/ 4825 h 124848"/>
                  <a:gd name="csX12" fmla="*/ 10500 w 60674"/>
                  <a:gd name="csY12" fmla="*/ 29967 h 124848"/>
                  <a:gd name="csX13" fmla="*/ 10500 w 60674"/>
                  <a:gd name="csY13" fmla="*/ 82752 h 124848"/>
                  <a:gd name="csX14" fmla="*/ -1224 w 60674"/>
                  <a:gd name="csY14" fmla="*/ 82752 h 124848"/>
                  <a:gd name="csX15" fmla="*/ -1224 w 60674"/>
                  <a:gd name="csY15" fmla="*/ 95170 h 124848"/>
                  <a:gd name="csX16" fmla="*/ 10500 w 60674"/>
                  <a:gd name="csY16" fmla="*/ 95170 h 124848"/>
                  <a:gd name="csX17" fmla="*/ 10500 w 60674"/>
                  <a:gd name="csY17" fmla="*/ 122784 h 124848"/>
                  <a:gd name="csX18" fmla="*/ 26558 w 60674"/>
                  <a:gd name="csY18" fmla="*/ 122784 h 12484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</a:cxnLst>
                <a:rect l="l" t="t" r="r" b="b"/>
                <a:pathLst>
                  <a:path w="60674" h="124848">
                    <a:moveTo>
                      <a:pt x="26558" y="122784"/>
                    </a:moveTo>
                    <a:lnTo>
                      <a:pt x="26558" y="95170"/>
                    </a:lnTo>
                    <a:lnTo>
                      <a:pt x="59451" y="95170"/>
                    </a:lnTo>
                    <a:lnTo>
                      <a:pt x="59451" y="82752"/>
                    </a:lnTo>
                    <a:lnTo>
                      <a:pt x="26558" y="82752"/>
                    </a:lnTo>
                    <a:lnTo>
                      <a:pt x="26558" y="29967"/>
                    </a:lnTo>
                    <a:cubicBezTo>
                      <a:pt x="26558" y="22040"/>
                      <a:pt x="27641" y="16947"/>
                      <a:pt x="29808" y="14687"/>
                    </a:cubicBezTo>
                    <a:cubicBezTo>
                      <a:pt x="31975" y="12428"/>
                      <a:pt x="36392" y="11298"/>
                      <a:pt x="43060" y="11298"/>
                    </a:cubicBezTo>
                    <a:lnTo>
                      <a:pt x="59451" y="11298"/>
                    </a:lnTo>
                    <a:lnTo>
                      <a:pt x="59451" y="-2065"/>
                    </a:lnTo>
                    <a:lnTo>
                      <a:pt x="43060" y="-2065"/>
                    </a:lnTo>
                    <a:cubicBezTo>
                      <a:pt x="30725" y="-2065"/>
                      <a:pt x="22215" y="232"/>
                      <a:pt x="17529" y="4825"/>
                    </a:cubicBezTo>
                    <a:cubicBezTo>
                      <a:pt x="12843" y="9437"/>
                      <a:pt x="10500" y="17818"/>
                      <a:pt x="10500" y="29967"/>
                    </a:cubicBezTo>
                    <a:lnTo>
                      <a:pt x="10500" y="82752"/>
                    </a:lnTo>
                    <a:lnTo>
                      <a:pt x="-1224" y="82752"/>
                    </a:lnTo>
                    <a:lnTo>
                      <a:pt x="-1224" y="95170"/>
                    </a:lnTo>
                    <a:lnTo>
                      <a:pt x="10500" y="95170"/>
                    </a:lnTo>
                    <a:lnTo>
                      <a:pt x="10500" y="122784"/>
                    </a:lnTo>
                    <a:lnTo>
                      <a:pt x="26558" y="122784"/>
                    </a:lnTo>
                    <a:close/>
                  </a:path>
                </a:pathLst>
              </a:custGeom>
              <a:solidFill>
                <a:srgbClr val="FFFFFF"/>
              </a:solidFill>
              <a:ln w="28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8" name="Freeform: Shape 927">
                <a:extLst>
                  <a:ext uri="{FF2B5EF4-FFF2-40B4-BE49-F238E27FC236}">
                    <a16:creationId xmlns:a16="http://schemas.microsoft.com/office/drawing/2014/main" id="{BB50AD5C-EE53-E811-47C2-7BD046CC1D0F}"/>
                  </a:ext>
                </a:extLst>
              </p:cNvPr>
              <p:cNvSpPr/>
              <p:nvPr/>
            </p:nvSpPr>
            <p:spPr>
              <a:xfrm rot="-5400000" flipV="1">
                <a:off x="1382238" y="2563121"/>
                <a:ext cx="81454" cy="135100"/>
              </a:xfrm>
              <a:custGeom>
                <a:avLst/>
                <a:gdLst>
                  <a:gd name="csX0" fmla="*/ 79448 w 81454"/>
                  <a:gd name="csY0" fmla="*/ 56445 h 135100"/>
                  <a:gd name="csX1" fmla="*/ 79448 w 81454"/>
                  <a:gd name="csY1" fmla="*/ -2256 h 135100"/>
                  <a:gd name="csX2" fmla="*/ 63473 w 81454"/>
                  <a:gd name="csY2" fmla="*/ -2256 h 135100"/>
                  <a:gd name="csX3" fmla="*/ 63473 w 81454"/>
                  <a:gd name="csY3" fmla="*/ 55918 h 135100"/>
                  <a:gd name="csX4" fmla="*/ 58084 w 81454"/>
                  <a:gd name="csY4" fmla="*/ 76559 h 135100"/>
                  <a:gd name="csX5" fmla="*/ 41943 w 81454"/>
                  <a:gd name="csY5" fmla="*/ 83421 h 135100"/>
                  <a:gd name="csX6" fmla="*/ 21524 w 81454"/>
                  <a:gd name="csY6" fmla="*/ 75170 h 135100"/>
                  <a:gd name="csX7" fmla="*/ 14051 w 81454"/>
                  <a:gd name="csY7" fmla="*/ 52695 h 135100"/>
                  <a:gd name="csX8" fmla="*/ 14051 w 81454"/>
                  <a:gd name="csY8" fmla="*/ -2256 h 135100"/>
                  <a:gd name="csX9" fmla="*/ -2007 w 81454"/>
                  <a:gd name="csY9" fmla="*/ -2256 h 135100"/>
                  <a:gd name="csX10" fmla="*/ -2007 w 81454"/>
                  <a:gd name="csY10" fmla="*/ 132844 h 135100"/>
                  <a:gd name="csX11" fmla="*/ 14051 w 81454"/>
                  <a:gd name="csY11" fmla="*/ 132844 h 135100"/>
                  <a:gd name="csX12" fmla="*/ 14051 w 81454"/>
                  <a:gd name="csY12" fmla="*/ 79865 h 135100"/>
                  <a:gd name="csX13" fmla="*/ 27552 w 81454"/>
                  <a:gd name="csY13" fmla="*/ 92978 h 135100"/>
                  <a:gd name="csX14" fmla="*/ 45499 w 81454"/>
                  <a:gd name="csY14" fmla="*/ 97312 h 135100"/>
                  <a:gd name="csX15" fmla="*/ 70835 w 81454"/>
                  <a:gd name="csY15" fmla="*/ 86949 h 135100"/>
                  <a:gd name="csX16" fmla="*/ 79448 w 81454"/>
                  <a:gd name="csY16" fmla="*/ 56445 h 1351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81454" h="135100">
                    <a:moveTo>
                      <a:pt x="79448" y="56445"/>
                    </a:moveTo>
                    <a:lnTo>
                      <a:pt x="79448" y="-2256"/>
                    </a:lnTo>
                    <a:lnTo>
                      <a:pt x="63473" y="-2256"/>
                    </a:lnTo>
                    <a:lnTo>
                      <a:pt x="63473" y="55918"/>
                    </a:lnTo>
                    <a:cubicBezTo>
                      <a:pt x="63473" y="65122"/>
                      <a:pt x="61677" y="72003"/>
                      <a:pt x="58084" y="76559"/>
                    </a:cubicBezTo>
                    <a:cubicBezTo>
                      <a:pt x="54491" y="81134"/>
                      <a:pt x="49111" y="83421"/>
                      <a:pt x="41943" y="83421"/>
                    </a:cubicBezTo>
                    <a:cubicBezTo>
                      <a:pt x="33312" y="83421"/>
                      <a:pt x="26506" y="80671"/>
                      <a:pt x="21524" y="75170"/>
                    </a:cubicBezTo>
                    <a:cubicBezTo>
                      <a:pt x="16542" y="69688"/>
                      <a:pt x="14051" y="62196"/>
                      <a:pt x="14051" y="52695"/>
                    </a:cubicBezTo>
                    <a:lnTo>
                      <a:pt x="14051" y="-2256"/>
                    </a:lnTo>
                    <a:lnTo>
                      <a:pt x="-2007" y="-2256"/>
                    </a:lnTo>
                    <a:lnTo>
                      <a:pt x="-2007" y="132844"/>
                    </a:lnTo>
                    <a:lnTo>
                      <a:pt x="14051" y="132844"/>
                    </a:lnTo>
                    <a:lnTo>
                      <a:pt x="14051" y="79865"/>
                    </a:lnTo>
                    <a:cubicBezTo>
                      <a:pt x="17884" y="85718"/>
                      <a:pt x="22385" y="90089"/>
                      <a:pt x="27552" y="92978"/>
                    </a:cubicBezTo>
                    <a:cubicBezTo>
                      <a:pt x="32738" y="95867"/>
                      <a:pt x="38720" y="97312"/>
                      <a:pt x="45499" y="97312"/>
                    </a:cubicBezTo>
                    <a:cubicBezTo>
                      <a:pt x="56667" y="97312"/>
                      <a:pt x="65113" y="93858"/>
                      <a:pt x="70835" y="86949"/>
                    </a:cubicBezTo>
                    <a:cubicBezTo>
                      <a:pt x="76577" y="80041"/>
                      <a:pt x="79448" y="69873"/>
                      <a:pt x="79448" y="56445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9" name="Freeform: Shape 928">
                <a:extLst>
                  <a:ext uri="{FF2B5EF4-FFF2-40B4-BE49-F238E27FC236}">
                    <a16:creationId xmlns:a16="http://schemas.microsoft.com/office/drawing/2014/main" id="{BA4ADE5B-466C-E32E-1878-3F766C61F1F6}"/>
                  </a:ext>
                </a:extLst>
              </p:cNvPr>
              <p:cNvSpPr/>
              <p:nvPr/>
            </p:nvSpPr>
            <p:spPr>
              <a:xfrm rot="-5400000" flipV="1">
                <a:off x="1490515" y="2574851"/>
                <a:ext cx="12700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12700"/>
                </a:pathLst>
              </a:custGeom>
              <a:solidFill>
                <a:srgbClr val="FFFFFF"/>
              </a:solidFill>
              <a:ln w="28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0" name="Freeform: Shape 929">
                <a:extLst>
                  <a:ext uri="{FF2B5EF4-FFF2-40B4-BE49-F238E27FC236}">
                    <a16:creationId xmlns:a16="http://schemas.microsoft.com/office/drawing/2014/main" id="{83E76D88-F421-5E1E-415A-208247429B32}"/>
                  </a:ext>
                </a:extLst>
              </p:cNvPr>
              <p:cNvSpPr/>
              <p:nvPr/>
            </p:nvSpPr>
            <p:spPr>
              <a:xfrm rot="-5400000" flipV="1">
                <a:off x="1414867" y="2403959"/>
                <a:ext cx="39838" cy="158353"/>
              </a:xfrm>
              <a:custGeom>
                <a:avLst/>
                <a:gdLst>
                  <a:gd name="csX0" fmla="*/ 38612 w 39838"/>
                  <a:gd name="csY0" fmla="*/ 156511 h 158353"/>
                  <a:gd name="csX1" fmla="*/ 21332 w 39838"/>
                  <a:gd name="csY1" fmla="*/ 117006 h 158353"/>
                  <a:gd name="csX2" fmla="*/ 15693 w 39838"/>
                  <a:gd name="csY2" fmla="*/ 77417 h 158353"/>
                  <a:gd name="csX3" fmla="*/ 21388 w 39838"/>
                  <a:gd name="csY3" fmla="*/ 37718 h 158353"/>
                  <a:gd name="csX4" fmla="*/ 38612 w 39838"/>
                  <a:gd name="csY4" fmla="*/ -1842 h 158353"/>
                  <a:gd name="csX5" fmla="*/ 24722 w 39838"/>
                  <a:gd name="csY5" fmla="*/ -1842 h 158353"/>
                  <a:gd name="csX6" fmla="*/ 5247 w 39838"/>
                  <a:gd name="csY6" fmla="*/ 38274 h 158353"/>
                  <a:gd name="csX7" fmla="*/ -1226 w 39838"/>
                  <a:gd name="csY7" fmla="*/ 77417 h 158353"/>
                  <a:gd name="csX8" fmla="*/ 5191 w 39838"/>
                  <a:gd name="csY8" fmla="*/ 116395 h 158353"/>
                  <a:gd name="csX9" fmla="*/ 24722 w 39838"/>
                  <a:gd name="csY9" fmla="*/ 156511 h 158353"/>
                  <a:gd name="csX10" fmla="*/ 38612 w 39838"/>
                  <a:gd name="csY10" fmla="*/ 156511 h 15835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39838" h="158353">
                    <a:moveTo>
                      <a:pt x="38612" y="156511"/>
                    </a:moveTo>
                    <a:cubicBezTo>
                      <a:pt x="30871" y="143213"/>
                      <a:pt x="25111" y="130044"/>
                      <a:pt x="21332" y="117006"/>
                    </a:cubicBezTo>
                    <a:cubicBezTo>
                      <a:pt x="17573" y="103986"/>
                      <a:pt x="15693" y="90790"/>
                      <a:pt x="15693" y="77417"/>
                    </a:cubicBezTo>
                    <a:cubicBezTo>
                      <a:pt x="15693" y="64064"/>
                      <a:pt x="17591" y="50831"/>
                      <a:pt x="21388" y="37718"/>
                    </a:cubicBezTo>
                    <a:cubicBezTo>
                      <a:pt x="25185" y="24605"/>
                      <a:pt x="30926" y="11418"/>
                      <a:pt x="38612" y="-1842"/>
                    </a:cubicBezTo>
                    <a:lnTo>
                      <a:pt x="24722" y="-1842"/>
                    </a:lnTo>
                    <a:cubicBezTo>
                      <a:pt x="16054" y="11770"/>
                      <a:pt x="9562" y="25142"/>
                      <a:pt x="5247" y="38274"/>
                    </a:cubicBezTo>
                    <a:cubicBezTo>
                      <a:pt x="932" y="51405"/>
                      <a:pt x="-1226" y="64453"/>
                      <a:pt x="-1226" y="77417"/>
                    </a:cubicBezTo>
                    <a:cubicBezTo>
                      <a:pt x="-1226" y="90327"/>
                      <a:pt x="913" y="103319"/>
                      <a:pt x="5191" y="116395"/>
                    </a:cubicBezTo>
                    <a:cubicBezTo>
                      <a:pt x="9488" y="129489"/>
                      <a:pt x="15998" y="142861"/>
                      <a:pt x="24722" y="156511"/>
                    </a:cubicBezTo>
                    <a:lnTo>
                      <a:pt x="38612" y="156511"/>
                    </a:lnTo>
                    <a:close/>
                  </a:path>
                </a:pathLst>
              </a:custGeom>
              <a:solidFill>
                <a:srgbClr val="FFFFFF"/>
              </a:solidFill>
              <a:ln w="28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1" name="Freeform: Shape 930">
                <a:extLst>
                  <a:ext uri="{FF2B5EF4-FFF2-40B4-BE49-F238E27FC236}">
                    <a16:creationId xmlns:a16="http://schemas.microsoft.com/office/drawing/2014/main" id="{DFEC5B8A-E4A0-65EA-CBE7-DA9A2392FC5E}"/>
                  </a:ext>
                </a:extLst>
              </p:cNvPr>
              <p:cNvSpPr/>
              <p:nvPr/>
            </p:nvSpPr>
            <p:spPr>
              <a:xfrm rot="-5400000" flipV="1">
                <a:off x="1366402" y="2307408"/>
                <a:ext cx="118598" cy="129627"/>
              </a:xfrm>
              <a:custGeom>
                <a:avLst/>
                <a:gdLst>
                  <a:gd name="csX0" fmla="*/ -2722 w 118598"/>
                  <a:gd name="csY0" fmla="*/ 127449 h 129627"/>
                  <a:gd name="csX1" fmla="*/ 23420 w 118598"/>
                  <a:gd name="csY1" fmla="*/ 127449 h 129627"/>
                  <a:gd name="csX2" fmla="*/ 56480 w 118598"/>
                  <a:gd name="csY2" fmla="*/ 39244 h 129627"/>
                  <a:gd name="csX3" fmla="*/ 89734 w 118598"/>
                  <a:gd name="csY3" fmla="*/ 127449 h 129627"/>
                  <a:gd name="csX4" fmla="*/ 115876 w 118598"/>
                  <a:gd name="csY4" fmla="*/ 127449 h 129627"/>
                  <a:gd name="csX5" fmla="*/ 115876 w 118598"/>
                  <a:gd name="csY5" fmla="*/ -2178 h 129627"/>
                  <a:gd name="csX6" fmla="*/ 98763 w 118598"/>
                  <a:gd name="csY6" fmla="*/ -2178 h 129627"/>
                  <a:gd name="csX7" fmla="*/ 98763 w 118598"/>
                  <a:gd name="csY7" fmla="*/ 111642 h 129627"/>
                  <a:gd name="csX8" fmla="*/ 65342 w 118598"/>
                  <a:gd name="csY8" fmla="*/ 22742 h 129627"/>
                  <a:gd name="csX9" fmla="*/ 47729 w 118598"/>
                  <a:gd name="csY9" fmla="*/ 22742 h 129627"/>
                  <a:gd name="csX10" fmla="*/ 14308 w 118598"/>
                  <a:gd name="csY10" fmla="*/ 111642 h 129627"/>
                  <a:gd name="csX11" fmla="*/ 14308 w 118598"/>
                  <a:gd name="csY11" fmla="*/ -2178 h 129627"/>
                  <a:gd name="csX12" fmla="*/ -2722 w 118598"/>
                  <a:gd name="csY12" fmla="*/ -2178 h 129627"/>
                  <a:gd name="csX13" fmla="*/ -2722 w 118598"/>
                  <a:gd name="csY13" fmla="*/ 127449 h 12962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118598" h="129627">
                    <a:moveTo>
                      <a:pt x="-2722" y="127449"/>
                    </a:moveTo>
                    <a:lnTo>
                      <a:pt x="23420" y="127449"/>
                    </a:lnTo>
                    <a:lnTo>
                      <a:pt x="56480" y="39244"/>
                    </a:lnTo>
                    <a:lnTo>
                      <a:pt x="89734" y="127449"/>
                    </a:lnTo>
                    <a:lnTo>
                      <a:pt x="115876" y="127449"/>
                    </a:lnTo>
                    <a:lnTo>
                      <a:pt x="115876" y="-2178"/>
                    </a:lnTo>
                    <a:lnTo>
                      <a:pt x="98763" y="-2178"/>
                    </a:lnTo>
                    <a:lnTo>
                      <a:pt x="98763" y="111642"/>
                    </a:lnTo>
                    <a:lnTo>
                      <a:pt x="65342" y="22742"/>
                    </a:lnTo>
                    <a:lnTo>
                      <a:pt x="47729" y="22742"/>
                    </a:lnTo>
                    <a:lnTo>
                      <a:pt x="14308" y="111642"/>
                    </a:lnTo>
                    <a:lnTo>
                      <a:pt x="14308" y="-2178"/>
                    </a:lnTo>
                    <a:lnTo>
                      <a:pt x="-2722" y="-2178"/>
                    </a:lnTo>
                    <a:lnTo>
                      <a:pt x="-2722" y="127449"/>
                    </a:lnTo>
                    <a:close/>
                  </a:path>
                </a:pathLst>
              </a:custGeom>
              <a:solidFill>
                <a:srgbClr val="FFFFFF"/>
              </a:solidFill>
              <a:ln w="28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2" name="Freeform: Shape 931">
                <a:extLst>
                  <a:ext uri="{FF2B5EF4-FFF2-40B4-BE49-F238E27FC236}">
                    <a16:creationId xmlns:a16="http://schemas.microsoft.com/office/drawing/2014/main" id="{7F160381-184E-A39E-A1B5-9C435C152F05}"/>
                  </a:ext>
                </a:extLst>
              </p:cNvPr>
              <p:cNvSpPr/>
              <p:nvPr/>
            </p:nvSpPr>
            <p:spPr>
              <a:xfrm rot="-5400000" flipV="1">
                <a:off x="1380724" y="2167103"/>
                <a:ext cx="87010" cy="137628"/>
              </a:xfrm>
              <a:custGeom>
                <a:avLst/>
                <a:gdLst>
                  <a:gd name="csX0" fmla="*/ 68319 w 87010"/>
                  <a:gd name="csY0" fmla="*/ 48820 h 137628"/>
                  <a:gd name="csX1" fmla="*/ 61068 w 87010"/>
                  <a:gd name="csY1" fmla="*/ 76462 h 137628"/>
                  <a:gd name="csX2" fmla="*/ 41149 w 87010"/>
                  <a:gd name="csY2" fmla="*/ 86491 h 137628"/>
                  <a:gd name="csX3" fmla="*/ 21202 w 87010"/>
                  <a:gd name="csY3" fmla="*/ 76462 h 137628"/>
                  <a:gd name="csX4" fmla="*/ 13951 w 87010"/>
                  <a:gd name="csY4" fmla="*/ 48820 h 137628"/>
                  <a:gd name="csX5" fmla="*/ 21202 w 87010"/>
                  <a:gd name="csY5" fmla="*/ 21178 h 137628"/>
                  <a:gd name="csX6" fmla="*/ 41149 w 87010"/>
                  <a:gd name="csY6" fmla="*/ 11149 h 137628"/>
                  <a:gd name="csX7" fmla="*/ 61068 w 87010"/>
                  <a:gd name="csY7" fmla="*/ 21178 h 137628"/>
                  <a:gd name="csX8" fmla="*/ 68319 w 87010"/>
                  <a:gd name="csY8" fmla="*/ 48820 h 137628"/>
                  <a:gd name="csX9" fmla="*/ 13951 w 87010"/>
                  <a:gd name="csY9" fmla="*/ 82769 h 137628"/>
                  <a:gd name="csX10" fmla="*/ 26675 w 87010"/>
                  <a:gd name="csY10" fmla="*/ 95631 h 137628"/>
                  <a:gd name="csX11" fmla="*/ 45038 w 87010"/>
                  <a:gd name="csY11" fmla="*/ 99854 h 137628"/>
                  <a:gd name="csX12" fmla="*/ 73819 w 87010"/>
                  <a:gd name="csY12" fmla="*/ 85797 h 137628"/>
                  <a:gd name="csX13" fmla="*/ 84904 w 87010"/>
                  <a:gd name="csY13" fmla="*/ 48820 h 137628"/>
                  <a:gd name="csX14" fmla="*/ 73819 w 87010"/>
                  <a:gd name="csY14" fmla="*/ 11815 h 137628"/>
                  <a:gd name="csX15" fmla="*/ 45038 w 87010"/>
                  <a:gd name="csY15" fmla="*/ -2242 h 137628"/>
                  <a:gd name="csX16" fmla="*/ 26675 w 87010"/>
                  <a:gd name="csY16" fmla="*/ 1981 h 137628"/>
                  <a:gd name="csX17" fmla="*/ 13951 w 87010"/>
                  <a:gd name="csY17" fmla="*/ 14871 h 137628"/>
                  <a:gd name="csX18" fmla="*/ 13951 w 87010"/>
                  <a:gd name="csY18" fmla="*/ 286 h 137628"/>
                  <a:gd name="csX19" fmla="*/ -2107 w 87010"/>
                  <a:gd name="csY19" fmla="*/ 286 h 137628"/>
                  <a:gd name="csX20" fmla="*/ -2107 w 87010"/>
                  <a:gd name="csY20" fmla="*/ 135386 h 137628"/>
                  <a:gd name="csX21" fmla="*/ 13951 w 87010"/>
                  <a:gd name="csY21" fmla="*/ 135386 h 137628"/>
                  <a:gd name="csX22" fmla="*/ 13951 w 87010"/>
                  <a:gd name="csY22" fmla="*/ 82769 h 13762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</a:cxnLst>
                <a:rect l="l" t="t" r="r" b="b"/>
                <a:pathLst>
                  <a:path w="87010" h="137628">
                    <a:moveTo>
                      <a:pt x="68319" y="48820"/>
                    </a:moveTo>
                    <a:cubicBezTo>
                      <a:pt x="68319" y="60562"/>
                      <a:pt x="65902" y="69776"/>
                      <a:pt x="61068" y="76462"/>
                    </a:cubicBezTo>
                    <a:cubicBezTo>
                      <a:pt x="56234" y="83148"/>
                      <a:pt x="49594" y="86491"/>
                      <a:pt x="41149" y="86491"/>
                    </a:cubicBezTo>
                    <a:cubicBezTo>
                      <a:pt x="32685" y="86491"/>
                      <a:pt x="26036" y="83148"/>
                      <a:pt x="21202" y="76462"/>
                    </a:cubicBezTo>
                    <a:cubicBezTo>
                      <a:pt x="16368" y="69776"/>
                      <a:pt x="13951" y="60562"/>
                      <a:pt x="13951" y="48820"/>
                    </a:cubicBezTo>
                    <a:cubicBezTo>
                      <a:pt x="13951" y="37078"/>
                      <a:pt x="16368" y="27864"/>
                      <a:pt x="21202" y="21178"/>
                    </a:cubicBezTo>
                    <a:cubicBezTo>
                      <a:pt x="26036" y="14492"/>
                      <a:pt x="32685" y="11149"/>
                      <a:pt x="41149" y="11149"/>
                    </a:cubicBezTo>
                    <a:cubicBezTo>
                      <a:pt x="49594" y="11149"/>
                      <a:pt x="56234" y="14492"/>
                      <a:pt x="61068" y="21178"/>
                    </a:cubicBezTo>
                    <a:cubicBezTo>
                      <a:pt x="65902" y="27864"/>
                      <a:pt x="68319" y="37078"/>
                      <a:pt x="68319" y="48820"/>
                    </a:cubicBezTo>
                    <a:close/>
                    <a:moveTo>
                      <a:pt x="13951" y="82769"/>
                    </a:moveTo>
                    <a:cubicBezTo>
                      <a:pt x="17322" y="88547"/>
                      <a:pt x="21563" y="92835"/>
                      <a:pt x="26675" y="95631"/>
                    </a:cubicBezTo>
                    <a:cubicBezTo>
                      <a:pt x="31805" y="98447"/>
                      <a:pt x="37926" y="99854"/>
                      <a:pt x="45038" y="99854"/>
                    </a:cubicBezTo>
                    <a:cubicBezTo>
                      <a:pt x="56854" y="99854"/>
                      <a:pt x="66448" y="95168"/>
                      <a:pt x="73819" y="85797"/>
                    </a:cubicBezTo>
                    <a:cubicBezTo>
                      <a:pt x="81209" y="76425"/>
                      <a:pt x="84904" y="64100"/>
                      <a:pt x="84904" y="48820"/>
                    </a:cubicBezTo>
                    <a:cubicBezTo>
                      <a:pt x="84904" y="33540"/>
                      <a:pt x="81209" y="21205"/>
                      <a:pt x="73819" y="11815"/>
                    </a:cubicBezTo>
                    <a:cubicBezTo>
                      <a:pt x="66448" y="2444"/>
                      <a:pt x="56854" y="-2242"/>
                      <a:pt x="45038" y="-2242"/>
                    </a:cubicBezTo>
                    <a:cubicBezTo>
                      <a:pt x="37926" y="-2242"/>
                      <a:pt x="31805" y="-834"/>
                      <a:pt x="26675" y="1981"/>
                    </a:cubicBezTo>
                    <a:cubicBezTo>
                      <a:pt x="21563" y="4796"/>
                      <a:pt x="17322" y="9093"/>
                      <a:pt x="13951" y="14871"/>
                    </a:cubicBezTo>
                    <a:lnTo>
                      <a:pt x="13951" y="286"/>
                    </a:lnTo>
                    <a:lnTo>
                      <a:pt x="-2107" y="286"/>
                    </a:lnTo>
                    <a:lnTo>
                      <a:pt x="-2107" y="135386"/>
                    </a:lnTo>
                    <a:lnTo>
                      <a:pt x="13951" y="135386"/>
                    </a:lnTo>
                    <a:lnTo>
                      <a:pt x="13951" y="82769"/>
                    </a:lnTo>
                    <a:close/>
                  </a:path>
                </a:pathLst>
              </a:custGeom>
              <a:solidFill>
                <a:srgbClr val="FFFFFF"/>
              </a:solidFill>
              <a:ln w="28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3" name="Freeform: Shape 932">
                <a:extLst>
                  <a:ext uri="{FF2B5EF4-FFF2-40B4-BE49-F238E27FC236}">
                    <a16:creationId xmlns:a16="http://schemas.microsoft.com/office/drawing/2014/main" id="{9F264F4A-D9ED-B75F-F352-B93324A3AA01}"/>
                  </a:ext>
                </a:extLst>
              </p:cNvPr>
              <p:cNvSpPr/>
              <p:nvPr/>
            </p:nvSpPr>
            <p:spPr>
              <a:xfrm rot="-5400000" flipV="1">
                <a:off x="1415714" y="2054783"/>
                <a:ext cx="87010" cy="136544"/>
              </a:xfrm>
              <a:custGeom>
                <a:avLst/>
                <a:gdLst>
                  <a:gd name="csX0" fmla="*/ 13953 w 87010"/>
                  <a:gd name="csY0" fmla="*/ 50571 h 136544"/>
                  <a:gd name="csX1" fmla="*/ 13953 w 87010"/>
                  <a:gd name="csY1" fmla="*/ -991 h 136544"/>
                  <a:gd name="csX2" fmla="*/ -2104 w 87010"/>
                  <a:gd name="csY2" fmla="*/ -991 h 136544"/>
                  <a:gd name="csX3" fmla="*/ -2104 w 87010"/>
                  <a:gd name="csY3" fmla="*/ 133220 h 136544"/>
                  <a:gd name="csX4" fmla="*/ 13953 w 87010"/>
                  <a:gd name="csY4" fmla="*/ 133220 h 136544"/>
                  <a:gd name="csX5" fmla="*/ 13953 w 87010"/>
                  <a:gd name="csY5" fmla="*/ 118468 h 136544"/>
                  <a:gd name="csX6" fmla="*/ 26677 w 87010"/>
                  <a:gd name="csY6" fmla="*/ 131331 h 136544"/>
                  <a:gd name="csX7" fmla="*/ 45041 w 87010"/>
                  <a:gd name="csY7" fmla="*/ 135554 h 136544"/>
                  <a:gd name="csX8" fmla="*/ 73822 w 87010"/>
                  <a:gd name="csY8" fmla="*/ 121496 h 136544"/>
                  <a:gd name="csX9" fmla="*/ 84907 w 87010"/>
                  <a:gd name="csY9" fmla="*/ 84519 h 136544"/>
                  <a:gd name="csX10" fmla="*/ 73822 w 87010"/>
                  <a:gd name="csY10" fmla="*/ 47515 h 136544"/>
                  <a:gd name="csX11" fmla="*/ 45041 w 87010"/>
                  <a:gd name="csY11" fmla="*/ 33457 h 136544"/>
                  <a:gd name="csX12" fmla="*/ 26677 w 87010"/>
                  <a:gd name="csY12" fmla="*/ 37680 h 136544"/>
                  <a:gd name="csX13" fmla="*/ 13953 w 87010"/>
                  <a:gd name="csY13" fmla="*/ 50571 h 136544"/>
                  <a:gd name="csX14" fmla="*/ 68321 w 87010"/>
                  <a:gd name="csY14" fmla="*/ 84519 h 136544"/>
                  <a:gd name="csX15" fmla="*/ 61070 w 87010"/>
                  <a:gd name="csY15" fmla="*/ 112162 h 136544"/>
                  <a:gd name="csX16" fmla="*/ 41151 w 87010"/>
                  <a:gd name="csY16" fmla="*/ 122191 h 136544"/>
                  <a:gd name="csX17" fmla="*/ 21204 w 87010"/>
                  <a:gd name="csY17" fmla="*/ 112162 h 136544"/>
                  <a:gd name="csX18" fmla="*/ 13953 w 87010"/>
                  <a:gd name="csY18" fmla="*/ 84519 h 136544"/>
                  <a:gd name="csX19" fmla="*/ 21204 w 87010"/>
                  <a:gd name="csY19" fmla="*/ 56877 h 136544"/>
                  <a:gd name="csX20" fmla="*/ 41151 w 87010"/>
                  <a:gd name="csY20" fmla="*/ 46848 h 136544"/>
                  <a:gd name="csX21" fmla="*/ 61070 w 87010"/>
                  <a:gd name="csY21" fmla="*/ 56877 h 136544"/>
                  <a:gd name="csX22" fmla="*/ 68321 w 87010"/>
                  <a:gd name="csY22" fmla="*/ 84519 h 13654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</a:cxnLst>
                <a:rect l="l" t="t" r="r" b="b"/>
                <a:pathLst>
                  <a:path w="87010" h="136544">
                    <a:moveTo>
                      <a:pt x="13953" y="50571"/>
                    </a:moveTo>
                    <a:lnTo>
                      <a:pt x="13953" y="-991"/>
                    </a:lnTo>
                    <a:lnTo>
                      <a:pt x="-2104" y="-991"/>
                    </a:lnTo>
                    <a:lnTo>
                      <a:pt x="-2104" y="133220"/>
                    </a:lnTo>
                    <a:lnTo>
                      <a:pt x="13953" y="133220"/>
                    </a:lnTo>
                    <a:lnTo>
                      <a:pt x="13953" y="118468"/>
                    </a:lnTo>
                    <a:cubicBezTo>
                      <a:pt x="17324" y="124247"/>
                      <a:pt x="21566" y="128534"/>
                      <a:pt x="26677" y="131331"/>
                    </a:cubicBezTo>
                    <a:cubicBezTo>
                      <a:pt x="31808" y="134146"/>
                      <a:pt x="37929" y="135554"/>
                      <a:pt x="45041" y="135554"/>
                    </a:cubicBezTo>
                    <a:cubicBezTo>
                      <a:pt x="56857" y="135554"/>
                      <a:pt x="66451" y="130868"/>
                      <a:pt x="73822" y="121496"/>
                    </a:cubicBezTo>
                    <a:cubicBezTo>
                      <a:pt x="81212" y="112125"/>
                      <a:pt x="84907" y="99799"/>
                      <a:pt x="84907" y="84519"/>
                    </a:cubicBezTo>
                    <a:cubicBezTo>
                      <a:pt x="84907" y="69240"/>
                      <a:pt x="81212" y="56905"/>
                      <a:pt x="73822" y="47515"/>
                    </a:cubicBezTo>
                    <a:cubicBezTo>
                      <a:pt x="66451" y="38143"/>
                      <a:pt x="56857" y="33457"/>
                      <a:pt x="45041" y="33457"/>
                    </a:cubicBezTo>
                    <a:cubicBezTo>
                      <a:pt x="37929" y="33457"/>
                      <a:pt x="31808" y="34865"/>
                      <a:pt x="26677" y="37680"/>
                    </a:cubicBezTo>
                    <a:cubicBezTo>
                      <a:pt x="21566" y="40495"/>
                      <a:pt x="17324" y="44792"/>
                      <a:pt x="13953" y="50571"/>
                    </a:cubicBezTo>
                    <a:close/>
                    <a:moveTo>
                      <a:pt x="68321" y="84519"/>
                    </a:moveTo>
                    <a:cubicBezTo>
                      <a:pt x="68321" y="96262"/>
                      <a:pt x="65904" y="105476"/>
                      <a:pt x="61070" y="112162"/>
                    </a:cubicBezTo>
                    <a:cubicBezTo>
                      <a:pt x="56237" y="118848"/>
                      <a:pt x="49597" y="122191"/>
                      <a:pt x="41151" y="122191"/>
                    </a:cubicBezTo>
                    <a:cubicBezTo>
                      <a:pt x="32687" y="122191"/>
                      <a:pt x="26038" y="118848"/>
                      <a:pt x="21204" y="112162"/>
                    </a:cubicBezTo>
                    <a:cubicBezTo>
                      <a:pt x="16370" y="105476"/>
                      <a:pt x="13953" y="96262"/>
                      <a:pt x="13953" y="84519"/>
                    </a:cubicBezTo>
                    <a:cubicBezTo>
                      <a:pt x="13953" y="72777"/>
                      <a:pt x="16370" y="63563"/>
                      <a:pt x="21204" y="56877"/>
                    </a:cubicBezTo>
                    <a:cubicBezTo>
                      <a:pt x="26038" y="50191"/>
                      <a:pt x="32687" y="46848"/>
                      <a:pt x="41151" y="46848"/>
                    </a:cubicBezTo>
                    <a:cubicBezTo>
                      <a:pt x="49597" y="46848"/>
                      <a:pt x="56237" y="50191"/>
                      <a:pt x="61070" y="56877"/>
                    </a:cubicBezTo>
                    <a:cubicBezTo>
                      <a:pt x="65904" y="63563"/>
                      <a:pt x="68321" y="72777"/>
                      <a:pt x="68321" y="84519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4" name="Freeform: Shape 933">
                <a:extLst>
                  <a:ext uri="{FF2B5EF4-FFF2-40B4-BE49-F238E27FC236}">
                    <a16:creationId xmlns:a16="http://schemas.microsoft.com/office/drawing/2014/main" id="{2A3BEB48-9DBA-7764-7069-81EBE5AE3397}"/>
                  </a:ext>
                </a:extLst>
              </p:cNvPr>
              <p:cNvSpPr/>
              <p:nvPr/>
            </p:nvSpPr>
            <p:spPr>
              <a:xfrm rot="-5400000" flipV="1">
                <a:off x="1404838" y="1971995"/>
                <a:ext cx="74314" cy="102096"/>
              </a:xfrm>
              <a:custGeom>
                <a:avLst/>
                <a:gdLst>
                  <a:gd name="csX0" fmla="*/ 67449 w 74314"/>
                  <a:gd name="csY0" fmla="*/ 95282 h 102096"/>
                  <a:gd name="csX1" fmla="*/ 67449 w 74314"/>
                  <a:gd name="csY1" fmla="*/ 80169 h 102096"/>
                  <a:gd name="csX2" fmla="*/ 53392 w 74314"/>
                  <a:gd name="csY2" fmla="*/ 85364 h 102096"/>
                  <a:gd name="csX3" fmla="*/ 38279 w 74314"/>
                  <a:gd name="csY3" fmla="*/ 87114 h 102096"/>
                  <a:gd name="csX4" fmla="*/ 20443 w 74314"/>
                  <a:gd name="csY4" fmla="*/ 83475 h 102096"/>
                  <a:gd name="csX5" fmla="*/ 14498 w 74314"/>
                  <a:gd name="csY5" fmla="*/ 72529 h 102096"/>
                  <a:gd name="csX6" fmla="*/ 18748 w 74314"/>
                  <a:gd name="csY6" fmla="*/ 63806 h 102096"/>
                  <a:gd name="csX7" fmla="*/ 35862 w 74314"/>
                  <a:gd name="csY7" fmla="*/ 57777 h 102096"/>
                  <a:gd name="csX8" fmla="*/ 41335 w 74314"/>
                  <a:gd name="csY8" fmla="*/ 56555 h 102096"/>
                  <a:gd name="csX9" fmla="*/ 65504 w 74314"/>
                  <a:gd name="csY9" fmla="*/ 46276 h 102096"/>
                  <a:gd name="csX10" fmla="*/ 72672 w 74314"/>
                  <a:gd name="csY10" fmla="*/ 27746 h 102096"/>
                  <a:gd name="csX11" fmla="*/ 61948 w 74314"/>
                  <a:gd name="csY11" fmla="*/ 6271 h 102096"/>
                  <a:gd name="csX12" fmla="*/ 32472 w 74314"/>
                  <a:gd name="csY12" fmla="*/ -1619 h 102096"/>
                  <a:gd name="csX13" fmla="*/ 16193 w 74314"/>
                  <a:gd name="csY13" fmla="*/ -91 h 102096"/>
                  <a:gd name="csX14" fmla="*/ -1643 w 74314"/>
                  <a:gd name="csY14" fmla="*/ 4465 h 102096"/>
                  <a:gd name="csX15" fmla="*/ -1643 w 74314"/>
                  <a:gd name="csY15" fmla="*/ 20967 h 102096"/>
                  <a:gd name="csX16" fmla="*/ 15804 w 74314"/>
                  <a:gd name="csY16" fmla="*/ 14049 h 102096"/>
                  <a:gd name="csX17" fmla="*/ 32834 w 74314"/>
                  <a:gd name="csY17" fmla="*/ 11771 h 102096"/>
                  <a:gd name="csX18" fmla="*/ 50169 w 74314"/>
                  <a:gd name="csY18" fmla="*/ 15633 h 102096"/>
                  <a:gd name="csX19" fmla="*/ 56253 w 74314"/>
                  <a:gd name="csY19" fmla="*/ 26523 h 102096"/>
                  <a:gd name="csX20" fmla="*/ 51864 w 74314"/>
                  <a:gd name="csY20" fmla="*/ 36497 h 102096"/>
                  <a:gd name="csX21" fmla="*/ 32639 w 74314"/>
                  <a:gd name="csY21" fmla="*/ 43192 h 102096"/>
                  <a:gd name="csX22" fmla="*/ 27083 w 74314"/>
                  <a:gd name="csY22" fmla="*/ 44498 h 102096"/>
                  <a:gd name="csX23" fmla="*/ 5636 w 74314"/>
                  <a:gd name="csY23" fmla="*/ 54082 h 102096"/>
                  <a:gd name="csX24" fmla="*/ -948 w 74314"/>
                  <a:gd name="csY24" fmla="*/ 71834 h 102096"/>
                  <a:gd name="csX25" fmla="*/ 8775 w 74314"/>
                  <a:gd name="csY25" fmla="*/ 93004 h 102096"/>
                  <a:gd name="csX26" fmla="*/ 36390 w 74314"/>
                  <a:gd name="csY26" fmla="*/ 100477 h 102096"/>
                  <a:gd name="csX27" fmla="*/ 53031 w 74314"/>
                  <a:gd name="csY27" fmla="*/ 99171 h 102096"/>
                  <a:gd name="csX28" fmla="*/ 67449 w 74314"/>
                  <a:gd name="csY28" fmla="*/ 95282 h 10209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</a:cxnLst>
                <a:rect l="l" t="t" r="r" b="b"/>
                <a:pathLst>
                  <a:path w="74314" h="102096">
                    <a:moveTo>
                      <a:pt x="67449" y="95282"/>
                    </a:moveTo>
                    <a:lnTo>
                      <a:pt x="67449" y="80169"/>
                    </a:lnTo>
                    <a:cubicBezTo>
                      <a:pt x="62948" y="82484"/>
                      <a:pt x="58263" y="84216"/>
                      <a:pt x="53392" y="85364"/>
                    </a:cubicBezTo>
                    <a:cubicBezTo>
                      <a:pt x="48539" y="86531"/>
                      <a:pt x="43502" y="87114"/>
                      <a:pt x="38279" y="87114"/>
                    </a:cubicBezTo>
                    <a:cubicBezTo>
                      <a:pt x="30352" y="87114"/>
                      <a:pt x="24407" y="85901"/>
                      <a:pt x="20443" y="83475"/>
                    </a:cubicBezTo>
                    <a:cubicBezTo>
                      <a:pt x="16480" y="81049"/>
                      <a:pt x="14498" y="77400"/>
                      <a:pt x="14498" y="72529"/>
                    </a:cubicBezTo>
                    <a:cubicBezTo>
                      <a:pt x="14498" y="68825"/>
                      <a:pt x="15915" y="65917"/>
                      <a:pt x="18748" y="63806"/>
                    </a:cubicBezTo>
                    <a:cubicBezTo>
                      <a:pt x="21582" y="61694"/>
                      <a:pt x="27287" y="59685"/>
                      <a:pt x="35862" y="57777"/>
                    </a:cubicBezTo>
                    <a:lnTo>
                      <a:pt x="41335" y="56555"/>
                    </a:lnTo>
                    <a:cubicBezTo>
                      <a:pt x="52669" y="54129"/>
                      <a:pt x="60726" y="50702"/>
                      <a:pt x="65504" y="46276"/>
                    </a:cubicBezTo>
                    <a:cubicBezTo>
                      <a:pt x="70283" y="41849"/>
                      <a:pt x="72672" y="35673"/>
                      <a:pt x="72672" y="27746"/>
                    </a:cubicBezTo>
                    <a:cubicBezTo>
                      <a:pt x="72672" y="18707"/>
                      <a:pt x="69097" y="11549"/>
                      <a:pt x="61948" y="6271"/>
                    </a:cubicBezTo>
                    <a:cubicBezTo>
                      <a:pt x="54799" y="1011"/>
                      <a:pt x="44974" y="-1619"/>
                      <a:pt x="32472" y="-1619"/>
                    </a:cubicBezTo>
                    <a:cubicBezTo>
                      <a:pt x="27268" y="-1619"/>
                      <a:pt x="21841" y="-1110"/>
                      <a:pt x="16193" y="-91"/>
                    </a:cubicBezTo>
                    <a:cubicBezTo>
                      <a:pt x="10544" y="927"/>
                      <a:pt x="4599" y="2446"/>
                      <a:pt x="-1643" y="4465"/>
                    </a:cubicBezTo>
                    <a:lnTo>
                      <a:pt x="-1643" y="20967"/>
                    </a:lnTo>
                    <a:cubicBezTo>
                      <a:pt x="4265" y="17893"/>
                      <a:pt x="10081" y="15587"/>
                      <a:pt x="15804" y="14049"/>
                    </a:cubicBezTo>
                    <a:cubicBezTo>
                      <a:pt x="21527" y="12531"/>
                      <a:pt x="27203" y="11771"/>
                      <a:pt x="32834" y="11771"/>
                    </a:cubicBezTo>
                    <a:cubicBezTo>
                      <a:pt x="40353" y="11771"/>
                      <a:pt x="46132" y="13059"/>
                      <a:pt x="50169" y="15633"/>
                    </a:cubicBezTo>
                    <a:cubicBezTo>
                      <a:pt x="54225" y="18207"/>
                      <a:pt x="56253" y="21837"/>
                      <a:pt x="56253" y="26523"/>
                    </a:cubicBezTo>
                    <a:cubicBezTo>
                      <a:pt x="56253" y="30857"/>
                      <a:pt x="54790" y="34182"/>
                      <a:pt x="51864" y="36497"/>
                    </a:cubicBezTo>
                    <a:cubicBezTo>
                      <a:pt x="48956" y="38812"/>
                      <a:pt x="42548" y="41044"/>
                      <a:pt x="32639" y="43192"/>
                    </a:cubicBezTo>
                    <a:lnTo>
                      <a:pt x="27083" y="44498"/>
                    </a:lnTo>
                    <a:cubicBezTo>
                      <a:pt x="17193" y="46572"/>
                      <a:pt x="10044" y="49767"/>
                      <a:pt x="5636" y="54082"/>
                    </a:cubicBezTo>
                    <a:cubicBezTo>
                      <a:pt x="1246" y="58398"/>
                      <a:pt x="-948" y="64315"/>
                      <a:pt x="-948" y="71834"/>
                    </a:cubicBezTo>
                    <a:cubicBezTo>
                      <a:pt x="-948" y="80984"/>
                      <a:pt x="2293" y="88040"/>
                      <a:pt x="8775" y="93004"/>
                    </a:cubicBezTo>
                    <a:cubicBezTo>
                      <a:pt x="15257" y="97986"/>
                      <a:pt x="24462" y="100477"/>
                      <a:pt x="36390" y="100477"/>
                    </a:cubicBezTo>
                    <a:cubicBezTo>
                      <a:pt x="42279" y="100477"/>
                      <a:pt x="47826" y="100042"/>
                      <a:pt x="53031" y="99171"/>
                    </a:cubicBezTo>
                    <a:cubicBezTo>
                      <a:pt x="58253" y="98319"/>
                      <a:pt x="63060" y="97023"/>
                      <a:pt x="67449" y="9528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5" name="Freeform: Shape 934">
                <a:extLst>
                  <a:ext uri="{FF2B5EF4-FFF2-40B4-BE49-F238E27FC236}">
                    <a16:creationId xmlns:a16="http://schemas.microsoft.com/office/drawing/2014/main" id="{66614E03-636A-EE6B-A4BD-9EE04C4F5722}"/>
                  </a:ext>
                </a:extLst>
              </p:cNvPr>
              <p:cNvSpPr/>
              <p:nvPr/>
            </p:nvSpPr>
            <p:spPr>
              <a:xfrm rot="-5400000" flipV="1">
                <a:off x="1414867" y="1863860"/>
                <a:ext cx="39838" cy="158353"/>
              </a:xfrm>
              <a:custGeom>
                <a:avLst/>
                <a:gdLst>
                  <a:gd name="csX0" fmla="*/ -1189 w 39838"/>
                  <a:gd name="csY0" fmla="*/ 156468 h 158353"/>
                  <a:gd name="csX1" fmla="*/ 12702 w 39838"/>
                  <a:gd name="csY1" fmla="*/ 156468 h 158353"/>
                  <a:gd name="csX2" fmla="*/ 32176 w 39838"/>
                  <a:gd name="csY2" fmla="*/ 116352 h 158353"/>
                  <a:gd name="csX3" fmla="*/ 38649 w 39838"/>
                  <a:gd name="csY3" fmla="*/ 77375 h 158353"/>
                  <a:gd name="csX4" fmla="*/ 32176 w 39838"/>
                  <a:gd name="csY4" fmla="*/ 38231 h 158353"/>
                  <a:gd name="csX5" fmla="*/ 12702 w 39838"/>
                  <a:gd name="csY5" fmla="*/ -1885 h 158353"/>
                  <a:gd name="csX6" fmla="*/ -1189 w 39838"/>
                  <a:gd name="csY6" fmla="*/ -1885 h 158353"/>
                  <a:gd name="csX7" fmla="*/ 16035 w 39838"/>
                  <a:gd name="csY7" fmla="*/ 37676 h 158353"/>
                  <a:gd name="csX8" fmla="*/ 21731 w 39838"/>
                  <a:gd name="csY8" fmla="*/ 77375 h 158353"/>
                  <a:gd name="csX9" fmla="*/ 16035 w 39838"/>
                  <a:gd name="csY9" fmla="*/ 116963 h 158353"/>
                  <a:gd name="csX10" fmla="*/ -1189 w 39838"/>
                  <a:gd name="csY10" fmla="*/ 156468 h 15835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39838" h="158353">
                    <a:moveTo>
                      <a:pt x="-1189" y="156468"/>
                    </a:moveTo>
                    <a:lnTo>
                      <a:pt x="12702" y="156468"/>
                    </a:lnTo>
                    <a:cubicBezTo>
                      <a:pt x="21369" y="142818"/>
                      <a:pt x="27861" y="129446"/>
                      <a:pt x="32176" y="116352"/>
                    </a:cubicBezTo>
                    <a:cubicBezTo>
                      <a:pt x="36492" y="103276"/>
                      <a:pt x="38649" y="90284"/>
                      <a:pt x="38649" y="77375"/>
                    </a:cubicBezTo>
                    <a:cubicBezTo>
                      <a:pt x="38649" y="64410"/>
                      <a:pt x="36492" y="51362"/>
                      <a:pt x="32176" y="38231"/>
                    </a:cubicBezTo>
                    <a:cubicBezTo>
                      <a:pt x="27861" y="25100"/>
                      <a:pt x="21369" y="11728"/>
                      <a:pt x="12702" y="-1885"/>
                    </a:cubicBezTo>
                    <a:lnTo>
                      <a:pt x="-1189" y="-1885"/>
                    </a:lnTo>
                    <a:cubicBezTo>
                      <a:pt x="6497" y="11376"/>
                      <a:pt x="12239" y="24563"/>
                      <a:pt x="16035" y="37676"/>
                    </a:cubicBezTo>
                    <a:cubicBezTo>
                      <a:pt x="19832" y="50788"/>
                      <a:pt x="21731" y="64021"/>
                      <a:pt x="21731" y="77375"/>
                    </a:cubicBezTo>
                    <a:cubicBezTo>
                      <a:pt x="21731" y="90747"/>
                      <a:pt x="19832" y="103943"/>
                      <a:pt x="16035" y="116963"/>
                    </a:cubicBezTo>
                    <a:cubicBezTo>
                      <a:pt x="12239" y="130002"/>
                      <a:pt x="6497" y="143170"/>
                      <a:pt x="-1189" y="156468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936" name="Freeform: Shape 935">
            <a:extLst>
              <a:ext uri="{FF2B5EF4-FFF2-40B4-BE49-F238E27FC236}">
                <a16:creationId xmlns:a16="http://schemas.microsoft.com/office/drawing/2014/main" id="{29DB7CED-D642-AAF6-9E69-6C3B46F4C83A}"/>
              </a:ext>
            </a:extLst>
          </p:cNvPr>
          <p:cNvSpPr/>
          <p:nvPr/>
        </p:nvSpPr>
        <p:spPr>
          <a:xfrm>
            <a:off x="2086494" y="1563961"/>
            <a:ext cx="4740741" cy="2254396"/>
          </a:xfrm>
          <a:custGeom>
            <a:avLst/>
            <a:gdLst>
              <a:gd name="csX0" fmla="*/ 0 w 4740741"/>
              <a:gd name="csY0" fmla="*/ 535287 h 2254396"/>
              <a:gd name="csX1" fmla="*/ 10344 w 4740741"/>
              <a:gd name="csY1" fmla="*/ 1555596 h 2254396"/>
              <a:gd name="csX2" fmla="*/ 20662 w 4740741"/>
              <a:gd name="csY2" fmla="*/ 2008244 h 2254396"/>
              <a:gd name="csX3" fmla="*/ 30989 w 4740741"/>
              <a:gd name="csY3" fmla="*/ 2049319 h 2254396"/>
              <a:gd name="csX4" fmla="*/ 61973 w 4740741"/>
              <a:gd name="csY4" fmla="*/ 2049319 h 2254396"/>
              <a:gd name="csX5" fmla="*/ 72301 w 4740741"/>
              <a:gd name="csY5" fmla="*/ 2050671 h 2254396"/>
              <a:gd name="csX6" fmla="*/ 82643 w 4740741"/>
              <a:gd name="csY6" fmla="*/ 2006780 h 2254396"/>
              <a:gd name="csX7" fmla="*/ 92956 w 4740741"/>
              <a:gd name="csY7" fmla="*/ 2049268 h 2254396"/>
              <a:gd name="csX8" fmla="*/ 103284 w 4740741"/>
              <a:gd name="csY8" fmla="*/ 2061329 h 2254396"/>
              <a:gd name="csX9" fmla="*/ 113734 w 4740741"/>
              <a:gd name="csY9" fmla="*/ 2036979 h 2254396"/>
              <a:gd name="csX10" fmla="*/ 123940 w 4740741"/>
              <a:gd name="csY10" fmla="*/ 2049319 h 2254396"/>
              <a:gd name="csX11" fmla="*/ 134268 w 4740741"/>
              <a:gd name="csY11" fmla="*/ 2049206 h 2254396"/>
              <a:gd name="csX12" fmla="*/ 144595 w 4740741"/>
              <a:gd name="csY12" fmla="*/ 2008222 h 2254396"/>
              <a:gd name="csX13" fmla="*/ 154923 w 4740741"/>
              <a:gd name="csY13" fmla="*/ 2049309 h 2254396"/>
              <a:gd name="csX14" fmla="*/ 196234 w 4740741"/>
              <a:gd name="csY14" fmla="*/ 2049360 h 2254396"/>
              <a:gd name="csX15" fmla="*/ 206568 w 4740741"/>
              <a:gd name="csY15" fmla="*/ 81967 h 2254396"/>
              <a:gd name="csX16" fmla="*/ 216902 w 4740741"/>
              <a:gd name="csY16" fmla="*/ 2049268 h 2254396"/>
              <a:gd name="csX17" fmla="*/ 227230 w 4740741"/>
              <a:gd name="csY17" fmla="*/ 2008276 h 2254396"/>
              <a:gd name="csX18" fmla="*/ 237558 w 4740741"/>
              <a:gd name="csY18" fmla="*/ 2049288 h 2254396"/>
              <a:gd name="csX19" fmla="*/ 268541 w 4740741"/>
              <a:gd name="csY19" fmla="*/ 2049114 h 2254396"/>
              <a:gd name="csX20" fmla="*/ 278867 w 4740741"/>
              <a:gd name="csY20" fmla="*/ 2008521 h 2254396"/>
              <a:gd name="csX21" fmla="*/ 289197 w 4740741"/>
              <a:gd name="csY21" fmla="*/ 2084494 h 2254396"/>
              <a:gd name="csX22" fmla="*/ 300320 w 4740741"/>
              <a:gd name="csY22" fmla="*/ 2008142 h 2254396"/>
              <a:gd name="csX23" fmla="*/ 309853 w 4740741"/>
              <a:gd name="csY23" fmla="*/ 2049217 h 2254396"/>
              <a:gd name="csX24" fmla="*/ 340835 w 4740741"/>
              <a:gd name="csY24" fmla="*/ 2049288 h 2254396"/>
              <a:gd name="csX25" fmla="*/ 351163 w 4740741"/>
              <a:gd name="csY25" fmla="*/ 2008254 h 2254396"/>
              <a:gd name="csX26" fmla="*/ 361491 w 4740741"/>
              <a:gd name="csY26" fmla="*/ 2049329 h 2254396"/>
              <a:gd name="csX27" fmla="*/ 402802 w 4740741"/>
              <a:gd name="csY27" fmla="*/ 2049299 h 2254396"/>
              <a:gd name="csX28" fmla="*/ 413137 w 4740741"/>
              <a:gd name="csY28" fmla="*/ 82266 h 2254396"/>
              <a:gd name="csX29" fmla="*/ 423472 w 4740741"/>
              <a:gd name="csY29" fmla="*/ 2049206 h 2254396"/>
              <a:gd name="csX30" fmla="*/ 433799 w 4740741"/>
              <a:gd name="csY30" fmla="*/ 2008222 h 2254396"/>
              <a:gd name="csX31" fmla="*/ 444127 w 4740741"/>
              <a:gd name="csY31" fmla="*/ 2049278 h 2254396"/>
              <a:gd name="csX32" fmla="*/ 485438 w 4740741"/>
              <a:gd name="csY32" fmla="*/ 2049237 h 2254396"/>
              <a:gd name="csX33" fmla="*/ 495765 w 4740741"/>
              <a:gd name="csY33" fmla="*/ 2008265 h 2254396"/>
              <a:gd name="csX34" fmla="*/ 506093 w 4740741"/>
              <a:gd name="csY34" fmla="*/ 2049247 h 2254396"/>
              <a:gd name="csX35" fmla="*/ 547405 w 4740741"/>
              <a:gd name="csY35" fmla="*/ 2049278 h 2254396"/>
              <a:gd name="csX36" fmla="*/ 557732 w 4740741"/>
              <a:gd name="csY36" fmla="*/ 2008233 h 2254396"/>
              <a:gd name="csX37" fmla="*/ 568060 w 4740741"/>
              <a:gd name="csY37" fmla="*/ 2218044 h 2254396"/>
              <a:gd name="csX38" fmla="*/ 578939 w 4740741"/>
              <a:gd name="csY38" fmla="*/ 1991479 h 2254396"/>
              <a:gd name="csX39" fmla="*/ 588715 w 4740741"/>
              <a:gd name="csY39" fmla="*/ 2008244 h 2254396"/>
              <a:gd name="csX40" fmla="*/ 599043 w 4740741"/>
              <a:gd name="csY40" fmla="*/ 2049299 h 2254396"/>
              <a:gd name="csX41" fmla="*/ 609371 w 4740741"/>
              <a:gd name="csY41" fmla="*/ 2049299 h 2254396"/>
              <a:gd name="csX42" fmla="*/ 619706 w 4740741"/>
              <a:gd name="csY42" fmla="*/ 82176 h 2254396"/>
              <a:gd name="csX43" fmla="*/ 630040 w 4740741"/>
              <a:gd name="csY43" fmla="*/ 2050497 h 2254396"/>
              <a:gd name="csX44" fmla="*/ 640381 w 4740741"/>
              <a:gd name="csY44" fmla="*/ 2006909 h 2254396"/>
              <a:gd name="csX45" fmla="*/ 650695 w 4740741"/>
              <a:gd name="csY45" fmla="*/ 2049699 h 2254396"/>
              <a:gd name="csX46" fmla="*/ 671351 w 4740741"/>
              <a:gd name="csY46" fmla="*/ 2049288 h 2254396"/>
              <a:gd name="csX47" fmla="*/ 692006 w 4740741"/>
              <a:gd name="csY47" fmla="*/ 2049278 h 2254396"/>
              <a:gd name="csX48" fmla="*/ 702334 w 4740741"/>
              <a:gd name="csY48" fmla="*/ 2008244 h 2254396"/>
              <a:gd name="csX49" fmla="*/ 712662 w 4740741"/>
              <a:gd name="csY49" fmla="*/ 2049278 h 2254396"/>
              <a:gd name="csX50" fmla="*/ 753969 w 4740741"/>
              <a:gd name="csY50" fmla="*/ 2049627 h 2254396"/>
              <a:gd name="csX51" fmla="*/ 764301 w 4740741"/>
              <a:gd name="csY51" fmla="*/ 2008340 h 2254396"/>
              <a:gd name="csX52" fmla="*/ 784957 w 4740741"/>
              <a:gd name="csY52" fmla="*/ 2090548 h 2254396"/>
              <a:gd name="csX53" fmla="*/ 795287 w 4740741"/>
              <a:gd name="csY53" fmla="*/ 2049011 h 2254396"/>
              <a:gd name="csX54" fmla="*/ 805612 w 4740741"/>
              <a:gd name="csY54" fmla="*/ 2049278 h 2254396"/>
              <a:gd name="csX55" fmla="*/ 815940 w 4740741"/>
              <a:gd name="csY55" fmla="*/ 2008425 h 2254396"/>
              <a:gd name="csX56" fmla="*/ 826274 w 4740741"/>
              <a:gd name="csY56" fmla="*/ 122965 h 2254396"/>
              <a:gd name="csX57" fmla="*/ 836608 w 4740741"/>
              <a:gd name="csY57" fmla="*/ 2008254 h 2254396"/>
              <a:gd name="csX58" fmla="*/ 846936 w 4740741"/>
              <a:gd name="csY58" fmla="*/ 2008318 h 2254396"/>
              <a:gd name="csX59" fmla="*/ 857264 w 4740741"/>
              <a:gd name="csY59" fmla="*/ 2049770 h 2254396"/>
              <a:gd name="csX60" fmla="*/ 867597 w 4740741"/>
              <a:gd name="csY60" fmla="*/ 2048734 h 2254396"/>
              <a:gd name="csX61" fmla="*/ 898574 w 4740741"/>
              <a:gd name="csY61" fmla="*/ 2049268 h 2254396"/>
              <a:gd name="csX62" fmla="*/ 908902 w 4740741"/>
              <a:gd name="csY62" fmla="*/ 2008851 h 2254396"/>
              <a:gd name="csX63" fmla="*/ 919236 w 4740741"/>
              <a:gd name="csY63" fmla="*/ 2048724 h 2254396"/>
              <a:gd name="csX64" fmla="*/ 950213 w 4740741"/>
              <a:gd name="csY64" fmla="*/ 2049278 h 2254396"/>
              <a:gd name="csX65" fmla="*/ 960541 w 4740741"/>
              <a:gd name="csY65" fmla="*/ 2049319 h 2254396"/>
              <a:gd name="csX66" fmla="*/ 970869 w 4740741"/>
              <a:gd name="csY66" fmla="*/ 2008766 h 2254396"/>
              <a:gd name="csX67" fmla="*/ 981202 w 4740741"/>
              <a:gd name="csY67" fmla="*/ 2049288 h 2254396"/>
              <a:gd name="csX68" fmla="*/ 1001852 w 4740741"/>
              <a:gd name="csY68" fmla="*/ 2049258 h 2254396"/>
              <a:gd name="csX69" fmla="*/ 1022508 w 4740741"/>
              <a:gd name="csY69" fmla="*/ 2049299 h 2254396"/>
              <a:gd name="csX70" fmla="*/ 1032842 w 4740741"/>
              <a:gd name="csY70" fmla="*/ 82056 h 2254396"/>
              <a:gd name="csX71" fmla="*/ 1043176 w 4740741"/>
              <a:gd name="csY71" fmla="*/ 2049258 h 2254396"/>
              <a:gd name="csX72" fmla="*/ 1053504 w 4740741"/>
              <a:gd name="csY72" fmla="*/ 2008233 h 2254396"/>
              <a:gd name="csX73" fmla="*/ 1063831 w 4740741"/>
              <a:gd name="csY73" fmla="*/ 2049278 h 2254396"/>
              <a:gd name="csX74" fmla="*/ 1105143 w 4740741"/>
              <a:gd name="csY74" fmla="*/ 2049319 h 2254396"/>
              <a:gd name="csX75" fmla="*/ 1115471 w 4740741"/>
              <a:gd name="csY75" fmla="*/ 2009661 h 2254396"/>
              <a:gd name="csX76" fmla="*/ 1125812 w 4740741"/>
              <a:gd name="csY76" fmla="*/ 2048426 h 2254396"/>
              <a:gd name="csX77" fmla="*/ 1167110 w 4740741"/>
              <a:gd name="csY77" fmla="*/ 2049227 h 2254396"/>
              <a:gd name="csX78" fmla="*/ 1177437 w 4740741"/>
              <a:gd name="csY78" fmla="*/ 2008265 h 2254396"/>
              <a:gd name="csX79" fmla="*/ 1187765 w 4740741"/>
              <a:gd name="csY79" fmla="*/ 2049309 h 2254396"/>
              <a:gd name="csX80" fmla="*/ 1198093 w 4740741"/>
              <a:gd name="csY80" fmla="*/ 2049985 h 2254396"/>
              <a:gd name="csX81" fmla="*/ 1208428 w 4740741"/>
              <a:gd name="csY81" fmla="*/ 2048539 h 2254396"/>
              <a:gd name="csX82" fmla="*/ 1229076 w 4740741"/>
              <a:gd name="csY82" fmla="*/ 2049319 h 2254396"/>
              <a:gd name="csX83" fmla="*/ 1239410 w 4740741"/>
              <a:gd name="csY83" fmla="*/ 409930 h 2254396"/>
              <a:gd name="csX84" fmla="*/ 1249744 w 4740741"/>
              <a:gd name="csY84" fmla="*/ 1721102 h 2254396"/>
              <a:gd name="csX85" fmla="*/ 1260072 w 4740741"/>
              <a:gd name="csY85" fmla="*/ 2008244 h 2254396"/>
              <a:gd name="csX86" fmla="*/ 1270400 w 4740741"/>
              <a:gd name="csY86" fmla="*/ 2049268 h 2254396"/>
              <a:gd name="csX87" fmla="*/ 1311711 w 4740741"/>
              <a:gd name="csY87" fmla="*/ 2049247 h 2254396"/>
              <a:gd name="csX88" fmla="*/ 1322039 w 4740741"/>
              <a:gd name="csY88" fmla="*/ 2008244 h 2254396"/>
              <a:gd name="csX89" fmla="*/ 1332366 w 4740741"/>
              <a:gd name="csY89" fmla="*/ 2049329 h 2254396"/>
              <a:gd name="csX90" fmla="*/ 1373677 w 4740741"/>
              <a:gd name="csY90" fmla="*/ 2049401 h 2254396"/>
              <a:gd name="csX91" fmla="*/ 1384006 w 4740741"/>
              <a:gd name="csY91" fmla="*/ 2008116 h 2254396"/>
              <a:gd name="csX92" fmla="*/ 1394333 w 4740741"/>
              <a:gd name="csY92" fmla="*/ 2049288 h 2254396"/>
              <a:gd name="csX93" fmla="*/ 1404661 w 4740741"/>
              <a:gd name="csY93" fmla="*/ 2131316 h 2254396"/>
              <a:gd name="csX94" fmla="*/ 1414988 w 4740741"/>
              <a:gd name="csY94" fmla="*/ 2049278 h 2254396"/>
              <a:gd name="csX95" fmla="*/ 1425316 w 4740741"/>
              <a:gd name="csY95" fmla="*/ 2049288 h 2254396"/>
              <a:gd name="csX96" fmla="*/ 1435644 w 4740741"/>
              <a:gd name="csY96" fmla="*/ 2007689 h 2254396"/>
              <a:gd name="csX97" fmla="*/ 1445978 w 4740741"/>
              <a:gd name="csY97" fmla="*/ 327931 h 2254396"/>
              <a:gd name="csX98" fmla="*/ 1456312 w 4740741"/>
              <a:gd name="csY98" fmla="*/ 1803162 h 2254396"/>
              <a:gd name="csX99" fmla="*/ 1466640 w 4740741"/>
              <a:gd name="csY99" fmla="*/ 2008297 h 2254396"/>
              <a:gd name="csX100" fmla="*/ 1476968 w 4740741"/>
              <a:gd name="csY100" fmla="*/ 2090253 h 2254396"/>
              <a:gd name="csX101" fmla="*/ 1487295 w 4740741"/>
              <a:gd name="csY101" fmla="*/ 2049350 h 2254396"/>
              <a:gd name="csX102" fmla="*/ 1497624 w 4740741"/>
              <a:gd name="csY102" fmla="*/ 2049217 h 2254396"/>
              <a:gd name="csX103" fmla="*/ 1507951 w 4740741"/>
              <a:gd name="csY103" fmla="*/ 2008286 h 2254396"/>
              <a:gd name="csX104" fmla="*/ 1518279 w 4740741"/>
              <a:gd name="csY104" fmla="*/ 2049247 h 2254396"/>
              <a:gd name="csX105" fmla="*/ 1559590 w 4740741"/>
              <a:gd name="csY105" fmla="*/ 2049288 h 2254396"/>
              <a:gd name="csX106" fmla="*/ 1569917 w 4740741"/>
              <a:gd name="csY106" fmla="*/ 2008244 h 2254396"/>
              <a:gd name="csX107" fmla="*/ 1580245 w 4740741"/>
              <a:gd name="csY107" fmla="*/ 2049278 h 2254396"/>
              <a:gd name="csX108" fmla="*/ 1600901 w 4740741"/>
              <a:gd name="csY108" fmla="*/ 2049288 h 2254396"/>
              <a:gd name="csX109" fmla="*/ 1611228 w 4740741"/>
              <a:gd name="csY109" fmla="*/ 2090302 h 2254396"/>
              <a:gd name="csX110" fmla="*/ 1621556 w 4740741"/>
              <a:gd name="csY110" fmla="*/ 2049288 h 2254396"/>
              <a:gd name="csX111" fmla="*/ 1642212 w 4740741"/>
              <a:gd name="csY111" fmla="*/ 2049309 h 2254396"/>
              <a:gd name="csX112" fmla="*/ 1652546 w 4740741"/>
              <a:gd name="csY112" fmla="*/ 491954 h 2254396"/>
              <a:gd name="csX113" fmla="*/ 1662880 w 4740741"/>
              <a:gd name="csY113" fmla="*/ 1639156 h 2254396"/>
              <a:gd name="csX114" fmla="*/ 1673209 w 4740741"/>
              <a:gd name="csY114" fmla="*/ 2008212 h 2254396"/>
              <a:gd name="csX115" fmla="*/ 1683536 w 4740741"/>
              <a:gd name="csY115" fmla="*/ 2172449 h 2254396"/>
              <a:gd name="csX116" fmla="*/ 1693865 w 4740741"/>
              <a:gd name="csY116" fmla="*/ 2049124 h 2254396"/>
              <a:gd name="csX117" fmla="*/ 1735174 w 4740741"/>
              <a:gd name="csY117" fmla="*/ 2049278 h 2254396"/>
              <a:gd name="csX118" fmla="*/ 1745502 w 4740741"/>
              <a:gd name="csY118" fmla="*/ 2008446 h 2254396"/>
              <a:gd name="csX119" fmla="*/ 1755832 w 4740741"/>
              <a:gd name="csY119" fmla="*/ 2049104 h 2254396"/>
              <a:gd name="csX120" fmla="*/ 1797141 w 4740741"/>
              <a:gd name="csY120" fmla="*/ 2049319 h 2254396"/>
              <a:gd name="csX121" fmla="*/ 1807469 w 4740741"/>
              <a:gd name="csY121" fmla="*/ 2007646 h 2254396"/>
              <a:gd name="csX122" fmla="*/ 1817791 w 4740741"/>
              <a:gd name="csY122" fmla="*/ 2049821 h 2254396"/>
              <a:gd name="csX123" fmla="*/ 1848780 w 4740741"/>
              <a:gd name="csY123" fmla="*/ 2049412 h 2254396"/>
              <a:gd name="csX124" fmla="*/ 1859113 w 4740741"/>
              <a:gd name="csY124" fmla="*/ 81907 h 2254396"/>
              <a:gd name="csX125" fmla="*/ 1869447 w 4740741"/>
              <a:gd name="csY125" fmla="*/ 2049699 h 2254396"/>
              <a:gd name="csX126" fmla="*/ 1879779 w 4740741"/>
              <a:gd name="csY126" fmla="*/ 2007571 h 2254396"/>
              <a:gd name="csX127" fmla="*/ 1890100 w 4740741"/>
              <a:gd name="csY127" fmla="*/ 2090961 h 2254396"/>
              <a:gd name="csX128" fmla="*/ 1900435 w 4740741"/>
              <a:gd name="csY128" fmla="*/ 2049452 h 2254396"/>
              <a:gd name="csX129" fmla="*/ 1910765 w 4740741"/>
              <a:gd name="csY129" fmla="*/ 2048344 h 2254396"/>
              <a:gd name="csX130" fmla="*/ 1921083 w 4740741"/>
              <a:gd name="csY130" fmla="*/ 2049606 h 2254396"/>
              <a:gd name="csX131" fmla="*/ 1941742 w 4740741"/>
              <a:gd name="csY131" fmla="*/ 2049412 h 2254396"/>
              <a:gd name="csX132" fmla="*/ 1952071 w 4740741"/>
              <a:gd name="csY132" fmla="*/ 2008436 h 2254396"/>
              <a:gd name="csX133" fmla="*/ 1962400 w 4740741"/>
              <a:gd name="csY133" fmla="*/ 2048991 h 2254396"/>
              <a:gd name="csX134" fmla="*/ 2003708 w 4740741"/>
              <a:gd name="csY134" fmla="*/ 2049299 h 2254396"/>
              <a:gd name="csX135" fmla="*/ 2014036 w 4740741"/>
              <a:gd name="csY135" fmla="*/ 2008169 h 2254396"/>
              <a:gd name="csX136" fmla="*/ 2024363 w 4740741"/>
              <a:gd name="csY136" fmla="*/ 2049319 h 2254396"/>
              <a:gd name="csX137" fmla="*/ 2055347 w 4740741"/>
              <a:gd name="csY137" fmla="*/ 2049299 h 2254396"/>
              <a:gd name="csX138" fmla="*/ 2065682 w 4740741"/>
              <a:gd name="csY138" fmla="*/ 82086 h 2254396"/>
              <a:gd name="csX139" fmla="*/ 2076016 w 4740741"/>
              <a:gd name="csY139" fmla="*/ 2049473 h 2254396"/>
              <a:gd name="csX140" fmla="*/ 2086346 w 4740741"/>
              <a:gd name="csY140" fmla="*/ 2008009 h 2254396"/>
              <a:gd name="csX141" fmla="*/ 2096671 w 4740741"/>
              <a:gd name="csY141" fmla="*/ 2049309 h 2254396"/>
              <a:gd name="csX142" fmla="*/ 2117327 w 4740741"/>
              <a:gd name="csY142" fmla="*/ 2049278 h 2254396"/>
              <a:gd name="csX143" fmla="*/ 2127655 w 4740741"/>
              <a:gd name="csY143" fmla="*/ 2051897 h 2254396"/>
              <a:gd name="csX144" fmla="*/ 2138009 w 4740741"/>
              <a:gd name="csY144" fmla="*/ 2046677 h 2254396"/>
              <a:gd name="csX145" fmla="*/ 2148311 w 4740741"/>
              <a:gd name="csY145" fmla="*/ 2008212 h 2254396"/>
              <a:gd name="csX146" fmla="*/ 2158638 w 4740741"/>
              <a:gd name="csY146" fmla="*/ 2049452 h 2254396"/>
              <a:gd name="csX147" fmla="*/ 2199949 w 4740741"/>
              <a:gd name="csY147" fmla="*/ 2049391 h 2254396"/>
              <a:gd name="csX148" fmla="*/ 2210278 w 4740741"/>
              <a:gd name="csY148" fmla="*/ 2008148 h 2254396"/>
              <a:gd name="csX149" fmla="*/ 2220604 w 4740741"/>
              <a:gd name="csY149" fmla="*/ 2049842 h 2254396"/>
              <a:gd name="csX150" fmla="*/ 2230938 w 4740741"/>
              <a:gd name="csY150" fmla="*/ 2048714 h 2254396"/>
              <a:gd name="csX151" fmla="*/ 2261916 w 4740741"/>
              <a:gd name="csY151" fmla="*/ 2049340 h 2254396"/>
              <a:gd name="csX152" fmla="*/ 2272251 w 4740741"/>
              <a:gd name="csY152" fmla="*/ 492134 h 2254396"/>
              <a:gd name="csX153" fmla="*/ 2282585 w 4740741"/>
              <a:gd name="csY153" fmla="*/ 1639012 h 2254396"/>
              <a:gd name="csX154" fmla="*/ 2292913 w 4740741"/>
              <a:gd name="csY154" fmla="*/ 2008212 h 2254396"/>
              <a:gd name="csX155" fmla="*/ 2303240 w 4740741"/>
              <a:gd name="csY155" fmla="*/ 2049278 h 2254396"/>
              <a:gd name="csX156" fmla="*/ 2344556 w 4740741"/>
              <a:gd name="csY156" fmla="*/ 2048858 h 2254396"/>
              <a:gd name="csX157" fmla="*/ 2354879 w 4740741"/>
              <a:gd name="csY157" fmla="*/ 2008244 h 2254396"/>
              <a:gd name="csX158" fmla="*/ 2365207 w 4740741"/>
              <a:gd name="csY158" fmla="*/ 2172386 h 2254396"/>
              <a:gd name="csX159" fmla="*/ 2375535 w 4740741"/>
              <a:gd name="csY159" fmla="*/ 2049268 h 2254396"/>
              <a:gd name="csX160" fmla="*/ 2385863 w 4740741"/>
              <a:gd name="csY160" fmla="*/ 2008222 h 2254396"/>
              <a:gd name="csX161" fmla="*/ 2396190 w 4740741"/>
              <a:gd name="csY161" fmla="*/ 2049381 h 2254396"/>
              <a:gd name="csX162" fmla="*/ 2437504 w 4740741"/>
              <a:gd name="csY162" fmla="*/ 2049196 h 2254396"/>
              <a:gd name="csX163" fmla="*/ 2447831 w 4740741"/>
              <a:gd name="csY163" fmla="*/ 2008681 h 2254396"/>
              <a:gd name="csX164" fmla="*/ 2458163 w 4740741"/>
              <a:gd name="csY164" fmla="*/ 2048755 h 2254396"/>
              <a:gd name="csX165" fmla="*/ 2468485 w 4740741"/>
              <a:gd name="csY165" fmla="*/ 2049473 h 2254396"/>
              <a:gd name="csX166" fmla="*/ 2478819 w 4740741"/>
              <a:gd name="csY166" fmla="*/ 327931 h 2254396"/>
              <a:gd name="csX167" fmla="*/ 2489153 w 4740741"/>
              <a:gd name="csY167" fmla="*/ 1803645 h 2254396"/>
              <a:gd name="csX168" fmla="*/ 2499485 w 4740741"/>
              <a:gd name="csY168" fmla="*/ 2007838 h 2254396"/>
              <a:gd name="csX169" fmla="*/ 2509809 w 4740741"/>
              <a:gd name="csY169" fmla="*/ 2049278 h 2254396"/>
              <a:gd name="csX170" fmla="*/ 2540792 w 4740741"/>
              <a:gd name="csY170" fmla="*/ 2049278 h 2254396"/>
              <a:gd name="csX171" fmla="*/ 2551120 w 4740741"/>
              <a:gd name="csY171" fmla="*/ 2008329 h 2254396"/>
              <a:gd name="csX172" fmla="*/ 2561448 w 4740741"/>
              <a:gd name="csY172" fmla="*/ 2049206 h 2254396"/>
              <a:gd name="csX173" fmla="*/ 2602759 w 4740741"/>
              <a:gd name="csY173" fmla="*/ 2049278 h 2254396"/>
              <a:gd name="csX174" fmla="*/ 2613086 w 4740741"/>
              <a:gd name="csY174" fmla="*/ 2012176 h 2254396"/>
              <a:gd name="csX175" fmla="*/ 2623452 w 4740741"/>
              <a:gd name="csY175" fmla="*/ 2045480 h 2254396"/>
              <a:gd name="csX176" fmla="*/ 2633742 w 4740741"/>
              <a:gd name="csY176" fmla="*/ 2049340 h 2254396"/>
              <a:gd name="csX177" fmla="*/ 2664725 w 4740741"/>
              <a:gd name="csY177" fmla="*/ 2049309 h 2254396"/>
              <a:gd name="csX178" fmla="*/ 2675053 w 4740741"/>
              <a:gd name="csY178" fmla="*/ 2007806 h 2254396"/>
              <a:gd name="csX179" fmla="*/ 2685387 w 4740741"/>
              <a:gd name="csY179" fmla="*/ 245933 h 2254396"/>
              <a:gd name="csX180" fmla="*/ 2695721 w 4740741"/>
              <a:gd name="csY180" fmla="*/ 1885944 h 2254396"/>
              <a:gd name="csX181" fmla="*/ 2706055 w 4740741"/>
              <a:gd name="csY181" fmla="*/ 2007625 h 2254396"/>
              <a:gd name="csX182" fmla="*/ 2716377 w 4740741"/>
              <a:gd name="csY182" fmla="*/ 2049288 h 2254396"/>
              <a:gd name="csX183" fmla="*/ 2726705 w 4740741"/>
              <a:gd name="csY183" fmla="*/ 2049227 h 2254396"/>
              <a:gd name="csX184" fmla="*/ 2737032 w 4740741"/>
              <a:gd name="csY184" fmla="*/ 2213373 h 2254396"/>
              <a:gd name="csX185" fmla="*/ 2747360 w 4740741"/>
              <a:gd name="csY185" fmla="*/ 2049278 h 2254396"/>
              <a:gd name="csX186" fmla="*/ 2757688 w 4740741"/>
              <a:gd name="csY186" fmla="*/ 2049371 h 2254396"/>
              <a:gd name="csX187" fmla="*/ 2768017 w 4740741"/>
              <a:gd name="csY187" fmla="*/ 1680051 h 2254396"/>
              <a:gd name="csX188" fmla="*/ 2778344 w 4740741"/>
              <a:gd name="csY188" fmla="*/ 1680414 h 2254396"/>
              <a:gd name="csX189" fmla="*/ 2788675 w 4740741"/>
              <a:gd name="csY189" fmla="*/ 1638682 h 2254396"/>
              <a:gd name="csX190" fmla="*/ 2799000 w 4740741"/>
              <a:gd name="csY190" fmla="*/ 1844836 h 2254396"/>
              <a:gd name="csX191" fmla="*/ 2809333 w 4740741"/>
              <a:gd name="csY191" fmla="*/ 1679269 h 2254396"/>
              <a:gd name="csX192" fmla="*/ 2840310 w 4740741"/>
              <a:gd name="csY192" fmla="*/ 1680204 h 2254396"/>
              <a:gd name="csX193" fmla="*/ 2850639 w 4740741"/>
              <a:gd name="csY193" fmla="*/ 1638955 h 2254396"/>
              <a:gd name="csX194" fmla="*/ 2860966 w 4740741"/>
              <a:gd name="csY194" fmla="*/ 1680149 h 2254396"/>
              <a:gd name="csX195" fmla="*/ 2871294 w 4740741"/>
              <a:gd name="csY195" fmla="*/ 1351703 h 2254396"/>
              <a:gd name="csX196" fmla="*/ 2881621 w 4740741"/>
              <a:gd name="csY196" fmla="*/ 1270009 h 2254396"/>
              <a:gd name="csX197" fmla="*/ 2891955 w 4740741"/>
              <a:gd name="csY197" fmla="*/ 0 h 2254396"/>
              <a:gd name="csX198" fmla="*/ 2902289 w 4740741"/>
              <a:gd name="csY198" fmla="*/ 572450 h 2254396"/>
              <a:gd name="csX199" fmla="*/ 2912617 w 4740741"/>
              <a:gd name="csY199" fmla="*/ 1269774 h 2254396"/>
              <a:gd name="csX200" fmla="*/ 2943600 w 4740741"/>
              <a:gd name="csY200" fmla="*/ 1270027 h 2254396"/>
              <a:gd name="csX201" fmla="*/ 2953929 w 4740741"/>
              <a:gd name="csY201" fmla="*/ 1310640 h 2254396"/>
              <a:gd name="csX202" fmla="*/ 2964256 w 4740741"/>
              <a:gd name="csY202" fmla="*/ 1269900 h 2254396"/>
              <a:gd name="csX203" fmla="*/ 3026223 w 4740741"/>
              <a:gd name="csY203" fmla="*/ 1269828 h 2254396"/>
              <a:gd name="csX204" fmla="*/ 3036550 w 4740741"/>
              <a:gd name="csY204" fmla="*/ 1310869 h 2254396"/>
              <a:gd name="csX205" fmla="*/ 3046878 w 4740741"/>
              <a:gd name="csY205" fmla="*/ 1269828 h 2254396"/>
              <a:gd name="csX206" fmla="*/ 3057206 w 4740741"/>
              <a:gd name="csY206" fmla="*/ 1721156 h 2254396"/>
              <a:gd name="csX207" fmla="*/ 3067534 w 4740741"/>
              <a:gd name="csY207" fmla="*/ 2049237 h 2254396"/>
              <a:gd name="csX208" fmla="*/ 3088189 w 4740741"/>
              <a:gd name="csY208" fmla="*/ 2049371 h 2254396"/>
              <a:gd name="csX209" fmla="*/ 3098523 w 4740741"/>
              <a:gd name="csY209" fmla="*/ 778921 h 2254396"/>
              <a:gd name="csX210" fmla="*/ 3108857 w 4740741"/>
              <a:gd name="csY210" fmla="*/ 1351875 h 2254396"/>
              <a:gd name="csX211" fmla="*/ 3119185 w 4740741"/>
              <a:gd name="csY211" fmla="*/ 2008254 h 2254396"/>
              <a:gd name="csX212" fmla="*/ 3129512 w 4740741"/>
              <a:gd name="csY212" fmla="*/ 2049288 h 2254396"/>
              <a:gd name="csX213" fmla="*/ 3170823 w 4740741"/>
              <a:gd name="csY213" fmla="*/ 2049288 h 2254396"/>
              <a:gd name="csX214" fmla="*/ 3181151 w 4740741"/>
              <a:gd name="csY214" fmla="*/ 2008233 h 2254396"/>
              <a:gd name="csX215" fmla="*/ 3191479 w 4740741"/>
              <a:gd name="csY215" fmla="*/ 2049360 h 2254396"/>
              <a:gd name="csX216" fmla="*/ 3232797 w 4740741"/>
              <a:gd name="csY216" fmla="*/ 2048724 h 2254396"/>
              <a:gd name="csX217" fmla="*/ 3243119 w 4740741"/>
              <a:gd name="csY217" fmla="*/ 2008095 h 2254396"/>
              <a:gd name="csX218" fmla="*/ 3253446 w 4740741"/>
              <a:gd name="csY218" fmla="*/ 2049288 h 2254396"/>
              <a:gd name="csX219" fmla="*/ 3294757 w 4740741"/>
              <a:gd name="csY219" fmla="*/ 2049258 h 2254396"/>
              <a:gd name="csX220" fmla="*/ 3305091 w 4740741"/>
              <a:gd name="csY220" fmla="*/ 737922 h 2254396"/>
              <a:gd name="csX221" fmla="*/ 3315425 w 4740741"/>
              <a:gd name="csY221" fmla="*/ 748917 h 2254396"/>
              <a:gd name="csX222" fmla="*/ 3325808 w 4740741"/>
              <a:gd name="csY222" fmla="*/ 724037 h 2254396"/>
              <a:gd name="csX223" fmla="*/ 3336081 w 4740741"/>
              <a:gd name="csY223" fmla="*/ 1332320 h 2254396"/>
              <a:gd name="csX224" fmla="*/ 3346536 w 4740741"/>
              <a:gd name="csY224" fmla="*/ 1122687 h 2254396"/>
              <a:gd name="csX225" fmla="*/ 3356736 w 4740741"/>
              <a:gd name="csY225" fmla="*/ 1187800 h 2254396"/>
              <a:gd name="csX226" fmla="*/ 3367064 w 4740741"/>
              <a:gd name="csY226" fmla="*/ 1146718 h 2254396"/>
              <a:gd name="csX227" fmla="*/ 3377392 w 4740741"/>
              <a:gd name="csY227" fmla="*/ 1187894 h 2254396"/>
              <a:gd name="csX228" fmla="*/ 3429033 w 4740741"/>
              <a:gd name="csY228" fmla="*/ 1187328 h 2254396"/>
              <a:gd name="csX229" fmla="*/ 3439358 w 4740741"/>
              <a:gd name="csY229" fmla="*/ 1150029 h 2254396"/>
              <a:gd name="csX230" fmla="*/ 3449704 w 4740741"/>
              <a:gd name="csY230" fmla="*/ 1184586 h 2254396"/>
              <a:gd name="csX231" fmla="*/ 3460014 w 4740741"/>
              <a:gd name="csY231" fmla="*/ 1187781 h 2254396"/>
              <a:gd name="csX232" fmla="*/ 3480669 w 4740741"/>
              <a:gd name="csY232" fmla="*/ 1187762 h 2254396"/>
              <a:gd name="csX233" fmla="*/ 3490997 w 4740741"/>
              <a:gd name="csY233" fmla="*/ 1147181 h 2254396"/>
              <a:gd name="csX234" fmla="*/ 3501327 w 4740741"/>
              <a:gd name="csY234" fmla="*/ 1187441 h 2254396"/>
              <a:gd name="csX235" fmla="*/ 3511661 w 4740741"/>
              <a:gd name="csY235" fmla="*/ 860942 h 2254396"/>
              <a:gd name="csX236" fmla="*/ 3521995 w 4740741"/>
              <a:gd name="csY236" fmla="*/ 859591 h 2254396"/>
              <a:gd name="csX237" fmla="*/ 3532323 w 4740741"/>
              <a:gd name="csY237" fmla="*/ 819470 h 2254396"/>
              <a:gd name="csX238" fmla="*/ 3542655 w 4740741"/>
              <a:gd name="csY238" fmla="*/ 858904 h 2254396"/>
              <a:gd name="csX239" fmla="*/ 3563306 w 4740741"/>
              <a:gd name="csY239" fmla="*/ 859613 h 2254396"/>
              <a:gd name="csX240" fmla="*/ 3573634 w 4740741"/>
              <a:gd name="csY240" fmla="*/ 818590 h 2254396"/>
              <a:gd name="csX241" fmla="*/ 3583962 w 4740741"/>
              <a:gd name="csY241" fmla="*/ 860831 h 2254396"/>
              <a:gd name="csX242" fmla="*/ 3594296 w 4740741"/>
              <a:gd name="csY242" fmla="*/ 858394 h 2254396"/>
              <a:gd name="csX243" fmla="*/ 3604618 w 4740741"/>
              <a:gd name="csY243" fmla="*/ 859547 h 2254396"/>
              <a:gd name="csX244" fmla="*/ 3614945 w 4740741"/>
              <a:gd name="csY244" fmla="*/ 818568 h 2254396"/>
              <a:gd name="csX245" fmla="*/ 3625273 w 4740741"/>
              <a:gd name="csY245" fmla="*/ 859591 h 2254396"/>
              <a:gd name="csX246" fmla="*/ 3645929 w 4740741"/>
              <a:gd name="csY246" fmla="*/ 859458 h 2254396"/>
              <a:gd name="csX247" fmla="*/ 3656256 w 4740741"/>
              <a:gd name="csY247" fmla="*/ 818545 h 2254396"/>
              <a:gd name="csX248" fmla="*/ 3666584 w 4740741"/>
              <a:gd name="csY248" fmla="*/ 859591 h 2254396"/>
              <a:gd name="csX249" fmla="*/ 3687240 w 4740741"/>
              <a:gd name="csY249" fmla="*/ 859613 h 2254396"/>
              <a:gd name="csX250" fmla="*/ 3697567 w 4740741"/>
              <a:gd name="csY250" fmla="*/ 818522 h 2254396"/>
              <a:gd name="csX251" fmla="*/ 3707895 w 4740741"/>
              <a:gd name="csY251" fmla="*/ 859835 h 2254396"/>
              <a:gd name="csX252" fmla="*/ 3718229 w 4740741"/>
              <a:gd name="csY252" fmla="*/ 1311910 h 2254396"/>
              <a:gd name="csX253" fmla="*/ 3728563 w 4740741"/>
              <a:gd name="csY253" fmla="*/ 1269828 h 2254396"/>
              <a:gd name="csX254" fmla="*/ 3738891 w 4740741"/>
              <a:gd name="csY254" fmla="*/ 1310852 h 2254396"/>
              <a:gd name="csX255" fmla="*/ 3759546 w 4740741"/>
              <a:gd name="csY255" fmla="*/ 1310852 h 2254396"/>
              <a:gd name="csX256" fmla="*/ 3769874 w 4740741"/>
              <a:gd name="csY256" fmla="*/ 1270658 h 2254396"/>
              <a:gd name="csX257" fmla="*/ 3780206 w 4740741"/>
              <a:gd name="csY257" fmla="*/ 1310093 h 2254396"/>
              <a:gd name="csX258" fmla="*/ 3790530 w 4740741"/>
              <a:gd name="csY258" fmla="*/ 1310834 h 2254396"/>
              <a:gd name="csX259" fmla="*/ 3800857 w 4740741"/>
              <a:gd name="csY259" fmla="*/ 1556888 h 2254396"/>
              <a:gd name="csX260" fmla="*/ 3811184 w 4740741"/>
              <a:gd name="csY260" fmla="*/ 2049401 h 2254396"/>
              <a:gd name="csX261" fmla="*/ 3842169 w 4740741"/>
              <a:gd name="csY261" fmla="*/ 2049258 h 2254396"/>
              <a:gd name="csX262" fmla="*/ 3852496 w 4740741"/>
              <a:gd name="csY262" fmla="*/ 2051182 h 2254396"/>
              <a:gd name="csX263" fmla="*/ 3862843 w 4740741"/>
              <a:gd name="csY263" fmla="*/ 2006128 h 2254396"/>
              <a:gd name="csX264" fmla="*/ 3873151 w 4740741"/>
              <a:gd name="csY264" fmla="*/ 2049401 h 2254396"/>
              <a:gd name="csX265" fmla="*/ 3893807 w 4740741"/>
              <a:gd name="csY265" fmla="*/ 2049288 h 2254396"/>
              <a:gd name="csX266" fmla="*/ 3904135 w 4740741"/>
              <a:gd name="csY266" fmla="*/ 2213364 h 2254396"/>
              <a:gd name="csX267" fmla="*/ 3914463 w 4740741"/>
              <a:gd name="csY267" fmla="*/ 2049534 h 2254396"/>
              <a:gd name="csX268" fmla="*/ 3924797 w 4740741"/>
              <a:gd name="csY268" fmla="*/ 2213933 h 2254396"/>
              <a:gd name="csX269" fmla="*/ 3955787 w 4740741"/>
              <a:gd name="csY269" fmla="*/ 2213468 h 2254396"/>
              <a:gd name="csX270" fmla="*/ 3966116 w 4740741"/>
              <a:gd name="csY270" fmla="*/ 2254315 h 2254396"/>
              <a:gd name="csX271" fmla="*/ 3976442 w 4740741"/>
              <a:gd name="csY271" fmla="*/ 2213425 h 2254396"/>
              <a:gd name="csX272" fmla="*/ 4017760 w 4740741"/>
              <a:gd name="csY272" fmla="*/ 2213287 h 2254396"/>
              <a:gd name="csX273" fmla="*/ 4028087 w 4740741"/>
              <a:gd name="csY273" fmla="*/ 2253953 h 2254396"/>
              <a:gd name="csX274" fmla="*/ 4038409 w 4740741"/>
              <a:gd name="csY274" fmla="*/ 2213373 h 2254396"/>
              <a:gd name="csX275" fmla="*/ 4069392 w 4740741"/>
              <a:gd name="csY275" fmla="*/ 2213373 h 2254396"/>
              <a:gd name="csX276" fmla="*/ 4079720 w 4740741"/>
              <a:gd name="csY276" fmla="*/ 2254397 h 2254396"/>
              <a:gd name="csX277" fmla="*/ 4090048 w 4740741"/>
              <a:gd name="csY277" fmla="*/ 2213373 h 2254396"/>
              <a:gd name="csX278" fmla="*/ 4121036 w 4740741"/>
              <a:gd name="csY278" fmla="*/ 2213769 h 2254396"/>
              <a:gd name="csX279" fmla="*/ 4131371 w 4740741"/>
              <a:gd name="csY279" fmla="*/ 1844959 h 2254396"/>
              <a:gd name="csX280" fmla="*/ 4141705 w 4740741"/>
              <a:gd name="csY280" fmla="*/ 1803123 h 2254396"/>
              <a:gd name="csX281" fmla="*/ 4152033 w 4740741"/>
              <a:gd name="csY281" fmla="*/ 1844147 h 2254396"/>
              <a:gd name="csX282" fmla="*/ 4183016 w 4740741"/>
              <a:gd name="csY282" fmla="*/ 1844147 h 2254396"/>
              <a:gd name="csX283" fmla="*/ 4193344 w 4740741"/>
              <a:gd name="csY283" fmla="*/ 1803149 h 2254396"/>
              <a:gd name="csX284" fmla="*/ 4203672 w 4740741"/>
              <a:gd name="csY284" fmla="*/ 1844147 h 2254396"/>
              <a:gd name="csX285" fmla="*/ 4224327 w 4740741"/>
              <a:gd name="csY285" fmla="*/ 1844147 h 2254396"/>
              <a:gd name="csX286" fmla="*/ 4234655 w 4740741"/>
              <a:gd name="csY286" fmla="*/ 1982621 h 2254396"/>
              <a:gd name="csX287" fmla="*/ 4245128 w 4740741"/>
              <a:gd name="csY287" fmla="*/ 1660232 h 2254396"/>
              <a:gd name="csX288" fmla="*/ 4255311 w 4740741"/>
              <a:gd name="csY288" fmla="*/ 1844074 h 2254396"/>
              <a:gd name="csX289" fmla="*/ 4275966 w 4740741"/>
              <a:gd name="csY289" fmla="*/ 1844984 h 2254396"/>
              <a:gd name="csX290" fmla="*/ 4286301 w 4740741"/>
              <a:gd name="csY290" fmla="*/ 1802283 h 2254396"/>
              <a:gd name="csX291" fmla="*/ 4296622 w 4740741"/>
              <a:gd name="csY291" fmla="*/ 1844344 h 2254396"/>
              <a:gd name="csX292" fmla="*/ 4327605 w 4740741"/>
              <a:gd name="csY292" fmla="*/ 1844320 h 2254396"/>
              <a:gd name="csX293" fmla="*/ 4337939 w 4740741"/>
              <a:gd name="csY293" fmla="*/ 1680901 h 2254396"/>
              <a:gd name="csX294" fmla="*/ 4358601 w 4740741"/>
              <a:gd name="csY294" fmla="*/ 1680079 h 2254396"/>
              <a:gd name="csX295" fmla="*/ 4399912 w 4740741"/>
              <a:gd name="csY295" fmla="*/ 1680065 h 2254396"/>
              <a:gd name="csX296" fmla="*/ 4410240 w 4740741"/>
              <a:gd name="csY296" fmla="*/ 1967840 h 2254396"/>
              <a:gd name="csX297" fmla="*/ 4420573 w 4740741"/>
              <a:gd name="csY297" fmla="*/ 2048714 h 2254396"/>
              <a:gd name="csX298" fmla="*/ 4451550 w 4740741"/>
              <a:gd name="csY298" fmla="*/ 2049329 h 2254396"/>
              <a:gd name="csX299" fmla="*/ 4461879 w 4740741"/>
              <a:gd name="csY299" fmla="*/ 2049227 h 2254396"/>
              <a:gd name="csX300" fmla="*/ 4472206 w 4740741"/>
              <a:gd name="csY300" fmla="*/ 2008265 h 2254396"/>
              <a:gd name="csX301" fmla="*/ 4482534 w 4740741"/>
              <a:gd name="csY301" fmla="*/ 2090322 h 2254396"/>
              <a:gd name="csX302" fmla="*/ 4492862 w 4740741"/>
              <a:gd name="csY302" fmla="*/ 2008286 h 2254396"/>
              <a:gd name="csX303" fmla="*/ 4503190 w 4740741"/>
              <a:gd name="csY303" fmla="*/ 2049719 h 2254396"/>
              <a:gd name="csX304" fmla="*/ 4513522 w 4740741"/>
              <a:gd name="csY304" fmla="*/ 2048786 h 2254396"/>
              <a:gd name="csX305" fmla="*/ 4534173 w 4740741"/>
              <a:gd name="csY305" fmla="*/ 2049350 h 2254396"/>
              <a:gd name="csX306" fmla="*/ 4544507 w 4740741"/>
              <a:gd name="csY306" fmla="*/ 1598977 h 2254396"/>
              <a:gd name="csX307" fmla="*/ 4554842 w 4740741"/>
              <a:gd name="csY307" fmla="*/ 1644548 h 2254396"/>
              <a:gd name="csX308" fmla="*/ 4565209 w 4740741"/>
              <a:gd name="csY308" fmla="*/ 1633463 h 2254396"/>
              <a:gd name="csX309" fmla="*/ 4575497 w 4740741"/>
              <a:gd name="csY309" fmla="*/ 1597988 h 2254396"/>
              <a:gd name="csX310" fmla="*/ 4585825 w 4740741"/>
              <a:gd name="csY310" fmla="*/ 1762125 h 2254396"/>
              <a:gd name="csX311" fmla="*/ 4596152 w 4740741"/>
              <a:gd name="csY311" fmla="*/ 2049329 h 2254396"/>
              <a:gd name="csX312" fmla="*/ 4627136 w 4740741"/>
              <a:gd name="csY312" fmla="*/ 2049350 h 2254396"/>
              <a:gd name="csX313" fmla="*/ 4637464 w 4740741"/>
              <a:gd name="csY313" fmla="*/ 654352 h 2254396"/>
              <a:gd name="csX314" fmla="*/ 4647792 w 4740741"/>
              <a:gd name="csY314" fmla="*/ 777521 h 2254396"/>
              <a:gd name="csX315" fmla="*/ 4658119 w 4740741"/>
              <a:gd name="csY315" fmla="*/ 1598018 h 2254396"/>
              <a:gd name="csX316" fmla="*/ 4668447 w 4740741"/>
              <a:gd name="csY316" fmla="*/ 1639027 h 2254396"/>
              <a:gd name="csX317" fmla="*/ 4678775 w 4740741"/>
              <a:gd name="csY317" fmla="*/ 1598032 h 2254396"/>
              <a:gd name="csX318" fmla="*/ 4689103 w 4740741"/>
              <a:gd name="csY318" fmla="*/ 1639041 h 2254396"/>
              <a:gd name="csX319" fmla="*/ 4699430 w 4740741"/>
              <a:gd name="csY319" fmla="*/ 1639041 h 2254396"/>
              <a:gd name="csX320" fmla="*/ 4709758 w 4740741"/>
              <a:gd name="csY320" fmla="*/ 1598018 h 2254396"/>
              <a:gd name="csX321" fmla="*/ 4720086 w 4740741"/>
              <a:gd name="csY321" fmla="*/ 1639012 h 2254396"/>
              <a:gd name="csX322" fmla="*/ 4730413 w 4740741"/>
              <a:gd name="csY322" fmla="*/ 1598032 h 2254396"/>
              <a:gd name="csX323" fmla="*/ 4740741 w 4740741"/>
              <a:gd name="csY323" fmla="*/ 1640089 h 2254396"/>
              <a:gd name="csX324" fmla="*/ 4740741 w 4740741"/>
              <a:gd name="csY324" fmla="*/ 1640089 h 22543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</a:cxnLst>
            <a:rect l="l" t="t" r="r" b="b"/>
            <a:pathLst>
              <a:path w="4740741" h="2254396">
                <a:moveTo>
                  <a:pt x="0" y="535287"/>
                </a:moveTo>
                <a:lnTo>
                  <a:pt x="10344" y="1555596"/>
                </a:lnTo>
                <a:lnTo>
                  <a:pt x="20662" y="2008244"/>
                </a:lnTo>
                <a:lnTo>
                  <a:pt x="30989" y="2049319"/>
                </a:lnTo>
                <a:lnTo>
                  <a:pt x="61973" y="2049319"/>
                </a:lnTo>
                <a:lnTo>
                  <a:pt x="72301" y="2050671"/>
                </a:lnTo>
                <a:lnTo>
                  <a:pt x="82643" y="2006780"/>
                </a:lnTo>
                <a:lnTo>
                  <a:pt x="92956" y="2049268"/>
                </a:lnTo>
                <a:lnTo>
                  <a:pt x="103284" y="2061329"/>
                </a:lnTo>
                <a:lnTo>
                  <a:pt x="113734" y="2036979"/>
                </a:lnTo>
                <a:lnTo>
                  <a:pt x="123940" y="2049319"/>
                </a:lnTo>
                <a:lnTo>
                  <a:pt x="134268" y="2049206"/>
                </a:lnTo>
                <a:lnTo>
                  <a:pt x="144595" y="2008222"/>
                </a:lnTo>
                <a:lnTo>
                  <a:pt x="154923" y="2049309"/>
                </a:lnTo>
                <a:lnTo>
                  <a:pt x="196234" y="2049360"/>
                </a:lnTo>
                <a:lnTo>
                  <a:pt x="206568" y="81967"/>
                </a:lnTo>
                <a:lnTo>
                  <a:pt x="216902" y="2049268"/>
                </a:lnTo>
                <a:lnTo>
                  <a:pt x="227230" y="2008276"/>
                </a:lnTo>
                <a:lnTo>
                  <a:pt x="237558" y="2049288"/>
                </a:lnTo>
                <a:lnTo>
                  <a:pt x="268541" y="2049114"/>
                </a:lnTo>
                <a:lnTo>
                  <a:pt x="278867" y="2008521"/>
                </a:lnTo>
                <a:lnTo>
                  <a:pt x="289197" y="2084494"/>
                </a:lnTo>
                <a:lnTo>
                  <a:pt x="300320" y="2008142"/>
                </a:lnTo>
                <a:lnTo>
                  <a:pt x="309853" y="2049217"/>
                </a:lnTo>
                <a:lnTo>
                  <a:pt x="340835" y="2049288"/>
                </a:lnTo>
                <a:lnTo>
                  <a:pt x="351163" y="2008254"/>
                </a:lnTo>
                <a:lnTo>
                  <a:pt x="361491" y="2049329"/>
                </a:lnTo>
                <a:lnTo>
                  <a:pt x="402802" y="2049299"/>
                </a:lnTo>
                <a:lnTo>
                  <a:pt x="413137" y="82266"/>
                </a:lnTo>
                <a:lnTo>
                  <a:pt x="423472" y="2049206"/>
                </a:lnTo>
                <a:lnTo>
                  <a:pt x="433799" y="2008222"/>
                </a:lnTo>
                <a:lnTo>
                  <a:pt x="444127" y="2049278"/>
                </a:lnTo>
                <a:lnTo>
                  <a:pt x="485438" y="2049237"/>
                </a:lnTo>
                <a:lnTo>
                  <a:pt x="495765" y="2008265"/>
                </a:lnTo>
                <a:lnTo>
                  <a:pt x="506093" y="2049247"/>
                </a:lnTo>
                <a:lnTo>
                  <a:pt x="547405" y="2049278"/>
                </a:lnTo>
                <a:lnTo>
                  <a:pt x="557732" y="2008233"/>
                </a:lnTo>
                <a:lnTo>
                  <a:pt x="568060" y="2218044"/>
                </a:lnTo>
                <a:lnTo>
                  <a:pt x="578939" y="1991479"/>
                </a:lnTo>
                <a:lnTo>
                  <a:pt x="588715" y="2008244"/>
                </a:lnTo>
                <a:lnTo>
                  <a:pt x="599043" y="2049299"/>
                </a:lnTo>
                <a:lnTo>
                  <a:pt x="609371" y="2049299"/>
                </a:lnTo>
                <a:lnTo>
                  <a:pt x="619706" y="82176"/>
                </a:lnTo>
                <a:lnTo>
                  <a:pt x="630040" y="2050497"/>
                </a:lnTo>
                <a:lnTo>
                  <a:pt x="640381" y="2006909"/>
                </a:lnTo>
                <a:lnTo>
                  <a:pt x="650695" y="2049699"/>
                </a:lnTo>
                <a:lnTo>
                  <a:pt x="671351" y="2049288"/>
                </a:lnTo>
                <a:lnTo>
                  <a:pt x="692006" y="2049278"/>
                </a:lnTo>
                <a:lnTo>
                  <a:pt x="702334" y="2008244"/>
                </a:lnTo>
                <a:lnTo>
                  <a:pt x="712662" y="2049278"/>
                </a:lnTo>
                <a:lnTo>
                  <a:pt x="753969" y="2049627"/>
                </a:lnTo>
                <a:lnTo>
                  <a:pt x="764301" y="2008340"/>
                </a:lnTo>
                <a:lnTo>
                  <a:pt x="784957" y="2090548"/>
                </a:lnTo>
                <a:lnTo>
                  <a:pt x="795287" y="2049011"/>
                </a:lnTo>
                <a:lnTo>
                  <a:pt x="805612" y="2049278"/>
                </a:lnTo>
                <a:lnTo>
                  <a:pt x="815940" y="2008425"/>
                </a:lnTo>
                <a:lnTo>
                  <a:pt x="826274" y="122965"/>
                </a:lnTo>
                <a:lnTo>
                  <a:pt x="836608" y="2008254"/>
                </a:lnTo>
                <a:lnTo>
                  <a:pt x="846936" y="2008318"/>
                </a:lnTo>
                <a:lnTo>
                  <a:pt x="857264" y="2049770"/>
                </a:lnTo>
                <a:lnTo>
                  <a:pt x="867597" y="2048734"/>
                </a:lnTo>
                <a:lnTo>
                  <a:pt x="898574" y="2049268"/>
                </a:lnTo>
                <a:lnTo>
                  <a:pt x="908902" y="2008851"/>
                </a:lnTo>
                <a:lnTo>
                  <a:pt x="919236" y="2048724"/>
                </a:lnTo>
                <a:lnTo>
                  <a:pt x="950213" y="2049278"/>
                </a:lnTo>
                <a:lnTo>
                  <a:pt x="960541" y="2049319"/>
                </a:lnTo>
                <a:lnTo>
                  <a:pt x="970869" y="2008766"/>
                </a:lnTo>
                <a:lnTo>
                  <a:pt x="981202" y="2049288"/>
                </a:lnTo>
                <a:lnTo>
                  <a:pt x="1001852" y="2049258"/>
                </a:lnTo>
                <a:lnTo>
                  <a:pt x="1022508" y="2049299"/>
                </a:lnTo>
                <a:lnTo>
                  <a:pt x="1032842" y="82056"/>
                </a:lnTo>
                <a:lnTo>
                  <a:pt x="1043176" y="2049258"/>
                </a:lnTo>
                <a:lnTo>
                  <a:pt x="1053504" y="2008233"/>
                </a:lnTo>
                <a:lnTo>
                  <a:pt x="1063831" y="2049278"/>
                </a:lnTo>
                <a:lnTo>
                  <a:pt x="1105143" y="2049319"/>
                </a:lnTo>
                <a:lnTo>
                  <a:pt x="1115471" y="2009661"/>
                </a:lnTo>
                <a:lnTo>
                  <a:pt x="1125812" y="2048426"/>
                </a:lnTo>
                <a:lnTo>
                  <a:pt x="1167110" y="2049227"/>
                </a:lnTo>
                <a:lnTo>
                  <a:pt x="1177437" y="2008265"/>
                </a:lnTo>
                <a:lnTo>
                  <a:pt x="1187765" y="2049309"/>
                </a:lnTo>
                <a:lnTo>
                  <a:pt x="1198093" y="2049985"/>
                </a:lnTo>
                <a:lnTo>
                  <a:pt x="1208428" y="2048539"/>
                </a:lnTo>
                <a:lnTo>
                  <a:pt x="1229076" y="2049319"/>
                </a:lnTo>
                <a:lnTo>
                  <a:pt x="1239410" y="409930"/>
                </a:lnTo>
                <a:lnTo>
                  <a:pt x="1249744" y="1721102"/>
                </a:lnTo>
                <a:lnTo>
                  <a:pt x="1260072" y="2008244"/>
                </a:lnTo>
                <a:lnTo>
                  <a:pt x="1270400" y="2049268"/>
                </a:lnTo>
                <a:lnTo>
                  <a:pt x="1311711" y="2049247"/>
                </a:lnTo>
                <a:lnTo>
                  <a:pt x="1322039" y="2008244"/>
                </a:lnTo>
                <a:lnTo>
                  <a:pt x="1332366" y="2049329"/>
                </a:lnTo>
                <a:lnTo>
                  <a:pt x="1373677" y="2049401"/>
                </a:lnTo>
                <a:lnTo>
                  <a:pt x="1384006" y="2008116"/>
                </a:lnTo>
                <a:lnTo>
                  <a:pt x="1394333" y="2049288"/>
                </a:lnTo>
                <a:lnTo>
                  <a:pt x="1404661" y="2131316"/>
                </a:lnTo>
                <a:lnTo>
                  <a:pt x="1414988" y="2049278"/>
                </a:lnTo>
                <a:lnTo>
                  <a:pt x="1425316" y="2049288"/>
                </a:lnTo>
                <a:lnTo>
                  <a:pt x="1435644" y="2007689"/>
                </a:lnTo>
                <a:lnTo>
                  <a:pt x="1445978" y="327931"/>
                </a:lnTo>
                <a:lnTo>
                  <a:pt x="1456312" y="1803162"/>
                </a:lnTo>
                <a:lnTo>
                  <a:pt x="1466640" y="2008297"/>
                </a:lnTo>
                <a:lnTo>
                  <a:pt x="1476968" y="2090253"/>
                </a:lnTo>
                <a:lnTo>
                  <a:pt x="1487295" y="2049350"/>
                </a:lnTo>
                <a:lnTo>
                  <a:pt x="1497624" y="2049217"/>
                </a:lnTo>
                <a:lnTo>
                  <a:pt x="1507951" y="2008286"/>
                </a:lnTo>
                <a:lnTo>
                  <a:pt x="1518279" y="2049247"/>
                </a:lnTo>
                <a:lnTo>
                  <a:pt x="1559590" y="2049288"/>
                </a:lnTo>
                <a:lnTo>
                  <a:pt x="1569917" y="2008244"/>
                </a:lnTo>
                <a:lnTo>
                  <a:pt x="1580245" y="2049278"/>
                </a:lnTo>
                <a:lnTo>
                  <a:pt x="1600901" y="2049288"/>
                </a:lnTo>
                <a:lnTo>
                  <a:pt x="1611228" y="2090302"/>
                </a:lnTo>
                <a:lnTo>
                  <a:pt x="1621556" y="2049288"/>
                </a:lnTo>
                <a:lnTo>
                  <a:pt x="1642212" y="2049309"/>
                </a:lnTo>
                <a:lnTo>
                  <a:pt x="1652546" y="491954"/>
                </a:lnTo>
                <a:lnTo>
                  <a:pt x="1662880" y="1639156"/>
                </a:lnTo>
                <a:lnTo>
                  <a:pt x="1673209" y="2008212"/>
                </a:lnTo>
                <a:lnTo>
                  <a:pt x="1683536" y="2172449"/>
                </a:lnTo>
                <a:lnTo>
                  <a:pt x="1693865" y="2049124"/>
                </a:lnTo>
                <a:lnTo>
                  <a:pt x="1735174" y="2049278"/>
                </a:lnTo>
                <a:lnTo>
                  <a:pt x="1745502" y="2008446"/>
                </a:lnTo>
                <a:lnTo>
                  <a:pt x="1755832" y="2049104"/>
                </a:lnTo>
                <a:lnTo>
                  <a:pt x="1797141" y="2049319"/>
                </a:lnTo>
                <a:lnTo>
                  <a:pt x="1807469" y="2007646"/>
                </a:lnTo>
                <a:lnTo>
                  <a:pt x="1817791" y="2049821"/>
                </a:lnTo>
                <a:lnTo>
                  <a:pt x="1848780" y="2049412"/>
                </a:lnTo>
                <a:lnTo>
                  <a:pt x="1859113" y="81907"/>
                </a:lnTo>
                <a:lnTo>
                  <a:pt x="1869447" y="2049699"/>
                </a:lnTo>
                <a:lnTo>
                  <a:pt x="1879779" y="2007571"/>
                </a:lnTo>
                <a:lnTo>
                  <a:pt x="1890100" y="2090961"/>
                </a:lnTo>
                <a:lnTo>
                  <a:pt x="1900435" y="2049452"/>
                </a:lnTo>
                <a:lnTo>
                  <a:pt x="1910765" y="2048344"/>
                </a:lnTo>
                <a:lnTo>
                  <a:pt x="1921083" y="2049606"/>
                </a:lnTo>
                <a:lnTo>
                  <a:pt x="1941742" y="2049412"/>
                </a:lnTo>
                <a:lnTo>
                  <a:pt x="1952071" y="2008436"/>
                </a:lnTo>
                <a:lnTo>
                  <a:pt x="1962400" y="2048991"/>
                </a:lnTo>
                <a:lnTo>
                  <a:pt x="2003708" y="2049299"/>
                </a:lnTo>
                <a:lnTo>
                  <a:pt x="2014036" y="2008169"/>
                </a:lnTo>
                <a:lnTo>
                  <a:pt x="2024363" y="2049319"/>
                </a:lnTo>
                <a:lnTo>
                  <a:pt x="2055347" y="2049299"/>
                </a:lnTo>
                <a:lnTo>
                  <a:pt x="2065682" y="82086"/>
                </a:lnTo>
                <a:lnTo>
                  <a:pt x="2076016" y="2049473"/>
                </a:lnTo>
                <a:lnTo>
                  <a:pt x="2086346" y="2008009"/>
                </a:lnTo>
                <a:lnTo>
                  <a:pt x="2096671" y="2049309"/>
                </a:lnTo>
                <a:lnTo>
                  <a:pt x="2117327" y="2049278"/>
                </a:lnTo>
                <a:lnTo>
                  <a:pt x="2127655" y="2051897"/>
                </a:lnTo>
                <a:lnTo>
                  <a:pt x="2138009" y="2046677"/>
                </a:lnTo>
                <a:lnTo>
                  <a:pt x="2148311" y="2008212"/>
                </a:lnTo>
                <a:lnTo>
                  <a:pt x="2158638" y="2049452"/>
                </a:lnTo>
                <a:lnTo>
                  <a:pt x="2199949" y="2049391"/>
                </a:lnTo>
                <a:lnTo>
                  <a:pt x="2210278" y="2008148"/>
                </a:lnTo>
                <a:lnTo>
                  <a:pt x="2220604" y="2049842"/>
                </a:lnTo>
                <a:lnTo>
                  <a:pt x="2230938" y="2048714"/>
                </a:lnTo>
                <a:lnTo>
                  <a:pt x="2261916" y="2049340"/>
                </a:lnTo>
                <a:lnTo>
                  <a:pt x="2272251" y="492134"/>
                </a:lnTo>
                <a:lnTo>
                  <a:pt x="2282585" y="1639012"/>
                </a:lnTo>
                <a:lnTo>
                  <a:pt x="2292913" y="2008212"/>
                </a:lnTo>
                <a:lnTo>
                  <a:pt x="2303240" y="2049278"/>
                </a:lnTo>
                <a:lnTo>
                  <a:pt x="2344556" y="2048858"/>
                </a:lnTo>
                <a:lnTo>
                  <a:pt x="2354879" y="2008244"/>
                </a:lnTo>
                <a:lnTo>
                  <a:pt x="2365207" y="2172386"/>
                </a:lnTo>
                <a:lnTo>
                  <a:pt x="2375535" y="2049268"/>
                </a:lnTo>
                <a:lnTo>
                  <a:pt x="2385863" y="2008222"/>
                </a:lnTo>
                <a:lnTo>
                  <a:pt x="2396190" y="2049381"/>
                </a:lnTo>
                <a:lnTo>
                  <a:pt x="2437504" y="2049196"/>
                </a:lnTo>
                <a:lnTo>
                  <a:pt x="2447831" y="2008681"/>
                </a:lnTo>
                <a:lnTo>
                  <a:pt x="2458163" y="2048755"/>
                </a:lnTo>
                <a:lnTo>
                  <a:pt x="2468485" y="2049473"/>
                </a:lnTo>
                <a:lnTo>
                  <a:pt x="2478819" y="327931"/>
                </a:lnTo>
                <a:lnTo>
                  <a:pt x="2489153" y="1803645"/>
                </a:lnTo>
                <a:lnTo>
                  <a:pt x="2499485" y="2007838"/>
                </a:lnTo>
                <a:lnTo>
                  <a:pt x="2509809" y="2049278"/>
                </a:lnTo>
                <a:lnTo>
                  <a:pt x="2540792" y="2049278"/>
                </a:lnTo>
                <a:lnTo>
                  <a:pt x="2551120" y="2008329"/>
                </a:lnTo>
                <a:lnTo>
                  <a:pt x="2561448" y="2049206"/>
                </a:lnTo>
                <a:lnTo>
                  <a:pt x="2602759" y="2049278"/>
                </a:lnTo>
                <a:lnTo>
                  <a:pt x="2613086" y="2012176"/>
                </a:lnTo>
                <a:lnTo>
                  <a:pt x="2623452" y="2045480"/>
                </a:lnTo>
                <a:lnTo>
                  <a:pt x="2633742" y="2049340"/>
                </a:lnTo>
                <a:lnTo>
                  <a:pt x="2664725" y="2049309"/>
                </a:lnTo>
                <a:lnTo>
                  <a:pt x="2675053" y="2007806"/>
                </a:lnTo>
                <a:lnTo>
                  <a:pt x="2685387" y="245933"/>
                </a:lnTo>
                <a:lnTo>
                  <a:pt x="2695721" y="1885944"/>
                </a:lnTo>
                <a:lnTo>
                  <a:pt x="2706055" y="2007625"/>
                </a:lnTo>
                <a:lnTo>
                  <a:pt x="2716377" y="2049288"/>
                </a:lnTo>
                <a:lnTo>
                  <a:pt x="2726705" y="2049227"/>
                </a:lnTo>
                <a:lnTo>
                  <a:pt x="2737032" y="2213373"/>
                </a:lnTo>
                <a:lnTo>
                  <a:pt x="2747360" y="2049278"/>
                </a:lnTo>
                <a:lnTo>
                  <a:pt x="2757688" y="2049371"/>
                </a:lnTo>
                <a:lnTo>
                  <a:pt x="2768017" y="1680051"/>
                </a:lnTo>
                <a:lnTo>
                  <a:pt x="2778344" y="1680414"/>
                </a:lnTo>
                <a:lnTo>
                  <a:pt x="2788675" y="1638682"/>
                </a:lnTo>
                <a:lnTo>
                  <a:pt x="2799000" y="1844836"/>
                </a:lnTo>
                <a:lnTo>
                  <a:pt x="2809333" y="1679269"/>
                </a:lnTo>
                <a:lnTo>
                  <a:pt x="2840310" y="1680204"/>
                </a:lnTo>
                <a:lnTo>
                  <a:pt x="2850639" y="1638955"/>
                </a:lnTo>
                <a:lnTo>
                  <a:pt x="2860966" y="1680149"/>
                </a:lnTo>
                <a:lnTo>
                  <a:pt x="2871294" y="1351703"/>
                </a:lnTo>
                <a:lnTo>
                  <a:pt x="2881621" y="1270009"/>
                </a:lnTo>
                <a:lnTo>
                  <a:pt x="2891955" y="0"/>
                </a:lnTo>
                <a:lnTo>
                  <a:pt x="2902289" y="572450"/>
                </a:lnTo>
                <a:lnTo>
                  <a:pt x="2912617" y="1269774"/>
                </a:lnTo>
                <a:lnTo>
                  <a:pt x="2943600" y="1270027"/>
                </a:lnTo>
                <a:lnTo>
                  <a:pt x="2953929" y="1310640"/>
                </a:lnTo>
                <a:lnTo>
                  <a:pt x="2964256" y="1269900"/>
                </a:lnTo>
                <a:lnTo>
                  <a:pt x="3026223" y="1269828"/>
                </a:lnTo>
                <a:lnTo>
                  <a:pt x="3036550" y="1310869"/>
                </a:lnTo>
                <a:lnTo>
                  <a:pt x="3046878" y="1269828"/>
                </a:lnTo>
                <a:lnTo>
                  <a:pt x="3057206" y="1721156"/>
                </a:lnTo>
                <a:lnTo>
                  <a:pt x="3067534" y="2049237"/>
                </a:lnTo>
                <a:lnTo>
                  <a:pt x="3088189" y="2049371"/>
                </a:lnTo>
                <a:lnTo>
                  <a:pt x="3098523" y="778921"/>
                </a:lnTo>
                <a:lnTo>
                  <a:pt x="3108857" y="1351875"/>
                </a:lnTo>
                <a:lnTo>
                  <a:pt x="3119185" y="2008254"/>
                </a:lnTo>
                <a:lnTo>
                  <a:pt x="3129512" y="2049288"/>
                </a:lnTo>
                <a:lnTo>
                  <a:pt x="3170823" y="2049288"/>
                </a:lnTo>
                <a:lnTo>
                  <a:pt x="3181151" y="2008233"/>
                </a:lnTo>
                <a:lnTo>
                  <a:pt x="3191479" y="2049360"/>
                </a:lnTo>
                <a:lnTo>
                  <a:pt x="3232797" y="2048724"/>
                </a:lnTo>
                <a:lnTo>
                  <a:pt x="3243119" y="2008095"/>
                </a:lnTo>
                <a:lnTo>
                  <a:pt x="3253446" y="2049288"/>
                </a:lnTo>
                <a:lnTo>
                  <a:pt x="3294757" y="2049258"/>
                </a:lnTo>
                <a:lnTo>
                  <a:pt x="3305091" y="737922"/>
                </a:lnTo>
                <a:lnTo>
                  <a:pt x="3315425" y="748917"/>
                </a:lnTo>
                <a:lnTo>
                  <a:pt x="3325808" y="724037"/>
                </a:lnTo>
                <a:lnTo>
                  <a:pt x="3336081" y="1332320"/>
                </a:lnTo>
                <a:lnTo>
                  <a:pt x="3346536" y="1122687"/>
                </a:lnTo>
                <a:lnTo>
                  <a:pt x="3356736" y="1187800"/>
                </a:lnTo>
                <a:lnTo>
                  <a:pt x="3367064" y="1146718"/>
                </a:lnTo>
                <a:lnTo>
                  <a:pt x="3377392" y="1187894"/>
                </a:lnTo>
                <a:lnTo>
                  <a:pt x="3429033" y="1187328"/>
                </a:lnTo>
                <a:lnTo>
                  <a:pt x="3439358" y="1150029"/>
                </a:lnTo>
                <a:lnTo>
                  <a:pt x="3449704" y="1184586"/>
                </a:lnTo>
                <a:lnTo>
                  <a:pt x="3460014" y="1187781"/>
                </a:lnTo>
                <a:lnTo>
                  <a:pt x="3480669" y="1187762"/>
                </a:lnTo>
                <a:lnTo>
                  <a:pt x="3490997" y="1147181"/>
                </a:lnTo>
                <a:lnTo>
                  <a:pt x="3501327" y="1187441"/>
                </a:lnTo>
                <a:lnTo>
                  <a:pt x="3511661" y="860942"/>
                </a:lnTo>
                <a:lnTo>
                  <a:pt x="3521995" y="859591"/>
                </a:lnTo>
                <a:lnTo>
                  <a:pt x="3532323" y="819470"/>
                </a:lnTo>
                <a:lnTo>
                  <a:pt x="3542655" y="858904"/>
                </a:lnTo>
                <a:lnTo>
                  <a:pt x="3563306" y="859613"/>
                </a:lnTo>
                <a:lnTo>
                  <a:pt x="3573634" y="818590"/>
                </a:lnTo>
                <a:lnTo>
                  <a:pt x="3583962" y="860831"/>
                </a:lnTo>
                <a:lnTo>
                  <a:pt x="3594296" y="858394"/>
                </a:lnTo>
                <a:lnTo>
                  <a:pt x="3604618" y="859547"/>
                </a:lnTo>
                <a:lnTo>
                  <a:pt x="3614945" y="818568"/>
                </a:lnTo>
                <a:lnTo>
                  <a:pt x="3625273" y="859591"/>
                </a:lnTo>
                <a:lnTo>
                  <a:pt x="3645929" y="859458"/>
                </a:lnTo>
                <a:lnTo>
                  <a:pt x="3656256" y="818545"/>
                </a:lnTo>
                <a:lnTo>
                  <a:pt x="3666584" y="859591"/>
                </a:lnTo>
                <a:lnTo>
                  <a:pt x="3687240" y="859613"/>
                </a:lnTo>
                <a:lnTo>
                  <a:pt x="3697567" y="818522"/>
                </a:lnTo>
                <a:lnTo>
                  <a:pt x="3707895" y="859835"/>
                </a:lnTo>
                <a:lnTo>
                  <a:pt x="3718229" y="1311910"/>
                </a:lnTo>
                <a:lnTo>
                  <a:pt x="3728563" y="1269828"/>
                </a:lnTo>
                <a:lnTo>
                  <a:pt x="3738891" y="1310852"/>
                </a:lnTo>
                <a:lnTo>
                  <a:pt x="3759546" y="1310852"/>
                </a:lnTo>
                <a:lnTo>
                  <a:pt x="3769874" y="1270658"/>
                </a:lnTo>
                <a:lnTo>
                  <a:pt x="3780206" y="1310093"/>
                </a:lnTo>
                <a:lnTo>
                  <a:pt x="3790530" y="1310834"/>
                </a:lnTo>
                <a:lnTo>
                  <a:pt x="3800857" y="1556888"/>
                </a:lnTo>
                <a:lnTo>
                  <a:pt x="3811184" y="2049401"/>
                </a:lnTo>
                <a:lnTo>
                  <a:pt x="3842169" y="2049258"/>
                </a:lnTo>
                <a:lnTo>
                  <a:pt x="3852496" y="2051182"/>
                </a:lnTo>
                <a:lnTo>
                  <a:pt x="3862843" y="2006128"/>
                </a:lnTo>
                <a:lnTo>
                  <a:pt x="3873151" y="2049401"/>
                </a:lnTo>
                <a:lnTo>
                  <a:pt x="3893807" y="2049288"/>
                </a:lnTo>
                <a:lnTo>
                  <a:pt x="3904135" y="2213364"/>
                </a:lnTo>
                <a:lnTo>
                  <a:pt x="3914463" y="2049534"/>
                </a:lnTo>
                <a:lnTo>
                  <a:pt x="3924797" y="2213933"/>
                </a:lnTo>
                <a:lnTo>
                  <a:pt x="3955787" y="2213468"/>
                </a:lnTo>
                <a:lnTo>
                  <a:pt x="3966116" y="2254315"/>
                </a:lnTo>
                <a:lnTo>
                  <a:pt x="3976442" y="2213425"/>
                </a:lnTo>
                <a:lnTo>
                  <a:pt x="4017760" y="2213287"/>
                </a:lnTo>
                <a:lnTo>
                  <a:pt x="4028087" y="2253953"/>
                </a:lnTo>
                <a:lnTo>
                  <a:pt x="4038409" y="2213373"/>
                </a:lnTo>
                <a:lnTo>
                  <a:pt x="4069392" y="2213373"/>
                </a:lnTo>
                <a:lnTo>
                  <a:pt x="4079720" y="2254397"/>
                </a:lnTo>
                <a:lnTo>
                  <a:pt x="4090048" y="2213373"/>
                </a:lnTo>
                <a:lnTo>
                  <a:pt x="4121036" y="2213769"/>
                </a:lnTo>
                <a:lnTo>
                  <a:pt x="4131371" y="1844959"/>
                </a:lnTo>
                <a:lnTo>
                  <a:pt x="4141705" y="1803123"/>
                </a:lnTo>
                <a:lnTo>
                  <a:pt x="4152033" y="1844147"/>
                </a:lnTo>
                <a:lnTo>
                  <a:pt x="4183016" y="1844147"/>
                </a:lnTo>
                <a:lnTo>
                  <a:pt x="4193344" y="1803149"/>
                </a:lnTo>
                <a:lnTo>
                  <a:pt x="4203672" y="1844147"/>
                </a:lnTo>
                <a:lnTo>
                  <a:pt x="4224327" y="1844147"/>
                </a:lnTo>
                <a:lnTo>
                  <a:pt x="4234655" y="1982621"/>
                </a:lnTo>
                <a:lnTo>
                  <a:pt x="4245128" y="1660232"/>
                </a:lnTo>
                <a:lnTo>
                  <a:pt x="4255311" y="1844074"/>
                </a:lnTo>
                <a:lnTo>
                  <a:pt x="4275966" y="1844984"/>
                </a:lnTo>
                <a:lnTo>
                  <a:pt x="4286301" y="1802283"/>
                </a:lnTo>
                <a:lnTo>
                  <a:pt x="4296622" y="1844344"/>
                </a:lnTo>
                <a:lnTo>
                  <a:pt x="4327605" y="1844320"/>
                </a:lnTo>
                <a:lnTo>
                  <a:pt x="4337939" y="1680901"/>
                </a:lnTo>
                <a:lnTo>
                  <a:pt x="4358601" y="1680079"/>
                </a:lnTo>
                <a:lnTo>
                  <a:pt x="4399912" y="1680065"/>
                </a:lnTo>
                <a:lnTo>
                  <a:pt x="4410240" y="1967840"/>
                </a:lnTo>
                <a:lnTo>
                  <a:pt x="4420573" y="2048714"/>
                </a:lnTo>
                <a:lnTo>
                  <a:pt x="4451550" y="2049329"/>
                </a:lnTo>
                <a:lnTo>
                  <a:pt x="4461879" y="2049227"/>
                </a:lnTo>
                <a:lnTo>
                  <a:pt x="4472206" y="2008265"/>
                </a:lnTo>
                <a:lnTo>
                  <a:pt x="4482534" y="2090322"/>
                </a:lnTo>
                <a:lnTo>
                  <a:pt x="4492862" y="2008286"/>
                </a:lnTo>
                <a:lnTo>
                  <a:pt x="4503190" y="2049719"/>
                </a:lnTo>
                <a:lnTo>
                  <a:pt x="4513522" y="2048786"/>
                </a:lnTo>
                <a:lnTo>
                  <a:pt x="4534173" y="2049350"/>
                </a:lnTo>
                <a:lnTo>
                  <a:pt x="4544507" y="1598977"/>
                </a:lnTo>
                <a:lnTo>
                  <a:pt x="4554842" y="1644548"/>
                </a:lnTo>
                <a:lnTo>
                  <a:pt x="4565209" y="1633463"/>
                </a:lnTo>
                <a:lnTo>
                  <a:pt x="4575497" y="1597988"/>
                </a:lnTo>
                <a:lnTo>
                  <a:pt x="4585825" y="1762125"/>
                </a:lnTo>
                <a:lnTo>
                  <a:pt x="4596152" y="2049329"/>
                </a:lnTo>
                <a:lnTo>
                  <a:pt x="4627136" y="2049350"/>
                </a:lnTo>
                <a:lnTo>
                  <a:pt x="4637464" y="654352"/>
                </a:lnTo>
                <a:lnTo>
                  <a:pt x="4647792" y="777521"/>
                </a:lnTo>
                <a:lnTo>
                  <a:pt x="4658119" y="1598018"/>
                </a:lnTo>
                <a:lnTo>
                  <a:pt x="4668447" y="1639027"/>
                </a:lnTo>
                <a:lnTo>
                  <a:pt x="4678775" y="1598032"/>
                </a:lnTo>
                <a:lnTo>
                  <a:pt x="4689103" y="1639041"/>
                </a:lnTo>
                <a:lnTo>
                  <a:pt x="4699430" y="1639041"/>
                </a:lnTo>
                <a:lnTo>
                  <a:pt x="4709758" y="1598018"/>
                </a:lnTo>
                <a:lnTo>
                  <a:pt x="4720086" y="1639012"/>
                </a:lnTo>
                <a:lnTo>
                  <a:pt x="4730413" y="1598032"/>
                </a:lnTo>
                <a:lnTo>
                  <a:pt x="4740741" y="1640089"/>
                </a:lnTo>
                <a:lnTo>
                  <a:pt x="4740741" y="1640089"/>
                </a:lnTo>
              </a:path>
            </a:pathLst>
          </a:custGeom>
          <a:noFill/>
          <a:ln w="19050" cap="sq">
            <a:solidFill>
              <a:srgbClr val="8DD3C7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937" name="Freeform: Shape 936">
            <a:extLst>
              <a:ext uri="{FF2B5EF4-FFF2-40B4-BE49-F238E27FC236}">
                <a16:creationId xmlns:a16="http://schemas.microsoft.com/office/drawing/2014/main" id="{D6B60CD8-F3A7-C4D1-0984-9CE1DF07C1CC}"/>
              </a:ext>
            </a:extLst>
          </p:cNvPr>
          <p:cNvSpPr/>
          <p:nvPr/>
        </p:nvSpPr>
        <p:spPr>
          <a:xfrm>
            <a:off x="2086494" y="1233832"/>
            <a:ext cx="5153891" cy="3080983"/>
          </a:xfrm>
          <a:custGeom>
            <a:avLst/>
            <a:gdLst>
              <a:gd name="csX0" fmla="*/ 0 w 5153891"/>
              <a:gd name="csY0" fmla="*/ 986489 h 3080983"/>
              <a:gd name="csX1" fmla="*/ 10336 w 5153891"/>
              <a:gd name="csY1" fmla="*/ 984118 h 3080983"/>
              <a:gd name="csX2" fmla="*/ 20662 w 5153891"/>
              <a:gd name="csY2" fmla="*/ 984651 h 3080983"/>
              <a:gd name="csX3" fmla="*/ 30989 w 5153891"/>
              <a:gd name="csY3" fmla="*/ 1025626 h 3080983"/>
              <a:gd name="csX4" fmla="*/ 41317 w 5153891"/>
              <a:gd name="csY4" fmla="*/ 984603 h 3080983"/>
              <a:gd name="csX5" fmla="*/ 61973 w 5153891"/>
              <a:gd name="csY5" fmla="*/ 984651 h 3080983"/>
              <a:gd name="csX6" fmla="*/ 72301 w 5153891"/>
              <a:gd name="csY6" fmla="*/ 946676 h 3080983"/>
              <a:gd name="csX7" fmla="*/ 82641 w 5153891"/>
              <a:gd name="csY7" fmla="*/ 1022791 h 3080983"/>
              <a:gd name="csX8" fmla="*/ 92957 w 5153891"/>
              <a:gd name="csY8" fmla="*/ 984941 h 3080983"/>
              <a:gd name="csX9" fmla="*/ 103286 w 5153891"/>
              <a:gd name="csY9" fmla="*/ 1026673 h 3080983"/>
              <a:gd name="csX10" fmla="*/ 113618 w 5153891"/>
              <a:gd name="csY10" fmla="*/ 942003 h 3080983"/>
              <a:gd name="csX11" fmla="*/ 134268 w 5153891"/>
              <a:gd name="csY11" fmla="*/ 1025460 h 3080983"/>
              <a:gd name="csX12" fmla="*/ 144595 w 5153891"/>
              <a:gd name="csY12" fmla="*/ 984603 h 3080983"/>
              <a:gd name="csX13" fmla="*/ 196234 w 5153891"/>
              <a:gd name="csY13" fmla="*/ 984627 h 3080983"/>
              <a:gd name="csX14" fmla="*/ 206568 w 5153891"/>
              <a:gd name="csY14" fmla="*/ 617090 h 3080983"/>
              <a:gd name="csX15" fmla="*/ 216902 w 5153891"/>
              <a:gd name="csY15" fmla="*/ 574366 h 3080983"/>
              <a:gd name="csX16" fmla="*/ 227230 w 5153891"/>
              <a:gd name="csY16" fmla="*/ 614413 h 3080983"/>
              <a:gd name="csX17" fmla="*/ 237554 w 5153891"/>
              <a:gd name="csY17" fmla="*/ 575526 h 3080983"/>
              <a:gd name="csX18" fmla="*/ 247886 w 5153891"/>
              <a:gd name="csY18" fmla="*/ 615194 h 3080983"/>
              <a:gd name="csX19" fmla="*/ 258213 w 5153891"/>
              <a:gd name="csY19" fmla="*/ 984627 h 3080983"/>
              <a:gd name="csX20" fmla="*/ 268541 w 5153891"/>
              <a:gd name="csY20" fmla="*/ 1025626 h 3080983"/>
              <a:gd name="csX21" fmla="*/ 278869 w 5153891"/>
              <a:gd name="csY21" fmla="*/ 984603 h 3080983"/>
              <a:gd name="csX22" fmla="*/ 289196 w 5153891"/>
              <a:gd name="csY22" fmla="*/ 1160316 h 3080983"/>
              <a:gd name="csX23" fmla="*/ 300333 w 5153891"/>
              <a:gd name="csY23" fmla="*/ 912701 h 3080983"/>
              <a:gd name="csX24" fmla="*/ 309852 w 5153891"/>
              <a:gd name="csY24" fmla="*/ 1025507 h 3080983"/>
              <a:gd name="csX25" fmla="*/ 320180 w 5153891"/>
              <a:gd name="csY25" fmla="*/ 984603 h 3080983"/>
              <a:gd name="csX26" fmla="*/ 330507 w 5153891"/>
              <a:gd name="csY26" fmla="*/ 1025388 h 3080983"/>
              <a:gd name="csX27" fmla="*/ 340834 w 5153891"/>
              <a:gd name="csY27" fmla="*/ 984820 h 3080983"/>
              <a:gd name="csX28" fmla="*/ 361491 w 5153891"/>
              <a:gd name="csY28" fmla="*/ 983198 h 3080983"/>
              <a:gd name="csX29" fmla="*/ 371812 w 5153891"/>
              <a:gd name="csY29" fmla="*/ 1026982 h 3080983"/>
              <a:gd name="csX30" fmla="*/ 382146 w 5153891"/>
              <a:gd name="csY30" fmla="*/ 984603 h 3080983"/>
              <a:gd name="csX31" fmla="*/ 392474 w 5153891"/>
              <a:gd name="csY31" fmla="*/ 984627 h 3080983"/>
              <a:gd name="csX32" fmla="*/ 402802 w 5153891"/>
              <a:gd name="csY32" fmla="*/ 1025674 h 3080983"/>
              <a:gd name="csX33" fmla="*/ 413142 w 5153891"/>
              <a:gd name="csY33" fmla="*/ 86164 h 3080983"/>
              <a:gd name="csX34" fmla="*/ 423483 w 5153891"/>
              <a:gd name="csY34" fmla="*/ 121168 h 3080983"/>
              <a:gd name="csX35" fmla="*/ 433804 w 5153891"/>
              <a:gd name="csY35" fmla="*/ 820430 h 3080983"/>
              <a:gd name="csX36" fmla="*/ 444132 w 5153891"/>
              <a:gd name="csY36" fmla="*/ 984578 h 3080983"/>
              <a:gd name="csX37" fmla="*/ 454459 w 5153891"/>
              <a:gd name="csY37" fmla="*/ 984627 h 3080983"/>
              <a:gd name="csX38" fmla="*/ 464787 w 5153891"/>
              <a:gd name="csY38" fmla="*/ 1025650 h 3080983"/>
              <a:gd name="csX39" fmla="*/ 475115 w 5153891"/>
              <a:gd name="csY39" fmla="*/ 984603 h 3080983"/>
              <a:gd name="csX40" fmla="*/ 495771 w 5153891"/>
              <a:gd name="csY40" fmla="*/ 984578 h 3080983"/>
              <a:gd name="csX41" fmla="*/ 506099 w 5153891"/>
              <a:gd name="csY41" fmla="*/ 1025603 h 3080983"/>
              <a:gd name="csX42" fmla="*/ 516426 w 5153891"/>
              <a:gd name="csY42" fmla="*/ 984627 h 3080983"/>
              <a:gd name="csX43" fmla="*/ 537082 w 5153891"/>
              <a:gd name="csY43" fmla="*/ 984603 h 3080983"/>
              <a:gd name="csX44" fmla="*/ 547410 w 5153891"/>
              <a:gd name="csY44" fmla="*/ 1025650 h 3080983"/>
              <a:gd name="csX45" fmla="*/ 557737 w 5153891"/>
              <a:gd name="csY45" fmla="*/ 984675 h 3080983"/>
              <a:gd name="csX46" fmla="*/ 568066 w 5153891"/>
              <a:gd name="csY46" fmla="*/ 1338532 h 3080983"/>
              <a:gd name="csX47" fmla="*/ 578932 w 5153891"/>
              <a:gd name="csY47" fmla="*/ 937814 h 3080983"/>
              <a:gd name="csX48" fmla="*/ 588720 w 5153891"/>
              <a:gd name="csY48" fmla="*/ 984651 h 3080983"/>
              <a:gd name="csX49" fmla="*/ 599049 w 5153891"/>
              <a:gd name="csY49" fmla="*/ 984603 h 3080983"/>
              <a:gd name="csX50" fmla="*/ 609376 w 5153891"/>
              <a:gd name="csY50" fmla="*/ 1025722 h 3080983"/>
              <a:gd name="csX51" fmla="*/ 619710 w 5153891"/>
              <a:gd name="csY51" fmla="*/ 453066 h 3080983"/>
              <a:gd name="csX52" fmla="*/ 630044 w 5153891"/>
              <a:gd name="csY52" fmla="*/ 492522 h 3080983"/>
              <a:gd name="csX53" fmla="*/ 640373 w 5153891"/>
              <a:gd name="csY53" fmla="*/ 451944 h 3080983"/>
              <a:gd name="csX54" fmla="*/ 650703 w 5153891"/>
              <a:gd name="csY54" fmla="*/ 617786 h 3080983"/>
              <a:gd name="csX55" fmla="*/ 661039 w 5153891"/>
              <a:gd name="csY55" fmla="*/ 981840 h 3080983"/>
              <a:gd name="csX56" fmla="*/ 671355 w 5153891"/>
              <a:gd name="csY56" fmla="*/ 984627 h 3080983"/>
              <a:gd name="csX57" fmla="*/ 681683 w 5153891"/>
              <a:gd name="csY57" fmla="*/ 1026768 h 3080983"/>
              <a:gd name="csX58" fmla="*/ 692016 w 5153891"/>
              <a:gd name="csY58" fmla="*/ 983416 h 3080983"/>
              <a:gd name="csX59" fmla="*/ 712666 w 5153891"/>
              <a:gd name="csY59" fmla="*/ 984675 h 3080983"/>
              <a:gd name="csX60" fmla="*/ 722995 w 5153891"/>
              <a:gd name="csY60" fmla="*/ 1025531 h 3080983"/>
              <a:gd name="csX61" fmla="*/ 733322 w 5153891"/>
              <a:gd name="csY61" fmla="*/ 984603 h 3080983"/>
              <a:gd name="csX62" fmla="*/ 743650 w 5153891"/>
              <a:gd name="csY62" fmla="*/ 984651 h 3080983"/>
              <a:gd name="csX63" fmla="*/ 753978 w 5153891"/>
              <a:gd name="csY63" fmla="*/ 1025579 h 3080983"/>
              <a:gd name="csX64" fmla="*/ 764305 w 5153891"/>
              <a:gd name="csY64" fmla="*/ 984651 h 3080983"/>
              <a:gd name="csX65" fmla="*/ 774633 w 5153891"/>
              <a:gd name="csY65" fmla="*/ 984554 h 3080983"/>
              <a:gd name="csX66" fmla="*/ 784961 w 5153891"/>
              <a:gd name="csY66" fmla="*/ 1190762 h 3080983"/>
              <a:gd name="csX67" fmla="*/ 795293 w 5153891"/>
              <a:gd name="csY67" fmla="*/ 983440 h 3080983"/>
              <a:gd name="csX68" fmla="*/ 805616 w 5153891"/>
              <a:gd name="csY68" fmla="*/ 985498 h 3080983"/>
              <a:gd name="csX69" fmla="*/ 815948 w 5153891"/>
              <a:gd name="csY69" fmla="*/ 1024984 h 3080983"/>
              <a:gd name="csX70" fmla="*/ 826282 w 5153891"/>
              <a:gd name="csY70" fmla="*/ 125073 h 3080983"/>
              <a:gd name="csX71" fmla="*/ 836616 w 5153891"/>
              <a:gd name="csY71" fmla="*/ 123072 h 3080983"/>
              <a:gd name="csX72" fmla="*/ 846943 w 5153891"/>
              <a:gd name="csY72" fmla="*/ 779563 h 3080983"/>
              <a:gd name="csX73" fmla="*/ 857271 w 5153891"/>
              <a:gd name="csY73" fmla="*/ 984554 h 3080983"/>
              <a:gd name="csX74" fmla="*/ 867599 w 5153891"/>
              <a:gd name="csY74" fmla="*/ 1025698 h 3080983"/>
              <a:gd name="csX75" fmla="*/ 877927 w 5153891"/>
              <a:gd name="csY75" fmla="*/ 984506 h 3080983"/>
              <a:gd name="csX76" fmla="*/ 888254 w 5153891"/>
              <a:gd name="csY76" fmla="*/ 984627 h 3080983"/>
              <a:gd name="csX77" fmla="*/ 898582 w 5153891"/>
              <a:gd name="csY77" fmla="*/ 1025650 h 3080983"/>
              <a:gd name="csX78" fmla="*/ 908910 w 5153891"/>
              <a:gd name="csY78" fmla="*/ 984627 h 3080983"/>
              <a:gd name="csX79" fmla="*/ 929566 w 5153891"/>
              <a:gd name="csY79" fmla="*/ 984675 h 3080983"/>
              <a:gd name="csX80" fmla="*/ 939894 w 5153891"/>
              <a:gd name="csY80" fmla="*/ 1024531 h 3080983"/>
              <a:gd name="csX81" fmla="*/ 950217 w 5153891"/>
              <a:gd name="csY81" fmla="*/ 985570 h 3080983"/>
              <a:gd name="csX82" fmla="*/ 970877 w 5153891"/>
              <a:gd name="csY82" fmla="*/ 983392 h 3080983"/>
              <a:gd name="csX83" fmla="*/ 981200 w 5153891"/>
              <a:gd name="csY83" fmla="*/ 1026744 h 3080983"/>
              <a:gd name="csX84" fmla="*/ 991532 w 5153891"/>
              <a:gd name="csY84" fmla="*/ 984651 h 3080983"/>
              <a:gd name="csX85" fmla="*/ 1001860 w 5153891"/>
              <a:gd name="csY85" fmla="*/ 984554 h 3080983"/>
              <a:gd name="csX86" fmla="*/ 1012188 w 5153891"/>
              <a:gd name="csY86" fmla="*/ 1025674 h 3080983"/>
              <a:gd name="csX87" fmla="*/ 1022516 w 5153891"/>
              <a:gd name="csY87" fmla="*/ 984651 h 3080983"/>
              <a:gd name="csX88" fmla="*/ 1032850 w 5153891"/>
              <a:gd name="csY88" fmla="*/ 289225 h 3080983"/>
              <a:gd name="csX89" fmla="*/ 1043185 w 5153891"/>
              <a:gd name="csY89" fmla="*/ 244501 h 3080983"/>
              <a:gd name="csX90" fmla="*/ 1053507 w 5153891"/>
              <a:gd name="csY90" fmla="*/ 493745 h 3080983"/>
              <a:gd name="csX91" fmla="*/ 1063840 w 5153891"/>
              <a:gd name="csY91" fmla="*/ 984578 h 3080983"/>
              <a:gd name="csX92" fmla="*/ 1084498 w 5153891"/>
              <a:gd name="csY92" fmla="*/ 984530 h 3080983"/>
              <a:gd name="csX93" fmla="*/ 1094825 w 5153891"/>
              <a:gd name="csY93" fmla="*/ 1026435 h 3080983"/>
              <a:gd name="csX94" fmla="*/ 1105157 w 5153891"/>
              <a:gd name="csY94" fmla="*/ 983876 h 3080983"/>
              <a:gd name="csX95" fmla="*/ 1115481 w 5153891"/>
              <a:gd name="csY95" fmla="*/ 987793 h 3080983"/>
              <a:gd name="csX96" fmla="*/ 1125823 w 5153891"/>
              <a:gd name="csY96" fmla="*/ 1023197 h 3080983"/>
              <a:gd name="csX97" fmla="*/ 1136140 w 5153891"/>
              <a:gd name="csY97" fmla="*/ 983246 h 3080983"/>
              <a:gd name="csX98" fmla="*/ 1146462 w 5153891"/>
              <a:gd name="csY98" fmla="*/ 985208 h 3080983"/>
              <a:gd name="csX99" fmla="*/ 1156792 w 5153891"/>
              <a:gd name="csY99" fmla="*/ 984046 h 3080983"/>
              <a:gd name="csX100" fmla="*/ 1167118 w 5153891"/>
              <a:gd name="csY100" fmla="*/ 1025579 h 3080983"/>
              <a:gd name="csX101" fmla="*/ 1177445 w 5153891"/>
              <a:gd name="csY101" fmla="*/ 984651 h 3080983"/>
              <a:gd name="csX102" fmla="*/ 1198103 w 5153891"/>
              <a:gd name="csY102" fmla="*/ 985183 h 3080983"/>
              <a:gd name="csX103" fmla="*/ 1208433 w 5153891"/>
              <a:gd name="csY103" fmla="*/ 1025055 h 3080983"/>
              <a:gd name="csX104" fmla="*/ 1218759 w 5153891"/>
              <a:gd name="csY104" fmla="*/ 984651 h 3080983"/>
              <a:gd name="csX105" fmla="*/ 1229086 w 5153891"/>
              <a:gd name="csY105" fmla="*/ 984627 h 3080983"/>
              <a:gd name="csX106" fmla="*/ 1239421 w 5153891"/>
              <a:gd name="csY106" fmla="*/ 2110 h 3080983"/>
              <a:gd name="csX107" fmla="*/ 1249755 w 5153891"/>
              <a:gd name="csY107" fmla="*/ 0 h 3080983"/>
              <a:gd name="csX108" fmla="*/ 1260082 w 5153891"/>
              <a:gd name="csY108" fmla="*/ 1025698 h 3080983"/>
              <a:gd name="csX109" fmla="*/ 1270411 w 5153891"/>
              <a:gd name="csY109" fmla="*/ 984699 h 3080983"/>
              <a:gd name="csX110" fmla="*/ 1291066 w 5153891"/>
              <a:gd name="csY110" fmla="*/ 984191 h 3080983"/>
              <a:gd name="csX111" fmla="*/ 1301392 w 5153891"/>
              <a:gd name="csY111" fmla="*/ 1026483 h 3080983"/>
              <a:gd name="csX112" fmla="*/ 1311723 w 5153891"/>
              <a:gd name="csY112" fmla="*/ 984118 h 3080983"/>
              <a:gd name="csX113" fmla="*/ 1322049 w 5153891"/>
              <a:gd name="csY113" fmla="*/ 983658 h 3080983"/>
              <a:gd name="csX114" fmla="*/ 1332373 w 5153891"/>
              <a:gd name="csY114" fmla="*/ 1026958 h 3080983"/>
              <a:gd name="csX115" fmla="*/ 1342706 w 5153891"/>
              <a:gd name="csY115" fmla="*/ 984288 h 3080983"/>
              <a:gd name="csX116" fmla="*/ 1363360 w 5153891"/>
              <a:gd name="csY116" fmla="*/ 984603 h 3080983"/>
              <a:gd name="csX117" fmla="*/ 1373688 w 5153891"/>
              <a:gd name="csY117" fmla="*/ 1025722 h 3080983"/>
              <a:gd name="csX118" fmla="*/ 1384016 w 5153891"/>
              <a:gd name="csY118" fmla="*/ 985159 h 3080983"/>
              <a:gd name="csX119" fmla="*/ 1394346 w 5153891"/>
              <a:gd name="csY119" fmla="*/ 983973 h 3080983"/>
              <a:gd name="csX120" fmla="*/ 1404671 w 5153891"/>
              <a:gd name="csY120" fmla="*/ 1353836 h 3080983"/>
              <a:gd name="csX121" fmla="*/ 1414999 w 5153891"/>
              <a:gd name="csY121" fmla="*/ 1149216 h 3080983"/>
              <a:gd name="csX122" fmla="*/ 1425329 w 5153891"/>
              <a:gd name="csY122" fmla="*/ 984022 h 3080983"/>
              <a:gd name="csX123" fmla="*/ 1435654 w 5153891"/>
              <a:gd name="csY123" fmla="*/ 1025888 h 3080983"/>
              <a:gd name="csX124" fmla="*/ 1445988 w 5153891"/>
              <a:gd name="csY124" fmla="*/ 43008 h 3080983"/>
              <a:gd name="csX125" fmla="*/ 1456322 w 5153891"/>
              <a:gd name="csY125" fmla="*/ 82115 h 3080983"/>
              <a:gd name="csX126" fmla="*/ 1466650 w 5153891"/>
              <a:gd name="csY126" fmla="*/ 902580 h 3080983"/>
              <a:gd name="csX127" fmla="*/ 1476978 w 5153891"/>
              <a:gd name="csY127" fmla="*/ 1107903 h 3080983"/>
              <a:gd name="csX128" fmla="*/ 1487307 w 5153891"/>
              <a:gd name="csY128" fmla="*/ 983392 h 3080983"/>
              <a:gd name="csX129" fmla="*/ 1497629 w 5153891"/>
              <a:gd name="csY129" fmla="*/ 985570 h 3080983"/>
              <a:gd name="csX130" fmla="*/ 1507961 w 5153891"/>
              <a:gd name="csY130" fmla="*/ 1025674 h 3080983"/>
              <a:gd name="csX131" fmla="*/ 1518289 w 5153891"/>
              <a:gd name="csY131" fmla="*/ 984578 h 3080983"/>
              <a:gd name="csX132" fmla="*/ 1528617 w 5153891"/>
              <a:gd name="csY132" fmla="*/ 984603 h 3080983"/>
              <a:gd name="csX133" fmla="*/ 1538944 w 5153891"/>
              <a:gd name="csY133" fmla="*/ 1025698 h 3080983"/>
              <a:gd name="csX134" fmla="*/ 1549273 w 5153891"/>
              <a:gd name="csY134" fmla="*/ 984530 h 3080983"/>
              <a:gd name="csX135" fmla="*/ 1569928 w 5153891"/>
              <a:gd name="csY135" fmla="*/ 984603 h 3080983"/>
              <a:gd name="csX136" fmla="*/ 1580256 w 5153891"/>
              <a:gd name="csY136" fmla="*/ 1025603 h 3080983"/>
              <a:gd name="csX137" fmla="*/ 1590583 w 5153891"/>
              <a:gd name="csY137" fmla="*/ 984578 h 3080983"/>
              <a:gd name="csX138" fmla="*/ 1600911 w 5153891"/>
              <a:gd name="csY138" fmla="*/ 984627 h 3080983"/>
              <a:gd name="csX139" fmla="*/ 1611239 w 5153891"/>
              <a:gd name="csY139" fmla="*/ 1189965 h 3080983"/>
              <a:gd name="csX140" fmla="*/ 1621568 w 5153891"/>
              <a:gd name="csY140" fmla="*/ 984336 h 3080983"/>
              <a:gd name="csX141" fmla="*/ 1631894 w 5153891"/>
              <a:gd name="csY141" fmla="*/ 984046 h 3080983"/>
              <a:gd name="csX142" fmla="*/ 1642220 w 5153891"/>
              <a:gd name="csY142" fmla="*/ 1026435 h 3080983"/>
              <a:gd name="csX143" fmla="*/ 1652554 w 5153891"/>
              <a:gd name="csY143" fmla="*/ 43142 h 3080983"/>
              <a:gd name="csX144" fmla="*/ 1662888 w 5153891"/>
              <a:gd name="csY144" fmla="*/ 579 h 3080983"/>
              <a:gd name="csX145" fmla="*/ 1673218 w 5153891"/>
              <a:gd name="csY145" fmla="*/ 943480 h 3080983"/>
              <a:gd name="csX146" fmla="*/ 1683545 w 5153891"/>
              <a:gd name="csY146" fmla="*/ 1394618 h 3080983"/>
              <a:gd name="csX147" fmla="*/ 1693871 w 5153891"/>
              <a:gd name="csY147" fmla="*/ 984578 h 3080983"/>
              <a:gd name="csX148" fmla="*/ 1704199 w 5153891"/>
              <a:gd name="csY148" fmla="*/ 984724 h 3080983"/>
              <a:gd name="csX149" fmla="*/ 1714527 w 5153891"/>
              <a:gd name="csY149" fmla="*/ 1066510 h 3080983"/>
              <a:gd name="csX150" fmla="*/ 1724854 w 5153891"/>
              <a:gd name="csY150" fmla="*/ 984603 h 3080983"/>
              <a:gd name="csX151" fmla="*/ 1735182 w 5153891"/>
              <a:gd name="csY151" fmla="*/ 984724 h 3080983"/>
              <a:gd name="csX152" fmla="*/ 1745511 w 5153891"/>
              <a:gd name="csY152" fmla="*/ 1025626 h 3080983"/>
              <a:gd name="csX153" fmla="*/ 1755838 w 5153891"/>
              <a:gd name="csY153" fmla="*/ 984506 h 3080983"/>
              <a:gd name="csX154" fmla="*/ 1776493 w 5153891"/>
              <a:gd name="csY154" fmla="*/ 984603 h 3080983"/>
              <a:gd name="csX155" fmla="*/ 1786821 w 5153891"/>
              <a:gd name="csY155" fmla="*/ 1025650 h 3080983"/>
              <a:gd name="csX156" fmla="*/ 1797149 w 5153891"/>
              <a:gd name="csY156" fmla="*/ 984869 h 3080983"/>
              <a:gd name="csX157" fmla="*/ 1817805 w 5153891"/>
              <a:gd name="csY157" fmla="*/ 985135 h 3080983"/>
              <a:gd name="csX158" fmla="*/ 1828135 w 5153891"/>
              <a:gd name="csY158" fmla="*/ 1025150 h 3080983"/>
              <a:gd name="csX159" fmla="*/ 1838461 w 5153891"/>
              <a:gd name="csY159" fmla="*/ 984409 h 3080983"/>
              <a:gd name="csX160" fmla="*/ 1848788 w 5153891"/>
              <a:gd name="csY160" fmla="*/ 984820 h 3080983"/>
              <a:gd name="csX161" fmla="*/ 1859122 w 5153891"/>
              <a:gd name="csY161" fmla="*/ 863107 h 3080983"/>
              <a:gd name="csX162" fmla="*/ 1869456 w 5153891"/>
              <a:gd name="csY162" fmla="*/ 820870 h 3080983"/>
              <a:gd name="csX163" fmla="*/ 1879785 w 5153891"/>
              <a:gd name="csY163" fmla="*/ 861252 h 3080983"/>
              <a:gd name="csX164" fmla="*/ 1890112 w 5153891"/>
              <a:gd name="csY164" fmla="*/ 861430 h 3080983"/>
              <a:gd name="csX165" fmla="*/ 1900439 w 5153891"/>
              <a:gd name="csY165" fmla="*/ 822264 h 3080983"/>
              <a:gd name="csX166" fmla="*/ 1910774 w 5153891"/>
              <a:gd name="csY166" fmla="*/ 859801 h 3080983"/>
              <a:gd name="csX167" fmla="*/ 1921095 w 5153891"/>
              <a:gd name="csY167" fmla="*/ 861557 h 3080983"/>
              <a:gd name="csX168" fmla="*/ 1931423 w 5153891"/>
              <a:gd name="csY168" fmla="*/ 820482 h 3080983"/>
              <a:gd name="csX169" fmla="*/ 1941750 w 5153891"/>
              <a:gd name="csY169" fmla="*/ 861684 h 3080983"/>
              <a:gd name="csX170" fmla="*/ 1952079 w 5153891"/>
              <a:gd name="csY170" fmla="*/ 861786 h 3080983"/>
              <a:gd name="csX171" fmla="*/ 1962408 w 5153891"/>
              <a:gd name="csY171" fmla="*/ 820094 h 3080983"/>
              <a:gd name="csX172" fmla="*/ 1972734 w 5153891"/>
              <a:gd name="csY172" fmla="*/ 861557 h 3080983"/>
              <a:gd name="csX173" fmla="*/ 1983062 w 5153891"/>
              <a:gd name="csY173" fmla="*/ 984554 h 3080983"/>
              <a:gd name="csX174" fmla="*/ 2003717 w 5153891"/>
              <a:gd name="csY174" fmla="*/ 986078 h 3080983"/>
              <a:gd name="csX175" fmla="*/ 2014051 w 5153891"/>
              <a:gd name="csY175" fmla="*/ 981961 h 3080983"/>
              <a:gd name="csX176" fmla="*/ 2024368 w 5153891"/>
              <a:gd name="csY176" fmla="*/ 1026791 h 3080983"/>
              <a:gd name="csX177" fmla="*/ 2034700 w 5153891"/>
              <a:gd name="csY177" fmla="*/ 984554 h 3080983"/>
              <a:gd name="csX178" fmla="*/ 2045028 w 5153891"/>
              <a:gd name="csY178" fmla="*/ 984603 h 3080983"/>
              <a:gd name="csX179" fmla="*/ 2055356 w 5153891"/>
              <a:gd name="csY179" fmla="*/ 1027338 h 3080983"/>
              <a:gd name="csX180" fmla="*/ 2065693 w 5153891"/>
              <a:gd name="csY180" fmla="*/ 1109739 h 3080983"/>
              <a:gd name="csX181" fmla="*/ 2076030 w 5153891"/>
              <a:gd name="csY181" fmla="*/ 1148630 h 3080983"/>
              <a:gd name="csX182" fmla="*/ 2086357 w 5153891"/>
              <a:gd name="csY182" fmla="*/ 1107053 h 3080983"/>
              <a:gd name="csX183" fmla="*/ 2096682 w 5153891"/>
              <a:gd name="csY183" fmla="*/ 1148855 h 3080983"/>
              <a:gd name="csX184" fmla="*/ 2107011 w 5153891"/>
              <a:gd name="csY184" fmla="*/ 1107674 h 3080983"/>
              <a:gd name="csX185" fmla="*/ 2117339 w 5153891"/>
              <a:gd name="csY185" fmla="*/ 1107697 h 3080983"/>
              <a:gd name="csX186" fmla="*/ 2127667 w 5153891"/>
              <a:gd name="csY186" fmla="*/ 1153628 h 3080983"/>
              <a:gd name="csX187" fmla="*/ 2138017 w 5153891"/>
              <a:gd name="csY187" fmla="*/ 1102585 h 3080983"/>
              <a:gd name="csX188" fmla="*/ 2148322 w 5153891"/>
              <a:gd name="csY188" fmla="*/ 1148607 h 3080983"/>
              <a:gd name="csX189" fmla="*/ 2158649 w 5153891"/>
              <a:gd name="csY189" fmla="*/ 1108431 h 3080983"/>
              <a:gd name="csX190" fmla="*/ 2168980 w 5153891"/>
              <a:gd name="csY190" fmla="*/ 1107490 h 3080983"/>
              <a:gd name="csX191" fmla="*/ 2179307 w 5153891"/>
              <a:gd name="csY191" fmla="*/ 1148111 h 3080983"/>
              <a:gd name="csX192" fmla="*/ 2189632 w 5153891"/>
              <a:gd name="csY192" fmla="*/ 1107674 h 3080983"/>
              <a:gd name="csX193" fmla="*/ 2199960 w 5153891"/>
              <a:gd name="csY193" fmla="*/ 1149126 h 3080983"/>
              <a:gd name="csX194" fmla="*/ 2210290 w 5153891"/>
              <a:gd name="csY194" fmla="*/ 1107329 h 3080983"/>
              <a:gd name="csX195" fmla="*/ 2220616 w 5153891"/>
              <a:gd name="csY195" fmla="*/ 1107559 h 3080983"/>
              <a:gd name="csX196" fmla="*/ 2230943 w 5153891"/>
              <a:gd name="csY196" fmla="*/ 1148720 h 3080983"/>
              <a:gd name="csX197" fmla="*/ 2241271 w 5153891"/>
              <a:gd name="csY197" fmla="*/ 1107674 h 3080983"/>
              <a:gd name="csX198" fmla="*/ 2251599 w 5153891"/>
              <a:gd name="csY198" fmla="*/ 1149306 h 3080983"/>
              <a:gd name="csX199" fmla="*/ 2261930 w 5153891"/>
              <a:gd name="csY199" fmla="*/ 1107237 h 3080983"/>
              <a:gd name="csX200" fmla="*/ 2272264 w 5153891"/>
              <a:gd name="csY200" fmla="*/ 1478197 h 3080983"/>
              <a:gd name="csX201" fmla="*/ 2282599 w 5153891"/>
              <a:gd name="csY201" fmla="*/ 1476733 h 3080983"/>
              <a:gd name="csX202" fmla="*/ 2344567 w 5153891"/>
              <a:gd name="csY202" fmla="*/ 1476598 h 3080983"/>
              <a:gd name="csX203" fmla="*/ 2354893 w 5153891"/>
              <a:gd name="csY203" fmla="*/ 1435863 h 3080983"/>
              <a:gd name="csX204" fmla="*/ 2365220 w 5153891"/>
              <a:gd name="csY204" fmla="*/ 1476945 h 3080983"/>
              <a:gd name="csX205" fmla="*/ 2468498 w 5153891"/>
              <a:gd name="csY205" fmla="*/ 1477080 h 3080983"/>
              <a:gd name="csX206" fmla="*/ 2478833 w 5153891"/>
              <a:gd name="csY206" fmla="*/ 1929136 h 3080983"/>
              <a:gd name="csX207" fmla="*/ 2489167 w 5153891"/>
              <a:gd name="csY207" fmla="*/ 1928516 h 3080983"/>
              <a:gd name="csX208" fmla="*/ 2499498 w 5153891"/>
              <a:gd name="csY208" fmla="*/ 1968740 h 3080983"/>
              <a:gd name="csX209" fmla="*/ 2509822 w 5153891"/>
              <a:gd name="csY209" fmla="*/ 1928147 h 3080983"/>
              <a:gd name="csX210" fmla="*/ 2520150 w 5153891"/>
              <a:gd name="csY210" fmla="*/ 1969200 h 3080983"/>
              <a:gd name="csX211" fmla="*/ 2530478 w 5153891"/>
              <a:gd name="csY211" fmla="*/ 1928147 h 3080983"/>
              <a:gd name="csX212" fmla="*/ 2540806 w 5153891"/>
              <a:gd name="csY212" fmla="*/ 1928118 h 3080983"/>
              <a:gd name="csX213" fmla="*/ 2551133 w 5153891"/>
              <a:gd name="csY213" fmla="*/ 1968927 h 3080983"/>
              <a:gd name="csX214" fmla="*/ 2561459 w 5153891"/>
              <a:gd name="csY214" fmla="*/ 1929254 h 3080983"/>
              <a:gd name="csX215" fmla="*/ 2571795 w 5153891"/>
              <a:gd name="csY215" fmla="*/ 1927349 h 3080983"/>
              <a:gd name="csX216" fmla="*/ 2582117 w 5153891"/>
              <a:gd name="csY216" fmla="*/ 1969343 h 3080983"/>
              <a:gd name="csX217" fmla="*/ 2592446 w 5153891"/>
              <a:gd name="csY217" fmla="*/ 1927970 h 3080983"/>
              <a:gd name="csX218" fmla="*/ 2602772 w 5153891"/>
              <a:gd name="csY218" fmla="*/ 1928133 h 3080983"/>
              <a:gd name="csX219" fmla="*/ 2613100 w 5153891"/>
              <a:gd name="csY219" fmla="*/ 1973123 h 3080983"/>
              <a:gd name="csX220" fmla="*/ 2623456 w 5153891"/>
              <a:gd name="csY220" fmla="*/ 1924090 h 3080983"/>
              <a:gd name="csX221" fmla="*/ 2633756 w 5153891"/>
              <a:gd name="csY221" fmla="*/ 1928443 h 3080983"/>
              <a:gd name="csX222" fmla="*/ 2644086 w 5153891"/>
              <a:gd name="csY222" fmla="*/ 1968798 h 3080983"/>
              <a:gd name="csX223" fmla="*/ 2654411 w 5153891"/>
              <a:gd name="csY223" fmla="*/ 1928221 h 3080983"/>
              <a:gd name="csX224" fmla="*/ 2664739 w 5153891"/>
              <a:gd name="csY224" fmla="*/ 1928088 h 3080983"/>
              <a:gd name="csX225" fmla="*/ 2675066 w 5153891"/>
              <a:gd name="csY225" fmla="*/ 1969544 h 3080983"/>
              <a:gd name="csX226" fmla="*/ 2685400 w 5153891"/>
              <a:gd name="csY226" fmla="*/ 2257026 h 3080983"/>
              <a:gd name="csX227" fmla="*/ 2695735 w 5153891"/>
              <a:gd name="csY227" fmla="*/ 2216822 h 3080983"/>
              <a:gd name="csX228" fmla="*/ 2706075 w 5153891"/>
              <a:gd name="csY228" fmla="*/ 2255164 h 3080983"/>
              <a:gd name="csX229" fmla="*/ 2716393 w 5153891"/>
              <a:gd name="csY229" fmla="*/ 2256280 h 3080983"/>
              <a:gd name="csX230" fmla="*/ 2726720 w 5153891"/>
              <a:gd name="csY230" fmla="*/ 2215075 h 3080983"/>
              <a:gd name="csX231" fmla="*/ 2737046 w 5153891"/>
              <a:gd name="csY231" fmla="*/ 2256348 h 3080983"/>
              <a:gd name="csX232" fmla="*/ 2757703 w 5153891"/>
              <a:gd name="csY232" fmla="*/ 2256532 h 3080983"/>
              <a:gd name="csX233" fmla="*/ 2768032 w 5153891"/>
              <a:gd name="csY233" fmla="*/ 2215063 h 3080983"/>
              <a:gd name="csX234" fmla="*/ 2778357 w 5153891"/>
              <a:gd name="csY234" fmla="*/ 2256578 h 3080983"/>
              <a:gd name="csX235" fmla="*/ 2799013 w 5153891"/>
              <a:gd name="csY235" fmla="*/ 2256578 h 3080983"/>
              <a:gd name="csX236" fmla="*/ 2809343 w 5153891"/>
              <a:gd name="csY236" fmla="*/ 2215278 h 3080983"/>
              <a:gd name="csX237" fmla="*/ 2819670 w 5153891"/>
              <a:gd name="csY237" fmla="*/ 2256061 h 3080983"/>
              <a:gd name="csX238" fmla="*/ 2840323 w 5153891"/>
              <a:gd name="csY238" fmla="*/ 2256647 h 3080983"/>
              <a:gd name="csX239" fmla="*/ 2850654 w 5153891"/>
              <a:gd name="csY239" fmla="*/ 2214992 h 3080983"/>
              <a:gd name="csX240" fmla="*/ 2860979 w 5153891"/>
              <a:gd name="csY240" fmla="*/ 2256785 h 3080983"/>
              <a:gd name="csX241" fmla="*/ 2881635 w 5153891"/>
              <a:gd name="csY241" fmla="*/ 2256440 h 3080983"/>
              <a:gd name="csX242" fmla="*/ 2891969 w 5153891"/>
              <a:gd name="csY242" fmla="*/ 2421032 h 3080983"/>
              <a:gd name="csX243" fmla="*/ 2902303 w 5153891"/>
              <a:gd name="csY243" fmla="*/ 2379429 h 3080983"/>
              <a:gd name="csX244" fmla="*/ 2912631 w 5153891"/>
              <a:gd name="csY244" fmla="*/ 2420392 h 3080983"/>
              <a:gd name="csX245" fmla="*/ 2943614 w 5153891"/>
              <a:gd name="csY245" fmla="*/ 2420442 h 3080983"/>
              <a:gd name="csX246" fmla="*/ 2953942 w 5153891"/>
              <a:gd name="csY246" fmla="*/ 2379459 h 3080983"/>
              <a:gd name="csX247" fmla="*/ 2964270 w 5153891"/>
              <a:gd name="csY247" fmla="*/ 2420432 h 3080983"/>
              <a:gd name="csX248" fmla="*/ 2995254 w 5153891"/>
              <a:gd name="csY248" fmla="*/ 2420333 h 3080983"/>
              <a:gd name="csX249" fmla="*/ 3005581 w 5153891"/>
              <a:gd name="csY249" fmla="*/ 2379387 h 3080983"/>
              <a:gd name="csX250" fmla="*/ 3015908 w 5153891"/>
              <a:gd name="csY250" fmla="*/ 2420422 h 3080983"/>
              <a:gd name="csX251" fmla="*/ 3046891 w 5153891"/>
              <a:gd name="csY251" fmla="*/ 2420422 h 3080983"/>
              <a:gd name="csX252" fmla="*/ 3057219 w 5153891"/>
              <a:gd name="csY252" fmla="*/ 2379439 h 3080983"/>
              <a:gd name="csX253" fmla="*/ 3067547 w 5153891"/>
              <a:gd name="csY253" fmla="*/ 2420924 h 3080983"/>
              <a:gd name="csX254" fmla="*/ 3077880 w 5153891"/>
              <a:gd name="csY254" fmla="*/ 2419910 h 3080983"/>
              <a:gd name="csX255" fmla="*/ 3088203 w 5153891"/>
              <a:gd name="csY255" fmla="*/ 2421012 h 3080983"/>
              <a:gd name="csX256" fmla="*/ 3098537 w 5153891"/>
              <a:gd name="csY256" fmla="*/ 1888064 h 3080983"/>
              <a:gd name="csX257" fmla="*/ 3108871 w 5153891"/>
              <a:gd name="csY257" fmla="*/ 1928340 h 3080983"/>
              <a:gd name="csX258" fmla="*/ 3119200 w 5153891"/>
              <a:gd name="csY258" fmla="*/ 1886911 h 3080983"/>
              <a:gd name="csX259" fmla="*/ 3129526 w 5153891"/>
              <a:gd name="csY259" fmla="*/ 1928236 h 3080983"/>
              <a:gd name="csX260" fmla="*/ 3139855 w 5153891"/>
              <a:gd name="csY260" fmla="*/ 1887048 h 3080983"/>
              <a:gd name="csX261" fmla="*/ 3150182 w 5153891"/>
              <a:gd name="csY261" fmla="*/ 1928236 h 3080983"/>
              <a:gd name="csX262" fmla="*/ 3160511 w 5153891"/>
              <a:gd name="csY262" fmla="*/ 1887033 h 3080983"/>
              <a:gd name="csX263" fmla="*/ 3170837 w 5153891"/>
              <a:gd name="csY263" fmla="*/ 1928147 h 3080983"/>
              <a:gd name="csX264" fmla="*/ 3181165 w 5153891"/>
              <a:gd name="csY264" fmla="*/ 1887124 h 3080983"/>
              <a:gd name="csX265" fmla="*/ 3191493 w 5153891"/>
              <a:gd name="csY265" fmla="*/ 1928147 h 3080983"/>
              <a:gd name="csX266" fmla="*/ 3201821 w 5153891"/>
              <a:gd name="csY266" fmla="*/ 1928133 h 3080983"/>
              <a:gd name="csX267" fmla="*/ 3212148 w 5153891"/>
              <a:gd name="csY267" fmla="*/ 1887139 h 3080983"/>
              <a:gd name="csX268" fmla="*/ 3222476 w 5153891"/>
              <a:gd name="csY268" fmla="*/ 1928133 h 3080983"/>
              <a:gd name="csX269" fmla="*/ 3232804 w 5153891"/>
              <a:gd name="csY269" fmla="*/ 1887139 h 3080983"/>
              <a:gd name="csX270" fmla="*/ 3243132 w 5153891"/>
              <a:gd name="csY270" fmla="*/ 1928147 h 3080983"/>
              <a:gd name="csX271" fmla="*/ 3253459 w 5153891"/>
              <a:gd name="csY271" fmla="*/ 1887109 h 3080983"/>
              <a:gd name="csX272" fmla="*/ 3263787 w 5153891"/>
              <a:gd name="csY272" fmla="*/ 1928162 h 3080983"/>
              <a:gd name="csX273" fmla="*/ 3274115 w 5153891"/>
              <a:gd name="csY273" fmla="*/ 1887124 h 3080983"/>
              <a:gd name="csX274" fmla="*/ 3284443 w 5153891"/>
              <a:gd name="csY274" fmla="*/ 1928236 h 3080983"/>
              <a:gd name="csX275" fmla="*/ 3294771 w 5153891"/>
              <a:gd name="csY275" fmla="*/ 1887093 h 3080983"/>
              <a:gd name="csX276" fmla="*/ 3305105 w 5153891"/>
              <a:gd name="csY276" fmla="*/ 2462021 h 3080983"/>
              <a:gd name="csX277" fmla="*/ 3325767 w 5153891"/>
              <a:gd name="csY277" fmla="*/ 2461465 h 3080983"/>
              <a:gd name="csX278" fmla="*/ 3336095 w 5153891"/>
              <a:gd name="csY278" fmla="*/ 2527787 h 3080983"/>
              <a:gd name="csX279" fmla="*/ 3346721 w 5153891"/>
              <a:gd name="csY279" fmla="*/ 2391788 h 3080983"/>
              <a:gd name="csX280" fmla="*/ 3356757 w 5153891"/>
              <a:gd name="csY280" fmla="*/ 2501928 h 3080983"/>
              <a:gd name="csX281" fmla="*/ 3367078 w 5153891"/>
              <a:gd name="csY281" fmla="*/ 2461456 h 3080983"/>
              <a:gd name="csX282" fmla="*/ 3387734 w 5153891"/>
              <a:gd name="csY282" fmla="*/ 2461503 h 3080983"/>
              <a:gd name="csX283" fmla="*/ 3398062 w 5153891"/>
              <a:gd name="csY283" fmla="*/ 2468033 h 3080983"/>
              <a:gd name="csX284" fmla="*/ 3408462 w 5153891"/>
              <a:gd name="csY284" fmla="*/ 2454747 h 3080983"/>
              <a:gd name="csX285" fmla="*/ 3418717 w 5153891"/>
              <a:gd name="csY285" fmla="*/ 2462012 h 3080983"/>
              <a:gd name="csX286" fmla="*/ 3429051 w 5153891"/>
              <a:gd name="csY286" fmla="*/ 2460880 h 3080983"/>
              <a:gd name="csX287" fmla="*/ 3439373 w 5153891"/>
              <a:gd name="csY287" fmla="*/ 2502912 h 3080983"/>
              <a:gd name="csX288" fmla="*/ 3449705 w 5153891"/>
              <a:gd name="csY288" fmla="*/ 2460993 h 3080983"/>
              <a:gd name="csX289" fmla="*/ 3480683 w 5153891"/>
              <a:gd name="csY289" fmla="*/ 2461635 h 3080983"/>
              <a:gd name="csX290" fmla="*/ 3501339 w 5153891"/>
              <a:gd name="csY290" fmla="*/ 2461399 h 3080983"/>
              <a:gd name="csX291" fmla="*/ 3511673 w 5153891"/>
              <a:gd name="csY291" fmla="*/ 2831013 h 3080983"/>
              <a:gd name="csX292" fmla="*/ 3532336 w 5153891"/>
              <a:gd name="csY292" fmla="*/ 2830979 h 3080983"/>
              <a:gd name="csX293" fmla="*/ 3542669 w 5153891"/>
              <a:gd name="csY293" fmla="*/ 2871346 h 3080983"/>
              <a:gd name="csX294" fmla="*/ 3552990 w 5153891"/>
              <a:gd name="csY294" fmla="*/ 2830674 h 3080983"/>
              <a:gd name="csX295" fmla="*/ 3573646 w 5153891"/>
              <a:gd name="csY295" fmla="*/ 2830669 h 3080983"/>
              <a:gd name="csX296" fmla="*/ 3583974 w 5153891"/>
              <a:gd name="csY296" fmla="*/ 2871687 h 3080983"/>
              <a:gd name="csX297" fmla="*/ 3594301 w 5153891"/>
              <a:gd name="csY297" fmla="*/ 2830772 h 3080983"/>
              <a:gd name="csX298" fmla="*/ 3625285 w 5153891"/>
              <a:gd name="csY298" fmla="*/ 2830669 h 3080983"/>
              <a:gd name="csX299" fmla="*/ 3635613 w 5153891"/>
              <a:gd name="csY299" fmla="*/ 2871692 h 3080983"/>
              <a:gd name="csX300" fmla="*/ 3645940 w 5153891"/>
              <a:gd name="csY300" fmla="*/ 2830669 h 3080983"/>
              <a:gd name="csX301" fmla="*/ 3656268 w 5153891"/>
              <a:gd name="csY301" fmla="*/ 2903243 h 3080983"/>
              <a:gd name="csX302" fmla="*/ 3667245 w 5153891"/>
              <a:gd name="csY302" fmla="*/ 2748355 h 3080983"/>
              <a:gd name="csX303" fmla="*/ 3676924 w 5153891"/>
              <a:gd name="csY303" fmla="*/ 2871682 h 3080983"/>
              <a:gd name="csX304" fmla="*/ 3687251 w 5153891"/>
              <a:gd name="csY304" fmla="*/ 2830674 h 3080983"/>
              <a:gd name="csX305" fmla="*/ 3707908 w 5153891"/>
              <a:gd name="csY305" fmla="*/ 2830617 h 3080983"/>
              <a:gd name="csX306" fmla="*/ 3718242 w 5153891"/>
              <a:gd name="csY306" fmla="*/ 2011045 h 3080983"/>
              <a:gd name="csX307" fmla="*/ 3728576 w 5153891"/>
              <a:gd name="csY307" fmla="*/ 2011003 h 3080983"/>
              <a:gd name="csX308" fmla="*/ 3738910 w 5153891"/>
              <a:gd name="csY308" fmla="*/ 2050419 h 3080983"/>
              <a:gd name="csX309" fmla="*/ 3749232 w 5153891"/>
              <a:gd name="csY309" fmla="*/ 2010209 h 3080983"/>
              <a:gd name="csX310" fmla="*/ 3759560 w 5153891"/>
              <a:gd name="csY310" fmla="*/ 2010181 h 3080983"/>
              <a:gd name="csX311" fmla="*/ 3769887 w 5153891"/>
              <a:gd name="csY311" fmla="*/ 2051218 h 3080983"/>
              <a:gd name="csX312" fmla="*/ 3780215 w 5153891"/>
              <a:gd name="csY312" fmla="*/ 2010209 h 3080983"/>
              <a:gd name="csX313" fmla="*/ 3790543 w 5153891"/>
              <a:gd name="csY313" fmla="*/ 2010195 h 3080983"/>
              <a:gd name="csX314" fmla="*/ 3800871 w 5153891"/>
              <a:gd name="csY314" fmla="*/ 2051273 h 3080983"/>
              <a:gd name="csX315" fmla="*/ 3811199 w 5153891"/>
              <a:gd name="csY315" fmla="*/ 2010125 h 3080983"/>
              <a:gd name="csX316" fmla="*/ 3821526 w 5153891"/>
              <a:gd name="csY316" fmla="*/ 2012034 h 3080983"/>
              <a:gd name="csX317" fmla="*/ 3831868 w 5153891"/>
              <a:gd name="csY317" fmla="*/ 2049443 h 3080983"/>
              <a:gd name="csX318" fmla="*/ 3842182 w 5153891"/>
              <a:gd name="csY318" fmla="*/ 2010181 h 3080983"/>
              <a:gd name="csX319" fmla="*/ 3862837 w 5153891"/>
              <a:gd name="csY319" fmla="*/ 2010153 h 3080983"/>
              <a:gd name="csX320" fmla="*/ 3873165 w 5153891"/>
              <a:gd name="csY320" fmla="*/ 2051218 h 3080983"/>
              <a:gd name="csX321" fmla="*/ 3883493 w 5153891"/>
              <a:gd name="csY321" fmla="*/ 2010181 h 3080983"/>
              <a:gd name="csX322" fmla="*/ 3893820 w 5153891"/>
              <a:gd name="csY322" fmla="*/ 2010209 h 3080983"/>
              <a:gd name="csX323" fmla="*/ 3904148 w 5153891"/>
              <a:gd name="csY323" fmla="*/ 2051246 h 3080983"/>
              <a:gd name="csX324" fmla="*/ 3914476 w 5153891"/>
              <a:gd name="csY324" fmla="*/ 2010223 h 3080983"/>
              <a:gd name="csX325" fmla="*/ 3924810 w 5153891"/>
              <a:gd name="csY325" fmla="*/ 1683090 h 3080983"/>
              <a:gd name="csX326" fmla="*/ 3935145 w 5153891"/>
              <a:gd name="csY326" fmla="*/ 1640982 h 3080983"/>
              <a:gd name="csX327" fmla="*/ 3945473 w 5153891"/>
              <a:gd name="csY327" fmla="*/ 1681988 h 3080983"/>
              <a:gd name="csX328" fmla="*/ 3955800 w 5153891"/>
              <a:gd name="csY328" fmla="*/ 1763347 h 3080983"/>
              <a:gd name="csX329" fmla="*/ 3966124 w 5153891"/>
              <a:gd name="csY329" fmla="*/ 2133813 h 3080983"/>
              <a:gd name="csX330" fmla="*/ 3976456 w 5153891"/>
              <a:gd name="csY330" fmla="*/ 2215313 h 3080983"/>
              <a:gd name="csX331" fmla="*/ 3986784 w 5153891"/>
              <a:gd name="csY331" fmla="*/ 2174290 h 3080983"/>
              <a:gd name="csX332" fmla="*/ 3997111 w 5153891"/>
              <a:gd name="csY332" fmla="*/ 2174290 h 3080983"/>
              <a:gd name="csX333" fmla="*/ 4007439 w 5153891"/>
              <a:gd name="csY333" fmla="*/ 2092570 h 3080983"/>
              <a:gd name="csX334" fmla="*/ 4017769 w 5153891"/>
              <a:gd name="csY334" fmla="*/ 2132961 h 3080983"/>
              <a:gd name="csX335" fmla="*/ 4048750 w 5153891"/>
              <a:gd name="csY335" fmla="*/ 2133240 h 3080983"/>
              <a:gd name="csX336" fmla="*/ 4059078 w 5153891"/>
              <a:gd name="csY336" fmla="*/ 2092255 h 3080983"/>
              <a:gd name="csX337" fmla="*/ 4069406 w 5153891"/>
              <a:gd name="csY337" fmla="*/ 2133266 h 3080983"/>
              <a:gd name="csX338" fmla="*/ 4100389 w 5153891"/>
              <a:gd name="csY338" fmla="*/ 2133266 h 3080983"/>
              <a:gd name="csX339" fmla="*/ 4110717 w 5153891"/>
              <a:gd name="csY339" fmla="*/ 2092229 h 3080983"/>
              <a:gd name="csX340" fmla="*/ 4121045 w 5153891"/>
              <a:gd name="csY340" fmla="*/ 2133304 h 3080983"/>
              <a:gd name="csX341" fmla="*/ 4131378 w 5153891"/>
              <a:gd name="csY341" fmla="*/ 1642039 h 3080983"/>
              <a:gd name="csX342" fmla="*/ 4141712 w 5153891"/>
              <a:gd name="csY342" fmla="*/ 1682023 h 3080983"/>
              <a:gd name="csX343" fmla="*/ 4152040 w 5153891"/>
              <a:gd name="csY343" fmla="*/ 1682005 h 3080983"/>
              <a:gd name="csX344" fmla="*/ 4162368 w 5153891"/>
              <a:gd name="csY344" fmla="*/ 1640982 h 3080983"/>
              <a:gd name="csX345" fmla="*/ 4172696 w 5153891"/>
              <a:gd name="csY345" fmla="*/ 1681988 h 3080983"/>
              <a:gd name="csX346" fmla="*/ 4183023 w 5153891"/>
              <a:gd name="csY346" fmla="*/ 1641017 h 3080983"/>
              <a:gd name="csX347" fmla="*/ 4193351 w 5153891"/>
              <a:gd name="csY347" fmla="*/ 1681988 h 3080983"/>
              <a:gd name="csX348" fmla="*/ 4203679 w 5153891"/>
              <a:gd name="csY348" fmla="*/ 1681988 h 3080983"/>
              <a:gd name="csX349" fmla="*/ 4214007 w 5153891"/>
              <a:gd name="csY349" fmla="*/ 1641017 h 3080983"/>
              <a:gd name="csX350" fmla="*/ 4224335 w 5153891"/>
              <a:gd name="csY350" fmla="*/ 1681988 h 3080983"/>
              <a:gd name="csX351" fmla="*/ 4234663 w 5153891"/>
              <a:gd name="csY351" fmla="*/ 1682005 h 3080983"/>
              <a:gd name="csX352" fmla="*/ 4244990 w 5153891"/>
              <a:gd name="csY352" fmla="*/ 1641158 h 3080983"/>
              <a:gd name="csX353" fmla="*/ 4255319 w 5153891"/>
              <a:gd name="csY353" fmla="*/ 1681885 h 3080983"/>
              <a:gd name="csX354" fmla="*/ 4265646 w 5153891"/>
              <a:gd name="csY354" fmla="*/ 1646100 h 3080983"/>
              <a:gd name="csX355" fmla="*/ 4276004 w 5153891"/>
              <a:gd name="csY355" fmla="*/ 1676925 h 3080983"/>
              <a:gd name="csX356" fmla="*/ 4286301 w 5153891"/>
              <a:gd name="csY356" fmla="*/ 1682023 h 3080983"/>
              <a:gd name="csX357" fmla="*/ 4296629 w 5153891"/>
              <a:gd name="csY357" fmla="*/ 1640946 h 3080983"/>
              <a:gd name="csX358" fmla="*/ 4306957 w 5153891"/>
              <a:gd name="csY358" fmla="*/ 1682023 h 3080983"/>
              <a:gd name="csX359" fmla="*/ 4317285 w 5153891"/>
              <a:gd name="csY359" fmla="*/ 1641052 h 3080983"/>
              <a:gd name="csX360" fmla="*/ 4327613 w 5153891"/>
              <a:gd name="csY360" fmla="*/ 1681988 h 3080983"/>
              <a:gd name="csX361" fmla="*/ 4337953 w 5153891"/>
              <a:gd name="csY361" fmla="*/ 2257748 h 3080983"/>
              <a:gd name="csX362" fmla="*/ 4348294 w 5153891"/>
              <a:gd name="csY362" fmla="*/ 2296707 h 3080983"/>
              <a:gd name="csX363" fmla="*/ 4368943 w 5153891"/>
              <a:gd name="csY363" fmla="*/ 2298146 h 3080983"/>
              <a:gd name="csX364" fmla="*/ 4379278 w 5153891"/>
              <a:gd name="csY364" fmla="*/ 2255509 h 3080983"/>
              <a:gd name="csX365" fmla="*/ 4389598 w 5153891"/>
              <a:gd name="csY365" fmla="*/ 2297350 h 3080983"/>
              <a:gd name="csX366" fmla="*/ 4399926 w 5153891"/>
              <a:gd name="csY366" fmla="*/ 2297372 h 3080983"/>
              <a:gd name="csX367" fmla="*/ 4410254 w 5153891"/>
              <a:gd name="csY367" fmla="*/ 2258195 h 3080983"/>
              <a:gd name="csX368" fmla="*/ 4420598 w 5153891"/>
              <a:gd name="csY368" fmla="*/ 2295552 h 3080983"/>
              <a:gd name="csX369" fmla="*/ 4430909 w 5153891"/>
              <a:gd name="csY369" fmla="*/ 2297416 h 3080983"/>
              <a:gd name="csX370" fmla="*/ 4441238 w 5153891"/>
              <a:gd name="csY370" fmla="*/ 2297305 h 3080983"/>
              <a:gd name="csX371" fmla="*/ 4451565 w 5153891"/>
              <a:gd name="csY371" fmla="*/ 2256337 h 3080983"/>
              <a:gd name="csX372" fmla="*/ 4461893 w 5153891"/>
              <a:gd name="csY372" fmla="*/ 2297394 h 3080983"/>
              <a:gd name="csX373" fmla="*/ 4472221 w 5153891"/>
              <a:gd name="csY373" fmla="*/ 2297372 h 3080983"/>
              <a:gd name="csX374" fmla="*/ 4482549 w 5153891"/>
              <a:gd name="csY374" fmla="*/ 2256303 h 3080983"/>
              <a:gd name="csX375" fmla="*/ 4492876 w 5153891"/>
              <a:gd name="csY375" fmla="*/ 2297372 h 3080983"/>
              <a:gd name="csX376" fmla="*/ 4513532 w 5153891"/>
              <a:gd name="csY376" fmla="*/ 2297372 h 3080983"/>
              <a:gd name="csX377" fmla="*/ 4523860 w 5153891"/>
              <a:gd name="csY377" fmla="*/ 2256314 h 3080983"/>
              <a:gd name="csX378" fmla="*/ 4534187 w 5153891"/>
              <a:gd name="csY378" fmla="*/ 2297881 h 3080983"/>
              <a:gd name="csX379" fmla="*/ 4544521 w 5153891"/>
              <a:gd name="csY379" fmla="*/ 3036020 h 3080983"/>
              <a:gd name="csX380" fmla="*/ 4616822 w 5153891"/>
              <a:gd name="csY380" fmla="*/ 3035780 h 3080983"/>
              <a:gd name="csX381" fmla="*/ 4637477 w 5153891"/>
              <a:gd name="csY381" fmla="*/ 3035802 h 3080983"/>
              <a:gd name="csX382" fmla="*/ 4647806 w 5153891"/>
              <a:gd name="csY382" fmla="*/ 3080984 h 3080983"/>
              <a:gd name="csX383" fmla="*/ 4658266 w 5153891"/>
              <a:gd name="csY383" fmla="*/ 2989415 h 3080983"/>
              <a:gd name="csX384" fmla="*/ 4668461 w 5153891"/>
              <a:gd name="csY384" fmla="*/ 3035772 h 3080983"/>
              <a:gd name="csX385" fmla="*/ 4740755 w 5153891"/>
              <a:gd name="csY385" fmla="*/ 3036123 h 3080983"/>
              <a:gd name="csX386" fmla="*/ 4751089 w 5153891"/>
              <a:gd name="csY386" fmla="*/ 2462021 h 3080983"/>
              <a:gd name="csX387" fmla="*/ 4771751 w 5153891"/>
              <a:gd name="csY387" fmla="*/ 2461456 h 3080983"/>
              <a:gd name="csX388" fmla="*/ 4782079 w 5153891"/>
              <a:gd name="csY388" fmla="*/ 2461927 h 3080983"/>
              <a:gd name="csX389" fmla="*/ 4802734 w 5153891"/>
              <a:gd name="csY389" fmla="*/ 2461456 h 3080983"/>
              <a:gd name="csX390" fmla="*/ 4947323 w 5153891"/>
              <a:gd name="csY390" fmla="*/ 2461484 h 3080983"/>
              <a:gd name="csX391" fmla="*/ 4957657 w 5153891"/>
              <a:gd name="csY391" fmla="*/ 2585027 h 3080983"/>
              <a:gd name="csX392" fmla="*/ 4967991 w 5153891"/>
              <a:gd name="csY392" fmla="*/ 2625792 h 3080983"/>
              <a:gd name="csX393" fmla="*/ 4998974 w 5153891"/>
              <a:gd name="csY393" fmla="*/ 2625550 h 3080983"/>
              <a:gd name="csX394" fmla="*/ 5009302 w 5153891"/>
              <a:gd name="csY394" fmla="*/ 2625550 h 3080983"/>
              <a:gd name="csX395" fmla="*/ 5019630 w 5153891"/>
              <a:gd name="csY395" fmla="*/ 2584519 h 3080983"/>
              <a:gd name="csX396" fmla="*/ 5029958 w 5153891"/>
              <a:gd name="csY396" fmla="*/ 2625550 h 3080983"/>
              <a:gd name="csX397" fmla="*/ 5060941 w 5153891"/>
              <a:gd name="csY397" fmla="*/ 2625916 h 3080983"/>
              <a:gd name="csX398" fmla="*/ 5071274 w 5153891"/>
              <a:gd name="csY398" fmla="*/ 2584502 h 3080983"/>
              <a:gd name="csX399" fmla="*/ 5081601 w 5153891"/>
              <a:gd name="csY399" fmla="*/ 2625199 h 3080983"/>
              <a:gd name="csX400" fmla="*/ 5122908 w 5153891"/>
              <a:gd name="csY400" fmla="*/ 2625550 h 3080983"/>
              <a:gd name="csX401" fmla="*/ 5133236 w 5153891"/>
              <a:gd name="csY401" fmla="*/ 2584519 h 3080983"/>
              <a:gd name="csX402" fmla="*/ 5143563 w 5153891"/>
              <a:gd name="csY402" fmla="*/ 2625558 h 3080983"/>
              <a:gd name="csX403" fmla="*/ 5153891 w 5153891"/>
              <a:gd name="csY403" fmla="*/ 2625620 h 3080983"/>
              <a:gd name="csX404" fmla="*/ 5153891 w 5153891"/>
              <a:gd name="csY404" fmla="*/ 2625620 h 30809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</a:cxnLst>
            <a:rect l="l" t="t" r="r" b="b"/>
            <a:pathLst>
              <a:path w="5153891" h="3080983">
                <a:moveTo>
                  <a:pt x="0" y="986489"/>
                </a:moveTo>
                <a:lnTo>
                  <a:pt x="10336" y="984118"/>
                </a:lnTo>
                <a:lnTo>
                  <a:pt x="20662" y="984651"/>
                </a:lnTo>
                <a:lnTo>
                  <a:pt x="30989" y="1025626"/>
                </a:lnTo>
                <a:lnTo>
                  <a:pt x="41317" y="984603"/>
                </a:lnTo>
                <a:lnTo>
                  <a:pt x="61973" y="984651"/>
                </a:lnTo>
                <a:lnTo>
                  <a:pt x="72301" y="946676"/>
                </a:lnTo>
                <a:lnTo>
                  <a:pt x="82641" y="1022791"/>
                </a:lnTo>
                <a:lnTo>
                  <a:pt x="92957" y="984941"/>
                </a:lnTo>
                <a:lnTo>
                  <a:pt x="103286" y="1026673"/>
                </a:lnTo>
                <a:lnTo>
                  <a:pt x="113618" y="942003"/>
                </a:lnTo>
                <a:lnTo>
                  <a:pt x="134268" y="1025460"/>
                </a:lnTo>
                <a:lnTo>
                  <a:pt x="144595" y="984603"/>
                </a:lnTo>
                <a:lnTo>
                  <a:pt x="196234" y="984627"/>
                </a:lnTo>
                <a:lnTo>
                  <a:pt x="206568" y="617090"/>
                </a:lnTo>
                <a:lnTo>
                  <a:pt x="216902" y="574366"/>
                </a:lnTo>
                <a:lnTo>
                  <a:pt x="227230" y="614413"/>
                </a:lnTo>
                <a:lnTo>
                  <a:pt x="237554" y="575526"/>
                </a:lnTo>
                <a:lnTo>
                  <a:pt x="247886" y="615194"/>
                </a:lnTo>
                <a:lnTo>
                  <a:pt x="258213" y="984627"/>
                </a:lnTo>
                <a:lnTo>
                  <a:pt x="268541" y="1025626"/>
                </a:lnTo>
                <a:lnTo>
                  <a:pt x="278869" y="984603"/>
                </a:lnTo>
                <a:lnTo>
                  <a:pt x="289196" y="1160316"/>
                </a:lnTo>
                <a:lnTo>
                  <a:pt x="300333" y="912701"/>
                </a:lnTo>
                <a:lnTo>
                  <a:pt x="309852" y="1025507"/>
                </a:lnTo>
                <a:lnTo>
                  <a:pt x="320180" y="984603"/>
                </a:lnTo>
                <a:lnTo>
                  <a:pt x="330507" y="1025388"/>
                </a:lnTo>
                <a:lnTo>
                  <a:pt x="340834" y="984820"/>
                </a:lnTo>
                <a:lnTo>
                  <a:pt x="361491" y="983198"/>
                </a:lnTo>
                <a:lnTo>
                  <a:pt x="371812" y="1026982"/>
                </a:lnTo>
                <a:lnTo>
                  <a:pt x="382146" y="984603"/>
                </a:lnTo>
                <a:lnTo>
                  <a:pt x="392474" y="984627"/>
                </a:lnTo>
                <a:lnTo>
                  <a:pt x="402802" y="1025674"/>
                </a:lnTo>
                <a:lnTo>
                  <a:pt x="413142" y="86164"/>
                </a:lnTo>
                <a:lnTo>
                  <a:pt x="423483" y="121168"/>
                </a:lnTo>
                <a:lnTo>
                  <a:pt x="433804" y="820430"/>
                </a:lnTo>
                <a:lnTo>
                  <a:pt x="444132" y="984578"/>
                </a:lnTo>
                <a:lnTo>
                  <a:pt x="454459" y="984627"/>
                </a:lnTo>
                <a:lnTo>
                  <a:pt x="464787" y="1025650"/>
                </a:lnTo>
                <a:lnTo>
                  <a:pt x="475115" y="984603"/>
                </a:lnTo>
                <a:lnTo>
                  <a:pt x="495771" y="984578"/>
                </a:lnTo>
                <a:lnTo>
                  <a:pt x="506099" y="1025603"/>
                </a:lnTo>
                <a:lnTo>
                  <a:pt x="516426" y="984627"/>
                </a:lnTo>
                <a:lnTo>
                  <a:pt x="537082" y="984603"/>
                </a:lnTo>
                <a:lnTo>
                  <a:pt x="547410" y="1025650"/>
                </a:lnTo>
                <a:lnTo>
                  <a:pt x="557737" y="984675"/>
                </a:lnTo>
                <a:lnTo>
                  <a:pt x="568066" y="1338532"/>
                </a:lnTo>
                <a:lnTo>
                  <a:pt x="578932" y="937814"/>
                </a:lnTo>
                <a:lnTo>
                  <a:pt x="588720" y="984651"/>
                </a:lnTo>
                <a:lnTo>
                  <a:pt x="599049" y="984603"/>
                </a:lnTo>
                <a:lnTo>
                  <a:pt x="609376" y="1025722"/>
                </a:lnTo>
                <a:lnTo>
                  <a:pt x="619710" y="453066"/>
                </a:lnTo>
                <a:lnTo>
                  <a:pt x="630044" y="492522"/>
                </a:lnTo>
                <a:lnTo>
                  <a:pt x="640373" y="451944"/>
                </a:lnTo>
                <a:lnTo>
                  <a:pt x="650703" y="617786"/>
                </a:lnTo>
                <a:lnTo>
                  <a:pt x="661039" y="981840"/>
                </a:lnTo>
                <a:lnTo>
                  <a:pt x="671355" y="984627"/>
                </a:lnTo>
                <a:lnTo>
                  <a:pt x="681683" y="1026768"/>
                </a:lnTo>
                <a:lnTo>
                  <a:pt x="692016" y="983416"/>
                </a:lnTo>
                <a:lnTo>
                  <a:pt x="712666" y="984675"/>
                </a:lnTo>
                <a:lnTo>
                  <a:pt x="722995" y="1025531"/>
                </a:lnTo>
                <a:lnTo>
                  <a:pt x="733322" y="984603"/>
                </a:lnTo>
                <a:lnTo>
                  <a:pt x="743650" y="984651"/>
                </a:lnTo>
                <a:lnTo>
                  <a:pt x="753978" y="1025579"/>
                </a:lnTo>
                <a:lnTo>
                  <a:pt x="764305" y="984651"/>
                </a:lnTo>
                <a:lnTo>
                  <a:pt x="774633" y="984554"/>
                </a:lnTo>
                <a:lnTo>
                  <a:pt x="784961" y="1190762"/>
                </a:lnTo>
                <a:lnTo>
                  <a:pt x="795293" y="983440"/>
                </a:lnTo>
                <a:lnTo>
                  <a:pt x="805616" y="985498"/>
                </a:lnTo>
                <a:lnTo>
                  <a:pt x="815948" y="1024984"/>
                </a:lnTo>
                <a:lnTo>
                  <a:pt x="826282" y="125073"/>
                </a:lnTo>
                <a:lnTo>
                  <a:pt x="836616" y="123072"/>
                </a:lnTo>
                <a:lnTo>
                  <a:pt x="846943" y="779563"/>
                </a:lnTo>
                <a:lnTo>
                  <a:pt x="857271" y="984554"/>
                </a:lnTo>
                <a:lnTo>
                  <a:pt x="867599" y="1025698"/>
                </a:lnTo>
                <a:lnTo>
                  <a:pt x="877927" y="984506"/>
                </a:lnTo>
                <a:lnTo>
                  <a:pt x="888254" y="984627"/>
                </a:lnTo>
                <a:lnTo>
                  <a:pt x="898582" y="1025650"/>
                </a:lnTo>
                <a:lnTo>
                  <a:pt x="908910" y="984627"/>
                </a:lnTo>
                <a:lnTo>
                  <a:pt x="929566" y="984675"/>
                </a:lnTo>
                <a:lnTo>
                  <a:pt x="939894" y="1024531"/>
                </a:lnTo>
                <a:lnTo>
                  <a:pt x="950217" y="985570"/>
                </a:lnTo>
                <a:lnTo>
                  <a:pt x="970877" y="983392"/>
                </a:lnTo>
                <a:lnTo>
                  <a:pt x="981200" y="1026744"/>
                </a:lnTo>
                <a:lnTo>
                  <a:pt x="991532" y="984651"/>
                </a:lnTo>
                <a:lnTo>
                  <a:pt x="1001860" y="984554"/>
                </a:lnTo>
                <a:lnTo>
                  <a:pt x="1012188" y="1025674"/>
                </a:lnTo>
                <a:lnTo>
                  <a:pt x="1022516" y="984651"/>
                </a:lnTo>
                <a:lnTo>
                  <a:pt x="1032850" y="289225"/>
                </a:lnTo>
                <a:lnTo>
                  <a:pt x="1043185" y="244501"/>
                </a:lnTo>
                <a:lnTo>
                  <a:pt x="1053507" y="493745"/>
                </a:lnTo>
                <a:lnTo>
                  <a:pt x="1063840" y="984578"/>
                </a:lnTo>
                <a:lnTo>
                  <a:pt x="1084498" y="984530"/>
                </a:lnTo>
                <a:lnTo>
                  <a:pt x="1094825" y="1026435"/>
                </a:lnTo>
                <a:lnTo>
                  <a:pt x="1105157" y="983876"/>
                </a:lnTo>
                <a:lnTo>
                  <a:pt x="1115481" y="987793"/>
                </a:lnTo>
                <a:lnTo>
                  <a:pt x="1125823" y="1023197"/>
                </a:lnTo>
                <a:lnTo>
                  <a:pt x="1136140" y="983246"/>
                </a:lnTo>
                <a:lnTo>
                  <a:pt x="1146462" y="985208"/>
                </a:lnTo>
                <a:lnTo>
                  <a:pt x="1156792" y="984046"/>
                </a:lnTo>
                <a:lnTo>
                  <a:pt x="1167118" y="1025579"/>
                </a:lnTo>
                <a:lnTo>
                  <a:pt x="1177445" y="984651"/>
                </a:lnTo>
                <a:lnTo>
                  <a:pt x="1198103" y="985183"/>
                </a:lnTo>
                <a:lnTo>
                  <a:pt x="1208433" y="1025055"/>
                </a:lnTo>
                <a:lnTo>
                  <a:pt x="1218759" y="984651"/>
                </a:lnTo>
                <a:lnTo>
                  <a:pt x="1229086" y="984627"/>
                </a:lnTo>
                <a:lnTo>
                  <a:pt x="1239421" y="2110"/>
                </a:lnTo>
                <a:lnTo>
                  <a:pt x="1249755" y="0"/>
                </a:lnTo>
                <a:lnTo>
                  <a:pt x="1260082" y="1025698"/>
                </a:lnTo>
                <a:lnTo>
                  <a:pt x="1270411" y="984699"/>
                </a:lnTo>
                <a:lnTo>
                  <a:pt x="1291066" y="984191"/>
                </a:lnTo>
                <a:lnTo>
                  <a:pt x="1301392" y="1026483"/>
                </a:lnTo>
                <a:lnTo>
                  <a:pt x="1311723" y="984118"/>
                </a:lnTo>
                <a:lnTo>
                  <a:pt x="1322049" y="983658"/>
                </a:lnTo>
                <a:lnTo>
                  <a:pt x="1332373" y="1026958"/>
                </a:lnTo>
                <a:lnTo>
                  <a:pt x="1342706" y="984288"/>
                </a:lnTo>
                <a:lnTo>
                  <a:pt x="1363360" y="984603"/>
                </a:lnTo>
                <a:lnTo>
                  <a:pt x="1373688" y="1025722"/>
                </a:lnTo>
                <a:lnTo>
                  <a:pt x="1384016" y="985159"/>
                </a:lnTo>
                <a:lnTo>
                  <a:pt x="1394346" y="983973"/>
                </a:lnTo>
                <a:lnTo>
                  <a:pt x="1404671" y="1353836"/>
                </a:lnTo>
                <a:lnTo>
                  <a:pt x="1414999" y="1149216"/>
                </a:lnTo>
                <a:lnTo>
                  <a:pt x="1425329" y="984022"/>
                </a:lnTo>
                <a:lnTo>
                  <a:pt x="1435654" y="1025888"/>
                </a:lnTo>
                <a:lnTo>
                  <a:pt x="1445988" y="43008"/>
                </a:lnTo>
                <a:lnTo>
                  <a:pt x="1456322" y="82115"/>
                </a:lnTo>
                <a:lnTo>
                  <a:pt x="1466650" y="902580"/>
                </a:lnTo>
                <a:lnTo>
                  <a:pt x="1476978" y="1107903"/>
                </a:lnTo>
                <a:lnTo>
                  <a:pt x="1487307" y="983392"/>
                </a:lnTo>
                <a:lnTo>
                  <a:pt x="1497629" y="985570"/>
                </a:lnTo>
                <a:lnTo>
                  <a:pt x="1507961" y="1025674"/>
                </a:lnTo>
                <a:lnTo>
                  <a:pt x="1518289" y="984578"/>
                </a:lnTo>
                <a:lnTo>
                  <a:pt x="1528617" y="984603"/>
                </a:lnTo>
                <a:lnTo>
                  <a:pt x="1538944" y="1025698"/>
                </a:lnTo>
                <a:lnTo>
                  <a:pt x="1549273" y="984530"/>
                </a:lnTo>
                <a:lnTo>
                  <a:pt x="1569928" y="984603"/>
                </a:lnTo>
                <a:lnTo>
                  <a:pt x="1580256" y="1025603"/>
                </a:lnTo>
                <a:lnTo>
                  <a:pt x="1590583" y="984578"/>
                </a:lnTo>
                <a:lnTo>
                  <a:pt x="1600911" y="984627"/>
                </a:lnTo>
                <a:lnTo>
                  <a:pt x="1611239" y="1189965"/>
                </a:lnTo>
                <a:lnTo>
                  <a:pt x="1621568" y="984336"/>
                </a:lnTo>
                <a:lnTo>
                  <a:pt x="1631894" y="984046"/>
                </a:lnTo>
                <a:lnTo>
                  <a:pt x="1642220" y="1026435"/>
                </a:lnTo>
                <a:lnTo>
                  <a:pt x="1652554" y="43142"/>
                </a:lnTo>
                <a:lnTo>
                  <a:pt x="1662888" y="579"/>
                </a:lnTo>
                <a:lnTo>
                  <a:pt x="1673218" y="943480"/>
                </a:lnTo>
                <a:lnTo>
                  <a:pt x="1683545" y="1394618"/>
                </a:lnTo>
                <a:lnTo>
                  <a:pt x="1693871" y="984578"/>
                </a:lnTo>
                <a:lnTo>
                  <a:pt x="1704199" y="984724"/>
                </a:lnTo>
                <a:lnTo>
                  <a:pt x="1714527" y="1066510"/>
                </a:lnTo>
                <a:lnTo>
                  <a:pt x="1724854" y="984603"/>
                </a:lnTo>
                <a:lnTo>
                  <a:pt x="1735182" y="984724"/>
                </a:lnTo>
                <a:lnTo>
                  <a:pt x="1745511" y="1025626"/>
                </a:lnTo>
                <a:lnTo>
                  <a:pt x="1755838" y="984506"/>
                </a:lnTo>
                <a:lnTo>
                  <a:pt x="1776493" y="984603"/>
                </a:lnTo>
                <a:lnTo>
                  <a:pt x="1786821" y="1025650"/>
                </a:lnTo>
                <a:lnTo>
                  <a:pt x="1797149" y="984869"/>
                </a:lnTo>
                <a:lnTo>
                  <a:pt x="1817805" y="985135"/>
                </a:lnTo>
                <a:lnTo>
                  <a:pt x="1828135" y="1025150"/>
                </a:lnTo>
                <a:lnTo>
                  <a:pt x="1838461" y="984409"/>
                </a:lnTo>
                <a:lnTo>
                  <a:pt x="1848788" y="984820"/>
                </a:lnTo>
                <a:lnTo>
                  <a:pt x="1859122" y="863107"/>
                </a:lnTo>
                <a:lnTo>
                  <a:pt x="1869456" y="820870"/>
                </a:lnTo>
                <a:lnTo>
                  <a:pt x="1879785" y="861252"/>
                </a:lnTo>
                <a:lnTo>
                  <a:pt x="1890112" y="861430"/>
                </a:lnTo>
                <a:lnTo>
                  <a:pt x="1900439" y="822264"/>
                </a:lnTo>
                <a:lnTo>
                  <a:pt x="1910774" y="859801"/>
                </a:lnTo>
                <a:lnTo>
                  <a:pt x="1921095" y="861557"/>
                </a:lnTo>
                <a:lnTo>
                  <a:pt x="1931423" y="820482"/>
                </a:lnTo>
                <a:lnTo>
                  <a:pt x="1941750" y="861684"/>
                </a:lnTo>
                <a:lnTo>
                  <a:pt x="1952079" y="861786"/>
                </a:lnTo>
                <a:lnTo>
                  <a:pt x="1962408" y="820094"/>
                </a:lnTo>
                <a:lnTo>
                  <a:pt x="1972734" y="861557"/>
                </a:lnTo>
                <a:lnTo>
                  <a:pt x="1983062" y="984554"/>
                </a:lnTo>
                <a:lnTo>
                  <a:pt x="2003717" y="986078"/>
                </a:lnTo>
                <a:lnTo>
                  <a:pt x="2014051" y="981961"/>
                </a:lnTo>
                <a:lnTo>
                  <a:pt x="2024368" y="1026791"/>
                </a:lnTo>
                <a:lnTo>
                  <a:pt x="2034700" y="984554"/>
                </a:lnTo>
                <a:lnTo>
                  <a:pt x="2045028" y="984603"/>
                </a:lnTo>
                <a:lnTo>
                  <a:pt x="2055356" y="1027338"/>
                </a:lnTo>
                <a:lnTo>
                  <a:pt x="2065693" y="1109739"/>
                </a:lnTo>
                <a:lnTo>
                  <a:pt x="2076030" y="1148630"/>
                </a:lnTo>
                <a:lnTo>
                  <a:pt x="2086357" y="1107053"/>
                </a:lnTo>
                <a:lnTo>
                  <a:pt x="2096682" y="1148855"/>
                </a:lnTo>
                <a:lnTo>
                  <a:pt x="2107011" y="1107674"/>
                </a:lnTo>
                <a:lnTo>
                  <a:pt x="2117339" y="1107697"/>
                </a:lnTo>
                <a:lnTo>
                  <a:pt x="2127667" y="1153628"/>
                </a:lnTo>
                <a:lnTo>
                  <a:pt x="2138017" y="1102585"/>
                </a:lnTo>
                <a:lnTo>
                  <a:pt x="2148322" y="1148607"/>
                </a:lnTo>
                <a:lnTo>
                  <a:pt x="2158649" y="1108431"/>
                </a:lnTo>
                <a:lnTo>
                  <a:pt x="2168980" y="1107490"/>
                </a:lnTo>
                <a:lnTo>
                  <a:pt x="2179307" y="1148111"/>
                </a:lnTo>
                <a:lnTo>
                  <a:pt x="2189632" y="1107674"/>
                </a:lnTo>
                <a:lnTo>
                  <a:pt x="2199960" y="1149126"/>
                </a:lnTo>
                <a:lnTo>
                  <a:pt x="2210290" y="1107329"/>
                </a:lnTo>
                <a:lnTo>
                  <a:pt x="2220616" y="1107559"/>
                </a:lnTo>
                <a:lnTo>
                  <a:pt x="2230943" y="1148720"/>
                </a:lnTo>
                <a:lnTo>
                  <a:pt x="2241271" y="1107674"/>
                </a:lnTo>
                <a:lnTo>
                  <a:pt x="2251599" y="1149306"/>
                </a:lnTo>
                <a:lnTo>
                  <a:pt x="2261930" y="1107237"/>
                </a:lnTo>
                <a:lnTo>
                  <a:pt x="2272264" y="1478197"/>
                </a:lnTo>
                <a:lnTo>
                  <a:pt x="2282599" y="1476733"/>
                </a:lnTo>
                <a:lnTo>
                  <a:pt x="2344567" y="1476598"/>
                </a:lnTo>
                <a:lnTo>
                  <a:pt x="2354893" y="1435863"/>
                </a:lnTo>
                <a:lnTo>
                  <a:pt x="2365220" y="1476945"/>
                </a:lnTo>
                <a:lnTo>
                  <a:pt x="2468498" y="1477080"/>
                </a:lnTo>
                <a:lnTo>
                  <a:pt x="2478833" y="1929136"/>
                </a:lnTo>
                <a:lnTo>
                  <a:pt x="2489167" y="1928516"/>
                </a:lnTo>
                <a:lnTo>
                  <a:pt x="2499498" y="1968740"/>
                </a:lnTo>
                <a:lnTo>
                  <a:pt x="2509822" y="1928147"/>
                </a:lnTo>
                <a:lnTo>
                  <a:pt x="2520150" y="1969200"/>
                </a:lnTo>
                <a:lnTo>
                  <a:pt x="2530478" y="1928147"/>
                </a:lnTo>
                <a:lnTo>
                  <a:pt x="2540806" y="1928118"/>
                </a:lnTo>
                <a:lnTo>
                  <a:pt x="2551133" y="1968927"/>
                </a:lnTo>
                <a:lnTo>
                  <a:pt x="2561459" y="1929254"/>
                </a:lnTo>
                <a:lnTo>
                  <a:pt x="2571795" y="1927349"/>
                </a:lnTo>
                <a:lnTo>
                  <a:pt x="2582117" y="1969343"/>
                </a:lnTo>
                <a:lnTo>
                  <a:pt x="2592446" y="1927970"/>
                </a:lnTo>
                <a:lnTo>
                  <a:pt x="2602772" y="1928133"/>
                </a:lnTo>
                <a:lnTo>
                  <a:pt x="2613100" y="1973123"/>
                </a:lnTo>
                <a:lnTo>
                  <a:pt x="2623456" y="1924090"/>
                </a:lnTo>
                <a:lnTo>
                  <a:pt x="2633756" y="1928443"/>
                </a:lnTo>
                <a:lnTo>
                  <a:pt x="2644086" y="1968798"/>
                </a:lnTo>
                <a:lnTo>
                  <a:pt x="2654411" y="1928221"/>
                </a:lnTo>
                <a:lnTo>
                  <a:pt x="2664739" y="1928088"/>
                </a:lnTo>
                <a:lnTo>
                  <a:pt x="2675066" y="1969544"/>
                </a:lnTo>
                <a:lnTo>
                  <a:pt x="2685400" y="2257026"/>
                </a:lnTo>
                <a:lnTo>
                  <a:pt x="2695735" y="2216822"/>
                </a:lnTo>
                <a:lnTo>
                  <a:pt x="2706075" y="2255164"/>
                </a:lnTo>
                <a:lnTo>
                  <a:pt x="2716393" y="2256280"/>
                </a:lnTo>
                <a:lnTo>
                  <a:pt x="2726720" y="2215075"/>
                </a:lnTo>
                <a:lnTo>
                  <a:pt x="2737046" y="2256348"/>
                </a:lnTo>
                <a:lnTo>
                  <a:pt x="2757703" y="2256532"/>
                </a:lnTo>
                <a:lnTo>
                  <a:pt x="2768032" y="2215063"/>
                </a:lnTo>
                <a:lnTo>
                  <a:pt x="2778357" y="2256578"/>
                </a:lnTo>
                <a:lnTo>
                  <a:pt x="2799013" y="2256578"/>
                </a:lnTo>
                <a:lnTo>
                  <a:pt x="2809343" y="2215278"/>
                </a:lnTo>
                <a:lnTo>
                  <a:pt x="2819670" y="2256061"/>
                </a:lnTo>
                <a:lnTo>
                  <a:pt x="2840323" y="2256647"/>
                </a:lnTo>
                <a:lnTo>
                  <a:pt x="2850654" y="2214992"/>
                </a:lnTo>
                <a:lnTo>
                  <a:pt x="2860979" y="2256785"/>
                </a:lnTo>
                <a:lnTo>
                  <a:pt x="2881635" y="2256440"/>
                </a:lnTo>
                <a:lnTo>
                  <a:pt x="2891969" y="2421032"/>
                </a:lnTo>
                <a:lnTo>
                  <a:pt x="2902303" y="2379429"/>
                </a:lnTo>
                <a:lnTo>
                  <a:pt x="2912631" y="2420392"/>
                </a:lnTo>
                <a:lnTo>
                  <a:pt x="2943614" y="2420442"/>
                </a:lnTo>
                <a:lnTo>
                  <a:pt x="2953942" y="2379459"/>
                </a:lnTo>
                <a:lnTo>
                  <a:pt x="2964270" y="2420432"/>
                </a:lnTo>
                <a:lnTo>
                  <a:pt x="2995254" y="2420333"/>
                </a:lnTo>
                <a:lnTo>
                  <a:pt x="3005581" y="2379387"/>
                </a:lnTo>
                <a:lnTo>
                  <a:pt x="3015908" y="2420422"/>
                </a:lnTo>
                <a:lnTo>
                  <a:pt x="3046891" y="2420422"/>
                </a:lnTo>
                <a:lnTo>
                  <a:pt x="3057219" y="2379439"/>
                </a:lnTo>
                <a:lnTo>
                  <a:pt x="3067547" y="2420924"/>
                </a:lnTo>
                <a:lnTo>
                  <a:pt x="3077880" y="2419910"/>
                </a:lnTo>
                <a:lnTo>
                  <a:pt x="3088203" y="2421012"/>
                </a:lnTo>
                <a:lnTo>
                  <a:pt x="3098537" y="1888064"/>
                </a:lnTo>
                <a:lnTo>
                  <a:pt x="3108871" y="1928340"/>
                </a:lnTo>
                <a:lnTo>
                  <a:pt x="3119200" y="1886911"/>
                </a:lnTo>
                <a:lnTo>
                  <a:pt x="3129526" y="1928236"/>
                </a:lnTo>
                <a:lnTo>
                  <a:pt x="3139855" y="1887048"/>
                </a:lnTo>
                <a:lnTo>
                  <a:pt x="3150182" y="1928236"/>
                </a:lnTo>
                <a:lnTo>
                  <a:pt x="3160511" y="1887033"/>
                </a:lnTo>
                <a:lnTo>
                  <a:pt x="3170837" y="1928147"/>
                </a:lnTo>
                <a:lnTo>
                  <a:pt x="3181165" y="1887124"/>
                </a:lnTo>
                <a:lnTo>
                  <a:pt x="3191493" y="1928147"/>
                </a:lnTo>
                <a:lnTo>
                  <a:pt x="3201821" y="1928133"/>
                </a:lnTo>
                <a:lnTo>
                  <a:pt x="3212148" y="1887139"/>
                </a:lnTo>
                <a:lnTo>
                  <a:pt x="3222476" y="1928133"/>
                </a:lnTo>
                <a:lnTo>
                  <a:pt x="3232804" y="1887139"/>
                </a:lnTo>
                <a:lnTo>
                  <a:pt x="3243132" y="1928147"/>
                </a:lnTo>
                <a:lnTo>
                  <a:pt x="3253459" y="1887109"/>
                </a:lnTo>
                <a:lnTo>
                  <a:pt x="3263787" y="1928162"/>
                </a:lnTo>
                <a:lnTo>
                  <a:pt x="3274115" y="1887124"/>
                </a:lnTo>
                <a:lnTo>
                  <a:pt x="3284443" y="1928236"/>
                </a:lnTo>
                <a:lnTo>
                  <a:pt x="3294771" y="1887093"/>
                </a:lnTo>
                <a:lnTo>
                  <a:pt x="3305105" y="2462021"/>
                </a:lnTo>
                <a:lnTo>
                  <a:pt x="3325767" y="2461465"/>
                </a:lnTo>
                <a:lnTo>
                  <a:pt x="3336095" y="2527787"/>
                </a:lnTo>
                <a:lnTo>
                  <a:pt x="3346721" y="2391788"/>
                </a:lnTo>
                <a:lnTo>
                  <a:pt x="3356757" y="2501928"/>
                </a:lnTo>
                <a:lnTo>
                  <a:pt x="3367078" y="2461456"/>
                </a:lnTo>
                <a:lnTo>
                  <a:pt x="3387734" y="2461503"/>
                </a:lnTo>
                <a:lnTo>
                  <a:pt x="3398062" y="2468033"/>
                </a:lnTo>
                <a:lnTo>
                  <a:pt x="3408462" y="2454747"/>
                </a:lnTo>
                <a:lnTo>
                  <a:pt x="3418717" y="2462012"/>
                </a:lnTo>
                <a:lnTo>
                  <a:pt x="3429051" y="2460880"/>
                </a:lnTo>
                <a:lnTo>
                  <a:pt x="3439373" y="2502912"/>
                </a:lnTo>
                <a:lnTo>
                  <a:pt x="3449705" y="2460993"/>
                </a:lnTo>
                <a:lnTo>
                  <a:pt x="3480683" y="2461635"/>
                </a:lnTo>
                <a:lnTo>
                  <a:pt x="3501339" y="2461399"/>
                </a:lnTo>
                <a:lnTo>
                  <a:pt x="3511673" y="2831013"/>
                </a:lnTo>
                <a:lnTo>
                  <a:pt x="3532336" y="2830979"/>
                </a:lnTo>
                <a:lnTo>
                  <a:pt x="3542669" y="2871346"/>
                </a:lnTo>
                <a:lnTo>
                  <a:pt x="3552990" y="2830674"/>
                </a:lnTo>
                <a:lnTo>
                  <a:pt x="3573646" y="2830669"/>
                </a:lnTo>
                <a:lnTo>
                  <a:pt x="3583974" y="2871687"/>
                </a:lnTo>
                <a:lnTo>
                  <a:pt x="3594301" y="2830772"/>
                </a:lnTo>
                <a:lnTo>
                  <a:pt x="3625285" y="2830669"/>
                </a:lnTo>
                <a:lnTo>
                  <a:pt x="3635613" y="2871692"/>
                </a:lnTo>
                <a:lnTo>
                  <a:pt x="3645940" y="2830669"/>
                </a:lnTo>
                <a:lnTo>
                  <a:pt x="3656268" y="2903243"/>
                </a:lnTo>
                <a:lnTo>
                  <a:pt x="3667245" y="2748355"/>
                </a:lnTo>
                <a:lnTo>
                  <a:pt x="3676924" y="2871682"/>
                </a:lnTo>
                <a:lnTo>
                  <a:pt x="3687251" y="2830674"/>
                </a:lnTo>
                <a:lnTo>
                  <a:pt x="3707908" y="2830617"/>
                </a:lnTo>
                <a:lnTo>
                  <a:pt x="3718242" y="2011045"/>
                </a:lnTo>
                <a:lnTo>
                  <a:pt x="3728576" y="2011003"/>
                </a:lnTo>
                <a:lnTo>
                  <a:pt x="3738910" y="2050419"/>
                </a:lnTo>
                <a:lnTo>
                  <a:pt x="3749232" y="2010209"/>
                </a:lnTo>
                <a:lnTo>
                  <a:pt x="3759560" y="2010181"/>
                </a:lnTo>
                <a:lnTo>
                  <a:pt x="3769887" y="2051218"/>
                </a:lnTo>
                <a:lnTo>
                  <a:pt x="3780215" y="2010209"/>
                </a:lnTo>
                <a:lnTo>
                  <a:pt x="3790543" y="2010195"/>
                </a:lnTo>
                <a:lnTo>
                  <a:pt x="3800871" y="2051273"/>
                </a:lnTo>
                <a:lnTo>
                  <a:pt x="3811199" y="2010125"/>
                </a:lnTo>
                <a:lnTo>
                  <a:pt x="3821526" y="2012034"/>
                </a:lnTo>
                <a:lnTo>
                  <a:pt x="3831868" y="2049443"/>
                </a:lnTo>
                <a:lnTo>
                  <a:pt x="3842182" y="2010181"/>
                </a:lnTo>
                <a:lnTo>
                  <a:pt x="3862837" y="2010153"/>
                </a:lnTo>
                <a:lnTo>
                  <a:pt x="3873165" y="2051218"/>
                </a:lnTo>
                <a:lnTo>
                  <a:pt x="3883493" y="2010181"/>
                </a:lnTo>
                <a:lnTo>
                  <a:pt x="3893820" y="2010209"/>
                </a:lnTo>
                <a:lnTo>
                  <a:pt x="3904148" y="2051246"/>
                </a:lnTo>
                <a:lnTo>
                  <a:pt x="3914476" y="2010223"/>
                </a:lnTo>
                <a:lnTo>
                  <a:pt x="3924810" y="1683090"/>
                </a:lnTo>
                <a:lnTo>
                  <a:pt x="3935145" y="1640982"/>
                </a:lnTo>
                <a:lnTo>
                  <a:pt x="3945473" y="1681988"/>
                </a:lnTo>
                <a:lnTo>
                  <a:pt x="3955800" y="1763347"/>
                </a:lnTo>
                <a:lnTo>
                  <a:pt x="3966124" y="2133813"/>
                </a:lnTo>
                <a:lnTo>
                  <a:pt x="3976456" y="2215313"/>
                </a:lnTo>
                <a:lnTo>
                  <a:pt x="3986784" y="2174290"/>
                </a:lnTo>
                <a:lnTo>
                  <a:pt x="3997111" y="2174290"/>
                </a:lnTo>
                <a:lnTo>
                  <a:pt x="4007439" y="2092570"/>
                </a:lnTo>
                <a:lnTo>
                  <a:pt x="4017769" y="2132961"/>
                </a:lnTo>
                <a:lnTo>
                  <a:pt x="4048750" y="2133240"/>
                </a:lnTo>
                <a:lnTo>
                  <a:pt x="4059078" y="2092255"/>
                </a:lnTo>
                <a:lnTo>
                  <a:pt x="4069406" y="2133266"/>
                </a:lnTo>
                <a:lnTo>
                  <a:pt x="4100389" y="2133266"/>
                </a:lnTo>
                <a:lnTo>
                  <a:pt x="4110717" y="2092229"/>
                </a:lnTo>
                <a:lnTo>
                  <a:pt x="4121045" y="2133304"/>
                </a:lnTo>
                <a:lnTo>
                  <a:pt x="4131378" y="1642039"/>
                </a:lnTo>
                <a:lnTo>
                  <a:pt x="4141712" y="1682023"/>
                </a:lnTo>
                <a:lnTo>
                  <a:pt x="4152040" y="1682005"/>
                </a:lnTo>
                <a:lnTo>
                  <a:pt x="4162368" y="1640982"/>
                </a:lnTo>
                <a:lnTo>
                  <a:pt x="4172696" y="1681988"/>
                </a:lnTo>
                <a:lnTo>
                  <a:pt x="4183023" y="1641017"/>
                </a:lnTo>
                <a:lnTo>
                  <a:pt x="4193351" y="1681988"/>
                </a:lnTo>
                <a:lnTo>
                  <a:pt x="4203679" y="1681988"/>
                </a:lnTo>
                <a:lnTo>
                  <a:pt x="4214007" y="1641017"/>
                </a:lnTo>
                <a:lnTo>
                  <a:pt x="4224335" y="1681988"/>
                </a:lnTo>
                <a:lnTo>
                  <a:pt x="4234663" y="1682005"/>
                </a:lnTo>
                <a:lnTo>
                  <a:pt x="4244990" y="1641158"/>
                </a:lnTo>
                <a:lnTo>
                  <a:pt x="4255319" y="1681885"/>
                </a:lnTo>
                <a:lnTo>
                  <a:pt x="4265646" y="1646100"/>
                </a:lnTo>
                <a:lnTo>
                  <a:pt x="4276004" y="1676925"/>
                </a:lnTo>
                <a:lnTo>
                  <a:pt x="4286301" y="1682023"/>
                </a:lnTo>
                <a:lnTo>
                  <a:pt x="4296629" y="1640946"/>
                </a:lnTo>
                <a:lnTo>
                  <a:pt x="4306957" y="1682023"/>
                </a:lnTo>
                <a:lnTo>
                  <a:pt x="4317285" y="1641052"/>
                </a:lnTo>
                <a:lnTo>
                  <a:pt x="4327613" y="1681988"/>
                </a:lnTo>
                <a:lnTo>
                  <a:pt x="4337953" y="2257748"/>
                </a:lnTo>
                <a:lnTo>
                  <a:pt x="4348294" y="2296707"/>
                </a:lnTo>
                <a:lnTo>
                  <a:pt x="4368943" y="2298146"/>
                </a:lnTo>
                <a:lnTo>
                  <a:pt x="4379278" y="2255509"/>
                </a:lnTo>
                <a:lnTo>
                  <a:pt x="4389598" y="2297350"/>
                </a:lnTo>
                <a:lnTo>
                  <a:pt x="4399926" y="2297372"/>
                </a:lnTo>
                <a:lnTo>
                  <a:pt x="4410254" y="2258195"/>
                </a:lnTo>
                <a:lnTo>
                  <a:pt x="4420598" y="2295552"/>
                </a:lnTo>
                <a:lnTo>
                  <a:pt x="4430909" y="2297416"/>
                </a:lnTo>
                <a:lnTo>
                  <a:pt x="4441238" y="2297305"/>
                </a:lnTo>
                <a:lnTo>
                  <a:pt x="4451565" y="2256337"/>
                </a:lnTo>
                <a:lnTo>
                  <a:pt x="4461893" y="2297394"/>
                </a:lnTo>
                <a:lnTo>
                  <a:pt x="4472221" y="2297372"/>
                </a:lnTo>
                <a:lnTo>
                  <a:pt x="4482549" y="2256303"/>
                </a:lnTo>
                <a:lnTo>
                  <a:pt x="4492876" y="2297372"/>
                </a:lnTo>
                <a:lnTo>
                  <a:pt x="4513532" y="2297372"/>
                </a:lnTo>
                <a:lnTo>
                  <a:pt x="4523860" y="2256314"/>
                </a:lnTo>
                <a:lnTo>
                  <a:pt x="4534187" y="2297881"/>
                </a:lnTo>
                <a:lnTo>
                  <a:pt x="4544521" y="3036020"/>
                </a:lnTo>
                <a:lnTo>
                  <a:pt x="4616822" y="3035780"/>
                </a:lnTo>
                <a:lnTo>
                  <a:pt x="4637477" y="3035802"/>
                </a:lnTo>
                <a:lnTo>
                  <a:pt x="4647806" y="3080984"/>
                </a:lnTo>
                <a:lnTo>
                  <a:pt x="4658266" y="2989415"/>
                </a:lnTo>
                <a:lnTo>
                  <a:pt x="4668461" y="3035772"/>
                </a:lnTo>
                <a:lnTo>
                  <a:pt x="4740755" y="3036123"/>
                </a:lnTo>
                <a:lnTo>
                  <a:pt x="4751089" y="2462021"/>
                </a:lnTo>
                <a:lnTo>
                  <a:pt x="4771751" y="2461456"/>
                </a:lnTo>
                <a:lnTo>
                  <a:pt x="4782079" y="2461927"/>
                </a:lnTo>
                <a:lnTo>
                  <a:pt x="4802734" y="2461456"/>
                </a:lnTo>
                <a:lnTo>
                  <a:pt x="4947323" y="2461484"/>
                </a:lnTo>
                <a:lnTo>
                  <a:pt x="4957657" y="2585027"/>
                </a:lnTo>
                <a:lnTo>
                  <a:pt x="4967991" y="2625792"/>
                </a:lnTo>
                <a:lnTo>
                  <a:pt x="4998974" y="2625550"/>
                </a:lnTo>
                <a:lnTo>
                  <a:pt x="5009302" y="2625550"/>
                </a:lnTo>
                <a:lnTo>
                  <a:pt x="5019630" y="2584519"/>
                </a:lnTo>
                <a:lnTo>
                  <a:pt x="5029958" y="2625550"/>
                </a:lnTo>
                <a:lnTo>
                  <a:pt x="5060941" y="2625916"/>
                </a:lnTo>
                <a:lnTo>
                  <a:pt x="5071274" y="2584502"/>
                </a:lnTo>
                <a:lnTo>
                  <a:pt x="5081601" y="2625199"/>
                </a:lnTo>
                <a:lnTo>
                  <a:pt x="5122908" y="2625550"/>
                </a:lnTo>
                <a:lnTo>
                  <a:pt x="5133236" y="2584519"/>
                </a:lnTo>
                <a:lnTo>
                  <a:pt x="5143563" y="2625558"/>
                </a:lnTo>
                <a:lnTo>
                  <a:pt x="5153891" y="2625620"/>
                </a:lnTo>
                <a:lnTo>
                  <a:pt x="5153891" y="2625620"/>
                </a:lnTo>
              </a:path>
            </a:pathLst>
          </a:custGeom>
          <a:noFill/>
          <a:ln w="19050" cap="sq">
            <a:solidFill>
              <a:srgbClr val="FEFFB3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938" name="Freeform: Shape 937">
            <a:extLst>
              <a:ext uri="{FF2B5EF4-FFF2-40B4-BE49-F238E27FC236}">
                <a16:creationId xmlns:a16="http://schemas.microsoft.com/office/drawing/2014/main" id="{B2F3C67E-AC98-DC93-FA7C-5C7D37AAF776}"/>
              </a:ext>
            </a:extLst>
          </p:cNvPr>
          <p:cNvSpPr/>
          <p:nvPr/>
        </p:nvSpPr>
        <p:spPr>
          <a:xfrm>
            <a:off x="2086494" y="1114415"/>
            <a:ext cx="4957327" cy="2670172"/>
          </a:xfrm>
          <a:custGeom>
            <a:avLst/>
            <a:gdLst>
              <a:gd name="csX0" fmla="*/ 0 w 4957327"/>
              <a:gd name="csY0" fmla="*/ 965597 h 2670172"/>
              <a:gd name="csX1" fmla="*/ 206555 w 4957327"/>
              <a:gd name="csY1" fmla="*/ 196634 h 2670172"/>
              <a:gd name="csX2" fmla="*/ 413111 w 4957327"/>
              <a:gd name="csY2" fmla="*/ 243362 h 2670172"/>
              <a:gd name="csX3" fmla="*/ 619666 w 4957327"/>
              <a:gd name="csY3" fmla="*/ 0 h 2670172"/>
              <a:gd name="csX4" fmla="*/ 826221 w 4957327"/>
              <a:gd name="csY4" fmla="*/ 566247 h 2670172"/>
              <a:gd name="csX5" fmla="*/ 1032777 w 4957327"/>
              <a:gd name="csY5" fmla="*/ 359390 h 2670172"/>
              <a:gd name="csX6" fmla="*/ 1239332 w 4957327"/>
              <a:gd name="csY6" fmla="*/ 853762 h 2670172"/>
              <a:gd name="csX7" fmla="*/ 1445887 w 4957327"/>
              <a:gd name="csY7" fmla="*/ 787405 h 2670172"/>
              <a:gd name="csX8" fmla="*/ 1652443 w 4957327"/>
              <a:gd name="csY8" fmla="*/ 940831 h 2670172"/>
              <a:gd name="csX9" fmla="*/ 1858998 w 4957327"/>
              <a:gd name="csY9" fmla="*/ 78377 h 2670172"/>
              <a:gd name="csX10" fmla="*/ 2065553 w 4957327"/>
              <a:gd name="csY10" fmla="*/ 213831 h 2670172"/>
              <a:gd name="csX11" fmla="*/ 2272109 w 4957327"/>
              <a:gd name="csY11" fmla="*/ 954987 h 2670172"/>
              <a:gd name="csX12" fmla="*/ 2478664 w 4957327"/>
              <a:gd name="csY12" fmla="*/ 764763 h 2670172"/>
              <a:gd name="csX13" fmla="*/ 2685219 w 4957327"/>
              <a:gd name="csY13" fmla="*/ 703797 h 2670172"/>
              <a:gd name="csX14" fmla="*/ 2891775 w 4957327"/>
              <a:gd name="csY14" fmla="*/ 456644 h 2670172"/>
              <a:gd name="csX15" fmla="*/ 3098330 w 4957327"/>
              <a:gd name="csY15" fmla="*/ 1241269 h 2670172"/>
              <a:gd name="csX16" fmla="*/ 3304885 w 4957327"/>
              <a:gd name="csY16" fmla="*/ 1190450 h 2670172"/>
              <a:gd name="csX17" fmla="*/ 3511441 w 4957327"/>
              <a:gd name="csY17" fmla="*/ 1694130 h 2670172"/>
              <a:gd name="csX18" fmla="*/ 3717996 w 4957327"/>
              <a:gd name="csY18" fmla="*/ 956584 h 2670172"/>
              <a:gd name="csX19" fmla="*/ 3924551 w 4957327"/>
              <a:gd name="csY19" fmla="*/ 1299068 h 2670172"/>
              <a:gd name="csX20" fmla="*/ 4131107 w 4957327"/>
              <a:gd name="csY20" fmla="*/ 1749066 h 2670172"/>
              <a:gd name="csX21" fmla="*/ 4337662 w 4957327"/>
              <a:gd name="csY21" fmla="*/ 2670173 h 2670172"/>
              <a:gd name="csX22" fmla="*/ 4544217 w 4957327"/>
              <a:gd name="csY22" fmla="*/ 2285116 h 2670172"/>
              <a:gd name="csX23" fmla="*/ 4750772 w 4957327"/>
              <a:gd name="csY23" fmla="*/ 2128074 h 2670172"/>
              <a:gd name="csX24" fmla="*/ 4957328 w 4957327"/>
              <a:gd name="csY24" fmla="*/ 2072728 h 26701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4957327" h="2670172">
                <a:moveTo>
                  <a:pt x="0" y="965597"/>
                </a:moveTo>
                <a:lnTo>
                  <a:pt x="206555" y="196634"/>
                </a:lnTo>
                <a:lnTo>
                  <a:pt x="413111" y="243362"/>
                </a:lnTo>
                <a:lnTo>
                  <a:pt x="619666" y="0"/>
                </a:lnTo>
                <a:lnTo>
                  <a:pt x="826221" y="566247"/>
                </a:lnTo>
                <a:lnTo>
                  <a:pt x="1032777" y="359390"/>
                </a:lnTo>
                <a:lnTo>
                  <a:pt x="1239332" y="853762"/>
                </a:lnTo>
                <a:lnTo>
                  <a:pt x="1445887" y="787405"/>
                </a:lnTo>
                <a:lnTo>
                  <a:pt x="1652443" y="940831"/>
                </a:lnTo>
                <a:lnTo>
                  <a:pt x="1858998" y="78377"/>
                </a:lnTo>
                <a:lnTo>
                  <a:pt x="2065553" y="213831"/>
                </a:lnTo>
                <a:lnTo>
                  <a:pt x="2272109" y="954987"/>
                </a:lnTo>
                <a:lnTo>
                  <a:pt x="2478664" y="764763"/>
                </a:lnTo>
                <a:lnTo>
                  <a:pt x="2685219" y="703797"/>
                </a:lnTo>
                <a:lnTo>
                  <a:pt x="2891775" y="456644"/>
                </a:lnTo>
                <a:lnTo>
                  <a:pt x="3098330" y="1241269"/>
                </a:lnTo>
                <a:lnTo>
                  <a:pt x="3304885" y="1190450"/>
                </a:lnTo>
                <a:lnTo>
                  <a:pt x="3511441" y="1694130"/>
                </a:lnTo>
                <a:lnTo>
                  <a:pt x="3717996" y="956584"/>
                </a:lnTo>
                <a:lnTo>
                  <a:pt x="3924551" y="1299068"/>
                </a:lnTo>
                <a:lnTo>
                  <a:pt x="4131107" y="1749066"/>
                </a:lnTo>
                <a:lnTo>
                  <a:pt x="4337662" y="2670173"/>
                </a:lnTo>
                <a:lnTo>
                  <a:pt x="4544217" y="2285116"/>
                </a:lnTo>
                <a:lnTo>
                  <a:pt x="4750772" y="2128074"/>
                </a:lnTo>
                <a:lnTo>
                  <a:pt x="4957328" y="2072728"/>
                </a:lnTo>
              </a:path>
            </a:pathLst>
          </a:custGeom>
          <a:noFill/>
          <a:ln w="19050" cap="sq">
            <a:solidFill>
              <a:srgbClr val="9467BD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939" name="Freeform: Shape 938">
            <a:extLst>
              <a:ext uri="{FF2B5EF4-FFF2-40B4-BE49-F238E27FC236}">
                <a16:creationId xmlns:a16="http://schemas.microsoft.com/office/drawing/2014/main" id="{16E751A1-320D-0C82-81FE-EA2A2BA3036E}"/>
              </a:ext>
            </a:extLst>
          </p:cNvPr>
          <p:cNvSpPr/>
          <p:nvPr/>
        </p:nvSpPr>
        <p:spPr>
          <a:xfrm>
            <a:off x="2086494" y="1220168"/>
            <a:ext cx="4957327" cy="3051195"/>
          </a:xfrm>
          <a:custGeom>
            <a:avLst/>
            <a:gdLst>
              <a:gd name="csX0" fmla="*/ 0 w 4957327"/>
              <a:gd name="csY0" fmla="*/ 1002765 h 3051195"/>
              <a:gd name="csX1" fmla="*/ 206555 w 4957327"/>
              <a:gd name="csY1" fmla="*/ 607204 h 3051195"/>
              <a:gd name="csX2" fmla="*/ 413111 w 4957327"/>
              <a:gd name="csY2" fmla="*/ 101810 h 3051195"/>
              <a:gd name="csX3" fmla="*/ 619666 w 4957327"/>
              <a:gd name="csY3" fmla="*/ 476967 h 3051195"/>
              <a:gd name="csX4" fmla="*/ 826221 w 4957327"/>
              <a:gd name="csY4" fmla="*/ 126798 h 3051195"/>
              <a:gd name="csX5" fmla="*/ 1032777 w 4957327"/>
              <a:gd name="csY5" fmla="*/ 281768 h 3051195"/>
              <a:gd name="csX6" fmla="*/ 1239332 w 4957327"/>
              <a:gd name="csY6" fmla="*/ 0 h 3051195"/>
              <a:gd name="csX7" fmla="*/ 1445887 w 4957327"/>
              <a:gd name="csY7" fmla="*/ 61980 h 3051195"/>
              <a:gd name="csX8" fmla="*/ 1652443 w 4957327"/>
              <a:gd name="csY8" fmla="*/ 28638 h 3051195"/>
              <a:gd name="csX9" fmla="*/ 1858998 w 4957327"/>
              <a:gd name="csY9" fmla="*/ 861498 h 3051195"/>
              <a:gd name="csX10" fmla="*/ 2065553 w 4957327"/>
              <a:gd name="csY10" fmla="*/ 1137738 h 3051195"/>
              <a:gd name="csX11" fmla="*/ 2272109 w 4957327"/>
              <a:gd name="csY11" fmla="*/ 1488511 h 3051195"/>
              <a:gd name="csX12" fmla="*/ 2478664 w 4957327"/>
              <a:gd name="csY12" fmla="*/ 1955963 h 3051195"/>
              <a:gd name="csX13" fmla="*/ 2685219 w 4957327"/>
              <a:gd name="csY13" fmla="*/ 2259590 h 3051195"/>
              <a:gd name="csX14" fmla="*/ 2891775 w 4957327"/>
              <a:gd name="csY14" fmla="*/ 2426132 h 3051195"/>
              <a:gd name="csX15" fmla="*/ 3098330 w 4957327"/>
              <a:gd name="csY15" fmla="*/ 1921923 h 3051195"/>
              <a:gd name="csX16" fmla="*/ 3304885 w 4957327"/>
              <a:gd name="csY16" fmla="*/ 2480671 h 3051195"/>
              <a:gd name="csX17" fmla="*/ 3511441 w 4957327"/>
              <a:gd name="csY17" fmla="*/ 2854066 h 3051195"/>
              <a:gd name="csX18" fmla="*/ 3717996 w 4957327"/>
              <a:gd name="csY18" fmla="*/ 2036599 h 3051195"/>
              <a:gd name="csX19" fmla="*/ 3924551 w 4957327"/>
              <a:gd name="csY19" fmla="*/ 1683267 h 3051195"/>
              <a:gd name="csX20" fmla="*/ 4131107 w 4957327"/>
              <a:gd name="csY20" fmla="*/ 1679266 h 3051195"/>
              <a:gd name="csX21" fmla="*/ 4337662 w 4957327"/>
              <a:gd name="csY21" fmla="*/ 2299230 h 3051195"/>
              <a:gd name="csX22" fmla="*/ 4544217 w 4957327"/>
              <a:gd name="csY22" fmla="*/ 3051196 h 3051195"/>
              <a:gd name="csX23" fmla="*/ 4750772 w 4957327"/>
              <a:gd name="csY23" fmla="*/ 2475519 h 3051195"/>
              <a:gd name="csX24" fmla="*/ 4957328 w 4957327"/>
              <a:gd name="csY24" fmla="*/ 2631706 h 30511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4957327" h="3051195">
                <a:moveTo>
                  <a:pt x="0" y="1002765"/>
                </a:moveTo>
                <a:lnTo>
                  <a:pt x="206555" y="607204"/>
                </a:lnTo>
                <a:lnTo>
                  <a:pt x="413111" y="101810"/>
                </a:lnTo>
                <a:lnTo>
                  <a:pt x="619666" y="476967"/>
                </a:lnTo>
                <a:lnTo>
                  <a:pt x="826221" y="126798"/>
                </a:lnTo>
                <a:lnTo>
                  <a:pt x="1032777" y="281768"/>
                </a:lnTo>
                <a:lnTo>
                  <a:pt x="1239332" y="0"/>
                </a:lnTo>
                <a:lnTo>
                  <a:pt x="1445887" y="61980"/>
                </a:lnTo>
                <a:lnTo>
                  <a:pt x="1652443" y="28638"/>
                </a:lnTo>
                <a:lnTo>
                  <a:pt x="1858998" y="861498"/>
                </a:lnTo>
                <a:lnTo>
                  <a:pt x="2065553" y="1137738"/>
                </a:lnTo>
                <a:lnTo>
                  <a:pt x="2272109" y="1488511"/>
                </a:lnTo>
                <a:lnTo>
                  <a:pt x="2478664" y="1955963"/>
                </a:lnTo>
                <a:lnTo>
                  <a:pt x="2685219" y="2259590"/>
                </a:lnTo>
                <a:lnTo>
                  <a:pt x="2891775" y="2426132"/>
                </a:lnTo>
                <a:lnTo>
                  <a:pt x="3098330" y="1921923"/>
                </a:lnTo>
                <a:lnTo>
                  <a:pt x="3304885" y="2480671"/>
                </a:lnTo>
                <a:lnTo>
                  <a:pt x="3511441" y="2854066"/>
                </a:lnTo>
                <a:lnTo>
                  <a:pt x="3717996" y="2036599"/>
                </a:lnTo>
                <a:lnTo>
                  <a:pt x="3924551" y="1683267"/>
                </a:lnTo>
                <a:lnTo>
                  <a:pt x="4131107" y="1679266"/>
                </a:lnTo>
                <a:lnTo>
                  <a:pt x="4337662" y="2299230"/>
                </a:lnTo>
                <a:lnTo>
                  <a:pt x="4544217" y="3051196"/>
                </a:lnTo>
                <a:lnTo>
                  <a:pt x="4750772" y="2475519"/>
                </a:lnTo>
                <a:lnTo>
                  <a:pt x="4957328" y="2631706"/>
                </a:lnTo>
              </a:path>
            </a:pathLst>
          </a:custGeom>
          <a:noFill/>
          <a:ln w="19050" cap="sq">
            <a:solidFill>
              <a:srgbClr val="E377C2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940" name="Freeform: Shape 939">
            <a:extLst>
              <a:ext uri="{FF2B5EF4-FFF2-40B4-BE49-F238E27FC236}">
                <a16:creationId xmlns:a16="http://schemas.microsoft.com/office/drawing/2014/main" id="{D7A4C64E-DE11-BB3D-9B1E-8233B03E583F}"/>
              </a:ext>
            </a:extLst>
          </p:cNvPr>
          <p:cNvSpPr/>
          <p:nvPr/>
        </p:nvSpPr>
        <p:spPr>
          <a:xfrm>
            <a:off x="1828800" y="2159845"/>
            <a:ext cx="5669280" cy="12700"/>
          </a:xfrm>
          <a:custGeom>
            <a:avLst/>
            <a:gdLst>
              <a:gd name="csX0" fmla="*/ 0 w 5669280"/>
              <a:gd name="csY0" fmla="*/ 0 h 12700"/>
              <a:gd name="csX1" fmla="*/ 5669281 w 5669280"/>
              <a:gd name="csY1" fmla="*/ 0 h 1270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669280" h="12700">
                <a:moveTo>
                  <a:pt x="0" y="0"/>
                </a:moveTo>
                <a:lnTo>
                  <a:pt x="5669281" y="0"/>
                </a:lnTo>
              </a:path>
            </a:pathLst>
          </a:custGeom>
          <a:noFill/>
          <a:ln w="25400" cap="flat">
            <a:solidFill>
              <a:srgbClr val="2CA02C"/>
            </a:solidFill>
            <a:custDash>
              <a:ds d="960000" sp="240000"/>
              <a:ds d="150000" sp="240000"/>
            </a:custDash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941" name="Freeform: Shape 940">
            <a:extLst>
              <a:ext uri="{FF2B5EF4-FFF2-40B4-BE49-F238E27FC236}">
                <a16:creationId xmlns:a16="http://schemas.microsoft.com/office/drawing/2014/main" id="{E13242B0-027B-DB70-8FB0-D142464598BE}"/>
              </a:ext>
            </a:extLst>
          </p:cNvPr>
          <p:cNvSpPr/>
          <p:nvPr/>
        </p:nvSpPr>
        <p:spPr>
          <a:xfrm>
            <a:off x="1828800" y="954396"/>
            <a:ext cx="12700" cy="3520439"/>
          </a:xfrm>
          <a:custGeom>
            <a:avLst/>
            <a:gdLst>
              <a:gd name="csX0" fmla="*/ 0 w 12700"/>
              <a:gd name="csY0" fmla="*/ 3520440 h 3520439"/>
              <a:gd name="csX1" fmla="*/ 0 w 12700"/>
              <a:gd name="csY1" fmla="*/ 0 h 3520439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700" h="3520439">
                <a:moveTo>
                  <a:pt x="0" y="3520440"/>
                </a:moveTo>
                <a:lnTo>
                  <a:pt x="0" y="0"/>
                </a:lnTo>
              </a:path>
            </a:pathLst>
          </a:custGeom>
          <a:noFill/>
          <a:ln w="10160" cap="sq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42" name="Freeform: Shape 941">
            <a:extLst>
              <a:ext uri="{FF2B5EF4-FFF2-40B4-BE49-F238E27FC236}">
                <a16:creationId xmlns:a16="http://schemas.microsoft.com/office/drawing/2014/main" id="{B735992B-EFA2-7B56-AB8A-45AF2D50182F}"/>
              </a:ext>
            </a:extLst>
          </p:cNvPr>
          <p:cNvSpPr/>
          <p:nvPr/>
        </p:nvSpPr>
        <p:spPr>
          <a:xfrm>
            <a:off x="7498080" y="954396"/>
            <a:ext cx="12700" cy="3520439"/>
          </a:xfrm>
          <a:custGeom>
            <a:avLst/>
            <a:gdLst>
              <a:gd name="csX0" fmla="*/ 0 w 12700"/>
              <a:gd name="csY0" fmla="*/ 3520440 h 3520439"/>
              <a:gd name="csX1" fmla="*/ 0 w 12700"/>
              <a:gd name="csY1" fmla="*/ 0 h 3520439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700" h="3520439">
                <a:moveTo>
                  <a:pt x="0" y="3520440"/>
                </a:moveTo>
                <a:lnTo>
                  <a:pt x="0" y="0"/>
                </a:lnTo>
              </a:path>
            </a:pathLst>
          </a:custGeom>
          <a:noFill/>
          <a:ln w="10160" cap="sq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43" name="Freeform: Shape 942">
            <a:extLst>
              <a:ext uri="{FF2B5EF4-FFF2-40B4-BE49-F238E27FC236}">
                <a16:creationId xmlns:a16="http://schemas.microsoft.com/office/drawing/2014/main" id="{2F53E645-8377-2CE9-5B5D-9390682CFBF5}"/>
              </a:ext>
            </a:extLst>
          </p:cNvPr>
          <p:cNvSpPr/>
          <p:nvPr/>
        </p:nvSpPr>
        <p:spPr>
          <a:xfrm>
            <a:off x="1828800" y="4474835"/>
            <a:ext cx="5669280" cy="12700"/>
          </a:xfrm>
          <a:custGeom>
            <a:avLst/>
            <a:gdLst>
              <a:gd name="csX0" fmla="*/ 0 w 5669280"/>
              <a:gd name="csY0" fmla="*/ 0 h 12700"/>
              <a:gd name="csX1" fmla="*/ 5669281 w 5669280"/>
              <a:gd name="csY1" fmla="*/ 0 h 1270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669280" h="12700">
                <a:moveTo>
                  <a:pt x="0" y="0"/>
                </a:moveTo>
                <a:lnTo>
                  <a:pt x="5669281" y="0"/>
                </a:lnTo>
              </a:path>
            </a:pathLst>
          </a:custGeom>
          <a:noFill/>
          <a:ln w="10160" cap="sq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44" name="Freeform: Shape 943">
            <a:extLst>
              <a:ext uri="{FF2B5EF4-FFF2-40B4-BE49-F238E27FC236}">
                <a16:creationId xmlns:a16="http://schemas.microsoft.com/office/drawing/2014/main" id="{DE7A526F-DE1B-BEF3-3ABF-86B3680BD85E}"/>
              </a:ext>
            </a:extLst>
          </p:cNvPr>
          <p:cNvSpPr/>
          <p:nvPr/>
        </p:nvSpPr>
        <p:spPr>
          <a:xfrm>
            <a:off x="1828800" y="954396"/>
            <a:ext cx="5669280" cy="12700"/>
          </a:xfrm>
          <a:custGeom>
            <a:avLst/>
            <a:gdLst>
              <a:gd name="csX0" fmla="*/ 0 w 5669280"/>
              <a:gd name="csY0" fmla="*/ 0 h 12700"/>
              <a:gd name="csX1" fmla="*/ 5669281 w 5669280"/>
              <a:gd name="csY1" fmla="*/ 0 h 1270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669280" h="12700">
                <a:moveTo>
                  <a:pt x="0" y="0"/>
                </a:moveTo>
                <a:lnTo>
                  <a:pt x="5669281" y="0"/>
                </a:lnTo>
              </a:path>
            </a:pathLst>
          </a:custGeom>
          <a:noFill/>
          <a:ln w="10160" cap="sq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945" name="Graphic 705">
            <a:extLst>
              <a:ext uri="{FF2B5EF4-FFF2-40B4-BE49-F238E27FC236}">
                <a16:creationId xmlns:a16="http://schemas.microsoft.com/office/drawing/2014/main" id="{ED8AC5AC-A519-6622-E9A0-E11C560CD3C7}"/>
              </a:ext>
            </a:extLst>
          </p:cNvPr>
          <p:cNvGrpSpPr/>
          <p:nvPr/>
        </p:nvGrpSpPr>
        <p:grpSpPr>
          <a:xfrm>
            <a:off x="3179587" y="762395"/>
            <a:ext cx="2958768" cy="151733"/>
            <a:chOff x="3179587" y="762395"/>
            <a:chExt cx="2958768" cy="151733"/>
          </a:xfrm>
          <a:solidFill>
            <a:srgbClr val="FFFFFF"/>
          </a:solidFill>
        </p:grpSpPr>
        <p:sp>
          <p:nvSpPr>
            <p:cNvPr id="946" name="Freeform: Shape 945">
              <a:extLst>
                <a:ext uri="{FF2B5EF4-FFF2-40B4-BE49-F238E27FC236}">
                  <a16:creationId xmlns:a16="http://schemas.microsoft.com/office/drawing/2014/main" id="{84C734B9-9536-A5D8-1A85-C42E459FA704}"/>
                </a:ext>
              </a:extLst>
            </p:cNvPr>
            <p:cNvSpPr/>
            <p:nvPr/>
          </p:nvSpPr>
          <p:spPr>
            <a:xfrm flipV="1">
              <a:off x="3179587" y="771182"/>
              <a:ext cx="52006" cy="107013"/>
            </a:xfrm>
            <a:custGeom>
              <a:avLst/>
              <a:gdLst>
                <a:gd name="csX0" fmla="*/ 22729 w 52006"/>
                <a:gd name="csY0" fmla="*/ 104799 h 107013"/>
                <a:gd name="csX1" fmla="*/ 22729 w 52006"/>
                <a:gd name="csY1" fmla="*/ 81130 h 107013"/>
                <a:gd name="csX2" fmla="*/ 50923 w 52006"/>
                <a:gd name="csY2" fmla="*/ 81130 h 107013"/>
                <a:gd name="csX3" fmla="*/ 50923 w 52006"/>
                <a:gd name="csY3" fmla="*/ 70486 h 107013"/>
                <a:gd name="csX4" fmla="*/ 22729 w 52006"/>
                <a:gd name="csY4" fmla="*/ 70486 h 107013"/>
                <a:gd name="csX5" fmla="*/ 22729 w 52006"/>
                <a:gd name="csY5" fmla="*/ 25242 h 107013"/>
                <a:gd name="csX6" fmla="*/ 25515 w 52006"/>
                <a:gd name="csY6" fmla="*/ 12145 h 107013"/>
                <a:gd name="csX7" fmla="*/ 36874 w 52006"/>
                <a:gd name="csY7" fmla="*/ 9240 h 107013"/>
                <a:gd name="csX8" fmla="*/ 50923 w 52006"/>
                <a:gd name="csY8" fmla="*/ 9240 h 107013"/>
                <a:gd name="csX9" fmla="*/ 50923 w 52006"/>
                <a:gd name="csY9" fmla="*/ -2214 h 107013"/>
                <a:gd name="csX10" fmla="*/ 36874 w 52006"/>
                <a:gd name="csY10" fmla="*/ -2214 h 107013"/>
                <a:gd name="csX11" fmla="*/ 14990 w 52006"/>
                <a:gd name="csY11" fmla="*/ 3691 h 107013"/>
                <a:gd name="csX12" fmla="*/ 8965 w 52006"/>
                <a:gd name="csY12" fmla="*/ 25242 h 107013"/>
                <a:gd name="csX13" fmla="*/ 8965 w 52006"/>
                <a:gd name="csY13" fmla="*/ 70486 h 107013"/>
                <a:gd name="csX14" fmla="*/ -1084 w 52006"/>
                <a:gd name="csY14" fmla="*/ 70486 h 107013"/>
                <a:gd name="csX15" fmla="*/ -1084 w 52006"/>
                <a:gd name="csY15" fmla="*/ 81130 h 107013"/>
                <a:gd name="csX16" fmla="*/ 8965 w 52006"/>
                <a:gd name="csY16" fmla="*/ 81130 h 107013"/>
                <a:gd name="csX17" fmla="*/ 8965 w 52006"/>
                <a:gd name="csY17" fmla="*/ 104799 h 107013"/>
                <a:gd name="csX18" fmla="*/ 22729 w 52006"/>
                <a:gd name="csY18" fmla="*/ 104799 h 1070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52006" h="107013">
                  <a:moveTo>
                    <a:pt x="22729" y="104799"/>
                  </a:moveTo>
                  <a:lnTo>
                    <a:pt x="22729" y="81130"/>
                  </a:lnTo>
                  <a:lnTo>
                    <a:pt x="50923" y="81130"/>
                  </a:lnTo>
                  <a:lnTo>
                    <a:pt x="50923" y="70486"/>
                  </a:lnTo>
                  <a:lnTo>
                    <a:pt x="22729" y="70486"/>
                  </a:lnTo>
                  <a:lnTo>
                    <a:pt x="22729" y="25242"/>
                  </a:lnTo>
                  <a:cubicBezTo>
                    <a:pt x="22729" y="18447"/>
                    <a:pt x="23658" y="14082"/>
                    <a:pt x="25515" y="12145"/>
                  </a:cubicBezTo>
                  <a:cubicBezTo>
                    <a:pt x="27372" y="10208"/>
                    <a:pt x="31159" y="9240"/>
                    <a:pt x="36874" y="9240"/>
                  </a:cubicBezTo>
                  <a:lnTo>
                    <a:pt x="50923" y="9240"/>
                  </a:lnTo>
                  <a:lnTo>
                    <a:pt x="50923" y="-2214"/>
                  </a:lnTo>
                  <a:lnTo>
                    <a:pt x="36874" y="-2214"/>
                  </a:lnTo>
                  <a:cubicBezTo>
                    <a:pt x="26301" y="-2214"/>
                    <a:pt x="19006" y="-246"/>
                    <a:pt x="14990" y="3691"/>
                  </a:cubicBezTo>
                  <a:cubicBezTo>
                    <a:pt x="10973" y="7644"/>
                    <a:pt x="8965" y="14828"/>
                    <a:pt x="8965" y="25242"/>
                  </a:cubicBezTo>
                  <a:lnTo>
                    <a:pt x="8965" y="70486"/>
                  </a:lnTo>
                  <a:lnTo>
                    <a:pt x="-1084" y="70486"/>
                  </a:lnTo>
                  <a:lnTo>
                    <a:pt x="-1084" y="81130"/>
                  </a:lnTo>
                  <a:lnTo>
                    <a:pt x="8965" y="81130"/>
                  </a:lnTo>
                  <a:lnTo>
                    <a:pt x="8965" y="104799"/>
                  </a:lnTo>
                  <a:lnTo>
                    <a:pt x="22729" y="104799"/>
                  </a:ln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47" name="Freeform: Shape 946">
              <a:extLst>
                <a:ext uri="{FF2B5EF4-FFF2-40B4-BE49-F238E27FC236}">
                  <a16:creationId xmlns:a16="http://schemas.microsoft.com/office/drawing/2014/main" id="{5697E41F-B5B2-C7E8-B13B-16248E0F97F2}"/>
                </a:ext>
              </a:extLst>
            </p:cNvPr>
            <p:cNvSpPr/>
            <p:nvPr/>
          </p:nvSpPr>
          <p:spPr>
            <a:xfrm flipV="1">
              <a:off x="3243652" y="792852"/>
              <a:ext cx="77247" cy="87510"/>
            </a:xfrm>
            <a:custGeom>
              <a:avLst/>
              <a:gdLst>
                <a:gd name="csX0" fmla="*/ 75459 w 77247"/>
                <a:gd name="csY0" fmla="*/ 45555 h 87510"/>
                <a:gd name="csX1" fmla="*/ 75459 w 77247"/>
                <a:gd name="csY1" fmla="*/ 38864 h 87510"/>
                <a:gd name="csX2" fmla="*/ 12499 w 77247"/>
                <a:gd name="csY2" fmla="*/ 38864 h 87510"/>
                <a:gd name="csX3" fmla="*/ 21024 w 77247"/>
                <a:gd name="csY3" fmla="*/ 17314 h 87510"/>
                <a:gd name="csX4" fmla="*/ 42265 w 77247"/>
                <a:gd name="csY4" fmla="*/ 9908 h 87510"/>
                <a:gd name="csX5" fmla="*/ 57552 w 77247"/>
                <a:gd name="csY5" fmla="*/ 11837 h 87510"/>
                <a:gd name="csX6" fmla="*/ 72268 w 77247"/>
                <a:gd name="csY6" fmla="*/ 17647 h 87510"/>
                <a:gd name="csX7" fmla="*/ 72268 w 77247"/>
                <a:gd name="csY7" fmla="*/ 4693 h 87510"/>
                <a:gd name="csX8" fmla="*/ 57147 w 77247"/>
                <a:gd name="csY8" fmla="*/ -70 h 87510"/>
                <a:gd name="csX9" fmla="*/ 41455 w 77247"/>
                <a:gd name="csY9" fmla="*/ -1713 h 87510"/>
                <a:gd name="csX10" fmla="*/ 9856 w 77247"/>
                <a:gd name="csY10" fmla="*/ 9884 h 87510"/>
                <a:gd name="csX11" fmla="*/ -1789 w 77247"/>
                <a:gd name="csY11" fmla="*/ 41317 h 87510"/>
                <a:gd name="csX12" fmla="*/ 9260 w 77247"/>
                <a:gd name="csY12" fmla="*/ 73773 h 87510"/>
                <a:gd name="csX13" fmla="*/ 39074 w 77247"/>
                <a:gd name="csY13" fmla="*/ 85798 h 87510"/>
                <a:gd name="csX14" fmla="*/ 65672 w 77247"/>
                <a:gd name="csY14" fmla="*/ 74964 h 87510"/>
                <a:gd name="csX15" fmla="*/ 75459 w 77247"/>
                <a:gd name="csY15" fmla="*/ 45555 h 87510"/>
                <a:gd name="csX16" fmla="*/ 61767 w 77247"/>
                <a:gd name="csY16" fmla="*/ 49580 h 87510"/>
                <a:gd name="csX17" fmla="*/ 55481 w 77247"/>
                <a:gd name="csY17" fmla="*/ 67487 h 87510"/>
                <a:gd name="csX18" fmla="*/ 39217 w 77247"/>
                <a:gd name="csY18" fmla="*/ 74202 h 87510"/>
                <a:gd name="csX19" fmla="*/ 20881 w 77247"/>
                <a:gd name="csY19" fmla="*/ 67725 h 87510"/>
                <a:gd name="csX20" fmla="*/ 12951 w 77247"/>
                <a:gd name="csY20" fmla="*/ 49484 h 87510"/>
                <a:gd name="csX21" fmla="*/ 61767 w 77247"/>
                <a:gd name="csY21" fmla="*/ 49580 h 875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77247" h="87510">
                  <a:moveTo>
                    <a:pt x="75459" y="45555"/>
                  </a:moveTo>
                  <a:lnTo>
                    <a:pt x="75459" y="38864"/>
                  </a:lnTo>
                  <a:lnTo>
                    <a:pt x="12499" y="38864"/>
                  </a:lnTo>
                  <a:cubicBezTo>
                    <a:pt x="13102" y="29434"/>
                    <a:pt x="15944" y="22251"/>
                    <a:pt x="21024" y="17314"/>
                  </a:cubicBezTo>
                  <a:cubicBezTo>
                    <a:pt x="26104" y="12376"/>
                    <a:pt x="33184" y="9908"/>
                    <a:pt x="42265" y="9908"/>
                  </a:cubicBezTo>
                  <a:cubicBezTo>
                    <a:pt x="47519" y="9908"/>
                    <a:pt x="52615" y="10551"/>
                    <a:pt x="57552" y="11837"/>
                  </a:cubicBezTo>
                  <a:cubicBezTo>
                    <a:pt x="62489" y="13123"/>
                    <a:pt x="67395" y="15059"/>
                    <a:pt x="72268" y="17647"/>
                  </a:cubicBezTo>
                  <a:lnTo>
                    <a:pt x="72268" y="4693"/>
                  </a:lnTo>
                  <a:cubicBezTo>
                    <a:pt x="67347" y="2613"/>
                    <a:pt x="62307" y="1026"/>
                    <a:pt x="57147" y="-70"/>
                  </a:cubicBezTo>
                  <a:cubicBezTo>
                    <a:pt x="51988" y="-1165"/>
                    <a:pt x="46757" y="-1713"/>
                    <a:pt x="41455" y="-1713"/>
                  </a:cubicBezTo>
                  <a:cubicBezTo>
                    <a:pt x="28152" y="-1713"/>
                    <a:pt x="17619" y="2153"/>
                    <a:pt x="9856" y="9884"/>
                  </a:cubicBezTo>
                  <a:cubicBezTo>
                    <a:pt x="2093" y="17631"/>
                    <a:pt x="-1789" y="28109"/>
                    <a:pt x="-1789" y="41317"/>
                  </a:cubicBezTo>
                  <a:cubicBezTo>
                    <a:pt x="-1789" y="54953"/>
                    <a:pt x="1894" y="65772"/>
                    <a:pt x="9260" y="73773"/>
                  </a:cubicBezTo>
                  <a:cubicBezTo>
                    <a:pt x="16626" y="81790"/>
                    <a:pt x="26564" y="85798"/>
                    <a:pt x="39074" y="85798"/>
                  </a:cubicBezTo>
                  <a:cubicBezTo>
                    <a:pt x="50281" y="85798"/>
                    <a:pt x="59148" y="82187"/>
                    <a:pt x="65672" y="74964"/>
                  </a:cubicBezTo>
                  <a:cubicBezTo>
                    <a:pt x="72197" y="67756"/>
                    <a:pt x="75459" y="57954"/>
                    <a:pt x="75459" y="45555"/>
                  </a:cubicBezTo>
                  <a:close/>
                  <a:moveTo>
                    <a:pt x="61767" y="49580"/>
                  </a:moveTo>
                  <a:cubicBezTo>
                    <a:pt x="61672" y="57057"/>
                    <a:pt x="59576" y="63026"/>
                    <a:pt x="55481" y="67487"/>
                  </a:cubicBezTo>
                  <a:cubicBezTo>
                    <a:pt x="51385" y="71963"/>
                    <a:pt x="45963" y="74202"/>
                    <a:pt x="39217" y="74202"/>
                  </a:cubicBezTo>
                  <a:cubicBezTo>
                    <a:pt x="31581" y="74202"/>
                    <a:pt x="25469" y="72043"/>
                    <a:pt x="20881" y="67725"/>
                  </a:cubicBezTo>
                  <a:cubicBezTo>
                    <a:pt x="16293" y="63407"/>
                    <a:pt x="13650" y="57327"/>
                    <a:pt x="12951" y="49484"/>
                  </a:cubicBezTo>
                  <a:lnTo>
                    <a:pt x="61767" y="49580"/>
                  </a:ln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48" name="Freeform: Shape 947">
              <a:extLst>
                <a:ext uri="{FF2B5EF4-FFF2-40B4-BE49-F238E27FC236}">
                  <a16:creationId xmlns:a16="http://schemas.microsoft.com/office/drawing/2014/main" id="{65136049-78E9-9FAE-6869-6F43151123F7}"/>
                </a:ext>
              </a:extLst>
            </p:cNvPr>
            <p:cNvSpPr/>
            <p:nvPr/>
          </p:nvSpPr>
          <p:spPr>
            <a:xfrm flipV="1">
              <a:off x="3337271" y="792852"/>
              <a:ext cx="63698" cy="87510"/>
            </a:xfrm>
            <a:custGeom>
              <a:avLst/>
              <a:gdLst>
                <a:gd name="csX0" fmla="*/ 57730 w 63698"/>
                <a:gd name="csY0" fmla="*/ 81345 h 87510"/>
                <a:gd name="csX1" fmla="*/ 57730 w 63698"/>
                <a:gd name="csY1" fmla="*/ 68391 h 87510"/>
                <a:gd name="csX2" fmla="*/ 45681 w 63698"/>
                <a:gd name="csY2" fmla="*/ 72844 h 87510"/>
                <a:gd name="csX3" fmla="*/ 32727 w 63698"/>
                <a:gd name="csY3" fmla="*/ 74345 h 87510"/>
                <a:gd name="csX4" fmla="*/ 17440 w 63698"/>
                <a:gd name="csY4" fmla="*/ 71225 h 87510"/>
                <a:gd name="csX5" fmla="*/ 12344 w 63698"/>
                <a:gd name="csY5" fmla="*/ 61843 h 87510"/>
                <a:gd name="csX6" fmla="*/ 15987 w 63698"/>
                <a:gd name="csY6" fmla="*/ 54366 h 87510"/>
                <a:gd name="csX7" fmla="*/ 30656 w 63698"/>
                <a:gd name="csY7" fmla="*/ 49199 h 87510"/>
                <a:gd name="csX8" fmla="*/ 35347 w 63698"/>
                <a:gd name="csY8" fmla="*/ 48151 h 87510"/>
                <a:gd name="csX9" fmla="*/ 56064 w 63698"/>
                <a:gd name="csY9" fmla="*/ 39340 h 87510"/>
                <a:gd name="csX10" fmla="*/ 62207 w 63698"/>
                <a:gd name="csY10" fmla="*/ 23457 h 87510"/>
                <a:gd name="csX11" fmla="*/ 53016 w 63698"/>
                <a:gd name="csY11" fmla="*/ 5050 h 87510"/>
                <a:gd name="csX12" fmla="*/ 27751 w 63698"/>
                <a:gd name="csY12" fmla="*/ -1713 h 87510"/>
                <a:gd name="csX13" fmla="*/ 13796 w 63698"/>
                <a:gd name="csY13" fmla="*/ -403 h 87510"/>
                <a:gd name="csX14" fmla="*/ -1491 w 63698"/>
                <a:gd name="csY14" fmla="*/ 3502 h 87510"/>
                <a:gd name="csX15" fmla="*/ -1491 w 63698"/>
                <a:gd name="csY15" fmla="*/ 17647 h 87510"/>
                <a:gd name="csX16" fmla="*/ 13463 w 63698"/>
                <a:gd name="csY16" fmla="*/ 11718 h 87510"/>
                <a:gd name="csX17" fmla="*/ 28060 w 63698"/>
                <a:gd name="csY17" fmla="*/ 9765 h 87510"/>
                <a:gd name="csX18" fmla="*/ 42919 w 63698"/>
                <a:gd name="csY18" fmla="*/ 13075 h 87510"/>
                <a:gd name="csX19" fmla="*/ 48134 w 63698"/>
                <a:gd name="csY19" fmla="*/ 22409 h 87510"/>
                <a:gd name="csX20" fmla="*/ 44372 w 63698"/>
                <a:gd name="csY20" fmla="*/ 30958 h 87510"/>
                <a:gd name="csX21" fmla="*/ 27893 w 63698"/>
                <a:gd name="csY21" fmla="*/ 36697 h 87510"/>
                <a:gd name="csX22" fmla="*/ 23131 w 63698"/>
                <a:gd name="csY22" fmla="*/ 37816 h 87510"/>
                <a:gd name="csX23" fmla="*/ 4748 w 63698"/>
                <a:gd name="csY23" fmla="*/ 46031 h 87510"/>
                <a:gd name="csX24" fmla="*/ -896 w 63698"/>
                <a:gd name="csY24" fmla="*/ 61248 h 87510"/>
                <a:gd name="csX25" fmla="*/ 7438 w 63698"/>
                <a:gd name="csY25" fmla="*/ 79393 h 87510"/>
                <a:gd name="csX26" fmla="*/ 31108 w 63698"/>
                <a:gd name="csY26" fmla="*/ 85798 h 87510"/>
                <a:gd name="csX27" fmla="*/ 45372 w 63698"/>
                <a:gd name="csY27" fmla="*/ 84679 h 87510"/>
                <a:gd name="csX28" fmla="*/ 57730 w 63698"/>
                <a:gd name="csY28" fmla="*/ 81345 h 875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</a:cxnLst>
              <a:rect l="l" t="t" r="r" b="b"/>
              <a:pathLst>
                <a:path w="63698" h="87510">
                  <a:moveTo>
                    <a:pt x="57730" y="81345"/>
                  </a:moveTo>
                  <a:lnTo>
                    <a:pt x="57730" y="68391"/>
                  </a:lnTo>
                  <a:cubicBezTo>
                    <a:pt x="53873" y="70376"/>
                    <a:pt x="49856" y="71860"/>
                    <a:pt x="45681" y="72844"/>
                  </a:cubicBezTo>
                  <a:cubicBezTo>
                    <a:pt x="41522" y="73844"/>
                    <a:pt x="37204" y="74345"/>
                    <a:pt x="32727" y="74345"/>
                  </a:cubicBezTo>
                  <a:cubicBezTo>
                    <a:pt x="25933" y="74345"/>
                    <a:pt x="20837" y="73305"/>
                    <a:pt x="17440" y="71225"/>
                  </a:cubicBezTo>
                  <a:cubicBezTo>
                    <a:pt x="14042" y="69145"/>
                    <a:pt x="12344" y="66018"/>
                    <a:pt x="12344" y="61843"/>
                  </a:cubicBezTo>
                  <a:cubicBezTo>
                    <a:pt x="12344" y="58668"/>
                    <a:pt x="13558" y="56176"/>
                    <a:pt x="15987" y="54366"/>
                  </a:cubicBezTo>
                  <a:cubicBezTo>
                    <a:pt x="18416" y="52556"/>
                    <a:pt x="23306" y="50834"/>
                    <a:pt x="30656" y="49199"/>
                  </a:cubicBezTo>
                  <a:lnTo>
                    <a:pt x="35347" y="48151"/>
                  </a:lnTo>
                  <a:cubicBezTo>
                    <a:pt x="45062" y="46071"/>
                    <a:pt x="51968" y="43134"/>
                    <a:pt x="56064" y="39340"/>
                  </a:cubicBezTo>
                  <a:cubicBezTo>
                    <a:pt x="60159" y="35546"/>
                    <a:pt x="62207" y="30252"/>
                    <a:pt x="62207" y="23457"/>
                  </a:cubicBezTo>
                  <a:cubicBezTo>
                    <a:pt x="62207" y="15710"/>
                    <a:pt x="59143" y="9575"/>
                    <a:pt x="53016" y="5050"/>
                  </a:cubicBezTo>
                  <a:cubicBezTo>
                    <a:pt x="46888" y="542"/>
                    <a:pt x="38466" y="-1713"/>
                    <a:pt x="27751" y="-1713"/>
                  </a:cubicBezTo>
                  <a:cubicBezTo>
                    <a:pt x="23290" y="-1713"/>
                    <a:pt x="18638" y="-1276"/>
                    <a:pt x="13796" y="-403"/>
                  </a:cubicBezTo>
                  <a:cubicBezTo>
                    <a:pt x="8955" y="470"/>
                    <a:pt x="3859" y="1772"/>
                    <a:pt x="-1491" y="3502"/>
                  </a:cubicBezTo>
                  <a:lnTo>
                    <a:pt x="-1491" y="17647"/>
                  </a:lnTo>
                  <a:cubicBezTo>
                    <a:pt x="3573" y="15012"/>
                    <a:pt x="8558" y="13035"/>
                    <a:pt x="13463" y="11718"/>
                  </a:cubicBezTo>
                  <a:cubicBezTo>
                    <a:pt x="18368" y="10416"/>
                    <a:pt x="23234" y="9765"/>
                    <a:pt x="28060" y="9765"/>
                  </a:cubicBezTo>
                  <a:cubicBezTo>
                    <a:pt x="34505" y="9765"/>
                    <a:pt x="39458" y="10868"/>
                    <a:pt x="42919" y="13075"/>
                  </a:cubicBezTo>
                  <a:cubicBezTo>
                    <a:pt x="46396" y="15282"/>
                    <a:pt x="48134" y="18393"/>
                    <a:pt x="48134" y="22409"/>
                  </a:cubicBezTo>
                  <a:cubicBezTo>
                    <a:pt x="48134" y="26124"/>
                    <a:pt x="46880" y="28974"/>
                    <a:pt x="44372" y="30958"/>
                  </a:cubicBezTo>
                  <a:cubicBezTo>
                    <a:pt x="41879" y="32943"/>
                    <a:pt x="36387" y="34855"/>
                    <a:pt x="27893" y="36697"/>
                  </a:cubicBezTo>
                  <a:lnTo>
                    <a:pt x="23131" y="37816"/>
                  </a:lnTo>
                  <a:cubicBezTo>
                    <a:pt x="14654" y="39594"/>
                    <a:pt x="8526" y="42333"/>
                    <a:pt x="4748" y="46031"/>
                  </a:cubicBezTo>
                  <a:cubicBezTo>
                    <a:pt x="985" y="49730"/>
                    <a:pt x="-896" y="54802"/>
                    <a:pt x="-896" y="61248"/>
                  </a:cubicBezTo>
                  <a:cubicBezTo>
                    <a:pt x="-896" y="69090"/>
                    <a:pt x="1882" y="75138"/>
                    <a:pt x="7438" y="79393"/>
                  </a:cubicBezTo>
                  <a:cubicBezTo>
                    <a:pt x="12995" y="83663"/>
                    <a:pt x="20885" y="85798"/>
                    <a:pt x="31108" y="85798"/>
                  </a:cubicBezTo>
                  <a:cubicBezTo>
                    <a:pt x="36156" y="85798"/>
                    <a:pt x="40911" y="85425"/>
                    <a:pt x="45372" y="84679"/>
                  </a:cubicBezTo>
                  <a:cubicBezTo>
                    <a:pt x="49849" y="83949"/>
                    <a:pt x="53968" y="82838"/>
                    <a:pt x="57730" y="81345"/>
                  </a:cubicBez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49" name="Freeform: Shape 948">
              <a:extLst>
                <a:ext uri="{FF2B5EF4-FFF2-40B4-BE49-F238E27FC236}">
                  <a16:creationId xmlns:a16="http://schemas.microsoft.com/office/drawing/2014/main" id="{00690DCF-B2B2-A4B7-1630-4C487C4AAD0C}"/>
                </a:ext>
              </a:extLst>
            </p:cNvPr>
            <p:cNvSpPr/>
            <p:nvPr/>
          </p:nvSpPr>
          <p:spPr>
            <a:xfrm flipV="1">
              <a:off x="3412503" y="771182"/>
              <a:ext cx="52006" cy="107013"/>
            </a:xfrm>
            <a:custGeom>
              <a:avLst/>
              <a:gdLst>
                <a:gd name="csX0" fmla="*/ 22747 w 52006"/>
                <a:gd name="csY0" fmla="*/ 104799 h 107013"/>
                <a:gd name="csX1" fmla="*/ 22747 w 52006"/>
                <a:gd name="csY1" fmla="*/ 81130 h 107013"/>
                <a:gd name="csX2" fmla="*/ 50941 w 52006"/>
                <a:gd name="csY2" fmla="*/ 81130 h 107013"/>
                <a:gd name="csX3" fmla="*/ 50941 w 52006"/>
                <a:gd name="csY3" fmla="*/ 70486 h 107013"/>
                <a:gd name="csX4" fmla="*/ 22747 w 52006"/>
                <a:gd name="csY4" fmla="*/ 70486 h 107013"/>
                <a:gd name="csX5" fmla="*/ 22747 w 52006"/>
                <a:gd name="csY5" fmla="*/ 25242 h 107013"/>
                <a:gd name="csX6" fmla="*/ 25533 w 52006"/>
                <a:gd name="csY6" fmla="*/ 12145 h 107013"/>
                <a:gd name="csX7" fmla="*/ 36892 w 52006"/>
                <a:gd name="csY7" fmla="*/ 9240 h 107013"/>
                <a:gd name="csX8" fmla="*/ 50941 w 52006"/>
                <a:gd name="csY8" fmla="*/ 9240 h 107013"/>
                <a:gd name="csX9" fmla="*/ 50941 w 52006"/>
                <a:gd name="csY9" fmla="*/ -2214 h 107013"/>
                <a:gd name="csX10" fmla="*/ 36892 w 52006"/>
                <a:gd name="csY10" fmla="*/ -2214 h 107013"/>
                <a:gd name="csX11" fmla="*/ 15008 w 52006"/>
                <a:gd name="csY11" fmla="*/ 3691 h 107013"/>
                <a:gd name="csX12" fmla="*/ 8984 w 52006"/>
                <a:gd name="csY12" fmla="*/ 25242 h 107013"/>
                <a:gd name="csX13" fmla="*/ 8984 w 52006"/>
                <a:gd name="csY13" fmla="*/ 70486 h 107013"/>
                <a:gd name="csX14" fmla="*/ -1065 w 52006"/>
                <a:gd name="csY14" fmla="*/ 70486 h 107013"/>
                <a:gd name="csX15" fmla="*/ -1065 w 52006"/>
                <a:gd name="csY15" fmla="*/ 81130 h 107013"/>
                <a:gd name="csX16" fmla="*/ 8984 w 52006"/>
                <a:gd name="csY16" fmla="*/ 81130 h 107013"/>
                <a:gd name="csX17" fmla="*/ 8984 w 52006"/>
                <a:gd name="csY17" fmla="*/ 104799 h 107013"/>
                <a:gd name="csX18" fmla="*/ 22747 w 52006"/>
                <a:gd name="csY18" fmla="*/ 104799 h 1070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52006" h="107013">
                  <a:moveTo>
                    <a:pt x="22747" y="104799"/>
                  </a:moveTo>
                  <a:lnTo>
                    <a:pt x="22747" y="81130"/>
                  </a:lnTo>
                  <a:lnTo>
                    <a:pt x="50941" y="81130"/>
                  </a:lnTo>
                  <a:lnTo>
                    <a:pt x="50941" y="70486"/>
                  </a:lnTo>
                  <a:lnTo>
                    <a:pt x="22747" y="70486"/>
                  </a:lnTo>
                  <a:lnTo>
                    <a:pt x="22747" y="25242"/>
                  </a:lnTo>
                  <a:cubicBezTo>
                    <a:pt x="22747" y="18447"/>
                    <a:pt x="23676" y="14082"/>
                    <a:pt x="25533" y="12145"/>
                  </a:cubicBezTo>
                  <a:cubicBezTo>
                    <a:pt x="27391" y="10208"/>
                    <a:pt x="31177" y="9240"/>
                    <a:pt x="36892" y="9240"/>
                  </a:cubicBezTo>
                  <a:lnTo>
                    <a:pt x="50941" y="9240"/>
                  </a:lnTo>
                  <a:lnTo>
                    <a:pt x="50941" y="-2214"/>
                  </a:lnTo>
                  <a:lnTo>
                    <a:pt x="36892" y="-2214"/>
                  </a:lnTo>
                  <a:cubicBezTo>
                    <a:pt x="26319" y="-2214"/>
                    <a:pt x="19025" y="-246"/>
                    <a:pt x="15008" y="3691"/>
                  </a:cubicBezTo>
                  <a:cubicBezTo>
                    <a:pt x="10992" y="7644"/>
                    <a:pt x="8984" y="14828"/>
                    <a:pt x="8984" y="25242"/>
                  </a:cubicBezTo>
                  <a:lnTo>
                    <a:pt x="8984" y="70486"/>
                  </a:lnTo>
                  <a:lnTo>
                    <a:pt x="-1065" y="70486"/>
                  </a:lnTo>
                  <a:lnTo>
                    <a:pt x="-1065" y="81130"/>
                  </a:lnTo>
                  <a:lnTo>
                    <a:pt x="8984" y="81130"/>
                  </a:lnTo>
                  <a:lnTo>
                    <a:pt x="8984" y="104799"/>
                  </a:lnTo>
                  <a:lnTo>
                    <a:pt x="22747" y="104799"/>
                  </a:ln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50" name="Freeform: Shape 949">
              <a:extLst>
                <a:ext uri="{FF2B5EF4-FFF2-40B4-BE49-F238E27FC236}">
                  <a16:creationId xmlns:a16="http://schemas.microsoft.com/office/drawing/2014/main" id="{FE18D509-CA35-2E0C-0004-89E9DF9D1CC0}"/>
                </a:ext>
              </a:extLst>
            </p:cNvPr>
            <p:cNvSpPr/>
            <p:nvPr/>
          </p:nvSpPr>
          <p:spPr>
            <a:xfrm flipV="1">
              <a:off x="3466662" y="903508"/>
              <a:ext cx="79200" cy="10620"/>
            </a:xfrm>
            <a:custGeom>
              <a:avLst/>
              <a:gdLst>
                <a:gd name="csX0" fmla="*/ 77804 w 79200"/>
                <a:gd name="csY0" fmla="*/ 11946 h 10620"/>
                <a:gd name="csX1" fmla="*/ 77804 w 79200"/>
                <a:gd name="csY1" fmla="*/ 1326 h 10620"/>
                <a:gd name="csX2" fmla="*/ -1396 w 79200"/>
                <a:gd name="csY2" fmla="*/ 1326 h 10620"/>
                <a:gd name="csX3" fmla="*/ -1396 w 79200"/>
                <a:gd name="csY3" fmla="*/ 11946 h 10620"/>
                <a:gd name="csX4" fmla="*/ 77804 w 79200"/>
                <a:gd name="csY4" fmla="*/ 11946 h 106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9200" h="10620">
                  <a:moveTo>
                    <a:pt x="77804" y="11946"/>
                  </a:moveTo>
                  <a:lnTo>
                    <a:pt x="77804" y="1326"/>
                  </a:lnTo>
                  <a:lnTo>
                    <a:pt x="-1396" y="1326"/>
                  </a:lnTo>
                  <a:lnTo>
                    <a:pt x="-1396" y="11946"/>
                  </a:lnTo>
                  <a:lnTo>
                    <a:pt x="77804" y="11946"/>
                  </a:ln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51" name="Freeform: Shape 950">
              <a:extLst>
                <a:ext uri="{FF2B5EF4-FFF2-40B4-BE49-F238E27FC236}">
                  <a16:creationId xmlns:a16="http://schemas.microsoft.com/office/drawing/2014/main" id="{84EC57A1-19F7-2375-9072-423841062F51}"/>
                </a:ext>
              </a:extLst>
            </p:cNvPr>
            <p:cNvSpPr/>
            <p:nvPr/>
          </p:nvSpPr>
          <p:spPr>
            <a:xfrm flipV="1">
              <a:off x="3553506" y="792852"/>
              <a:ext cx="70413" cy="87510"/>
            </a:xfrm>
            <a:custGeom>
              <a:avLst/>
              <a:gdLst>
                <a:gd name="csX0" fmla="*/ 41449 w 70413"/>
                <a:gd name="csY0" fmla="*/ 42341 h 87510"/>
                <a:gd name="csX1" fmla="*/ 18446 w 70413"/>
                <a:gd name="csY1" fmla="*/ 38554 h 87510"/>
                <a:gd name="csX2" fmla="*/ 12040 w 70413"/>
                <a:gd name="csY2" fmla="*/ 25600 h 87510"/>
                <a:gd name="csX3" fmla="*/ 16850 w 70413"/>
                <a:gd name="csY3" fmla="*/ 14027 h 87510"/>
                <a:gd name="csX4" fmla="*/ 29900 w 70413"/>
                <a:gd name="csY4" fmla="*/ 9765 h 87510"/>
                <a:gd name="csX5" fmla="*/ 48188 w 70413"/>
                <a:gd name="csY5" fmla="*/ 17837 h 87510"/>
                <a:gd name="csX6" fmla="*/ 55069 w 70413"/>
                <a:gd name="csY6" fmla="*/ 39293 h 87510"/>
                <a:gd name="csX7" fmla="*/ 55069 w 70413"/>
                <a:gd name="csY7" fmla="*/ 42341 h 87510"/>
                <a:gd name="csX8" fmla="*/ 41449 w 70413"/>
                <a:gd name="csY8" fmla="*/ 42341 h 87510"/>
                <a:gd name="csX9" fmla="*/ 68762 w 70413"/>
                <a:gd name="csY9" fmla="*/ 48008 h 87510"/>
                <a:gd name="csX10" fmla="*/ 68762 w 70413"/>
                <a:gd name="csY10" fmla="*/ 454 h 87510"/>
                <a:gd name="csX11" fmla="*/ 55069 w 70413"/>
                <a:gd name="csY11" fmla="*/ 454 h 87510"/>
                <a:gd name="csX12" fmla="*/ 55069 w 70413"/>
                <a:gd name="csY12" fmla="*/ 13099 h 87510"/>
                <a:gd name="csX13" fmla="*/ 43378 w 70413"/>
                <a:gd name="csY13" fmla="*/ 1907 h 87510"/>
                <a:gd name="csX14" fmla="*/ 26256 w 70413"/>
                <a:gd name="csY14" fmla="*/ -1713 h 87510"/>
                <a:gd name="csX15" fmla="*/ 5897 w 70413"/>
                <a:gd name="csY15" fmla="*/ 5479 h 87510"/>
                <a:gd name="csX16" fmla="*/ -1652 w 70413"/>
                <a:gd name="csY16" fmla="*/ 24719 h 87510"/>
                <a:gd name="csX17" fmla="*/ 7754 w 70413"/>
                <a:gd name="csY17" fmla="*/ 45912 h 87510"/>
                <a:gd name="csX18" fmla="*/ 35853 w 70413"/>
                <a:gd name="csY18" fmla="*/ 53056 h 87510"/>
                <a:gd name="csX19" fmla="*/ 55069 w 70413"/>
                <a:gd name="csY19" fmla="*/ 53056 h 87510"/>
                <a:gd name="csX20" fmla="*/ 55069 w 70413"/>
                <a:gd name="csY20" fmla="*/ 54413 h 87510"/>
                <a:gd name="csX21" fmla="*/ 48854 w 70413"/>
                <a:gd name="csY21" fmla="*/ 69034 h 87510"/>
                <a:gd name="csX22" fmla="*/ 31400 w 70413"/>
                <a:gd name="csY22" fmla="*/ 74202 h 87510"/>
                <a:gd name="csX23" fmla="*/ 17470 w 70413"/>
                <a:gd name="csY23" fmla="*/ 72487 h 87510"/>
                <a:gd name="csX24" fmla="*/ 4468 w 70413"/>
                <a:gd name="csY24" fmla="*/ 67344 h 87510"/>
                <a:gd name="csX25" fmla="*/ 4468 w 70413"/>
                <a:gd name="csY25" fmla="*/ 80012 h 87510"/>
                <a:gd name="csX26" fmla="*/ 19041 w 70413"/>
                <a:gd name="csY26" fmla="*/ 84346 h 87510"/>
                <a:gd name="csX27" fmla="*/ 32805 w 70413"/>
                <a:gd name="csY27" fmla="*/ 85798 h 87510"/>
                <a:gd name="csX28" fmla="*/ 59832 w 70413"/>
                <a:gd name="csY28" fmla="*/ 76416 h 87510"/>
                <a:gd name="csX29" fmla="*/ 68762 w 70413"/>
                <a:gd name="csY29" fmla="*/ 48008 h 875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70413" h="87510">
                  <a:moveTo>
                    <a:pt x="41449" y="42341"/>
                  </a:moveTo>
                  <a:cubicBezTo>
                    <a:pt x="30384" y="42341"/>
                    <a:pt x="22716" y="41078"/>
                    <a:pt x="18446" y="38554"/>
                  </a:cubicBezTo>
                  <a:cubicBezTo>
                    <a:pt x="14175" y="36030"/>
                    <a:pt x="12040" y="31712"/>
                    <a:pt x="12040" y="25600"/>
                  </a:cubicBezTo>
                  <a:cubicBezTo>
                    <a:pt x="12040" y="20743"/>
                    <a:pt x="13644" y="16885"/>
                    <a:pt x="16850" y="14027"/>
                  </a:cubicBezTo>
                  <a:cubicBezTo>
                    <a:pt x="20057" y="11186"/>
                    <a:pt x="24407" y="9765"/>
                    <a:pt x="29900" y="9765"/>
                  </a:cubicBezTo>
                  <a:cubicBezTo>
                    <a:pt x="37504" y="9765"/>
                    <a:pt x="43600" y="12456"/>
                    <a:pt x="48188" y="17837"/>
                  </a:cubicBezTo>
                  <a:cubicBezTo>
                    <a:pt x="52776" y="23219"/>
                    <a:pt x="55069" y="30371"/>
                    <a:pt x="55069" y="39293"/>
                  </a:cubicBezTo>
                  <a:lnTo>
                    <a:pt x="55069" y="42341"/>
                  </a:lnTo>
                  <a:lnTo>
                    <a:pt x="41449" y="42341"/>
                  </a:lnTo>
                  <a:close/>
                  <a:moveTo>
                    <a:pt x="68762" y="48008"/>
                  </a:moveTo>
                  <a:lnTo>
                    <a:pt x="68762" y="454"/>
                  </a:lnTo>
                  <a:lnTo>
                    <a:pt x="55069" y="454"/>
                  </a:lnTo>
                  <a:lnTo>
                    <a:pt x="55069" y="13099"/>
                  </a:lnTo>
                  <a:cubicBezTo>
                    <a:pt x="51942" y="8051"/>
                    <a:pt x="48045" y="4320"/>
                    <a:pt x="43378" y="1907"/>
                  </a:cubicBezTo>
                  <a:cubicBezTo>
                    <a:pt x="38710" y="-506"/>
                    <a:pt x="33003" y="-1713"/>
                    <a:pt x="26256" y="-1713"/>
                  </a:cubicBezTo>
                  <a:cubicBezTo>
                    <a:pt x="17731" y="-1713"/>
                    <a:pt x="10945" y="685"/>
                    <a:pt x="5897" y="5479"/>
                  </a:cubicBezTo>
                  <a:cubicBezTo>
                    <a:pt x="864" y="10273"/>
                    <a:pt x="-1652" y="16687"/>
                    <a:pt x="-1652" y="24719"/>
                  </a:cubicBezTo>
                  <a:cubicBezTo>
                    <a:pt x="-1652" y="34086"/>
                    <a:pt x="1483" y="41150"/>
                    <a:pt x="7754" y="45912"/>
                  </a:cubicBezTo>
                  <a:cubicBezTo>
                    <a:pt x="14041" y="50675"/>
                    <a:pt x="23407" y="53056"/>
                    <a:pt x="35853" y="53056"/>
                  </a:cubicBezTo>
                  <a:lnTo>
                    <a:pt x="55069" y="53056"/>
                  </a:lnTo>
                  <a:lnTo>
                    <a:pt x="55069" y="54413"/>
                  </a:lnTo>
                  <a:cubicBezTo>
                    <a:pt x="55069" y="60716"/>
                    <a:pt x="52998" y="65589"/>
                    <a:pt x="48854" y="69034"/>
                  </a:cubicBezTo>
                  <a:cubicBezTo>
                    <a:pt x="44711" y="72479"/>
                    <a:pt x="38893" y="74202"/>
                    <a:pt x="31400" y="74202"/>
                  </a:cubicBezTo>
                  <a:cubicBezTo>
                    <a:pt x="26637" y="74202"/>
                    <a:pt x="21994" y="73630"/>
                    <a:pt x="17470" y="72487"/>
                  </a:cubicBezTo>
                  <a:cubicBezTo>
                    <a:pt x="12961" y="71344"/>
                    <a:pt x="8627" y="69630"/>
                    <a:pt x="4468" y="67344"/>
                  </a:cubicBezTo>
                  <a:lnTo>
                    <a:pt x="4468" y="80012"/>
                  </a:lnTo>
                  <a:cubicBezTo>
                    <a:pt x="9469" y="81949"/>
                    <a:pt x="14326" y="83393"/>
                    <a:pt x="19041" y="84346"/>
                  </a:cubicBezTo>
                  <a:cubicBezTo>
                    <a:pt x="23756" y="85314"/>
                    <a:pt x="28344" y="85798"/>
                    <a:pt x="32805" y="85798"/>
                  </a:cubicBezTo>
                  <a:cubicBezTo>
                    <a:pt x="44870" y="85798"/>
                    <a:pt x="53879" y="82671"/>
                    <a:pt x="59832" y="76416"/>
                  </a:cubicBezTo>
                  <a:cubicBezTo>
                    <a:pt x="65785" y="70177"/>
                    <a:pt x="68762" y="60708"/>
                    <a:pt x="68762" y="48008"/>
                  </a:cubicBez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52" name="Freeform: Shape 951">
              <a:extLst>
                <a:ext uri="{FF2B5EF4-FFF2-40B4-BE49-F238E27FC236}">
                  <a16:creationId xmlns:a16="http://schemas.microsoft.com/office/drawing/2014/main" id="{13C17A78-6F5F-BB6F-54C7-159351E810B6}"/>
                </a:ext>
              </a:extLst>
            </p:cNvPr>
            <p:cNvSpPr/>
            <p:nvPr/>
          </p:nvSpPr>
          <p:spPr>
            <a:xfrm flipV="1">
              <a:off x="3652111" y="762395"/>
              <a:ext cx="13692" cy="115800"/>
            </a:xfrm>
            <a:custGeom>
              <a:avLst/>
              <a:gdLst>
                <a:gd name="csX0" fmla="*/ -674 w 13692"/>
                <a:gd name="csY0" fmla="*/ 80945 h 115800"/>
                <a:gd name="csX1" fmla="*/ 13018 w 13692"/>
                <a:gd name="csY1" fmla="*/ 80945 h 115800"/>
                <a:gd name="csX2" fmla="*/ 13018 w 13692"/>
                <a:gd name="csY2" fmla="*/ -2399 h 115800"/>
                <a:gd name="csX3" fmla="*/ -674 w 13692"/>
                <a:gd name="csY3" fmla="*/ -2399 h 115800"/>
                <a:gd name="csX4" fmla="*/ -674 w 13692"/>
                <a:gd name="csY4" fmla="*/ 80945 h 115800"/>
                <a:gd name="csX5" fmla="*/ -674 w 13692"/>
                <a:gd name="csY5" fmla="*/ 113401 h 115800"/>
                <a:gd name="csX6" fmla="*/ 13018 w 13692"/>
                <a:gd name="csY6" fmla="*/ 113401 h 115800"/>
                <a:gd name="csX7" fmla="*/ 13018 w 13692"/>
                <a:gd name="csY7" fmla="*/ 96042 h 115800"/>
                <a:gd name="csX8" fmla="*/ -674 w 13692"/>
                <a:gd name="csY8" fmla="*/ 96042 h 115800"/>
                <a:gd name="csX9" fmla="*/ -674 w 13692"/>
                <a:gd name="csY9" fmla="*/ 113401 h 1158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3692" h="115800">
                  <a:moveTo>
                    <a:pt x="-674" y="80945"/>
                  </a:moveTo>
                  <a:lnTo>
                    <a:pt x="13018" y="80945"/>
                  </a:lnTo>
                  <a:lnTo>
                    <a:pt x="13018" y="-2399"/>
                  </a:lnTo>
                  <a:lnTo>
                    <a:pt x="-674" y="-2399"/>
                  </a:lnTo>
                  <a:lnTo>
                    <a:pt x="-674" y="80945"/>
                  </a:lnTo>
                  <a:close/>
                  <a:moveTo>
                    <a:pt x="-674" y="113401"/>
                  </a:moveTo>
                  <a:lnTo>
                    <a:pt x="13018" y="113401"/>
                  </a:lnTo>
                  <a:lnTo>
                    <a:pt x="13018" y="96042"/>
                  </a:lnTo>
                  <a:lnTo>
                    <a:pt x="-674" y="96042"/>
                  </a:lnTo>
                  <a:lnTo>
                    <a:pt x="-674" y="113401"/>
                  </a:ln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53" name="Freeform: Shape 952">
              <a:extLst>
                <a:ext uri="{FF2B5EF4-FFF2-40B4-BE49-F238E27FC236}">
                  <a16:creationId xmlns:a16="http://schemas.microsoft.com/office/drawing/2014/main" id="{C43F16B7-9366-43E8-E5EB-AA9BBE22226B}"/>
                </a:ext>
              </a:extLst>
            </p:cNvPr>
            <p:cNvSpPr/>
            <p:nvPr/>
          </p:nvSpPr>
          <p:spPr>
            <a:xfrm flipV="1">
              <a:off x="3693190" y="762395"/>
              <a:ext cx="31551" cy="135897"/>
            </a:xfrm>
            <a:custGeom>
              <a:avLst/>
              <a:gdLst>
                <a:gd name="csX0" fmla="*/ -992 w 31551"/>
                <a:gd name="csY0" fmla="*/ 133922 h 135897"/>
                <a:gd name="csX1" fmla="*/ 30559 w 31551"/>
                <a:gd name="csY1" fmla="*/ 133922 h 135897"/>
                <a:gd name="csX2" fmla="*/ 30559 w 31551"/>
                <a:gd name="csY2" fmla="*/ 123278 h 135897"/>
                <a:gd name="csX3" fmla="*/ 12700 w 31551"/>
                <a:gd name="csY3" fmla="*/ 123278 h 135897"/>
                <a:gd name="csX4" fmla="*/ 12700 w 31551"/>
                <a:gd name="csY4" fmla="*/ 8668 h 135897"/>
                <a:gd name="csX5" fmla="*/ 30559 w 31551"/>
                <a:gd name="csY5" fmla="*/ 8668 h 135897"/>
                <a:gd name="csX6" fmla="*/ 30559 w 31551"/>
                <a:gd name="csY6" fmla="*/ -1976 h 135897"/>
                <a:gd name="csX7" fmla="*/ -992 w 31551"/>
                <a:gd name="csY7" fmla="*/ -1976 h 135897"/>
                <a:gd name="csX8" fmla="*/ -992 w 31551"/>
                <a:gd name="csY8" fmla="*/ 133922 h 1358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1551" h="135897">
                  <a:moveTo>
                    <a:pt x="-992" y="133922"/>
                  </a:moveTo>
                  <a:lnTo>
                    <a:pt x="30559" y="133922"/>
                  </a:lnTo>
                  <a:lnTo>
                    <a:pt x="30559" y="123278"/>
                  </a:lnTo>
                  <a:lnTo>
                    <a:pt x="12700" y="123278"/>
                  </a:lnTo>
                  <a:lnTo>
                    <a:pt x="12700" y="8668"/>
                  </a:lnTo>
                  <a:lnTo>
                    <a:pt x="30559" y="8668"/>
                  </a:lnTo>
                  <a:lnTo>
                    <a:pt x="30559" y="-1976"/>
                  </a:lnTo>
                  <a:lnTo>
                    <a:pt x="-992" y="-1976"/>
                  </a:lnTo>
                  <a:lnTo>
                    <a:pt x="-992" y="133922"/>
                  </a:ln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54" name="Freeform: Shape 953">
              <a:extLst>
                <a:ext uri="{FF2B5EF4-FFF2-40B4-BE49-F238E27FC236}">
                  <a16:creationId xmlns:a16="http://schemas.microsoft.com/office/drawing/2014/main" id="{565A1BF3-DBCD-8227-5937-6D2481979AA0}"/>
                </a:ext>
              </a:extLst>
            </p:cNvPr>
            <p:cNvSpPr/>
            <p:nvPr/>
          </p:nvSpPr>
          <p:spPr>
            <a:xfrm flipV="1">
              <a:off x="3752790" y="767086"/>
              <a:ext cx="85058" cy="113276"/>
            </a:xfrm>
            <a:custGeom>
              <a:avLst/>
              <a:gdLst>
                <a:gd name="csX0" fmla="*/ -2115 w 85058"/>
                <a:gd name="csY0" fmla="*/ 111021 h 113276"/>
                <a:gd name="csX1" fmla="*/ 13006 w 85058"/>
                <a:gd name="csY1" fmla="*/ 111021 h 113276"/>
                <a:gd name="csX2" fmla="*/ 13006 w 85058"/>
                <a:gd name="csY2" fmla="*/ 43513 h 113276"/>
                <a:gd name="csX3" fmla="*/ 19459 w 85058"/>
                <a:gd name="csY3" fmla="*/ 17796 h 113276"/>
                <a:gd name="csX4" fmla="*/ 40462 w 85058"/>
                <a:gd name="csY4" fmla="*/ 9961 h 113276"/>
                <a:gd name="csX5" fmla="*/ 61369 w 85058"/>
                <a:gd name="csY5" fmla="*/ 17796 h 113276"/>
                <a:gd name="csX6" fmla="*/ 67846 w 85058"/>
                <a:gd name="csY6" fmla="*/ 43513 h 113276"/>
                <a:gd name="csX7" fmla="*/ 67846 w 85058"/>
                <a:gd name="csY7" fmla="*/ 111021 h 113276"/>
                <a:gd name="csX8" fmla="*/ 82943 w 85058"/>
                <a:gd name="csY8" fmla="*/ 111021 h 113276"/>
                <a:gd name="csX9" fmla="*/ 82943 w 85058"/>
                <a:gd name="csY9" fmla="*/ 41656 h 113276"/>
                <a:gd name="csX10" fmla="*/ 72180 w 85058"/>
                <a:gd name="csY10" fmla="*/ 8842 h 113276"/>
                <a:gd name="csX11" fmla="*/ 40462 w 85058"/>
                <a:gd name="csY11" fmla="*/ -2255 h 113276"/>
                <a:gd name="csX12" fmla="*/ 8624 w 85058"/>
                <a:gd name="csY12" fmla="*/ 8842 h 113276"/>
                <a:gd name="csX13" fmla="*/ -2115 w 85058"/>
                <a:gd name="csY13" fmla="*/ 41656 h 113276"/>
                <a:gd name="csX14" fmla="*/ -2115 w 85058"/>
                <a:gd name="csY14" fmla="*/ 111021 h 1132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85058" h="113276">
                  <a:moveTo>
                    <a:pt x="-2115" y="111021"/>
                  </a:moveTo>
                  <a:lnTo>
                    <a:pt x="13006" y="111021"/>
                  </a:lnTo>
                  <a:lnTo>
                    <a:pt x="13006" y="43513"/>
                  </a:lnTo>
                  <a:cubicBezTo>
                    <a:pt x="13006" y="31607"/>
                    <a:pt x="15157" y="23034"/>
                    <a:pt x="19459" y="17796"/>
                  </a:cubicBezTo>
                  <a:cubicBezTo>
                    <a:pt x="23777" y="12573"/>
                    <a:pt x="30778" y="9961"/>
                    <a:pt x="40462" y="9961"/>
                  </a:cubicBezTo>
                  <a:cubicBezTo>
                    <a:pt x="50082" y="9961"/>
                    <a:pt x="57051" y="12573"/>
                    <a:pt x="61369" y="17796"/>
                  </a:cubicBezTo>
                  <a:cubicBezTo>
                    <a:pt x="65687" y="23034"/>
                    <a:pt x="67846" y="31607"/>
                    <a:pt x="67846" y="43513"/>
                  </a:cubicBezTo>
                  <a:lnTo>
                    <a:pt x="67846" y="111021"/>
                  </a:lnTo>
                  <a:lnTo>
                    <a:pt x="82943" y="111021"/>
                  </a:lnTo>
                  <a:lnTo>
                    <a:pt x="82943" y="41656"/>
                  </a:lnTo>
                  <a:cubicBezTo>
                    <a:pt x="82943" y="27178"/>
                    <a:pt x="79355" y="16240"/>
                    <a:pt x="72180" y="8842"/>
                  </a:cubicBezTo>
                  <a:cubicBezTo>
                    <a:pt x="65020" y="1444"/>
                    <a:pt x="54447" y="-2255"/>
                    <a:pt x="40462" y="-2255"/>
                  </a:cubicBezTo>
                  <a:cubicBezTo>
                    <a:pt x="26412" y="-2255"/>
                    <a:pt x="15800" y="1444"/>
                    <a:pt x="8624" y="8842"/>
                  </a:cubicBezTo>
                  <a:cubicBezTo>
                    <a:pt x="1465" y="16240"/>
                    <a:pt x="-2115" y="27178"/>
                    <a:pt x="-2115" y="41656"/>
                  </a:cubicBezTo>
                  <a:lnTo>
                    <a:pt x="-2115" y="111021"/>
                  </a:ln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55" name="Freeform: Shape 954">
              <a:extLst>
                <a:ext uri="{FF2B5EF4-FFF2-40B4-BE49-F238E27FC236}">
                  <a16:creationId xmlns:a16="http://schemas.microsoft.com/office/drawing/2014/main" id="{77C3A3AC-01A6-6E02-F30C-7CA64BDA7731}"/>
                </a:ext>
              </a:extLst>
            </p:cNvPr>
            <p:cNvSpPr/>
            <p:nvPr/>
          </p:nvSpPr>
          <p:spPr>
            <a:xfrm flipV="1">
              <a:off x="3866051" y="767086"/>
              <a:ext cx="93392" cy="111109"/>
            </a:xfrm>
            <a:custGeom>
              <a:avLst/>
              <a:gdLst>
                <a:gd name="csX0" fmla="*/ 12673 w 93392"/>
                <a:gd name="csY0" fmla="*/ 96450 h 111109"/>
                <a:gd name="csX1" fmla="*/ 12673 w 93392"/>
                <a:gd name="csY1" fmla="*/ 10059 h 111109"/>
                <a:gd name="csX2" fmla="*/ 30842 w 93392"/>
                <a:gd name="csY2" fmla="*/ 10059 h 111109"/>
                <a:gd name="csX3" fmla="*/ 64513 w 93392"/>
                <a:gd name="csY3" fmla="*/ 20465 h 111109"/>
                <a:gd name="csX4" fmla="*/ 75181 w 93392"/>
                <a:gd name="csY4" fmla="*/ 53373 h 111109"/>
                <a:gd name="csX5" fmla="*/ 64513 w 93392"/>
                <a:gd name="csY5" fmla="*/ 86068 h 111109"/>
                <a:gd name="csX6" fmla="*/ 30842 w 93392"/>
                <a:gd name="csY6" fmla="*/ 96450 h 111109"/>
                <a:gd name="csX7" fmla="*/ 12673 w 93392"/>
                <a:gd name="csY7" fmla="*/ 96450 h 111109"/>
                <a:gd name="csX8" fmla="*/ -2353 w 93392"/>
                <a:gd name="csY8" fmla="*/ 108809 h 111109"/>
                <a:gd name="csX9" fmla="*/ 28532 w 93392"/>
                <a:gd name="csY9" fmla="*/ 108809 h 111109"/>
                <a:gd name="csX10" fmla="*/ 75919 w 93392"/>
                <a:gd name="csY10" fmla="*/ 95379 h 111109"/>
                <a:gd name="csX11" fmla="*/ 91040 w 93392"/>
                <a:gd name="csY11" fmla="*/ 53373 h 111109"/>
                <a:gd name="csX12" fmla="*/ 75847 w 93392"/>
                <a:gd name="csY12" fmla="*/ 11154 h 111109"/>
                <a:gd name="csX13" fmla="*/ 28532 w 93392"/>
                <a:gd name="csY13" fmla="*/ -2300 h 111109"/>
                <a:gd name="csX14" fmla="*/ -2353 w 93392"/>
                <a:gd name="csY14" fmla="*/ -2300 h 111109"/>
                <a:gd name="csX15" fmla="*/ -2353 w 93392"/>
                <a:gd name="csY15" fmla="*/ 108809 h 11110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93392" h="111109">
                  <a:moveTo>
                    <a:pt x="12673" y="96450"/>
                  </a:moveTo>
                  <a:lnTo>
                    <a:pt x="12673" y="10059"/>
                  </a:lnTo>
                  <a:lnTo>
                    <a:pt x="30842" y="10059"/>
                  </a:lnTo>
                  <a:cubicBezTo>
                    <a:pt x="46177" y="10059"/>
                    <a:pt x="57401" y="13527"/>
                    <a:pt x="64513" y="20465"/>
                  </a:cubicBezTo>
                  <a:cubicBezTo>
                    <a:pt x="71625" y="27418"/>
                    <a:pt x="75181" y="38387"/>
                    <a:pt x="75181" y="53373"/>
                  </a:cubicBezTo>
                  <a:cubicBezTo>
                    <a:pt x="75181" y="68248"/>
                    <a:pt x="71625" y="79147"/>
                    <a:pt x="64513" y="86068"/>
                  </a:cubicBezTo>
                  <a:cubicBezTo>
                    <a:pt x="57401" y="92990"/>
                    <a:pt x="46177" y="96450"/>
                    <a:pt x="30842" y="96450"/>
                  </a:cubicBezTo>
                  <a:lnTo>
                    <a:pt x="12673" y="96450"/>
                  </a:lnTo>
                  <a:close/>
                  <a:moveTo>
                    <a:pt x="-2353" y="108809"/>
                  </a:moveTo>
                  <a:lnTo>
                    <a:pt x="28532" y="108809"/>
                  </a:lnTo>
                  <a:cubicBezTo>
                    <a:pt x="50058" y="108809"/>
                    <a:pt x="65854" y="104332"/>
                    <a:pt x="75919" y="95379"/>
                  </a:cubicBezTo>
                  <a:cubicBezTo>
                    <a:pt x="85999" y="86425"/>
                    <a:pt x="91040" y="72423"/>
                    <a:pt x="91040" y="53373"/>
                  </a:cubicBezTo>
                  <a:cubicBezTo>
                    <a:pt x="91040" y="34212"/>
                    <a:pt x="85976" y="20139"/>
                    <a:pt x="75847" y="11154"/>
                  </a:cubicBezTo>
                  <a:cubicBezTo>
                    <a:pt x="65735" y="2185"/>
                    <a:pt x="49963" y="-2300"/>
                    <a:pt x="28532" y="-2300"/>
                  </a:cubicBezTo>
                  <a:lnTo>
                    <a:pt x="-2353" y="-2300"/>
                  </a:lnTo>
                  <a:lnTo>
                    <a:pt x="-2353" y="108809"/>
                  </a:ln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56" name="Freeform: Shape 955">
              <a:extLst>
                <a:ext uri="{FF2B5EF4-FFF2-40B4-BE49-F238E27FC236}">
                  <a16:creationId xmlns:a16="http://schemas.microsoft.com/office/drawing/2014/main" id="{8993F06B-AE1E-CFBF-F3C8-E2FCB066808D}"/>
                </a:ext>
              </a:extLst>
            </p:cNvPr>
            <p:cNvSpPr/>
            <p:nvPr/>
          </p:nvSpPr>
          <p:spPr>
            <a:xfrm flipV="1">
              <a:off x="3983402" y="767086"/>
              <a:ext cx="71747" cy="111109"/>
            </a:xfrm>
            <a:custGeom>
              <a:avLst/>
              <a:gdLst>
                <a:gd name="csX0" fmla="*/ 13136 w 71747"/>
                <a:gd name="csY0" fmla="*/ 96450 h 111109"/>
                <a:gd name="csX1" fmla="*/ 13136 w 71747"/>
                <a:gd name="csY1" fmla="*/ 54707 h 111109"/>
                <a:gd name="csX2" fmla="*/ 32043 w 71747"/>
                <a:gd name="csY2" fmla="*/ 54707 h 111109"/>
                <a:gd name="csX3" fmla="*/ 48259 w 71747"/>
                <a:gd name="csY3" fmla="*/ 60136 h 111109"/>
                <a:gd name="csX4" fmla="*/ 53998 w 71747"/>
                <a:gd name="csY4" fmla="*/ 75614 h 111109"/>
                <a:gd name="csX5" fmla="*/ 48259 w 71747"/>
                <a:gd name="csY5" fmla="*/ 91021 h 111109"/>
                <a:gd name="csX6" fmla="*/ 32043 w 71747"/>
                <a:gd name="csY6" fmla="*/ 96450 h 111109"/>
                <a:gd name="csX7" fmla="*/ 13136 w 71747"/>
                <a:gd name="csY7" fmla="*/ 96450 h 111109"/>
                <a:gd name="csX8" fmla="*/ -1890 w 71747"/>
                <a:gd name="csY8" fmla="*/ 108809 h 111109"/>
                <a:gd name="csX9" fmla="*/ 32043 w 71747"/>
                <a:gd name="csY9" fmla="*/ 108809 h 111109"/>
                <a:gd name="csX10" fmla="*/ 60284 w 71747"/>
                <a:gd name="csY10" fmla="*/ 100356 h 111109"/>
                <a:gd name="csX11" fmla="*/ 69857 w 71747"/>
                <a:gd name="csY11" fmla="*/ 75614 h 111109"/>
                <a:gd name="csX12" fmla="*/ 60284 w 71747"/>
                <a:gd name="csY12" fmla="*/ 50754 h 111109"/>
                <a:gd name="csX13" fmla="*/ 32043 w 71747"/>
                <a:gd name="csY13" fmla="*/ 42348 h 111109"/>
                <a:gd name="csX14" fmla="*/ 13136 w 71747"/>
                <a:gd name="csY14" fmla="*/ 42348 h 111109"/>
                <a:gd name="csX15" fmla="*/ 13136 w 71747"/>
                <a:gd name="csY15" fmla="*/ -2300 h 111109"/>
                <a:gd name="csX16" fmla="*/ -1890 w 71747"/>
                <a:gd name="csY16" fmla="*/ -2300 h 111109"/>
                <a:gd name="csX17" fmla="*/ -1890 w 71747"/>
                <a:gd name="csY17" fmla="*/ 108809 h 11110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71747" h="111109">
                  <a:moveTo>
                    <a:pt x="13136" y="96450"/>
                  </a:moveTo>
                  <a:lnTo>
                    <a:pt x="13136" y="54707"/>
                  </a:lnTo>
                  <a:lnTo>
                    <a:pt x="32043" y="54707"/>
                  </a:lnTo>
                  <a:cubicBezTo>
                    <a:pt x="39044" y="54707"/>
                    <a:pt x="44449" y="56517"/>
                    <a:pt x="48259" y="60136"/>
                  </a:cubicBezTo>
                  <a:cubicBezTo>
                    <a:pt x="52085" y="63756"/>
                    <a:pt x="53998" y="68915"/>
                    <a:pt x="53998" y="75614"/>
                  </a:cubicBezTo>
                  <a:cubicBezTo>
                    <a:pt x="53998" y="82266"/>
                    <a:pt x="52085" y="87402"/>
                    <a:pt x="48259" y="91021"/>
                  </a:cubicBezTo>
                  <a:cubicBezTo>
                    <a:pt x="44449" y="94641"/>
                    <a:pt x="39044" y="96450"/>
                    <a:pt x="32043" y="96450"/>
                  </a:cubicBezTo>
                  <a:lnTo>
                    <a:pt x="13136" y="96450"/>
                  </a:lnTo>
                  <a:close/>
                  <a:moveTo>
                    <a:pt x="-1890" y="108809"/>
                  </a:moveTo>
                  <a:lnTo>
                    <a:pt x="32043" y="108809"/>
                  </a:lnTo>
                  <a:cubicBezTo>
                    <a:pt x="44505" y="108809"/>
                    <a:pt x="53919" y="105991"/>
                    <a:pt x="60284" y="100356"/>
                  </a:cubicBezTo>
                  <a:cubicBezTo>
                    <a:pt x="66666" y="94720"/>
                    <a:pt x="69857" y="86473"/>
                    <a:pt x="69857" y="75614"/>
                  </a:cubicBezTo>
                  <a:cubicBezTo>
                    <a:pt x="69857" y="64645"/>
                    <a:pt x="66666" y="56358"/>
                    <a:pt x="60284" y="50754"/>
                  </a:cubicBezTo>
                  <a:cubicBezTo>
                    <a:pt x="53919" y="45150"/>
                    <a:pt x="44505" y="42348"/>
                    <a:pt x="32043" y="42348"/>
                  </a:cubicBezTo>
                  <a:lnTo>
                    <a:pt x="13136" y="42348"/>
                  </a:lnTo>
                  <a:lnTo>
                    <a:pt x="13136" y="-2300"/>
                  </a:lnTo>
                  <a:lnTo>
                    <a:pt x="-1890" y="-2300"/>
                  </a:lnTo>
                  <a:lnTo>
                    <a:pt x="-1890" y="108809"/>
                  </a:ln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57" name="Freeform: Shape 956">
              <a:extLst>
                <a:ext uri="{FF2B5EF4-FFF2-40B4-BE49-F238E27FC236}">
                  <a16:creationId xmlns:a16="http://schemas.microsoft.com/office/drawing/2014/main" id="{86A519DD-4AFA-4685-6770-B858166B48F9}"/>
                </a:ext>
              </a:extLst>
            </p:cNvPr>
            <p:cNvSpPr/>
            <p:nvPr/>
          </p:nvSpPr>
          <p:spPr>
            <a:xfrm flipV="1">
              <a:off x="4064374" y="830356"/>
              <a:ext cx="40100" cy="12192"/>
            </a:xfrm>
            <a:custGeom>
              <a:avLst/>
              <a:gdLst>
                <a:gd name="csX0" fmla="*/ -905 w 40100"/>
                <a:gd name="csY0" fmla="*/ 10473 h 12192"/>
                <a:gd name="csX1" fmla="*/ 39195 w 40100"/>
                <a:gd name="csY1" fmla="*/ 10473 h 12192"/>
                <a:gd name="csX2" fmla="*/ 39195 w 40100"/>
                <a:gd name="csY2" fmla="*/ -1719 h 12192"/>
                <a:gd name="csX3" fmla="*/ -905 w 40100"/>
                <a:gd name="csY3" fmla="*/ -1719 h 12192"/>
                <a:gd name="csX4" fmla="*/ -905 w 40100"/>
                <a:gd name="csY4" fmla="*/ 10473 h 121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0100" h="12192">
                  <a:moveTo>
                    <a:pt x="-905" y="10473"/>
                  </a:moveTo>
                  <a:lnTo>
                    <a:pt x="39195" y="10473"/>
                  </a:lnTo>
                  <a:lnTo>
                    <a:pt x="39195" y="-1719"/>
                  </a:lnTo>
                  <a:lnTo>
                    <a:pt x="-905" y="-1719"/>
                  </a:lnTo>
                  <a:lnTo>
                    <a:pt x="-905" y="10473"/>
                  </a:ln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58" name="Freeform: Shape 957">
              <a:extLst>
                <a:ext uri="{FF2B5EF4-FFF2-40B4-BE49-F238E27FC236}">
                  <a16:creationId xmlns:a16="http://schemas.microsoft.com/office/drawing/2014/main" id="{58F2424A-D129-7204-2795-16017C899571}"/>
                </a:ext>
              </a:extLst>
            </p:cNvPr>
            <p:cNvSpPr/>
            <p:nvPr/>
          </p:nvSpPr>
          <p:spPr>
            <a:xfrm flipV="1">
              <a:off x="4126866" y="767086"/>
              <a:ext cx="101655" cy="111109"/>
            </a:xfrm>
            <a:custGeom>
              <a:avLst/>
              <a:gdLst>
                <a:gd name="csX0" fmla="*/ -2506 w 101655"/>
                <a:gd name="csY0" fmla="*/ 108809 h 111109"/>
                <a:gd name="csX1" fmla="*/ 19902 w 101655"/>
                <a:gd name="csY1" fmla="*/ 108809 h 111109"/>
                <a:gd name="csX2" fmla="*/ 48239 w 101655"/>
                <a:gd name="csY2" fmla="*/ 33204 h 111109"/>
                <a:gd name="csX3" fmla="*/ 76742 w 101655"/>
                <a:gd name="csY3" fmla="*/ 108809 h 111109"/>
                <a:gd name="csX4" fmla="*/ 99150 w 101655"/>
                <a:gd name="csY4" fmla="*/ 108809 h 111109"/>
                <a:gd name="csX5" fmla="*/ 99150 w 101655"/>
                <a:gd name="csY5" fmla="*/ -2300 h 111109"/>
                <a:gd name="csX6" fmla="*/ 84482 w 101655"/>
                <a:gd name="csY6" fmla="*/ -2300 h 111109"/>
                <a:gd name="csX7" fmla="*/ 84482 w 101655"/>
                <a:gd name="csY7" fmla="*/ 95260 h 111109"/>
                <a:gd name="csX8" fmla="*/ 55835 w 101655"/>
                <a:gd name="csY8" fmla="*/ 19060 h 111109"/>
                <a:gd name="csX9" fmla="*/ 40738 w 101655"/>
                <a:gd name="csY9" fmla="*/ 19060 h 111109"/>
                <a:gd name="csX10" fmla="*/ 12092 w 101655"/>
                <a:gd name="csY10" fmla="*/ 95260 h 111109"/>
                <a:gd name="csX11" fmla="*/ 12092 w 101655"/>
                <a:gd name="csY11" fmla="*/ -2300 h 111109"/>
                <a:gd name="csX12" fmla="*/ -2506 w 101655"/>
                <a:gd name="csY12" fmla="*/ -2300 h 111109"/>
                <a:gd name="csX13" fmla="*/ -2506 w 101655"/>
                <a:gd name="csY13" fmla="*/ 108809 h 11110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01655" h="111109">
                  <a:moveTo>
                    <a:pt x="-2506" y="108809"/>
                  </a:moveTo>
                  <a:lnTo>
                    <a:pt x="19902" y="108809"/>
                  </a:lnTo>
                  <a:lnTo>
                    <a:pt x="48239" y="33204"/>
                  </a:lnTo>
                  <a:lnTo>
                    <a:pt x="76742" y="108809"/>
                  </a:lnTo>
                  <a:lnTo>
                    <a:pt x="99150" y="108809"/>
                  </a:lnTo>
                  <a:lnTo>
                    <a:pt x="99150" y="-2300"/>
                  </a:lnTo>
                  <a:lnTo>
                    <a:pt x="84482" y="-2300"/>
                  </a:lnTo>
                  <a:lnTo>
                    <a:pt x="84482" y="95260"/>
                  </a:lnTo>
                  <a:lnTo>
                    <a:pt x="55835" y="19060"/>
                  </a:lnTo>
                  <a:lnTo>
                    <a:pt x="40738" y="19060"/>
                  </a:lnTo>
                  <a:lnTo>
                    <a:pt x="12092" y="95260"/>
                  </a:lnTo>
                  <a:lnTo>
                    <a:pt x="12092" y="-2300"/>
                  </a:lnTo>
                  <a:lnTo>
                    <a:pt x="-2506" y="-2300"/>
                  </a:lnTo>
                  <a:lnTo>
                    <a:pt x="-2506" y="108809"/>
                  </a:ln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59" name="Freeform: Shape 958">
              <a:extLst>
                <a:ext uri="{FF2B5EF4-FFF2-40B4-BE49-F238E27FC236}">
                  <a16:creationId xmlns:a16="http://schemas.microsoft.com/office/drawing/2014/main" id="{23B63D0B-BA29-8D87-3EF7-7BCFD0123C7D}"/>
                </a:ext>
              </a:extLst>
            </p:cNvPr>
            <p:cNvSpPr/>
            <p:nvPr/>
          </p:nvSpPr>
          <p:spPr>
            <a:xfrm flipV="1">
              <a:off x="4251808" y="792852"/>
              <a:ext cx="77247" cy="87510"/>
            </a:xfrm>
            <a:custGeom>
              <a:avLst/>
              <a:gdLst>
                <a:gd name="csX0" fmla="*/ 75539 w 77247"/>
                <a:gd name="csY0" fmla="*/ 45555 h 87510"/>
                <a:gd name="csX1" fmla="*/ 75539 w 77247"/>
                <a:gd name="csY1" fmla="*/ 38864 h 87510"/>
                <a:gd name="csX2" fmla="*/ 12578 w 77247"/>
                <a:gd name="csY2" fmla="*/ 38864 h 87510"/>
                <a:gd name="csX3" fmla="*/ 21103 w 77247"/>
                <a:gd name="csY3" fmla="*/ 17314 h 87510"/>
                <a:gd name="csX4" fmla="*/ 42344 w 77247"/>
                <a:gd name="csY4" fmla="*/ 9908 h 87510"/>
                <a:gd name="csX5" fmla="*/ 57632 w 77247"/>
                <a:gd name="csY5" fmla="*/ 11837 h 87510"/>
                <a:gd name="csX6" fmla="*/ 72348 w 77247"/>
                <a:gd name="csY6" fmla="*/ 17647 h 87510"/>
                <a:gd name="csX7" fmla="*/ 72348 w 77247"/>
                <a:gd name="csY7" fmla="*/ 4693 h 87510"/>
                <a:gd name="csX8" fmla="*/ 57227 w 77247"/>
                <a:gd name="csY8" fmla="*/ -70 h 87510"/>
                <a:gd name="csX9" fmla="*/ 41534 w 77247"/>
                <a:gd name="csY9" fmla="*/ -1713 h 87510"/>
                <a:gd name="csX10" fmla="*/ 9935 w 77247"/>
                <a:gd name="csY10" fmla="*/ 9884 h 87510"/>
                <a:gd name="csX11" fmla="*/ -1709 w 77247"/>
                <a:gd name="csY11" fmla="*/ 41317 h 87510"/>
                <a:gd name="csX12" fmla="*/ 9340 w 77247"/>
                <a:gd name="csY12" fmla="*/ 73773 h 87510"/>
                <a:gd name="csX13" fmla="*/ 39153 w 77247"/>
                <a:gd name="csY13" fmla="*/ 85798 h 87510"/>
                <a:gd name="csX14" fmla="*/ 65752 w 77247"/>
                <a:gd name="csY14" fmla="*/ 74964 h 87510"/>
                <a:gd name="csX15" fmla="*/ 75539 w 77247"/>
                <a:gd name="csY15" fmla="*/ 45555 h 87510"/>
                <a:gd name="csX16" fmla="*/ 61846 w 77247"/>
                <a:gd name="csY16" fmla="*/ 49580 h 87510"/>
                <a:gd name="csX17" fmla="*/ 55560 w 77247"/>
                <a:gd name="csY17" fmla="*/ 67487 h 87510"/>
                <a:gd name="csX18" fmla="*/ 39296 w 77247"/>
                <a:gd name="csY18" fmla="*/ 74202 h 87510"/>
                <a:gd name="csX19" fmla="*/ 20960 w 77247"/>
                <a:gd name="csY19" fmla="*/ 67725 h 87510"/>
                <a:gd name="csX20" fmla="*/ 13031 w 77247"/>
                <a:gd name="csY20" fmla="*/ 49484 h 87510"/>
                <a:gd name="csX21" fmla="*/ 61846 w 77247"/>
                <a:gd name="csY21" fmla="*/ 49580 h 875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77247" h="87510">
                  <a:moveTo>
                    <a:pt x="75539" y="45555"/>
                  </a:moveTo>
                  <a:lnTo>
                    <a:pt x="75539" y="38864"/>
                  </a:lnTo>
                  <a:lnTo>
                    <a:pt x="12578" y="38864"/>
                  </a:lnTo>
                  <a:cubicBezTo>
                    <a:pt x="13182" y="29434"/>
                    <a:pt x="16023" y="22251"/>
                    <a:pt x="21103" y="17314"/>
                  </a:cubicBezTo>
                  <a:cubicBezTo>
                    <a:pt x="26183" y="12376"/>
                    <a:pt x="33263" y="9908"/>
                    <a:pt x="42344" y="9908"/>
                  </a:cubicBezTo>
                  <a:cubicBezTo>
                    <a:pt x="47599" y="9908"/>
                    <a:pt x="52694" y="10551"/>
                    <a:pt x="57632" y="11837"/>
                  </a:cubicBezTo>
                  <a:cubicBezTo>
                    <a:pt x="62569" y="13123"/>
                    <a:pt x="67474" y="15059"/>
                    <a:pt x="72348" y="17647"/>
                  </a:cubicBezTo>
                  <a:lnTo>
                    <a:pt x="72348" y="4693"/>
                  </a:lnTo>
                  <a:cubicBezTo>
                    <a:pt x="67426" y="2613"/>
                    <a:pt x="62386" y="1026"/>
                    <a:pt x="57227" y="-70"/>
                  </a:cubicBezTo>
                  <a:cubicBezTo>
                    <a:pt x="52067" y="-1165"/>
                    <a:pt x="46837" y="-1713"/>
                    <a:pt x="41534" y="-1713"/>
                  </a:cubicBezTo>
                  <a:cubicBezTo>
                    <a:pt x="28231" y="-1713"/>
                    <a:pt x="17698" y="2153"/>
                    <a:pt x="9935" y="9884"/>
                  </a:cubicBezTo>
                  <a:cubicBezTo>
                    <a:pt x="2172" y="17631"/>
                    <a:pt x="-1709" y="28109"/>
                    <a:pt x="-1709" y="41317"/>
                  </a:cubicBezTo>
                  <a:cubicBezTo>
                    <a:pt x="-1709" y="54953"/>
                    <a:pt x="1974" y="65772"/>
                    <a:pt x="9340" y="73773"/>
                  </a:cubicBezTo>
                  <a:cubicBezTo>
                    <a:pt x="16706" y="81790"/>
                    <a:pt x="26644" y="85798"/>
                    <a:pt x="39153" y="85798"/>
                  </a:cubicBezTo>
                  <a:cubicBezTo>
                    <a:pt x="50361" y="85798"/>
                    <a:pt x="59227" y="82187"/>
                    <a:pt x="65752" y="74964"/>
                  </a:cubicBezTo>
                  <a:cubicBezTo>
                    <a:pt x="72276" y="67756"/>
                    <a:pt x="75539" y="57954"/>
                    <a:pt x="75539" y="45555"/>
                  </a:cubicBezTo>
                  <a:close/>
                  <a:moveTo>
                    <a:pt x="61846" y="49580"/>
                  </a:moveTo>
                  <a:cubicBezTo>
                    <a:pt x="61751" y="57057"/>
                    <a:pt x="59656" y="63026"/>
                    <a:pt x="55560" y="67487"/>
                  </a:cubicBezTo>
                  <a:cubicBezTo>
                    <a:pt x="51464" y="71963"/>
                    <a:pt x="46043" y="74202"/>
                    <a:pt x="39296" y="74202"/>
                  </a:cubicBezTo>
                  <a:cubicBezTo>
                    <a:pt x="31660" y="74202"/>
                    <a:pt x="25548" y="72043"/>
                    <a:pt x="20960" y="67725"/>
                  </a:cubicBezTo>
                  <a:cubicBezTo>
                    <a:pt x="16372" y="63407"/>
                    <a:pt x="13729" y="57327"/>
                    <a:pt x="13031" y="49484"/>
                  </a:cubicBezTo>
                  <a:lnTo>
                    <a:pt x="61846" y="49580"/>
                  </a:ln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60" name="Freeform: Shape 959">
              <a:extLst>
                <a:ext uri="{FF2B5EF4-FFF2-40B4-BE49-F238E27FC236}">
                  <a16:creationId xmlns:a16="http://schemas.microsoft.com/office/drawing/2014/main" id="{91022BC0-5A11-030A-A682-BC47CD08C8CF}"/>
                </a:ext>
              </a:extLst>
            </p:cNvPr>
            <p:cNvSpPr/>
            <p:nvPr/>
          </p:nvSpPr>
          <p:spPr>
            <a:xfrm flipV="1">
              <a:off x="4346308" y="792852"/>
              <a:ext cx="70413" cy="87510"/>
            </a:xfrm>
            <a:custGeom>
              <a:avLst/>
              <a:gdLst>
                <a:gd name="csX0" fmla="*/ 41511 w 70413"/>
                <a:gd name="csY0" fmla="*/ 42341 h 87510"/>
                <a:gd name="csX1" fmla="*/ 18508 w 70413"/>
                <a:gd name="csY1" fmla="*/ 38554 h 87510"/>
                <a:gd name="csX2" fmla="*/ 12103 w 70413"/>
                <a:gd name="csY2" fmla="*/ 25600 h 87510"/>
                <a:gd name="csX3" fmla="*/ 16913 w 70413"/>
                <a:gd name="csY3" fmla="*/ 14027 h 87510"/>
                <a:gd name="csX4" fmla="*/ 29962 w 70413"/>
                <a:gd name="csY4" fmla="*/ 9765 h 87510"/>
                <a:gd name="csX5" fmla="*/ 48250 w 70413"/>
                <a:gd name="csY5" fmla="*/ 17837 h 87510"/>
                <a:gd name="csX6" fmla="*/ 55132 w 70413"/>
                <a:gd name="csY6" fmla="*/ 39293 h 87510"/>
                <a:gd name="csX7" fmla="*/ 55132 w 70413"/>
                <a:gd name="csY7" fmla="*/ 42341 h 87510"/>
                <a:gd name="csX8" fmla="*/ 41511 w 70413"/>
                <a:gd name="csY8" fmla="*/ 42341 h 87510"/>
                <a:gd name="csX9" fmla="*/ 68824 w 70413"/>
                <a:gd name="csY9" fmla="*/ 48008 h 87510"/>
                <a:gd name="csX10" fmla="*/ 68824 w 70413"/>
                <a:gd name="csY10" fmla="*/ 454 h 87510"/>
                <a:gd name="csX11" fmla="*/ 55132 w 70413"/>
                <a:gd name="csY11" fmla="*/ 454 h 87510"/>
                <a:gd name="csX12" fmla="*/ 55132 w 70413"/>
                <a:gd name="csY12" fmla="*/ 13099 h 87510"/>
                <a:gd name="csX13" fmla="*/ 43440 w 70413"/>
                <a:gd name="csY13" fmla="*/ 1907 h 87510"/>
                <a:gd name="csX14" fmla="*/ 26319 w 70413"/>
                <a:gd name="csY14" fmla="*/ -1713 h 87510"/>
                <a:gd name="csX15" fmla="*/ 5959 w 70413"/>
                <a:gd name="csY15" fmla="*/ 5479 h 87510"/>
                <a:gd name="csX16" fmla="*/ -1589 w 70413"/>
                <a:gd name="csY16" fmla="*/ 24719 h 87510"/>
                <a:gd name="csX17" fmla="*/ 7816 w 70413"/>
                <a:gd name="csY17" fmla="*/ 45912 h 87510"/>
                <a:gd name="csX18" fmla="*/ 35915 w 70413"/>
                <a:gd name="csY18" fmla="*/ 53056 h 87510"/>
                <a:gd name="csX19" fmla="*/ 55132 w 70413"/>
                <a:gd name="csY19" fmla="*/ 53056 h 87510"/>
                <a:gd name="csX20" fmla="*/ 55132 w 70413"/>
                <a:gd name="csY20" fmla="*/ 54413 h 87510"/>
                <a:gd name="csX21" fmla="*/ 48917 w 70413"/>
                <a:gd name="csY21" fmla="*/ 69034 h 87510"/>
                <a:gd name="csX22" fmla="*/ 31462 w 70413"/>
                <a:gd name="csY22" fmla="*/ 74202 h 87510"/>
                <a:gd name="csX23" fmla="*/ 17532 w 70413"/>
                <a:gd name="csY23" fmla="*/ 72487 h 87510"/>
                <a:gd name="csX24" fmla="*/ 4530 w 70413"/>
                <a:gd name="csY24" fmla="*/ 67344 h 87510"/>
                <a:gd name="csX25" fmla="*/ 4530 w 70413"/>
                <a:gd name="csY25" fmla="*/ 80012 h 87510"/>
                <a:gd name="csX26" fmla="*/ 19104 w 70413"/>
                <a:gd name="csY26" fmla="*/ 84346 h 87510"/>
                <a:gd name="csX27" fmla="*/ 32867 w 70413"/>
                <a:gd name="csY27" fmla="*/ 85798 h 87510"/>
                <a:gd name="csX28" fmla="*/ 59894 w 70413"/>
                <a:gd name="csY28" fmla="*/ 76416 h 87510"/>
                <a:gd name="csX29" fmla="*/ 68824 w 70413"/>
                <a:gd name="csY29" fmla="*/ 48008 h 875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70413" h="87510">
                  <a:moveTo>
                    <a:pt x="41511" y="42341"/>
                  </a:moveTo>
                  <a:cubicBezTo>
                    <a:pt x="30446" y="42341"/>
                    <a:pt x="22779" y="41078"/>
                    <a:pt x="18508" y="38554"/>
                  </a:cubicBezTo>
                  <a:cubicBezTo>
                    <a:pt x="14238" y="36030"/>
                    <a:pt x="12103" y="31712"/>
                    <a:pt x="12103" y="25600"/>
                  </a:cubicBezTo>
                  <a:cubicBezTo>
                    <a:pt x="12103" y="20743"/>
                    <a:pt x="13706" y="16885"/>
                    <a:pt x="16913" y="14027"/>
                  </a:cubicBezTo>
                  <a:cubicBezTo>
                    <a:pt x="20120" y="11186"/>
                    <a:pt x="24469" y="9765"/>
                    <a:pt x="29962" y="9765"/>
                  </a:cubicBezTo>
                  <a:cubicBezTo>
                    <a:pt x="37566" y="9765"/>
                    <a:pt x="43662" y="12456"/>
                    <a:pt x="48250" y="17837"/>
                  </a:cubicBezTo>
                  <a:cubicBezTo>
                    <a:pt x="52838" y="23219"/>
                    <a:pt x="55132" y="30371"/>
                    <a:pt x="55132" y="39293"/>
                  </a:cubicBezTo>
                  <a:lnTo>
                    <a:pt x="55132" y="42341"/>
                  </a:lnTo>
                  <a:lnTo>
                    <a:pt x="41511" y="42341"/>
                  </a:lnTo>
                  <a:close/>
                  <a:moveTo>
                    <a:pt x="68824" y="48008"/>
                  </a:moveTo>
                  <a:lnTo>
                    <a:pt x="68824" y="454"/>
                  </a:lnTo>
                  <a:lnTo>
                    <a:pt x="55132" y="454"/>
                  </a:lnTo>
                  <a:lnTo>
                    <a:pt x="55132" y="13099"/>
                  </a:lnTo>
                  <a:cubicBezTo>
                    <a:pt x="52005" y="8051"/>
                    <a:pt x="48107" y="4320"/>
                    <a:pt x="43440" y="1907"/>
                  </a:cubicBezTo>
                  <a:cubicBezTo>
                    <a:pt x="38773" y="-506"/>
                    <a:pt x="33066" y="-1713"/>
                    <a:pt x="26319" y="-1713"/>
                  </a:cubicBezTo>
                  <a:cubicBezTo>
                    <a:pt x="17794" y="-1713"/>
                    <a:pt x="11007" y="685"/>
                    <a:pt x="5959" y="5479"/>
                  </a:cubicBezTo>
                  <a:cubicBezTo>
                    <a:pt x="927" y="10273"/>
                    <a:pt x="-1589" y="16687"/>
                    <a:pt x="-1589" y="24719"/>
                  </a:cubicBezTo>
                  <a:cubicBezTo>
                    <a:pt x="-1589" y="34086"/>
                    <a:pt x="1546" y="41150"/>
                    <a:pt x="7816" y="45912"/>
                  </a:cubicBezTo>
                  <a:cubicBezTo>
                    <a:pt x="14103" y="50675"/>
                    <a:pt x="23469" y="53056"/>
                    <a:pt x="35915" y="53056"/>
                  </a:cubicBezTo>
                  <a:lnTo>
                    <a:pt x="55132" y="53056"/>
                  </a:lnTo>
                  <a:lnTo>
                    <a:pt x="55132" y="54413"/>
                  </a:lnTo>
                  <a:cubicBezTo>
                    <a:pt x="55132" y="60716"/>
                    <a:pt x="53060" y="65589"/>
                    <a:pt x="48917" y="69034"/>
                  </a:cubicBezTo>
                  <a:cubicBezTo>
                    <a:pt x="44773" y="72479"/>
                    <a:pt x="38955" y="74202"/>
                    <a:pt x="31462" y="74202"/>
                  </a:cubicBezTo>
                  <a:cubicBezTo>
                    <a:pt x="26700" y="74202"/>
                    <a:pt x="22056" y="73630"/>
                    <a:pt x="17532" y="72487"/>
                  </a:cubicBezTo>
                  <a:cubicBezTo>
                    <a:pt x="13023" y="71344"/>
                    <a:pt x="8690" y="69630"/>
                    <a:pt x="4530" y="67344"/>
                  </a:cubicBezTo>
                  <a:lnTo>
                    <a:pt x="4530" y="80012"/>
                  </a:lnTo>
                  <a:cubicBezTo>
                    <a:pt x="9531" y="81949"/>
                    <a:pt x="14389" y="83393"/>
                    <a:pt x="19104" y="84346"/>
                  </a:cubicBezTo>
                  <a:cubicBezTo>
                    <a:pt x="23818" y="85314"/>
                    <a:pt x="28406" y="85798"/>
                    <a:pt x="32867" y="85798"/>
                  </a:cubicBezTo>
                  <a:cubicBezTo>
                    <a:pt x="44932" y="85798"/>
                    <a:pt x="53941" y="82671"/>
                    <a:pt x="59894" y="76416"/>
                  </a:cubicBezTo>
                  <a:cubicBezTo>
                    <a:pt x="65848" y="70177"/>
                    <a:pt x="68824" y="60708"/>
                    <a:pt x="68824" y="48008"/>
                  </a:cubicBez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61" name="Freeform: Shape 960">
              <a:extLst>
                <a:ext uri="{FF2B5EF4-FFF2-40B4-BE49-F238E27FC236}">
                  <a16:creationId xmlns:a16="http://schemas.microsoft.com/office/drawing/2014/main" id="{97666D92-64A7-9E97-ECD2-F131F78E489B}"/>
                </a:ext>
              </a:extLst>
            </p:cNvPr>
            <p:cNvSpPr/>
            <p:nvPr/>
          </p:nvSpPr>
          <p:spPr>
            <a:xfrm flipV="1">
              <a:off x="4444388" y="792852"/>
              <a:ext cx="69818" cy="85343"/>
            </a:xfrm>
            <a:custGeom>
              <a:avLst/>
              <a:gdLst>
                <a:gd name="csX0" fmla="*/ 68052 w 69818"/>
                <a:gd name="csY0" fmla="*/ 48558 h 85343"/>
                <a:gd name="csX1" fmla="*/ 68052 w 69818"/>
                <a:gd name="csY1" fmla="*/ -1758 h 85343"/>
                <a:gd name="csX2" fmla="*/ 54360 w 69818"/>
                <a:gd name="csY2" fmla="*/ -1758 h 85343"/>
                <a:gd name="csX3" fmla="*/ 54360 w 69818"/>
                <a:gd name="csY3" fmla="*/ 48105 h 85343"/>
                <a:gd name="csX4" fmla="*/ 49740 w 69818"/>
                <a:gd name="csY4" fmla="*/ 65798 h 85343"/>
                <a:gd name="csX5" fmla="*/ 35905 w 69818"/>
                <a:gd name="csY5" fmla="*/ 71680 h 85343"/>
                <a:gd name="csX6" fmla="*/ 18403 w 69818"/>
                <a:gd name="csY6" fmla="*/ 64607 h 85343"/>
                <a:gd name="csX7" fmla="*/ 11997 w 69818"/>
                <a:gd name="csY7" fmla="*/ 45343 h 85343"/>
                <a:gd name="csX8" fmla="*/ 11997 w 69818"/>
                <a:gd name="csY8" fmla="*/ -1758 h 85343"/>
                <a:gd name="csX9" fmla="*/ -1766 w 69818"/>
                <a:gd name="csY9" fmla="*/ -1758 h 85343"/>
                <a:gd name="csX10" fmla="*/ -1766 w 69818"/>
                <a:gd name="csY10" fmla="*/ 81586 h 85343"/>
                <a:gd name="csX11" fmla="*/ 11997 w 69818"/>
                <a:gd name="csY11" fmla="*/ 81586 h 85343"/>
                <a:gd name="csX12" fmla="*/ 11997 w 69818"/>
                <a:gd name="csY12" fmla="*/ 68632 h 85343"/>
                <a:gd name="csX13" fmla="*/ 23570 w 69818"/>
                <a:gd name="csY13" fmla="*/ 79871 h 85343"/>
                <a:gd name="csX14" fmla="*/ 38953 w 69818"/>
                <a:gd name="csY14" fmla="*/ 83586 h 85343"/>
                <a:gd name="csX15" fmla="*/ 60670 w 69818"/>
                <a:gd name="csY15" fmla="*/ 74704 h 85343"/>
                <a:gd name="csX16" fmla="*/ 68052 w 69818"/>
                <a:gd name="csY16" fmla="*/ 48558 h 853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69818" h="85343">
                  <a:moveTo>
                    <a:pt x="68052" y="48558"/>
                  </a:moveTo>
                  <a:lnTo>
                    <a:pt x="68052" y="-1758"/>
                  </a:lnTo>
                  <a:lnTo>
                    <a:pt x="54360" y="-1758"/>
                  </a:lnTo>
                  <a:lnTo>
                    <a:pt x="54360" y="48105"/>
                  </a:lnTo>
                  <a:cubicBezTo>
                    <a:pt x="54360" y="55995"/>
                    <a:pt x="52820" y="61893"/>
                    <a:pt x="49740" y="65798"/>
                  </a:cubicBezTo>
                  <a:cubicBezTo>
                    <a:pt x="46660" y="69719"/>
                    <a:pt x="42049" y="71680"/>
                    <a:pt x="35905" y="71680"/>
                  </a:cubicBezTo>
                  <a:cubicBezTo>
                    <a:pt x="28507" y="71680"/>
                    <a:pt x="22673" y="69322"/>
                    <a:pt x="18403" y="64607"/>
                  </a:cubicBezTo>
                  <a:cubicBezTo>
                    <a:pt x="14133" y="59908"/>
                    <a:pt x="11997" y="53487"/>
                    <a:pt x="11997" y="45343"/>
                  </a:cubicBezTo>
                  <a:lnTo>
                    <a:pt x="11997" y="-1758"/>
                  </a:lnTo>
                  <a:lnTo>
                    <a:pt x="-1766" y="-1758"/>
                  </a:lnTo>
                  <a:lnTo>
                    <a:pt x="-1766" y="81586"/>
                  </a:lnTo>
                  <a:lnTo>
                    <a:pt x="11997" y="81586"/>
                  </a:lnTo>
                  <a:lnTo>
                    <a:pt x="11997" y="68632"/>
                  </a:lnTo>
                  <a:cubicBezTo>
                    <a:pt x="15283" y="73648"/>
                    <a:pt x="19141" y="77395"/>
                    <a:pt x="23570" y="79871"/>
                  </a:cubicBezTo>
                  <a:cubicBezTo>
                    <a:pt x="28015" y="82348"/>
                    <a:pt x="33143" y="83586"/>
                    <a:pt x="38953" y="83586"/>
                  </a:cubicBezTo>
                  <a:cubicBezTo>
                    <a:pt x="48526" y="83586"/>
                    <a:pt x="55765" y="80625"/>
                    <a:pt x="60670" y="74704"/>
                  </a:cubicBezTo>
                  <a:cubicBezTo>
                    <a:pt x="65591" y="68782"/>
                    <a:pt x="68052" y="60067"/>
                    <a:pt x="68052" y="48558"/>
                  </a:cubicBez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62" name="Freeform: Shape 961">
              <a:extLst>
                <a:ext uri="{FF2B5EF4-FFF2-40B4-BE49-F238E27FC236}">
                  <a16:creationId xmlns:a16="http://schemas.microsoft.com/office/drawing/2014/main" id="{EF8C86EB-786F-85C0-4362-7641E4C5A989}"/>
                </a:ext>
              </a:extLst>
            </p:cNvPr>
            <p:cNvSpPr/>
            <p:nvPr/>
          </p:nvSpPr>
          <p:spPr>
            <a:xfrm flipV="1">
              <a:off x="4525643" y="903508"/>
              <a:ext cx="79200" cy="10620"/>
            </a:xfrm>
            <a:custGeom>
              <a:avLst/>
              <a:gdLst>
                <a:gd name="csX0" fmla="*/ 77888 w 79200"/>
                <a:gd name="csY0" fmla="*/ 11946 h 10620"/>
                <a:gd name="csX1" fmla="*/ 77888 w 79200"/>
                <a:gd name="csY1" fmla="*/ 1326 h 10620"/>
                <a:gd name="csX2" fmla="*/ -1313 w 79200"/>
                <a:gd name="csY2" fmla="*/ 1326 h 10620"/>
                <a:gd name="csX3" fmla="*/ -1313 w 79200"/>
                <a:gd name="csY3" fmla="*/ 11946 h 10620"/>
                <a:gd name="csX4" fmla="*/ 77888 w 79200"/>
                <a:gd name="csY4" fmla="*/ 11946 h 106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9200" h="10620">
                  <a:moveTo>
                    <a:pt x="77888" y="11946"/>
                  </a:moveTo>
                  <a:lnTo>
                    <a:pt x="77888" y="1326"/>
                  </a:lnTo>
                  <a:lnTo>
                    <a:pt x="-1313" y="1326"/>
                  </a:lnTo>
                  <a:lnTo>
                    <a:pt x="-1313" y="11946"/>
                  </a:lnTo>
                  <a:lnTo>
                    <a:pt x="77888" y="11946"/>
                  </a:ln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63" name="Freeform: Shape 962">
              <a:extLst>
                <a:ext uri="{FF2B5EF4-FFF2-40B4-BE49-F238E27FC236}">
                  <a16:creationId xmlns:a16="http://schemas.microsoft.com/office/drawing/2014/main" id="{F63B3461-B937-AA2B-DB7B-FE761B7BECF0}"/>
                </a:ext>
              </a:extLst>
            </p:cNvPr>
            <p:cNvSpPr/>
            <p:nvPr/>
          </p:nvSpPr>
          <p:spPr>
            <a:xfrm flipV="1">
              <a:off x="4611891" y="765086"/>
              <a:ext cx="97035" cy="115276"/>
            </a:xfrm>
            <a:custGeom>
              <a:avLst/>
              <a:gdLst>
                <a:gd name="csX0" fmla="*/ 80052 w 97035"/>
                <a:gd name="csY0" fmla="*/ 15729 h 115276"/>
                <a:gd name="csX1" fmla="*/ 80052 w 97035"/>
                <a:gd name="csY1" fmla="*/ 45566 h 115276"/>
                <a:gd name="csX2" fmla="*/ 55501 w 97035"/>
                <a:gd name="csY2" fmla="*/ 45566 h 115276"/>
                <a:gd name="csX3" fmla="*/ 55501 w 97035"/>
                <a:gd name="csY3" fmla="*/ 57925 h 115276"/>
                <a:gd name="csX4" fmla="*/ 94934 w 97035"/>
                <a:gd name="csY4" fmla="*/ 57925 h 115276"/>
                <a:gd name="csX5" fmla="*/ 94934 w 97035"/>
                <a:gd name="csY5" fmla="*/ 10205 h 115276"/>
                <a:gd name="csX6" fmla="*/ 75742 w 97035"/>
                <a:gd name="csY6" fmla="*/ 870 h 115276"/>
                <a:gd name="csX7" fmla="*/ 53358 w 97035"/>
                <a:gd name="csY7" fmla="*/ -2297 h 115276"/>
                <a:gd name="csX8" fmla="*/ 12591 w 97035"/>
                <a:gd name="csY8" fmla="*/ 12920 h 115276"/>
                <a:gd name="csX9" fmla="*/ -2102 w 97035"/>
                <a:gd name="csY9" fmla="*/ 55306 h 115276"/>
                <a:gd name="csX10" fmla="*/ 12591 w 97035"/>
                <a:gd name="csY10" fmla="*/ 97763 h 115276"/>
                <a:gd name="csX11" fmla="*/ 53358 w 97035"/>
                <a:gd name="csY11" fmla="*/ 112980 h 115276"/>
                <a:gd name="csX12" fmla="*/ 74003 w 97035"/>
                <a:gd name="csY12" fmla="*/ 110289 h 115276"/>
                <a:gd name="csX13" fmla="*/ 92053 w 97035"/>
                <a:gd name="csY13" fmla="*/ 102407 h 115276"/>
                <a:gd name="csX14" fmla="*/ 92053 w 97035"/>
                <a:gd name="csY14" fmla="*/ 86405 h 115276"/>
                <a:gd name="csX15" fmla="*/ 74337 w 97035"/>
                <a:gd name="csY15" fmla="*/ 97049 h 115276"/>
                <a:gd name="csX16" fmla="*/ 54620 w 97035"/>
                <a:gd name="csY16" fmla="*/ 100621 h 115276"/>
                <a:gd name="csX17" fmla="*/ 23973 w 97035"/>
                <a:gd name="csY17" fmla="*/ 89239 h 115276"/>
                <a:gd name="csX18" fmla="*/ 13758 w 97035"/>
                <a:gd name="csY18" fmla="*/ 55306 h 115276"/>
                <a:gd name="csX19" fmla="*/ 23973 w 97035"/>
                <a:gd name="csY19" fmla="*/ 21444 h 115276"/>
                <a:gd name="csX20" fmla="*/ 54620 w 97035"/>
                <a:gd name="csY20" fmla="*/ 10062 h 115276"/>
                <a:gd name="csX21" fmla="*/ 68812 w 97035"/>
                <a:gd name="csY21" fmla="*/ 11443 h 115276"/>
                <a:gd name="csX22" fmla="*/ 80052 w 97035"/>
                <a:gd name="csY22" fmla="*/ 15729 h 1152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97035" h="115276">
                  <a:moveTo>
                    <a:pt x="80052" y="15729"/>
                  </a:moveTo>
                  <a:lnTo>
                    <a:pt x="80052" y="45566"/>
                  </a:lnTo>
                  <a:lnTo>
                    <a:pt x="55501" y="45566"/>
                  </a:lnTo>
                  <a:lnTo>
                    <a:pt x="55501" y="57925"/>
                  </a:lnTo>
                  <a:lnTo>
                    <a:pt x="94934" y="57925"/>
                  </a:lnTo>
                  <a:lnTo>
                    <a:pt x="94934" y="10205"/>
                  </a:lnTo>
                  <a:cubicBezTo>
                    <a:pt x="89140" y="6093"/>
                    <a:pt x="82742" y="2982"/>
                    <a:pt x="75742" y="870"/>
                  </a:cubicBezTo>
                  <a:cubicBezTo>
                    <a:pt x="68757" y="-1241"/>
                    <a:pt x="61295" y="-2297"/>
                    <a:pt x="53358" y="-2297"/>
                  </a:cubicBezTo>
                  <a:cubicBezTo>
                    <a:pt x="35991" y="-2297"/>
                    <a:pt x="22402" y="2775"/>
                    <a:pt x="12591" y="12920"/>
                  </a:cubicBezTo>
                  <a:cubicBezTo>
                    <a:pt x="2796" y="23080"/>
                    <a:pt x="-2102" y="37208"/>
                    <a:pt x="-2102" y="55306"/>
                  </a:cubicBezTo>
                  <a:cubicBezTo>
                    <a:pt x="-2102" y="73467"/>
                    <a:pt x="2796" y="87619"/>
                    <a:pt x="12591" y="97763"/>
                  </a:cubicBezTo>
                  <a:cubicBezTo>
                    <a:pt x="22402" y="107908"/>
                    <a:pt x="35991" y="112980"/>
                    <a:pt x="53358" y="112980"/>
                  </a:cubicBezTo>
                  <a:cubicBezTo>
                    <a:pt x="60597" y="112980"/>
                    <a:pt x="67479" y="112083"/>
                    <a:pt x="74003" y="110289"/>
                  </a:cubicBezTo>
                  <a:cubicBezTo>
                    <a:pt x="80528" y="108511"/>
                    <a:pt x="86544" y="105884"/>
                    <a:pt x="92053" y="102407"/>
                  </a:cubicBezTo>
                  <a:lnTo>
                    <a:pt x="92053" y="86405"/>
                  </a:lnTo>
                  <a:cubicBezTo>
                    <a:pt x="86497" y="91120"/>
                    <a:pt x="80591" y="94668"/>
                    <a:pt x="74337" y="97049"/>
                  </a:cubicBezTo>
                  <a:cubicBezTo>
                    <a:pt x="68082" y="99430"/>
                    <a:pt x="61510" y="100621"/>
                    <a:pt x="54620" y="100621"/>
                  </a:cubicBezTo>
                  <a:cubicBezTo>
                    <a:pt x="41015" y="100621"/>
                    <a:pt x="30799" y="96827"/>
                    <a:pt x="23973" y="89239"/>
                  </a:cubicBezTo>
                  <a:cubicBezTo>
                    <a:pt x="17163" y="81650"/>
                    <a:pt x="13758" y="70339"/>
                    <a:pt x="13758" y="55306"/>
                  </a:cubicBezTo>
                  <a:cubicBezTo>
                    <a:pt x="13758" y="40320"/>
                    <a:pt x="17163" y="29033"/>
                    <a:pt x="23973" y="21444"/>
                  </a:cubicBezTo>
                  <a:cubicBezTo>
                    <a:pt x="30799" y="13856"/>
                    <a:pt x="41015" y="10062"/>
                    <a:pt x="54620" y="10062"/>
                  </a:cubicBezTo>
                  <a:cubicBezTo>
                    <a:pt x="59922" y="10062"/>
                    <a:pt x="64653" y="10522"/>
                    <a:pt x="68812" y="11443"/>
                  </a:cubicBezTo>
                  <a:cubicBezTo>
                    <a:pt x="72987" y="12364"/>
                    <a:pt x="76734" y="13793"/>
                    <a:pt x="80052" y="15729"/>
                  </a:cubicBez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64" name="Freeform: Shape 963">
              <a:extLst>
                <a:ext uri="{FF2B5EF4-FFF2-40B4-BE49-F238E27FC236}">
                  <a16:creationId xmlns:a16="http://schemas.microsoft.com/office/drawing/2014/main" id="{DF737027-8EB4-49E1-3A10-C8E3B3E7292D}"/>
                </a:ext>
              </a:extLst>
            </p:cNvPr>
            <p:cNvSpPr/>
            <p:nvPr/>
          </p:nvSpPr>
          <p:spPr>
            <a:xfrm flipV="1">
              <a:off x="4732082" y="765086"/>
              <a:ext cx="76723" cy="115276"/>
            </a:xfrm>
            <a:custGeom>
              <a:avLst/>
              <a:gdLst>
                <a:gd name="csX0" fmla="*/ 37917 w 76723"/>
                <a:gd name="csY0" fmla="*/ 61402 h 115276"/>
                <a:gd name="csX1" fmla="*/ 21868 w 76723"/>
                <a:gd name="csY1" fmla="*/ 54472 h 115276"/>
                <a:gd name="csX2" fmla="*/ 15962 w 76723"/>
                <a:gd name="csY2" fmla="*/ 35518 h 115276"/>
                <a:gd name="csX3" fmla="*/ 21868 w 76723"/>
                <a:gd name="csY3" fmla="*/ 16563 h 115276"/>
                <a:gd name="csX4" fmla="*/ 37917 w 76723"/>
                <a:gd name="csY4" fmla="*/ 9610 h 115276"/>
                <a:gd name="csX5" fmla="*/ 53943 w 76723"/>
                <a:gd name="csY5" fmla="*/ 16563 h 115276"/>
                <a:gd name="csX6" fmla="*/ 59849 w 76723"/>
                <a:gd name="csY6" fmla="*/ 35518 h 115276"/>
                <a:gd name="csX7" fmla="*/ 53943 w 76723"/>
                <a:gd name="csY7" fmla="*/ 54472 h 115276"/>
                <a:gd name="csX8" fmla="*/ 37917 w 76723"/>
                <a:gd name="csY8" fmla="*/ 61402 h 115276"/>
                <a:gd name="csX9" fmla="*/ 67754 w 76723"/>
                <a:gd name="csY9" fmla="*/ 108527 h 115276"/>
                <a:gd name="csX10" fmla="*/ 67754 w 76723"/>
                <a:gd name="csY10" fmla="*/ 94835 h 115276"/>
                <a:gd name="csX11" fmla="*/ 56324 w 76723"/>
                <a:gd name="csY11" fmla="*/ 98906 h 115276"/>
                <a:gd name="csX12" fmla="*/ 44894 w 76723"/>
                <a:gd name="csY12" fmla="*/ 100335 h 115276"/>
                <a:gd name="csX13" fmla="*/ 22153 w 76723"/>
                <a:gd name="csY13" fmla="*/ 90286 h 115276"/>
                <a:gd name="csX14" fmla="*/ 13200 w 76723"/>
                <a:gd name="csY14" fmla="*/ 59925 h 115276"/>
                <a:gd name="csX15" fmla="*/ 24201 w 76723"/>
                <a:gd name="csY15" fmla="*/ 69855 h 115276"/>
                <a:gd name="csX16" fmla="*/ 38798 w 76723"/>
                <a:gd name="csY16" fmla="*/ 73308 h 115276"/>
                <a:gd name="csX17" fmla="*/ 65254 w 76723"/>
                <a:gd name="csY17" fmla="*/ 63140 h 115276"/>
                <a:gd name="csX18" fmla="*/ 74970 w 76723"/>
                <a:gd name="csY18" fmla="*/ 35518 h 115276"/>
                <a:gd name="csX19" fmla="*/ 64849 w 76723"/>
                <a:gd name="csY19" fmla="*/ 8038 h 115276"/>
                <a:gd name="csX20" fmla="*/ 37917 w 76723"/>
                <a:gd name="csY20" fmla="*/ -2297 h 115276"/>
                <a:gd name="csX21" fmla="*/ 8437 w 76723"/>
                <a:gd name="csY21" fmla="*/ 12467 h 115276"/>
                <a:gd name="csX22" fmla="*/ -1754 w 76723"/>
                <a:gd name="csY22" fmla="*/ 55306 h 115276"/>
                <a:gd name="csX23" fmla="*/ 10747 w 76723"/>
                <a:gd name="csY23" fmla="*/ 97311 h 115276"/>
                <a:gd name="csX24" fmla="*/ 44299 w 76723"/>
                <a:gd name="csY24" fmla="*/ 112980 h 115276"/>
                <a:gd name="csX25" fmla="*/ 55729 w 76723"/>
                <a:gd name="csY25" fmla="*/ 111860 h 115276"/>
                <a:gd name="csX26" fmla="*/ 67754 w 76723"/>
                <a:gd name="csY26" fmla="*/ 108527 h 1152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76723" h="115276">
                  <a:moveTo>
                    <a:pt x="37917" y="61402"/>
                  </a:moveTo>
                  <a:cubicBezTo>
                    <a:pt x="31170" y="61402"/>
                    <a:pt x="25821" y="59092"/>
                    <a:pt x="21868" y="54472"/>
                  </a:cubicBezTo>
                  <a:cubicBezTo>
                    <a:pt x="17931" y="49869"/>
                    <a:pt x="15962" y="43550"/>
                    <a:pt x="15962" y="35518"/>
                  </a:cubicBezTo>
                  <a:cubicBezTo>
                    <a:pt x="15962" y="27532"/>
                    <a:pt x="17931" y="21214"/>
                    <a:pt x="21868" y="16563"/>
                  </a:cubicBezTo>
                  <a:cubicBezTo>
                    <a:pt x="25821" y="11927"/>
                    <a:pt x="31170" y="9610"/>
                    <a:pt x="37917" y="9610"/>
                  </a:cubicBezTo>
                  <a:cubicBezTo>
                    <a:pt x="44664" y="9610"/>
                    <a:pt x="50006" y="11927"/>
                    <a:pt x="53943" y="16563"/>
                  </a:cubicBezTo>
                  <a:cubicBezTo>
                    <a:pt x="57880" y="21214"/>
                    <a:pt x="59849" y="27532"/>
                    <a:pt x="59849" y="35518"/>
                  </a:cubicBezTo>
                  <a:cubicBezTo>
                    <a:pt x="59849" y="43550"/>
                    <a:pt x="57880" y="49869"/>
                    <a:pt x="53943" y="54472"/>
                  </a:cubicBezTo>
                  <a:cubicBezTo>
                    <a:pt x="50006" y="59092"/>
                    <a:pt x="44664" y="61402"/>
                    <a:pt x="37917" y="61402"/>
                  </a:cubicBezTo>
                  <a:close/>
                  <a:moveTo>
                    <a:pt x="67754" y="108527"/>
                  </a:moveTo>
                  <a:lnTo>
                    <a:pt x="67754" y="94835"/>
                  </a:lnTo>
                  <a:cubicBezTo>
                    <a:pt x="63976" y="96613"/>
                    <a:pt x="60166" y="97970"/>
                    <a:pt x="56324" y="98906"/>
                  </a:cubicBezTo>
                  <a:cubicBezTo>
                    <a:pt x="52483" y="99859"/>
                    <a:pt x="48673" y="100335"/>
                    <a:pt x="44894" y="100335"/>
                  </a:cubicBezTo>
                  <a:cubicBezTo>
                    <a:pt x="34972" y="100335"/>
                    <a:pt x="27392" y="96986"/>
                    <a:pt x="22153" y="90286"/>
                  </a:cubicBezTo>
                  <a:cubicBezTo>
                    <a:pt x="16931" y="83587"/>
                    <a:pt x="13946" y="73467"/>
                    <a:pt x="13200" y="59925"/>
                  </a:cubicBezTo>
                  <a:cubicBezTo>
                    <a:pt x="16121" y="64243"/>
                    <a:pt x="19788" y="67553"/>
                    <a:pt x="24201" y="69855"/>
                  </a:cubicBezTo>
                  <a:cubicBezTo>
                    <a:pt x="28630" y="72157"/>
                    <a:pt x="33496" y="73308"/>
                    <a:pt x="38798" y="73308"/>
                  </a:cubicBezTo>
                  <a:cubicBezTo>
                    <a:pt x="49958" y="73308"/>
                    <a:pt x="58777" y="69919"/>
                    <a:pt x="65254" y="63140"/>
                  </a:cubicBezTo>
                  <a:cubicBezTo>
                    <a:pt x="71731" y="56377"/>
                    <a:pt x="74970" y="47170"/>
                    <a:pt x="74970" y="35518"/>
                  </a:cubicBezTo>
                  <a:cubicBezTo>
                    <a:pt x="74970" y="24103"/>
                    <a:pt x="71596" y="14944"/>
                    <a:pt x="64849" y="8038"/>
                  </a:cubicBezTo>
                  <a:cubicBezTo>
                    <a:pt x="58102" y="1148"/>
                    <a:pt x="49125" y="-2297"/>
                    <a:pt x="37917" y="-2297"/>
                  </a:cubicBezTo>
                  <a:cubicBezTo>
                    <a:pt x="25059" y="-2297"/>
                    <a:pt x="15232" y="2625"/>
                    <a:pt x="8437" y="12467"/>
                  </a:cubicBezTo>
                  <a:cubicBezTo>
                    <a:pt x="1643" y="22325"/>
                    <a:pt x="-1754" y="36605"/>
                    <a:pt x="-1754" y="55306"/>
                  </a:cubicBezTo>
                  <a:cubicBezTo>
                    <a:pt x="-1754" y="72864"/>
                    <a:pt x="2413" y="86865"/>
                    <a:pt x="10747" y="97311"/>
                  </a:cubicBezTo>
                  <a:cubicBezTo>
                    <a:pt x="19082" y="107757"/>
                    <a:pt x="30266" y="112980"/>
                    <a:pt x="44299" y="112980"/>
                  </a:cubicBezTo>
                  <a:cubicBezTo>
                    <a:pt x="48077" y="112980"/>
                    <a:pt x="51887" y="112607"/>
                    <a:pt x="55729" y="111860"/>
                  </a:cubicBezTo>
                  <a:cubicBezTo>
                    <a:pt x="59571" y="111114"/>
                    <a:pt x="63579" y="110003"/>
                    <a:pt x="67754" y="108527"/>
                  </a:cubicBez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65" name="Freeform: Shape 964">
              <a:extLst>
                <a:ext uri="{FF2B5EF4-FFF2-40B4-BE49-F238E27FC236}">
                  <a16:creationId xmlns:a16="http://schemas.microsoft.com/office/drawing/2014/main" id="{B7945790-E40D-5695-95E8-CB5DCC6226FB}"/>
                </a:ext>
              </a:extLst>
            </p:cNvPr>
            <p:cNvSpPr/>
            <p:nvPr/>
          </p:nvSpPr>
          <p:spPr>
            <a:xfrm flipV="1">
              <a:off x="4833354" y="767086"/>
              <a:ext cx="78819" cy="111109"/>
            </a:xfrm>
            <a:custGeom>
              <a:avLst/>
              <a:gdLst>
                <a:gd name="csX0" fmla="*/ 13054 w 78819"/>
                <a:gd name="csY0" fmla="*/ 50754 h 111109"/>
                <a:gd name="csX1" fmla="*/ 13054 w 78819"/>
                <a:gd name="csY1" fmla="*/ 10059 h 111109"/>
                <a:gd name="csX2" fmla="*/ 37176 w 78819"/>
                <a:gd name="csY2" fmla="*/ 10059 h 111109"/>
                <a:gd name="csX3" fmla="*/ 55131 w 78819"/>
                <a:gd name="csY3" fmla="*/ 15083 h 111109"/>
                <a:gd name="csX4" fmla="*/ 60989 w 78819"/>
                <a:gd name="csY4" fmla="*/ 30442 h 111109"/>
                <a:gd name="csX5" fmla="*/ 55131 w 78819"/>
                <a:gd name="csY5" fmla="*/ 45801 h 111109"/>
                <a:gd name="csX6" fmla="*/ 37176 w 78819"/>
                <a:gd name="csY6" fmla="*/ 50754 h 111109"/>
                <a:gd name="csX7" fmla="*/ 13054 w 78819"/>
                <a:gd name="csY7" fmla="*/ 50754 h 111109"/>
                <a:gd name="csX8" fmla="*/ 13054 w 78819"/>
                <a:gd name="csY8" fmla="*/ 96450 h 111109"/>
                <a:gd name="csX9" fmla="*/ 13054 w 78819"/>
                <a:gd name="csY9" fmla="*/ 62970 h 111109"/>
                <a:gd name="csX10" fmla="*/ 35319 w 78819"/>
                <a:gd name="csY10" fmla="*/ 62970 h 111109"/>
                <a:gd name="csX11" fmla="*/ 51702 w 78819"/>
                <a:gd name="csY11" fmla="*/ 67089 h 111109"/>
                <a:gd name="csX12" fmla="*/ 57107 w 78819"/>
                <a:gd name="csY12" fmla="*/ 79710 h 111109"/>
                <a:gd name="csX13" fmla="*/ 51702 w 78819"/>
                <a:gd name="csY13" fmla="*/ 92283 h 111109"/>
                <a:gd name="csX14" fmla="*/ 35319 w 78819"/>
                <a:gd name="csY14" fmla="*/ 96450 h 111109"/>
                <a:gd name="csX15" fmla="*/ 13054 w 78819"/>
                <a:gd name="csY15" fmla="*/ 96450 h 111109"/>
                <a:gd name="csX16" fmla="*/ -1971 w 78819"/>
                <a:gd name="csY16" fmla="*/ 108809 h 111109"/>
                <a:gd name="csX17" fmla="*/ 36438 w 78819"/>
                <a:gd name="csY17" fmla="*/ 108809 h 111109"/>
                <a:gd name="csX18" fmla="*/ 62918 w 78819"/>
                <a:gd name="csY18" fmla="*/ 101665 h 111109"/>
                <a:gd name="csX19" fmla="*/ 72228 w 78819"/>
                <a:gd name="csY19" fmla="*/ 81353 h 111109"/>
                <a:gd name="csX20" fmla="*/ 67466 w 78819"/>
                <a:gd name="csY20" fmla="*/ 65113 h 111109"/>
                <a:gd name="csX21" fmla="*/ 53464 w 78819"/>
                <a:gd name="csY21" fmla="*/ 57612 h 111109"/>
                <a:gd name="csX22" fmla="*/ 70704 w 78819"/>
                <a:gd name="csY22" fmla="*/ 47658 h 111109"/>
                <a:gd name="csX23" fmla="*/ 76848 w 78819"/>
                <a:gd name="csY23" fmla="*/ 28799 h 111109"/>
                <a:gd name="csX24" fmla="*/ 66728 w 78819"/>
                <a:gd name="csY24" fmla="*/ 5796 h 111109"/>
                <a:gd name="csX25" fmla="*/ 37915 w 78819"/>
                <a:gd name="csY25" fmla="*/ -2300 h 111109"/>
                <a:gd name="csX26" fmla="*/ -1971 w 78819"/>
                <a:gd name="csY26" fmla="*/ -2300 h 111109"/>
                <a:gd name="csX27" fmla="*/ -1971 w 78819"/>
                <a:gd name="csY27" fmla="*/ 108809 h 11110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78819" h="111109">
                  <a:moveTo>
                    <a:pt x="13054" y="50754"/>
                  </a:moveTo>
                  <a:lnTo>
                    <a:pt x="13054" y="10059"/>
                  </a:lnTo>
                  <a:lnTo>
                    <a:pt x="37176" y="10059"/>
                  </a:lnTo>
                  <a:cubicBezTo>
                    <a:pt x="45257" y="10059"/>
                    <a:pt x="51242" y="11733"/>
                    <a:pt x="55131" y="15083"/>
                  </a:cubicBezTo>
                  <a:cubicBezTo>
                    <a:pt x="59036" y="18433"/>
                    <a:pt x="60989" y="23552"/>
                    <a:pt x="60989" y="30442"/>
                  </a:cubicBezTo>
                  <a:cubicBezTo>
                    <a:pt x="60989" y="37395"/>
                    <a:pt x="59036" y="42515"/>
                    <a:pt x="55131" y="45801"/>
                  </a:cubicBezTo>
                  <a:cubicBezTo>
                    <a:pt x="51242" y="49103"/>
                    <a:pt x="45257" y="50754"/>
                    <a:pt x="37176" y="50754"/>
                  </a:cubicBezTo>
                  <a:lnTo>
                    <a:pt x="13054" y="50754"/>
                  </a:lnTo>
                  <a:close/>
                  <a:moveTo>
                    <a:pt x="13054" y="96450"/>
                  </a:moveTo>
                  <a:lnTo>
                    <a:pt x="13054" y="62970"/>
                  </a:lnTo>
                  <a:lnTo>
                    <a:pt x="35319" y="62970"/>
                  </a:lnTo>
                  <a:cubicBezTo>
                    <a:pt x="42653" y="62970"/>
                    <a:pt x="48114" y="64343"/>
                    <a:pt x="51702" y="67089"/>
                  </a:cubicBezTo>
                  <a:cubicBezTo>
                    <a:pt x="55306" y="69852"/>
                    <a:pt x="57107" y="74059"/>
                    <a:pt x="57107" y="79710"/>
                  </a:cubicBezTo>
                  <a:cubicBezTo>
                    <a:pt x="57107" y="85314"/>
                    <a:pt x="55306" y="89505"/>
                    <a:pt x="51702" y="92283"/>
                  </a:cubicBezTo>
                  <a:cubicBezTo>
                    <a:pt x="48114" y="95061"/>
                    <a:pt x="42653" y="96450"/>
                    <a:pt x="35319" y="96450"/>
                  </a:cubicBezTo>
                  <a:lnTo>
                    <a:pt x="13054" y="96450"/>
                  </a:lnTo>
                  <a:close/>
                  <a:moveTo>
                    <a:pt x="-1971" y="108809"/>
                  </a:moveTo>
                  <a:lnTo>
                    <a:pt x="36438" y="108809"/>
                  </a:lnTo>
                  <a:cubicBezTo>
                    <a:pt x="47900" y="108809"/>
                    <a:pt x="56726" y="106428"/>
                    <a:pt x="62918" y="101665"/>
                  </a:cubicBezTo>
                  <a:cubicBezTo>
                    <a:pt x="69125" y="96903"/>
                    <a:pt x="72228" y="90132"/>
                    <a:pt x="72228" y="81353"/>
                  </a:cubicBezTo>
                  <a:cubicBezTo>
                    <a:pt x="72228" y="74543"/>
                    <a:pt x="70641" y="69129"/>
                    <a:pt x="67466" y="65113"/>
                  </a:cubicBezTo>
                  <a:cubicBezTo>
                    <a:pt x="64291" y="61097"/>
                    <a:pt x="59624" y="58596"/>
                    <a:pt x="53464" y="57612"/>
                  </a:cubicBezTo>
                  <a:cubicBezTo>
                    <a:pt x="60862" y="56025"/>
                    <a:pt x="66609" y="52707"/>
                    <a:pt x="70704" y="47658"/>
                  </a:cubicBezTo>
                  <a:cubicBezTo>
                    <a:pt x="74800" y="42626"/>
                    <a:pt x="76848" y="36340"/>
                    <a:pt x="76848" y="28799"/>
                  </a:cubicBezTo>
                  <a:cubicBezTo>
                    <a:pt x="76848" y="18877"/>
                    <a:pt x="73475" y="11209"/>
                    <a:pt x="66728" y="5796"/>
                  </a:cubicBezTo>
                  <a:cubicBezTo>
                    <a:pt x="59981" y="399"/>
                    <a:pt x="50376" y="-2300"/>
                    <a:pt x="37915" y="-2300"/>
                  </a:cubicBezTo>
                  <a:lnTo>
                    <a:pt x="-1971" y="-2300"/>
                  </a:lnTo>
                  <a:lnTo>
                    <a:pt x="-1971" y="108809"/>
                  </a:ln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66" name="Freeform: Shape 965">
              <a:extLst>
                <a:ext uri="{FF2B5EF4-FFF2-40B4-BE49-F238E27FC236}">
                  <a16:creationId xmlns:a16="http://schemas.microsoft.com/office/drawing/2014/main" id="{40BD79AC-0481-7A58-9467-3136C5F9E20A}"/>
                </a:ext>
              </a:extLst>
            </p:cNvPr>
            <p:cNvSpPr/>
            <p:nvPr/>
          </p:nvSpPr>
          <p:spPr>
            <a:xfrm flipV="1">
              <a:off x="4933286" y="765086"/>
              <a:ext cx="76200" cy="115276"/>
            </a:xfrm>
            <a:custGeom>
              <a:avLst/>
              <a:gdLst>
                <a:gd name="csX0" fmla="*/ 36385 w 76200"/>
                <a:gd name="csY0" fmla="*/ 52639 h 115276"/>
                <a:gd name="csX1" fmla="*/ 19526 w 76200"/>
                <a:gd name="csY1" fmla="*/ 46900 h 115276"/>
                <a:gd name="csX2" fmla="*/ 13406 w 76200"/>
                <a:gd name="csY2" fmla="*/ 31136 h 115276"/>
                <a:gd name="csX3" fmla="*/ 19526 w 76200"/>
                <a:gd name="csY3" fmla="*/ 15348 h 115276"/>
                <a:gd name="csX4" fmla="*/ 36385 w 76200"/>
                <a:gd name="csY4" fmla="*/ 9610 h 115276"/>
                <a:gd name="csX5" fmla="*/ 53269 w 76200"/>
                <a:gd name="csY5" fmla="*/ 15372 h 115276"/>
                <a:gd name="csX6" fmla="*/ 59460 w 76200"/>
                <a:gd name="csY6" fmla="*/ 31136 h 115276"/>
                <a:gd name="csX7" fmla="*/ 53316 w 76200"/>
                <a:gd name="csY7" fmla="*/ 46900 h 115276"/>
                <a:gd name="csX8" fmla="*/ 36385 w 76200"/>
                <a:gd name="csY8" fmla="*/ 52639 h 115276"/>
                <a:gd name="csX9" fmla="*/ 21360 w 76200"/>
                <a:gd name="csY9" fmla="*/ 59021 h 115276"/>
                <a:gd name="csX10" fmla="*/ 6286 w 76200"/>
                <a:gd name="csY10" fmla="*/ 68022 h 115276"/>
                <a:gd name="csX11" fmla="*/ 905 w 76200"/>
                <a:gd name="csY11" fmla="*/ 84190 h 115276"/>
                <a:gd name="csX12" fmla="*/ 10382 w 76200"/>
                <a:gd name="csY12" fmla="*/ 105241 h 115276"/>
                <a:gd name="csX13" fmla="*/ 36385 w 76200"/>
                <a:gd name="csY13" fmla="*/ 112980 h 115276"/>
                <a:gd name="csX14" fmla="*/ 62436 w 76200"/>
                <a:gd name="csY14" fmla="*/ 105241 h 115276"/>
                <a:gd name="csX15" fmla="*/ 71890 w 76200"/>
                <a:gd name="csY15" fmla="*/ 84190 h 115276"/>
                <a:gd name="csX16" fmla="*/ 66484 w 76200"/>
                <a:gd name="csY16" fmla="*/ 68022 h 115276"/>
                <a:gd name="csX17" fmla="*/ 51506 w 76200"/>
                <a:gd name="csY17" fmla="*/ 59021 h 115276"/>
                <a:gd name="csX18" fmla="*/ 68413 w 76200"/>
                <a:gd name="csY18" fmla="*/ 49115 h 115276"/>
                <a:gd name="csX19" fmla="*/ 74485 w 76200"/>
                <a:gd name="csY19" fmla="*/ 31136 h 115276"/>
                <a:gd name="csX20" fmla="*/ 64627 w 76200"/>
                <a:gd name="csY20" fmla="*/ 6323 h 115276"/>
                <a:gd name="csX21" fmla="*/ 36385 w 76200"/>
                <a:gd name="csY21" fmla="*/ -2297 h 115276"/>
                <a:gd name="csX22" fmla="*/ 8144 w 76200"/>
                <a:gd name="csY22" fmla="*/ 6323 h 115276"/>
                <a:gd name="csX23" fmla="*/ -1715 w 76200"/>
                <a:gd name="csY23" fmla="*/ 31136 h 115276"/>
                <a:gd name="csX24" fmla="*/ 4381 w 76200"/>
                <a:gd name="csY24" fmla="*/ 49115 h 115276"/>
                <a:gd name="csX25" fmla="*/ 21360 w 76200"/>
                <a:gd name="csY25" fmla="*/ 59021 h 115276"/>
                <a:gd name="csX26" fmla="*/ 15859 w 76200"/>
                <a:gd name="csY26" fmla="*/ 82762 h 115276"/>
                <a:gd name="csX27" fmla="*/ 21241 w 76200"/>
                <a:gd name="csY27" fmla="*/ 69308 h 115276"/>
                <a:gd name="csX28" fmla="*/ 36385 w 76200"/>
                <a:gd name="csY28" fmla="*/ 64474 h 115276"/>
                <a:gd name="csX29" fmla="*/ 51530 w 76200"/>
                <a:gd name="csY29" fmla="*/ 69308 h 115276"/>
                <a:gd name="csX30" fmla="*/ 57007 w 76200"/>
                <a:gd name="csY30" fmla="*/ 82762 h 115276"/>
                <a:gd name="csX31" fmla="*/ 51530 w 76200"/>
                <a:gd name="csY31" fmla="*/ 96239 h 115276"/>
                <a:gd name="csX32" fmla="*/ 36385 w 76200"/>
                <a:gd name="csY32" fmla="*/ 101073 h 115276"/>
                <a:gd name="csX33" fmla="*/ 21241 w 76200"/>
                <a:gd name="csY33" fmla="*/ 96239 h 115276"/>
                <a:gd name="csX34" fmla="*/ 15859 w 76200"/>
                <a:gd name="csY34" fmla="*/ 82762 h 1152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</a:cxnLst>
              <a:rect l="l" t="t" r="r" b="b"/>
              <a:pathLst>
                <a:path w="76200" h="115276">
                  <a:moveTo>
                    <a:pt x="36385" y="52639"/>
                  </a:moveTo>
                  <a:cubicBezTo>
                    <a:pt x="29242" y="52639"/>
                    <a:pt x="23622" y="50726"/>
                    <a:pt x="19526" y="46900"/>
                  </a:cubicBezTo>
                  <a:cubicBezTo>
                    <a:pt x="15446" y="43074"/>
                    <a:pt x="13406" y="37819"/>
                    <a:pt x="13406" y="31136"/>
                  </a:cubicBezTo>
                  <a:cubicBezTo>
                    <a:pt x="13406" y="24437"/>
                    <a:pt x="15446" y="19174"/>
                    <a:pt x="19526" y="15348"/>
                  </a:cubicBezTo>
                  <a:cubicBezTo>
                    <a:pt x="23622" y="11523"/>
                    <a:pt x="29242" y="9610"/>
                    <a:pt x="36385" y="9610"/>
                  </a:cubicBezTo>
                  <a:cubicBezTo>
                    <a:pt x="43529" y="9610"/>
                    <a:pt x="49157" y="11530"/>
                    <a:pt x="53269" y="15372"/>
                  </a:cubicBezTo>
                  <a:cubicBezTo>
                    <a:pt x="57396" y="19230"/>
                    <a:pt x="59460" y="24484"/>
                    <a:pt x="59460" y="31136"/>
                  </a:cubicBezTo>
                  <a:cubicBezTo>
                    <a:pt x="59460" y="37819"/>
                    <a:pt x="57412" y="43074"/>
                    <a:pt x="53316" y="46900"/>
                  </a:cubicBezTo>
                  <a:cubicBezTo>
                    <a:pt x="49236" y="50726"/>
                    <a:pt x="43593" y="52639"/>
                    <a:pt x="36385" y="52639"/>
                  </a:cubicBezTo>
                  <a:close/>
                  <a:moveTo>
                    <a:pt x="21360" y="59021"/>
                  </a:moveTo>
                  <a:cubicBezTo>
                    <a:pt x="14915" y="60608"/>
                    <a:pt x="9890" y="63608"/>
                    <a:pt x="6286" y="68022"/>
                  </a:cubicBezTo>
                  <a:cubicBezTo>
                    <a:pt x="2699" y="72451"/>
                    <a:pt x="905" y="77840"/>
                    <a:pt x="905" y="84190"/>
                  </a:cubicBezTo>
                  <a:cubicBezTo>
                    <a:pt x="905" y="93064"/>
                    <a:pt x="4064" y="100081"/>
                    <a:pt x="10382" y="105241"/>
                  </a:cubicBezTo>
                  <a:cubicBezTo>
                    <a:pt x="16716" y="110400"/>
                    <a:pt x="25384" y="112980"/>
                    <a:pt x="36385" y="112980"/>
                  </a:cubicBezTo>
                  <a:cubicBezTo>
                    <a:pt x="47450" y="112980"/>
                    <a:pt x="56134" y="110400"/>
                    <a:pt x="62436" y="105241"/>
                  </a:cubicBezTo>
                  <a:cubicBezTo>
                    <a:pt x="68739" y="100081"/>
                    <a:pt x="71890" y="93064"/>
                    <a:pt x="71890" y="84190"/>
                  </a:cubicBezTo>
                  <a:cubicBezTo>
                    <a:pt x="71890" y="77840"/>
                    <a:pt x="70088" y="72451"/>
                    <a:pt x="66484" y="68022"/>
                  </a:cubicBezTo>
                  <a:cubicBezTo>
                    <a:pt x="62897" y="63608"/>
                    <a:pt x="57904" y="60608"/>
                    <a:pt x="51506" y="59021"/>
                  </a:cubicBezTo>
                  <a:cubicBezTo>
                    <a:pt x="58745" y="57338"/>
                    <a:pt x="64381" y="54036"/>
                    <a:pt x="68413" y="49115"/>
                  </a:cubicBezTo>
                  <a:cubicBezTo>
                    <a:pt x="72461" y="44209"/>
                    <a:pt x="74485" y="38216"/>
                    <a:pt x="74485" y="31136"/>
                  </a:cubicBezTo>
                  <a:cubicBezTo>
                    <a:pt x="74485" y="20357"/>
                    <a:pt x="71199" y="12086"/>
                    <a:pt x="64627" y="6323"/>
                  </a:cubicBezTo>
                  <a:cubicBezTo>
                    <a:pt x="58055" y="577"/>
                    <a:pt x="48641" y="-2297"/>
                    <a:pt x="36385" y="-2297"/>
                  </a:cubicBezTo>
                  <a:cubicBezTo>
                    <a:pt x="24146" y="-2297"/>
                    <a:pt x="14732" y="577"/>
                    <a:pt x="8144" y="6323"/>
                  </a:cubicBezTo>
                  <a:cubicBezTo>
                    <a:pt x="1572" y="12086"/>
                    <a:pt x="-1715" y="20357"/>
                    <a:pt x="-1715" y="31136"/>
                  </a:cubicBezTo>
                  <a:cubicBezTo>
                    <a:pt x="-1715" y="38216"/>
                    <a:pt x="317" y="44209"/>
                    <a:pt x="4381" y="49115"/>
                  </a:cubicBezTo>
                  <a:cubicBezTo>
                    <a:pt x="8461" y="54036"/>
                    <a:pt x="14121" y="57338"/>
                    <a:pt x="21360" y="59021"/>
                  </a:cubicBezTo>
                  <a:close/>
                  <a:moveTo>
                    <a:pt x="15859" y="82762"/>
                  </a:moveTo>
                  <a:cubicBezTo>
                    <a:pt x="15859" y="77015"/>
                    <a:pt x="17653" y="72530"/>
                    <a:pt x="21241" y="69308"/>
                  </a:cubicBezTo>
                  <a:cubicBezTo>
                    <a:pt x="24844" y="66085"/>
                    <a:pt x="29893" y="64474"/>
                    <a:pt x="36385" y="64474"/>
                  </a:cubicBezTo>
                  <a:cubicBezTo>
                    <a:pt x="42847" y="64474"/>
                    <a:pt x="47895" y="66085"/>
                    <a:pt x="51530" y="69308"/>
                  </a:cubicBezTo>
                  <a:cubicBezTo>
                    <a:pt x="55181" y="72530"/>
                    <a:pt x="57007" y="77015"/>
                    <a:pt x="57007" y="82762"/>
                  </a:cubicBezTo>
                  <a:cubicBezTo>
                    <a:pt x="57007" y="88524"/>
                    <a:pt x="55181" y="93017"/>
                    <a:pt x="51530" y="96239"/>
                  </a:cubicBezTo>
                  <a:cubicBezTo>
                    <a:pt x="47895" y="99462"/>
                    <a:pt x="42847" y="101073"/>
                    <a:pt x="36385" y="101073"/>
                  </a:cubicBezTo>
                  <a:cubicBezTo>
                    <a:pt x="29893" y="101073"/>
                    <a:pt x="24844" y="99462"/>
                    <a:pt x="21241" y="96239"/>
                  </a:cubicBezTo>
                  <a:cubicBezTo>
                    <a:pt x="17653" y="93017"/>
                    <a:pt x="15859" y="88524"/>
                    <a:pt x="15859" y="82762"/>
                  </a:cubicBez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67" name="Freeform: Shape 966">
              <a:extLst>
                <a:ext uri="{FF2B5EF4-FFF2-40B4-BE49-F238E27FC236}">
                  <a16:creationId xmlns:a16="http://schemas.microsoft.com/office/drawing/2014/main" id="{50D3598A-D445-C5D1-2881-832510B96973}"/>
                </a:ext>
              </a:extLst>
            </p:cNvPr>
            <p:cNvSpPr/>
            <p:nvPr/>
          </p:nvSpPr>
          <p:spPr>
            <a:xfrm flipV="1">
              <a:off x="5027366" y="830356"/>
              <a:ext cx="40100" cy="12192"/>
            </a:xfrm>
            <a:custGeom>
              <a:avLst/>
              <a:gdLst>
                <a:gd name="csX0" fmla="*/ -830 w 40100"/>
                <a:gd name="csY0" fmla="*/ 10473 h 12192"/>
                <a:gd name="csX1" fmla="*/ 39271 w 40100"/>
                <a:gd name="csY1" fmla="*/ 10473 h 12192"/>
                <a:gd name="csX2" fmla="*/ 39271 w 40100"/>
                <a:gd name="csY2" fmla="*/ -1719 h 12192"/>
                <a:gd name="csX3" fmla="*/ -830 w 40100"/>
                <a:gd name="csY3" fmla="*/ -1719 h 12192"/>
                <a:gd name="csX4" fmla="*/ -830 w 40100"/>
                <a:gd name="csY4" fmla="*/ 10473 h 121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0100" h="12192">
                  <a:moveTo>
                    <a:pt x="-830" y="10473"/>
                  </a:moveTo>
                  <a:lnTo>
                    <a:pt x="39271" y="10473"/>
                  </a:lnTo>
                  <a:lnTo>
                    <a:pt x="39271" y="-1719"/>
                  </a:lnTo>
                  <a:lnTo>
                    <a:pt x="-830" y="-1719"/>
                  </a:lnTo>
                  <a:lnTo>
                    <a:pt x="-830" y="10473"/>
                  </a:ln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68" name="Freeform: Shape 967">
              <a:extLst>
                <a:ext uri="{FF2B5EF4-FFF2-40B4-BE49-F238E27FC236}">
                  <a16:creationId xmlns:a16="http://schemas.microsoft.com/office/drawing/2014/main" id="{EEDBE4BB-96DD-0ED3-ACDF-B6E4D5DCEA62}"/>
                </a:ext>
              </a:extLst>
            </p:cNvPr>
            <p:cNvSpPr/>
            <p:nvPr/>
          </p:nvSpPr>
          <p:spPr>
            <a:xfrm flipV="1">
              <a:off x="5067142" y="767086"/>
              <a:ext cx="101798" cy="111109"/>
            </a:xfrm>
            <a:custGeom>
              <a:avLst/>
              <a:gdLst>
                <a:gd name="csX0" fmla="*/ 40554 w 101798"/>
                <a:gd name="csY0" fmla="*/ -2300 h 111109"/>
                <a:gd name="csX1" fmla="*/ -1857 w 101798"/>
                <a:gd name="csY1" fmla="*/ 108809 h 111109"/>
                <a:gd name="csX2" fmla="*/ 13836 w 101798"/>
                <a:gd name="csY2" fmla="*/ 108809 h 111109"/>
                <a:gd name="csX3" fmla="*/ 49055 w 101798"/>
                <a:gd name="csY3" fmla="*/ 15273 h 111109"/>
                <a:gd name="csX4" fmla="*/ 84321 w 101798"/>
                <a:gd name="csY4" fmla="*/ 108809 h 111109"/>
                <a:gd name="csX5" fmla="*/ 99942 w 101798"/>
                <a:gd name="csY5" fmla="*/ 108809 h 111109"/>
                <a:gd name="csX6" fmla="*/ 57603 w 101798"/>
                <a:gd name="csY6" fmla="*/ -2300 h 111109"/>
                <a:gd name="csX7" fmla="*/ 40554 w 101798"/>
                <a:gd name="csY7" fmla="*/ -2300 h 11110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01798" h="111109">
                  <a:moveTo>
                    <a:pt x="40554" y="-2300"/>
                  </a:moveTo>
                  <a:lnTo>
                    <a:pt x="-1857" y="108809"/>
                  </a:lnTo>
                  <a:lnTo>
                    <a:pt x="13836" y="108809"/>
                  </a:lnTo>
                  <a:lnTo>
                    <a:pt x="49055" y="15273"/>
                  </a:lnTo>
                  <a:lnTo>
                    <a:pt x="84321" y="108809"/>
                  </a:lnTo>
                  <a:lnTo>
                    <a:pt x="99942" y="108809"/>
                  </a:lnTo>
                  <a:lnTo>
                    <a:pt x="57603" y="-2300"/>
                  </a:lnTo>
                  <a:lnTo>
                    <a:pt x="40554" y="-2300"/>
                  </a:ln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69" name="Freeform: Shape 968">
              <a:extLst>
                <a:ext uri="{FF2B5EF4-FFF2-40B4-BE49-F238E27FC236}">
                  <a16:creationId xmlns:a16="http://schemas.microsoft.com/office/drawing/2014/main" id="{EFC5FFA7-92E9-3B57-FF1D-A6B9D7F31547}"/>
                </a:ext>
              </a:extLst>
            </p:cNvPr>
            <p:cNvSpPr/>
            <p:nvPr/>
          </p:nvSpPr>
          <p:spPr>
            <a:xfrm flipV="1">
              <a:off x="5167538" y="792852"/>
              <a:ext cx="70413" cy="87510"/>
            </a:xfrm>
            <a:custGeom>
              <a:avLst/>
              <a:gdLst>
                <a:gd name="csX0" fmla="*/ 41576 w 70413"/>
                <a:gd name="csY0" fmla="*/ 42341 h 87510"/>
                <a:gd name="csX1" fmla="*/ 18573 w 70413"/>
                <a:gd name="csY1" fmla="*/ 38554 h 87510"/>
                <a:gd name="csX2" fmla="*/ 12167 w 70413"/>
                <a:gd name="csY2" fmla="*/ 25600 h 87510"/>
                <a:gd name="csX3" fmla="*/ 16977 w 70413"/>
                <a:gd name="csY3" fmla="*/ 14027 h 87510"/>
                <a:gd name="csX4" fmla="*/ 30027 w 70413"/>
                <a:gd name="csY4" fmla="*/ 9765 h 87510"/>
                <a:gd name="csX5" fmla="*/ 48315 w 70413"/>
                <a:gd name="csY5" fmla="*/ 17837 h 87510"/>
                <a:gd name="csX6" fmla="*/ 55197 w 70413"/>
                <a:gd name="csY6" fmla="*/ 39293 h 87510"/>
                <a:gd name="csX7" fmla="*/ 55197 w 70413"/>
                <a:gd name="csY7" fmla="*/ 42341 h 87510"/>
                <a:gd name="csX8" fmla="*/ 41576 w 70413"/>
                <a:gd name="csY8" fmla="*/ 42341 h 87510"/>
                <a:gd name="csX9" fmla="*/ 68889 w 70413"/>
                <a:gd name="csY9" fmla="*/ 48008 h 87510"/>
                <a:gd name="csX10" fmla="*/ 68889 w 70413"/>
                <a:gd name="csY10" fmla="*/ 454 h 87510"/>
                <a:gd name="csX11" fmla="*/ 55197 w 70413"/>
                <a:gd name="csY11" fmla="*/ 454 h 87510"/>
                <a:gd name="csX12" fmla="*/ 55197 w 70413"/>
                <a:gd name="csY12" fmla="*/ 13099 h 87510"/>
                <a:gd name="csX13" fmla="*/ 43505 w 70413"/>
                <a:gd name="csY13" fmla="*/ 1907 h 87510"/>
                <a:gd name="csX14" fmla="*/ 26383 w 70413"/>
                <a:gd name="csY14" fmla="*/ -1713 h 87510"/>
                <a:gd name="csX15" fmla="*/ 6024 w 70413"/>
                <a:gd name="csY15" fmla="*/ 5479 h 87510"/>
                <a:gd name="csX16" fmla="*/ -1525 w 70413"/>
                <a:gd name="csY16" fmla="*/ 24719 h 87510"/>
                <a:gd name="csX17" fmla="*/ 7881 w 70413"/>
                <a:gd name="csY17" fmla="*/ 45912 h 87510"/>
                <a:gd name="csX18" fmla="*/ 35980 w 70413"/>
                <a:gd name="csY18" fmla="*/ 53056 h 87510"/>
                <a:gd name="csX19" fmla="*/ 55197 w 70413"/>
                <a:gd name="csY19" fmla="*/ 53056 h 87510"/>
                <a:gd name="csX20" fmla="*/ 55197 w 70413"/>
                <a:gd name="csY20" fmla="*/ 54413 h 87510"/>
                <a:gd name="csX21" fmla="*/ 48981 w 70413"/>
                <a:gd name="csY21" fmla="*/ 69034 h 87510"/>
                <a:gd name="csX22" fmla="*/ 31527 w 70413"/>
                <a:gd name="csY22" fmla="*/ 74202 h 87510"/>
                <a:gd name="csX23" fmla="*/ 17597 w 70413"/>
                <a:gd name="csY23" fmla="*/ 72487 h 87510"/>
                <a:gd name="csX24" fmla="*/ 4595 w 70413"/>
                <a:gd name="csY24" fmla="*/ 67344 h 87510"/>
                <a:gd name="csX25" fmla="*/ 4595 w 70413"/>
                <a:gd name="csY25" fmla="*/ 80012 h 87510"/>
                <a:gd name="csX26" fmla="*/ 19168 w 70413"/>
                <a:gd name="csY26" fmla="*/ 84346 h 87510"/>
                <a:gd name="csX27" fmla="*/ 32932 w 70413"/>
                <a:gd name="csY27" fmla="*/ 85798 h 87510"/>
                <a:gd name="csX28" fmla="*/ 59959 w 70413"/>
                <a:gd name="csY28" fmla="*/ 76416 h 87510"/>
                <a:gd name="csX29" fmla="*/ 68889 w 70413"/>
                <a:gd name="csY29" fmla="*/ 48008 h 875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70413" h="87510">
                  <a:moveTo>
                    <a:pt x="41576" y="42341"/>
                  </a:moveTo>
                  <a:cubicBezTo>
                    <a:pt x="30511" y="42341"/>
                    <a:pt x="22843" y="41078"/>
                    <a:pt x="18573" y="38554"/>
                  </a:cubicBezTo>
                  <a:cubicBezTo>
                    <a:pt x="14303" y="36030"/>
                    <a:pt x="12167" y="31712"/>
                    <a:pt x="12167" y="25600"/>
                  </a:cubicBezTo>
                  <a:cubicBezTo>
                    <a:pt x="12167" y="20743"/>
                    <a:pt x="13771" y="16885"/>
                    <a:pt x="16977" y="14027"/>
                  </a:cubicBezTo>
                  <a:cubicBezTo>
                    <a:pt x="20184" y="11186"/>
                    <a:pt x="24534" y="9765"/>
                    <a:pt x="30027" y="9765"/>
                  </a:cubicBezTo>
                  <a:cubicBezTo>
                    <a:pt x="37631" y="9765"/>
                    <a:pt x="43727" y="12456"/>
                    <a:pt x="48315" y="17837"/>
                  </a:cubicBezTo>
                  <a:cubicBezTo>
                    <a:pt x="52903" y="23219"/>
                    <a:pt x="55197" y="30371"/>
                    <a:pt x="55197" y="39293"/>
                  </a:cubicBezTo>
                  <a:lnTo>
                    <a:pt x="55197" y="42341"/>
                  </a:lnTo>
                  <a:lnTo>
                    <a:pt x="41576" y="42341"/>
                  </a:lnTo>
                  <a:close/>
                  <a:moveTo>
                    <a:pt x="68889" y="48008"/>
                  </a:moveTo>
                  <a:lnTo>
                    <a:pt x="68889" y="454"/>
                  </a:lnTo>
                  <a:lnTo>
                    <a:pt x="55197" y="454"/>
                  </a:lnTo>
                  <a:lnTo>
                    <a:pt x="55197" y="13099"/>
                  </a:lnTo>
                  <a:cubicBezTo>
                    <a:pt x="52069" y="8051"/>
                    <a:pt x="48172" y="4320"/>
                    <a:pt x="43505" y="1907"/>
                  </a:cubicBezTo>
                  <a:cubicBezTo>
                    <a:pt x="38837" y="-506"/>
                    <a:pt x="33130" y="-1713"/>
                    <a:pt x="26383" y="-1713"/>
                  </a:cubicBezTo>
                  <a:cubicBezTo>
                    <a:pt x="17859" y="-1713"/>
                    <a:pt x="11072" y="685"/>
                    <a:pt x="6024" y="5479"/>
                  </a:cubicBezTo>
                  <a:cubicBezTo>
                    <a:pt x="991" y="10273"/>
                    <a:pt x="-1525" y="16687"/>
                    <a:pt x="-1525" y="24719"/>
                  </a:cubicBezTo>
                  <a:cubicBezTo>
                    <a:pt x="-1525" y="34086"/>
                    <a:pt x="1610" y="41150"/>
                    <a:pt x="7881" y="45912"/>
                  </a:cubicBezTo>
                  <a:cubicBezTo>
                    <a:pt x="14168" y="50675"/>
                    <a:pt x="23534" y="53056"/>
                    <a:pt x="35980" y="53056"/>
                  </a:cubicBezTo>
                  <a:lnTo>
                    <a:pt x="55197" y="53056"/>
                  </a:lnTo>
                  <a:lnTo>
                    <a:pt x="55197" y="54413"/>
                  </a:lnTo>
                  <a:cubicBezTo>
                    <a:pt x="55197" y="60716"/>
                    <a:pt x="53125" y="65589"/>
                    <a:pt x="48981" y="69034"/>
                  </a:cubicBezTo>
                  <a:cubicBezTo>
                    <a:pt x="44838" y="72479"/>
                    <a:pt x="39020" y="74202"/>
                    <a:pt x="31527" y="74202"/>
                  </a:cubicBezTo>
                  <a:cubicBezTo>
                    <a:pt x="26764" y="74202"/>
                    <a:pt x="22121" y="73630"/>
                    <a:pt x="17597" y="72487"/>
                  </a:cubicBezTo>
                  <a:cubicBezTo>
                    <a:pt x="13088" y="71344"/>
                    <a:pt x="8754" y="69630"/>
                    <a:pt x="4595" y="67344"/>
                  </a:cubicBezTo>
                  <a:lnTo>
                    <a:pt x="4595" y="80012"/>
                  </a:lnTo>
                  <a:cubicBezTo>
                    <a:pt x="9596" y="81949"/>
                    <a:pt x="14453" y="83393"/>
                    <a:pt x="19168" y="84346"/>
                  </a:cubicBezTo>
                  <a:cubicBezTo>
                    <a:pt x="23883" y="85314"/>
                    <a:pt x="28471" y="85798"/>
                    <a:pt x="32932" y="85798"/>
                  </a:cubicBezTo>
                  <a:cubicBezTo>
                    <a:pt x="44997" y="85798"/>
                    <a:pt x="54006" y="82671"/>
                    <a:pt x="59959" y="76416"/>
                  </a:cubicBezTo>
                  <a:cubicBezTo>
                    <a:pt x="65912" y="70177"/>
                    <a:pt x="68889" y="60708"/>
                    <a:pt x="68889" y="48008"/>
                  </a:cubicBez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70" name="Freeform: Shape 969">
              <a:extLst>
                <a:ext uri="{FF2B5EF4-FFF2-40B4-BE49-F238E27FC236}">
                  <a16:creationId xmlns:a16="http://schemas.microsoft.com/office/drawing/2014/main" id="{DBD6DEE1-26F2-3B25-0BEC-513B86AF6917}"/>
                </a:ext>
              </a:extLst>
            </p:cNvPr>
            <p:cNvSpPr/>
            <p:nvPr/>
          </p:nvSpPr>
          <p:spPr>
            <a:xfrm flipV="1">
              <a:off x="5265619" y="792852"/>
              <a:ext cx="48815" cy="85343"/>
            </a:xfrm>
            <a:custGeom>
              <a:avLst/>
              <a:gdLst>
                <a:gd name="csX0" fmla="*/ 47554 w 48815"/>
                <a:gd name="csY0" fmla="*/ 68798 h 85343"/>
                <a:gd name="csX1" fmla="*/ 42530 w 48815"/>
                <a:gd name="csY1" fmla="*/ 70751 h 85343"/>
                <a:gd name="csX2" fmla="*/ 36553 w 48815"/>
                <a:gd name="csY2" fmla="*/ 71394 h 85343"/>
                <a:gd name="csX3" fmla="*/ 18717 w 48815"/>
                <a:gd name="csY3" fmla="*/ 63845 h 85343"/>
                <a:gd name="csX4" fmla="*/ 12502 w 48815"/>
                <a:gd name="csY4" fmla="*/ 42152 h 85343"/>
                <a:gd name="csX5" fmla="*/ 12502 w 48815"/>
                <a:gd name="csY5" fmla="*/ -1758 h 85343"/>
                <a:gd name="csX6" fmla="*/ -1261 w 48815"/>
                <a:gd name="csY6" fmla="*/ -1758 h 85343"/>
                <a:gd name="csX7" fmla="*/ -1261 w 48815"/>
                <a:gd name="csY7" fmla="*/ 81586 h 85343"/>
                <a:gd name="csX8" fmla="*/ 12502 w 48815"/>
                <a:gd name="csY8" fmla="*/ 81586 h 85343"/>
                <a:gd name="csX9" fmla="*/ 12502 w 48815"/>
                <a:gd name="csY9" fmla="*/ 68632 h 85343"/>
                <a:gd name="csX10" fmla="*/ 23742 w 48815"/>
                <a:gd name="csY10" fmla="*/ 79895 h 85343"/>
                <a:gd name="csX11" fmla="*/ 40577 w 48815"/>
                <a:gd name="csY11" fmla="*/ 83586 h 85343"/>
                <a:gd name="csX12" fmla="*/ 43697 w 48815"/>
                <a:gd name="csY12" fmla="*/ 83395 h 85343"/>
                <a:gd name="csX13" fmla="*/ 47483 w 48815"/>
                <a:gd name="csY13" fmla="*/ 82848 h 85343"/>
                <a:gd name="csX14" fmla="*/ 47554 w 48815"/>
                <a:gd name="csY14" fmla="*/ 68798 h 853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48815" h="85343">
                  <a:moveTo>
                    <a:pt x="47554" y="68798"/>
                  </a:moveTo>
                  <a:cubicBezTo>
                    <a:pt x="46014" y="69687"/>
                    <a:pt x="44339" y="70338"/>
                    <a:pt x="42530" y="70751"/>
                  </a:cubicBezTo>
                  <a:cubicBezTo>
                    <a:pt x="40720" y="71180"/>
                    <a:pt x="38728" y="71394"/>
                    <a:pt x="36553" y="71394"/>
                  </a:cubicBezTo>
                  <a:cubicBezTo>
                    <a:pt x="28806" y="71394"/>
                    <a:pt x="22861" y="68878"/>
                    <a:pt x="18717" y="63845"/>
                  </a:cubicBezTo>
                  <a:cubicBezTo>
                    <a:pt x="14574" y="58813"/>
                    <a:pt x="12502" y="51582"/>
                    <a:pt x="12502" y="42152"/>
                  </a:cubicBezTo>
                  <a:lnTo>
                    <a:pt x="12502" y="-1758"/>
                  </a:lnTo>
                  <a:lnTo>
                    <a:pt x="-1261" y="-1758"/>
                  </a:lnTo>
                  <a:lnTo>
                    <a:pt x="-1261" y="81586"/>
                  </a:lnTo>
                  <a:lnTo>
                    <a:pt x="12502" y="81586"/>
                  </a:lnTo>
                  <a:lnTo>
                    <a:pt x="12502" y="68632"/>
                  </a:lnTo>
                  <a:cubicBezTo>
                    <a:pt x="15391" y="73696"/>
                    <a:pt x="19138" y="77450"/>
                    <a:pt x="23742" y="79895"/>
                  </a:cubicBezTo>
                  <a:cubicBezTo>
                    <a:pt x="28361" y="82356"/>
                    <a:pt x="33973" y="83586"/>
                    <a:pt x="40577" y="83586"/>
                  </a:cubicBezTo>
                  <a:cubicBezTo>
                    <a:pt x="41514" y="83586"/>
                    <a:pt x="42554" y="83522"/>
                    <a:pt x="43697" y="83395"/>
                  </a:cubicBezTo>
                  <a:cubicBezTo>
                    <a:pt x="44840" y="83284"/>
                    <a:pt x="46102" y="83102"/>
                    <a:pt x="47483" y="82848"/>
                  </a:cubicBezTo>
                  <a:lnTo>
                    <a:pt x="47554" y="68798"/>
                  </a:ln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71" name="Freeform: Shape 970">
              <a:extLst>
                <a:ext uri="{FF2B5EF4-FFF2-40B4-BE49-F238E27FC236}">
                  <a16:creationId xmlns:a16="http://schemas.microsoft.com/office/drawing/2014/main" id="{95D49866-B440-6479-E825-DED250A43ACA}"/>
                </a:ext>
              </a:extLst>
            </p:cNvPr>
            <p:cNvSpPr/>
            <p:nvPr/>
          </p:nvSpPr>
          <p:spPr>
            <a:xfrm flipV="1">
              <a:off x="5312940" y="903508"/>
              <a:ext cx="79200" cy="10620"/>
            </a:xfrm>
            <a:custGeom>
              <a:avLst/>
              <a:gdLst>
                <a:gd name="csX0" fmla="*/ 77950 w 79200"/>
                <a:gd name="csY0" fmla="*/ 11946 h 10620"/>
                <a:gd name="csX1" fmla="*/ 77950 w 79200"/>
                <a:gd name="csY1" fmla="*/ 1326 h 10620"/>
                <a:gd name="csX2" fmla="*/ -1251 w 79200"/>
                <a:gd name="csY2" fmla="*/ 1326 h 10620"/>
                <a:gd name="csX3" fmla="*/ -1251 w 79200"/>
                <a:gd name="csY3" fmla="*/ 11946 h 10620"/>
                <a:gd name="csX4" fmla="*/ 77950 w 79200"/>
                <a:gd name="csY4" fmla="*/ 11946 h 106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9200" h="10620">
                  <a:moveTo>
                    <a:pt x="77950" y="11946"/>
                  </a:moveTo>
                  <a:lnTo>
                    <a:pt x="77950" y="1326"/>
                  </a:lnTo>
                  <a:lnTo>
                    <a:pt x="-1251" y="1326"/>
                  </a:lnTo>
                  <a:lnTo>
                    <a:pt x="-1251" y="11946"/>
                  </a:lnTo>
                  <a:lnTo>
                    <a:pt x="77950" y="11946"/>
                  </a:ln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72" name="Freeform: Shape 971">
              <a:extLst>
                <a:ext uri="{FF2B5EF4-FFF2-40B4-BE49-F238E27FC236}">
                  <a16:creationId xmlns:a16="http://schemas.microsoft.com/office/drawing/2014/main" id="{F9A77052-DDDD-60AD-6F03-8A7265BF1992}"/>
                </a:ext>
              </a:extLst>
            </p:cNvPr>
            <p:cNvSpPr/>
            <p:nvPr/>
          </p:nvSpPr>
          <p:spPr>
            <a:xfrm flipV="1">
              <a:off x="5401809" y="765086"/>
              <a:ext cx="70532" cy="113109"/>
            </a:xfrm>
            <a:custGeom>
              <a:avLst/>
              <a:gdLst>
                <a:gd name="csX0" fmla="*/ 16480 w 70532"/>
                <a:gd name="csY0" fmla="*/ 10302 h 113109"/>
                <a:gd name="csX1" fmla="*/ 68939 w 70532"/>
                <a:gd name="csY1" fmla="*/ 10302 h 113109"/>
                <a:gd name="csX2" fmla="*/ 68939 w 70532"/>
                <a:gd name="csY2" fmla="*/ -2342 h 113109"/>
                <a:gd name="csX3" fmla="*/ -1594 w 70532"/>
                <a:gd name="csY3" fmla="*/ -2342 h 113109"/>
                <a:gd name="csX4" fmla="*/ -1594 w 70532"/>
                <a:gd name="csY4" fmla="*/ 10302 h 113109"/>
                <a:gd name="csX5" fmla="*/ 21719 w 70532"/>
                <a:gd name="csY5" fmla="*/ 34067 h 113109"/>
                <a:gd name="csX6" fmla="*/ 40292 w 70532"/>
                <a:gd name="csY6" fmla="*/ 53331 h 113109"/>
                <a:gd name="csX7" fmla="*/ 50365 w 70532"/>
                <a:gd name="csY7" fmla="*/ 67047 h 113109"/>
                <a:gd name="csX8" fmla="*/ 53246 w 70532"/>
                <a:gd name="csY8" fmla="*/ 78096 h 113109"/>
                <a:gd name="csX9" fmla="*/ 47031 w 70532"/>
                <a:gd name="csY9" fmla="*/ 92527 h 113109"/>
                <a:gd name="csX10" fmla="*/ 30839 w 70532"/>
                <a:gd name="csY10" fmla="*/ 98123 h 113109"/>
                <a:gd name="csX11" fmla="*/ 15908 w 70532"/>
                <a:gd name="csY11" fmla="*/ 95670 h 113109"/>
                <a:gd name="csX12" fmla="*/ -856 w 70532"/>
                <a:gd name="csY12" fmla="*/ 88217 h 113109"/>
                <a:gd name="csX13" fmla="*/ -856 w 70532"/>
                <a:gd name="csY13" fmla="*/ 103409 h 113109"/>
                <a:gd name="csX14" fmla="*/ 16099 w 70532"/>
                <a:gd name="csY14" fmla="*/ 108910 h 113109"/>
                <a:gd name="csX15" fmla="*/ 30553 w 70532"/>
                <a:gd name="csY15" fmla="*/ 110767 h 113109"/>
                <a:gd name="csX16" fmla="*/ 58080 w 70532"/>
                <a:gd name="csY16" fmla="*/ 102123 h 113109"/>
                <a:gd name="csX17" fmla="*/ 68343 w 70532"/>
                <a:gd name="csY17" fmla="*/ 79073 h 113109"/>
                <a:gd name="csX18" fmla="*/ 65772 w 70532"/>
                <a:gd name="csY18" fmla="*/ 66071 h 113109"/>
                <a:gd name="csX19" fmla="*/ 56437 w 70532"/>
                <a:gd name="csY19" fmla="*/ 51617 h 113109"/>
                <a:gd name="csX20" fmla="*/ 44602 w 70532"/>
                <a:gd name="csY20" fmla="*/ 39139 h 113109"/>
                <a:gd name="csX21" fmla="*/ 16480 w 70532"/>
                <a:gd name="csY21" fmla="*/ 10302 h 11310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70532" h="113109">
                  <a:moveTo>
                    <a:pt x="16480" y="10302"/>
                  </a:moveTo>
                  <a:lnTo>
                    <a:pt x="68939" y="10302"/>
                  </a:lnTo>
                  <a:lnTo>
                    <a:pt x="68939" y="-2342"/>
                  </a:lnTo>
                  <a:lnTo>
                    <a:pt x="-1594" y="-2342"/>
                  </a:lnTo>
                  <a:lnTo>
                    <a:pt x="-1594" y="10302"/>
                  </a:lnTo>
                  <a:cubicBezTo>
                    <a:pt x="4105" y="16208"/>
                    <a:pt x="11876" y="24129"/>
                    <a:pt x="21719" y="34067"/>
                  </a:cubicBezTo>
                  <a:cubicBezTo>
                    <a:pt x="31577" y="44021"/>
                    <a:pt x="37768" y="50442"/>
                    <a:pt x="40292" y="53331"/>
                  </a:cubicBezTo>
                  <a:cubicBezTo>
                    <a:pt x="45102" y="58729"/>
                    <a:pt x="48460" y="63301"/>
                    <a:pt x="50365" y="67047"/>
                  </a:cubicBezTo>
                  <a:cubicBezTo>
                    <a:pt x="52286" y="70794"/>
                    <a:pt x="53246" y="74477"/>
                    <a:pt x="53246" y="78096"/>
                  </a:cubicBezTo>
                  <a:cubicBezTo>
                    <a:pt x="53246" y="84002"/>
                    <a:pt x="51175" y="88812"/>
                    <a:pt x="47031" y="92527"/>
                  </a:cubicBezTo>
                  <a:cubicBezTo>
                    <a:pt x="42888" y="96257"/>
                    <a:pt x="37490" y="98123"/>
                    <a:pt x="30839" y="98123"/>
                  </a:cubicBezTo>
                  <a:cubicBezTo>
                    <a:pt x="26124" y="98123"/>
                    <a:pt x="21147" y="97305"/>
                    <a:pt x="15908" y="95670"/>
                  </a:cubicBezTo>
                  <a:cubicBezTo>
                    <a:pt x="10685" y="94035"/>
                    <a:pt x="5097" y="91550"/>
                    <a:pt x="-856" y="88217"/>
                  </a:cubicBezTo>
                  <a:lnTo>
                    <a:pt x="-856" y="103409"/>
                  </a:lnTo>
                  <a:cubicBezTo>
                    <a:pt x="5193" y="105838"/>
                    <a:pt x="10844" y="107672"/>
                    <a:pt x="16099" y="108910"/>
                  </a:cubicBezTo>
                  <a:cubicBezTo>
                    <a:pt x="21369" y="110148"/>
                    <a:pt x="26187" y="110767"/>
                    <a:pt x="30553" y="110767"/>
                  </a:cubicBezTo>
                  <a:cubicBezTo>
                    <a:pt x="42062" y="110767"/>
                    <a:pt x="51238" y="107886"/>
                    <a:pt x="58080" y="102123"/>
                  </a:cubicBezTo>
                  <a:cubicBezTo>
                    <a:pt x="64922" y="96376"/>
                    <a:pt x="68343" y="88693"/>
                    <a:pt x="68343" y="79073"/>
                  </a:cubicBezTo>
                  <a:cubicBezTo>
                    <a:pt x="68343" y="74501"/>
                    <a:pt x="67486" y="70167"/>
                    <a:pt x="65772" y="66071"/>
                  </a:cubicBezTo>
                  <a:cubicBezTo>
                    <a:pt x="64073" y="61991"/>
                    <a:pt x="60962" y="57173"/>
                    <a:pt x="56437" y="51617"/>
                  </a:cubicBezTo>
                  <a:cubicBezTo>
                    <a:pt x="55199" y="50172"/>
                    <a:pt x="51254" y="46013"/>
                    <a:pt x="44602" y="39139"/>
                  </a:cubicBezTo>
                  <a:cubicBezTo>
                    <a:pt x="37967" y="32265"/>
                    <a:pt x="28592" y="22653"/>
                    <a:pt x="16480" y="10302"/>
                  </a:cubicBez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73" name="Freeform: Shape 972">
              <a:extLst>
                <a:ext uri="{FF2B5EF4-FFF2-40B4-BE49-F238E27FC236}">
                  <a16:creationId xmlns:a16="http://schemas.microsoft.com/office/drawing/2014/main" id="{F1A9550F-0066-7E05-1C79-A16C9D8C6B58}"/>
                </a:ext>
              </a:extLst>
            </p:cNvPr>
            <p:cNvSpPr/>
            <p:nvPr/>
          </p:nvSpPr>
          <p:spPr>
            <a:xfrm flipV="1">
              <a:off x="5495055" y="830356"/>
              <a:ext cx="40100" cy="12192"/>
            </a:xfrm>
            <a:custGeom>
              <a:avLst/>
              <a:gdLst>
                <a:gd name="csX0" fmla="*/ -793 w 40100"/>
                <a:gd name="csY0" fmla="*/ 10473 h 12192"/>
                <a:gd name="csX1" fmla="*/ 39308 w 40100"/>
                <a:gd name="csY1" fmla="*/ 10473 h 12192"/>
                <a:gd name="csX2" fmla="*/ 39308 w 40100"/>
                <a:gd name="csY2" fmla="*/ -1719 h 12192"/>
                <a:gd name="csX3" fmla="*/ -793 w 40100"/>
                <a:gd name="csY3" fmla="*/ -1719 h 12192"/>
                <a:gd name="csX4" fmla="*/ -793 w 40100"/>
                <a:gd name="csY4" fmla="*/ 10473 h 121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0100" h="12192">
                  <a:moveTo>
                    <a:pt x="-793" y="10473"/>
                  </a:moveTo>
                  <a:lnTo>
                    <a:pt x="39308" y="10473"/>
                  </a:lnTo>
                  <a:lnTo>
                    <a:pt x="39308" y="-1719"/>
                  </a:lnTo>
                  <a:lnTo>
                    <a:pt x="-793" y="-1719"/>
                  </a:lnTo>
                  <a:lnTo>
                    <a:pt x="-793" y="10473"/>
                  </a:ln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74" name="Freeform: Shape 973">
              <a:extLst>
                <a:ext uri="{FF2B5EF4-FFF2-40B4-BE49-F238E27FC236}">
                  <a16:creationId xmlns:a16="http://schemas.microsoft.com/office/drawing/2014/main" id="{2AE1EF5B-DC58-58BC-3087-99BAEA2692C6}"/>
                </a:ext>
              </a:extLst>
            </p:cNvPr>
            <p:cNvSpPr/>
            <p:nvPr/>
          </p:nvSpPr>
          <p:spPr>
            <a:xfrm flipV="1">
              <a:off x="5557548" y="767086"/>
              <a:ext cx="71747" cy="111109"/>
            </a:xfrm>
            <a:custGeom>
              <a:avLst/>
              <a:gdLst>
                <a:gd name="csX0" fmla="*/ 13260 w 71747"/>
                <a:gd name="csY0" fmla="*/ 96450 h 111109"/>
                <a:gd name="csX1" fmla="*/ 13260 w 71747"/>
                <a:gd name="csY1" fmla="*/ 54707 h 111109"/>
                <a:gd name="csX2" fmla="*/ 32167 w 71747"/>
                <a:gd name="csY2" fmla="*/ 54707 h 111109"/>
                <a:gd name="csX3" fmla="*/ 48383 w 71747"/>
                <a:gd name="csY3" fmla="*/ 60136 h 111109"/>
                <a:gd name="csX4" fmla="*/ 54122 w 71747"/>
                <a:gd name="csY4" fmla="*/ 75614 h 111109"/>
                <a:gd name="csX5" fmla="*/ 48383 w 71747"/>
                <a:gd name="csY5" fmla="*/ 91021 h 111109"/>
                <a:gd name="csX6" fmla="*/ 32167 w 71747"/>
                <a:gd name="csY6" fmla="*/ 96450 h 111109"/>
                <a:gd name="csX7" fmla="*/ 13260 w 71747"/>
                <a:gd name="csY7" fmla="*/ 96450 h 111109"/>
                <a:gd name="csX8" fmla="*/ -1766 w 71747"/>
                <a:gd name="csY8" fmla="*/ 108809 h 111109"/>
                <a:gd name="csX9" fmla="*/ 32167 w 71747"/>
                <a:gd name="csY9" fmla="*/ 108809 h 111109"/>
                <a:gd name="csX10" fmla="*/ 60408 w 71747"/>
                <a:gd name="csY10" fmla="*/ 100356 h 111109"/>
                <a:gd name="csX11" fmla="*/ 69981 w 71747"/>
                <a:gd name="csY11" fmla="*/ 75614 h 111109"/>
                <a:gd name="csX12" fmla="*/ 60408 w 71747"/>
                <a:gd name="csY12" fmla="*/ 50754 h 111109"/>
                <a:gd name="csX13" fmla="*/ 32167 w 71747"/>
                <a:gd name="csY13" fmla="*/ 42348 h 111109"/>
                <a:gd name="csX14" fmla="*/ 13260 w 71747"/>
                <a:gd name="csY14" fmla="*/ 42348 h 111109"/>
                <a:gd name="csX15" fmla="*/ 13260 w 71747"/>
                <a:gd name="csY15" fmla="*/ -2300 h 111109"/>
                <a:gd name="csX16" fmla="*/ -1766 w 71747"/>
                <a:gd name="csY16" fmla="*/ -2300 h 111109"/>
                <a:gd name="csX17" fmla="*/ -1766 w 71747"/>
                <a:gd name="csY17" fmla="*/ 108809 h 11110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71747" h="111109">
                  <a:moveTo>
                    <a:pt x="13260" y="96450"/>
                  </a:moveTo>
                  <a:lnTo>
                    <a:pt x="13260" y="54707"/>
                  </a:lnTo>
                  <a:lnTo>
                    <a:pt x="32167" y="54707"/>
                  </a:lnTo>
                  <a:cubicBezTo>
                    <a:pt x="39168" y="54707"/>
                    <a:pt x="44573" y="56517"/>
                    <a:pt x="48383" y="60136"/>
                  </a:cubicBezTo>
                  <a:cubicBezTo>
                    <a:pt x="52209" y="63756"/>
                    <a:pt x="54122" y="68915"/>
                    <a:pt x="54122" y="75614"/>
                  </a:cubicBezTo>
                  <a:cubicBezTo>
                    <a:pt x="54122" y="82266"/>
                    <a:pt x="52209" y="87402"/>
                    <a:pt x="48383" y="91021"/>
                  </a:cubicBezTo>
                  <a:cubicBezTo>
                    <a:pt x="44573" y="94641"/>
                    <a:pt x="39168" y="96450"/>
                    <a:pt x="32167" y="96450"/>
                  </a:cubicBezTo>
                  <a:lnTo>
                    <a:pt x="13260" y="96450"/>
                  </a:lnTo>
                  <a:close/>
                  <a:moveTo>
                    <a:pt x="-1766" y="108809"/>
                  </a:moveTo>
                  <a:lnTo>
                    <a:pt x="32167" y="108809"/>
                  </a:lnTo>
                  <a:cubicBezTo>
                    <a:pt x="44629" y="108809"/>
                    <a:pt x="54042" y="105991"/>
                    <a:pt x="60408" y="100356"/>
                  </a:cubicBezTo>
                  <a:cubicBezTo>
                    <a:pt x="66790" y="94720"/>
                    <a:pt x="69981" y="86473"/>
                    <a:pt x="69981" y="75614"/>
                  </a:cubicBezTo>
                  <a:cubicBezTo>
                    <a:pt x="69981" y="64645"/>
                    <a:pt x="66790" y="56358"/>
                    <a:pt x="60408" y="50754"/>
                  </a:cubicBezTo>
                  <a:cubicBezTo>
                    <a:pt x="54042" y="45150"/>
                    <a:pt x="44629" y="42348"/>
                    <a:pt x="32167" y="42348"/>
                  </a:cubicBezTo>
                  <a:lnTo>
                    <a:pt x="13260" y="42348"/>
                  </a:lnTo>
                  <a:lnTo>
                    <a:pt x="13260" y="-2300"/>
                  </a:lnTo>
                  <a:lnTo>
                    <a:pt x="-1766" y="-2300"/>
                  </a:lnTo>
                  <a:lnTo>
                    <a:pt x="-1766" y="108809"/>
                  </a:ln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75" name="Freeform: Shape 974">
              <a:extLst>
                <a:ext uri="{FF2B5EF4-FFF2-40B4-BE49-F238E27FC236}">
                  <a16:creationId xmlns:a16="http://schemas.microsoft.com/office/drawing/2014/main" id="{994A8B8D-BCA7-6B87-A13D-1BD0550CE57A}"/>
                </a:ext>
              </a:extLst>
            </p:cNvPr>
            <p:cNvSpPr/>
            <p:nvPr/>
          </p:nvSpPr>
          <p:spPr>
            <a:xfrm flipV="1">
              <a:off x="5648330" y="762395"/>
              <a:ext cx="69818" cy="115800"/>
            </a:xfrm>
            <a:custGeom>
              <a:avLst/>
              <a:gdLst>
                <a:gd name="csX0" fmla="*/ 68147 w 69818"/>
                <a:gd name="csY0" fmla="*/ 47917 h 115800"/>
                <a:gd name="csX1" fmla="*/ 68147 w 69818"/>
                <a:gd name="csY1" fmla="*/ -2399 h 115800"/>
                <a:gd name="csX2" fmla="*/ 54455 w 69818"/>
                <a:gd name="csY2" fmla="*/ -2399 h 115800"/>
                <a:gd name="csX3" fmla="*/ 54455 w 69818"/>
                <a:gd name="csY3" fmla="*/ 47465 h 115800"/>
                <a:gd name="csX4" fmla="*/ 49835 w 69818"/>
                <a:gd name="csY4" fmla="*/ 65157 h 115800"/>
                <a:gd name="csX5" fmla="*/ 36000 w 69818"/>
                <a:gd name="csY5" fmla="*/ 71039 h 115800"/>
                <a:gd name="csX6" fmla="*/ 18498 w 69818"/>
                <a:gd name="csY6" fmla="*/ 63967 h 115800"/>
                <a:gd name="csX7" fmla="*/ 12092 w 69818"/>
                <a:gd name="csY7" fmla="*/ 44702 h 115800"/>
                <a:gd name="csX8" fmla="*/ 12092 w 69818"/>
                <a:gd name="csY8" fmla="*/ -2399 h 115800"/>
                <a:gd name="csX9" fmla="*/ -1672 w 69818"/>
                <a:gd name="csY9" fmla="*/ -2399 h 115800"/>
                <a:gd name="csX10" fmla="*/ -1672 w 69818"/>
                <a:gd name="csY10" fmla="*/ 113401 h 115800"/>
                <a:gd name="csX11" fmla="*/ 12092 w 69818"/>
                <a:gd name="csY11" fmla="*/ 113401 h 115800"/>
                <a:gd name="csX12" fmla="*/ 12092 w 69818"/>
                <a:gd name="csY12" fmla="*/ 67991 h 115800"/>
                <a:gd name="csX13" fmla="*/ 23665 w 69818"/>
                <a:gd name="csY13" fmla="*/ 79230 h 115800"/>
                <a:gd name="csX14" fmla="*/ 39048 w 69818"/>
                <a:gd name="csY14" fmla="*/ 82945 h 115800"/>
                <a:gd name="csX15" fmla="*/ 60765 w 69818"/>
                <a:gd name="csY15" fmla="*/ 74063 h 115800"/>
                <a:gd name="csX16" fmla="*/ 68147 w 69818"/>
                <a:gd name="csY16" fmla="*/ 47917 h 1158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69818" h="115800">
                  <a:moveTo>
                    <a:pt x="68147" y="47917"/>
                  </a:moveTo>
                  <a:lnTo>
                    <a:pt x="68147" y="-2399"/>
                  </a:lnTo>
                  <a:lnTo>
                    <a:pt x="54455" y="-2399"/>
                  </a:lnTo>
                  <a:lnTo>
                    <a:pt x="54455" y="47465"/>
                  </a:lnTo>
                  <a:cubicBezTo>
                    <a:pt x="54455" y="55354"/>
                    <a:pt x="52915" y="61252"/>
                    <a:pt x="49835" y="65157"/>
                  </a:cubicBezTo>
                  <a:cubicBezTo>
                    <a:pt x="46755" y="69078"/>
                    <a:pt x="42144" y="71039"/>
                    <a:pt x="36000" y="71039"/>
                  </a:cubicBezTo>
                  <a:cubicBezTo>
                    <a:pt x="28602" y="71039"/>
                    <a:pt x="22768" y="68681"/>
                    <a:pt x="18498" y="63967"/>
                  </a:cubicBezTo>
                  <a:cubicBezTo>
                    <a:pt x="14227" y="59268"/>
                    <a:pt x="12092" y="52846"/>
                    <a:pt x="12092" y="44702"/>
                  </a:cubicBezTo>
                  <a:lnTo>
                    <a:pt x="12092" y="-2399"/>
                  </a:lnTo>
                  <a:lnTo>
                    <a:pt x="-1672" y="-2399"/>
                  </a:lnTo>
                  <a:lnTo>
                    <a:pt x="-1672" y="113401"/>
                  </a:lnTo>
                  <a:lnTo>
                    <a:pt x="12092" y="113401"/>
                  </a:lnTo>
                  <a:lnTo>
                    <a:pt x="12092" y="67991"/>
                  </a:lnTo>
                  <a:cubicBezTo>
                    <a:pt x="15378" y="73007"/>
                    <a:pt x="19236" y="76754"/>
                    <a:pt x="23665" y="79230"/>
                  </a:cubicBezTo>
                  <a:cubicBezTo>
                    <a:pt x="28110" y="81707"/>
                    <a:pt x="33238" y="82945"/>
                    <a:pt x="39048" y="82945"/>
                  </a:cubicBezTo>
                  <a:cubicBezTo>
                    <a:pt x="48621" y="82945"/>
                    <a:pt x="55860" y="79984"/>
                    <a:pt x="60765" y="74063"/>
                  </a:cubicBezTo>
                  <a:cubicBezTo>
                    <a:pt x="65686" y="68142"/>
                    <a:pt x="68147" y="59426"/>
                    <a:pt x="68147" y="47917"/>
                  </a:cubicBez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76" name="Freeform: Shape 975">
              <a:extLst>
                <a:ext uri="{FF2B5EF4-FFF2-40B4-BE49-F238E27FC236}">
                  <a16:creationId xmlns:a16="http://schemas.microsoft.com/office/drawing/2014/main" id="{CD00CD76-0254-A477-00A9-CDD19C549784}"/>
                </a:ext>
              </a:extLst>
            </p:cNvPr>
            <p:cNvSpPr/>
            <p:nvPr/>
          </p:nvSpPr>
          <p:spPr>
            <a:xfrm flipV="1">
              <a:off x="5745444" y="762395"/>
              <a:ext cx="13692" cy="115800"/>
            </a:xfrm>
            <a:custGeom>
              <a:avLst/>
              <a:gdLst>
                <a:gd name="csX0" fmla="*/ -510 w 13692"/>
                <a:gd name="csY0" fmla="*/ 80945 h 115800"/>
                <a:gd name="csX1" fmla="*/ 13183 w 13692"/>
                <a:gd name="csY1" fmla="*/ 80945 h 115800"/>
                <a:gd name="csX2" fmla="*/ 13183 w 13692"/>
                <a:gd name="csY2" fmla="*/ -2399 h 115800"/>
                <a:gd name="csX3" fmla="*/ -510 w 13692"/>
                <a:gd name="csY3" fmla="*/ -2399 h 115800"/>
                <a:gd name="csX4" fmla="*/ -510 w 13692"/>
                <a:gd name="csY4" fmla="*/ 80945 h 115800"/>
                <a:gd name="csX5" fmla="*/ -510 w 13692"/>
                <a:gd name="csY5" fmla="*/ 113401 h 115800"/>
                <a:gd name="csX6" fmla="*/ 13183 w 13692"/>
                <a:gd name="csY6" fmla="*/ 113401 h 115800"/>
                <a:gd name="csX7" fmla="*/ 13183 w 13692"/>
                <a:gd name="csY7" fmla="*/ 96042 h 115800"/>
                <a:gd name="csX8" fmla="*/ -510 w 13692"/>
                <a:gd name="csY8" fmla="*/ 96042 h 115800"/>
                <a:gd name="csX9" fmla="*/ -510 w 13692"/>
                <a:gd name="csY9" fmla="*/ 113401 h 1158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3692" h="115800">
                  <a:moveTo>
                    <a:pt x="-510" y="80945"/>
                  </a:moveTo>
                  <a:lnTo>
                    <a:pt x="13183" y="80945"/>
                  </a:lnTo>
                  <a:lnTo>
                    <a:pt x="13183" y="-2399"/>
                  </a:lnTo>
                  <a:lnTo>
                    <a:pt x="-510" y="-2399"/>
                  </a:lnTo>
                  <a:lnTo>
                    <a:pt x="-510" y="80945"/>
                  </a:lnTo>
                  <a:close/>
                  <a:moveTo>
                    <a:pt x="-510" y="113401"/>
                  </a:moveTo>
                  <a:lnTo>
                    <a:pt x="13183" y="113401"/>
                  </a:lnTo>
                  <a:lnTo>
                    <a:pt x="13183" y="96042"/>
                  </a:lnTo>
                  <a:lnTo>
                    <a:pt x="-510" y="96042"/>
                  </a:lnTo>
                  <a:lnTo>
                    <a:pt x="-510" y="113401"/>
                  </a:ln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77" name="Freeform: Shape 976">
              <a:extLst>
                <a:ext uri="{FF2B5EF4-FFF2-40B4-BE49-F238E27FC236}">
                  <a16:creationId xmlns:a16="http://schemas.microsoft.com/office/drawing/2014/main" id="{6C37420A-661F-1F39-34A5-83EFE0BBD74C}"/>
                </a:ext>
              </a:extLst>
            </p:cNvPr>
            <p:cNvSpPr/>
            <p:nvPr/>
          </p:nvSpPr>
          <p:spPr>
            <a:xfrm flipV="1">
              <a:off x="5771926" y="903508"/>
              <a:ext cx="79200" cy="10620"/>
            </a:xfrm>
            <a:custGeom>
              <a:avLst/>
              <a:gdLst>
                <a:gd name="csX0" fmla="*/ 77986 w 79200"/>
                <a:gd name="csY0" fmla="*/ 11946 h 10620"/>
                <a:gd name="csX1" fmla="*/ 77986 w 79200"/>
                <a:gd name="csY1" fmla="*/ 1326 h 10620"/>
                <a:gd name="csX2" fmla="*/ -1214 w 79200"/>
                <a:gd name="csY2" fmla="*/ 1326 h 10620"/>
                <a:gd name="csX3" fmla="*/ -1214 w 79200"/>
                <a:gd name="csY3" fmla="*/ 11946 h 10620"/>
                <a:gd name="csX4" fmla="*/ 77986 w 79200"/>
                <a:gd name="csY4" fmla="*/ 11946 h 106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9200" h="10620">
                  <a:moveTo>
                    <a:pt x="77986" y="11946"/>
                  </a:moveTo>
                  <a:lnTo>
                    <a:pt x="77986" y="1326"/>
                  </a:lnTo>
                  <a:lnTo>
                    <a:pt x="-1214" y="1326"/>
                  </a:lnTo>
                  <a:lnTo>
                    <a:pt x="-1214" y="11946"/>
                  </a:lnTo>
                  <a:lnTo>
                    <a:pt x="77986" y="11946"/>
                  </a:ln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78" name="Freeform: Shape 977">
              <a:extLst>
                <a:ext uri="{FF2B5EF4-FFF2-40B4-BE49-F238E27FC236}">
                  <a16:creationId xmlns:a16="http://schemas.microsoft.com/office/drawing/2014/main" id="{6910FBAC-E9A5-93EF-433E-E5C36E13EED3}"/>
                </a:ext>
              </a:extLst>
            </p:cNvPr>
            <p:cNvSpPr/>
            <p:nvPr/>
          </p:nvSpPr>
          <p:spPr>
            <a:xfrm flipV="1">
              <a:off x="5859675" y="765086"/>
              <a:ext cx="76795" cy="115276"/>
            </a:xfrm>
            <a:custGeom>
              <a:avLst/>
              <a:gdLst>
                <a:gd name="csX0" fmla="*/ 36744 w 76795"/>
                <a:gd name="csY0" fmla="*/ 101073 h 115276"/>
                <a:gd name="csX1" fmla="*/ 19289 w 76795"/>
                <a:gd name="csY1" fmla="*/ 89643 h 115276"/>
                <a:gd name="csX2" fmla="*/ 13455 w 76795"/>
                <a:gd name="csY2" fmla="*/ 55306 h 115276"/>
                <a:gd name="csX3" fmla="*/ 19289 w 76795"/>
                <a:gd name="csY3" fmla="*/ 21040 h 115276"/>
                <a:gd name="csX4" fmla="*/ 36744 w 76795"/>
                <a:gd name="csY4" fmla="*/ 9610 h 115276"/>
                <a:gd name="csX5" fmla="*/ 54270 w 76795"/>
                <a:gd name="csY5" fmla="*/ 21040 h 115276"/>
                <a:gd name="csX6" fmla="*/ 60128 w 76795"/>
                <a:gd name="csY6" fmla="*/ 55306 h 115276"/>
                <a:gd name="csX7" fmla="*/ 54270 w 76795"/>
                <a:gd name="csY7" fmla="*/ 89643 h 115276"/>
                <a:gd name="csX8" fmla="*/ 36744 w 76795"/>
                <a:gd name="csY8" fmla="*/ 101073 h 115276"/>
                <a:gd name="csX9" fmla="*/ 36744 w 76795"/>
                <a:gd name="csY9" fmla="*/ 112980 h 115276"/>
                <a:gd name="csX10" fmla="*/ 65295 w 76795"/>
                <a:gd name="csY10" fmla="*/ 98192 h 115276"/>
                <a:gd name="csX11" fmla="*/ 75153 w 76795"/>
                <a:gd name="csY11" fmla="*/ 55306 h 115276"/>
                <a:gd name="csX12" fmla="*/ 65295 w 76795"/>
                <a:gd name="csY12" fmla="*/ 12467 h 115276"/>
                <a:gd name="csX13" fmla="*/ 36744 w 76795"/>
                <a:gd name="csY13" fmla="*/ -2297 h 115276"/>
                <a:gd name="csX14" fmla="*/ 8216 w 76795"/>
                <a:gd name="csY14" fmla="*/ 12467 h 115276"/>
                <a:gd name="csX15" fmla="*/ -1642 w 76795"/>
                <a:gd name="csY15" fmla="*/ 55306 h 115276"/>
                <a:gd name="csX16" fmla="*/ 8216 w 76795"/>
                <a:gd name="csY16" fmla="*/ 98192 h 115276"/>
                <a:gd name="csX17" fmla="*/ 36744 w 76795"/>
                <a:gd name="csY17" fmla="*/ 112980 h 1152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76795" h="115276">
                  <a:moveTo>
                    <a:pt x="36744" y="101073"/>
                  </a:moveTo>
                  <a:cubicBezTo>
                    <a:pt x="29013" y="101073"/>
                    <a:pt x="23194" y="97263"/>
                    <a:pt x="19289" y="89643"/>
                  </a:cubicBezTo>
                  <a:cubicBezTo>
                    <a:pt x="15400" y="82039"/>
                    <a:pt x="13455" y="70593"/>
                    <a:pt x="13455" y="55306"/>
                  </a:cubicBezTo>
                  <a:cubicBezTo>
                    <a:pt x="13455" y="40082"/>
                    <a:pt x="15400" y="28660"/>
                    <a:pt x="19289" y="21040"/>
                  </a:cubicBezTo>
                  <a:cubicBezTo>
                    <a:pt x="23194" y="13420"/>
                    <a:pt x="29013" y="9610"/>
                    <a:pt x="36744" y="9610"/>
                  </a:cubicBezTo>
                  <a:cubicBezTo>
                    <a:pt x="44538" y="9610"/>
                    <a:pt x="50380" y="13420"/>
                    <a:pt x="54270" y="21040"/>
                  </a:cubicBezTo>
                  <a:cubicBezTo>
                    <a:pt x="58175" y="28660"/>
                    <a:pt x="60128" y="40082"/>
                    <a:pt x="60128" y="55306"/>
                  </a:cubicBezTo>
                  <a:cubicBezTo>
                    <a:pt x="60128" y="70593"/>
                    <a:pt x="58175" y="82039"/>
                    <a:pt x="54270" y="89643"/>
                  </a:cubicBezTo>
                  <a:cubicBezTo>
                    <a:pt x="50380" y="97263"/>
                    <a:pt x="44538" y="101073"/>
                    <a:pt x="36744" y="101073"/>
                  </a:cubicBezTo>
                  <a:close/>
                  <a:moveTo>
                    <a:pt x="36744" y="112980"/>
                  </a:moveTo>
                  <a:cubicBezTo>
                    <a:pt x="49206" y="112980"/>
                    <a:pt x="58723" y="108050"/>
                    <a:pt x="65295" y="98192"/>
                  </a:cubicBezTo>
                  <a:cubicBezTo>
                    <a:pt x="71867" y="88350"/>
                    <a:pt x="75153" y="74054"/>
                    <a:pt x="75153" y="55306"/>
                  </a:cubicBezTo>
                  <a:cubicBezTo>
                    <a:pt x="75153" y="36605"/>
                    <a:pt x="71867" y="22325"/>
                    <a:pt x="65295" y="12467"/>
                  </a:cubicBezTo>
                  <a:cubicBezTo>
                    <a:pt x="58723" y="2625"/>
                    <a:pt x="49206" y="-2297"/>
                    <a:pt x="36744" y="-2297"/>
                  </a:cubicBezTo>
                  <a:cubicBezTo>
                    <a:pt x="24298" y="-2297"/>
                    <a:pt x="14789" y="2625"/>
                    <a:pt x="8216" y="12467"/>
                  </a:cubicBezTo>
                  <a:cubicBezTo>
                    <a:pt x="1644" y="22325"/>
                    <a:pt x="-1642" y="36605"/>
                    <a:pt x="-1642" y="55306"/>
                  </a:cubicBezTo>
                  <a:cubicBezTo>
                    <a:pt x="-1642" y="74054"/>
                    <a:pt x="1644" y="88350"/>
                    <a:pt x="8216" y="98192"/>
                  </a:cubicBezTo>
                  <a:cubicBezTo>
                    <a:pt x="14789" y="108050"/>
                    <a:pt x="24298" y="112980"/>
                    <a:pt x="36744" y="112980"/>
                  </a:cubicBez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79" name="Freeform: Shape 978">
              <a:extLst>
                <a:ext uri="{FF2B5EF4-FFF2-40B4-BE49-F238E27FC236}">
                  <a16:creationId xmlns:a16="http://schemas.microsoft.com/office/drawing/2014/main" id="{66D27036-A109-1A84-A297-A9DBC9BECA5D}"/>
                </a:ext>
              </a:extLst>
            </p:cNvPr>
            <p:cNvSpPr/>
            <p:nvPr/>
          </p:nvSpPr>
          <p:spPr>
            <a:xfrm flipV="1">
              <a:off x="5962876" y="859288"/>
              <a:ext cx="15716" cy="18907"/>
            </a:xfrm>
            <a:custGeom>
              <a:avLst/>
              <a:gdLst>
                <a:gd name="csX0" fmla="*/ -616 w 15716"/>
                <a:gd name="csY0" fmla="*/ 18547 h 18907"/>
                <a:gd name="csX1" fmla="*/ 15100 w 15716"/>
                <a:gd name="csY1" fmla="*/ 18547 h 18907"/>
                <a:gd name="csX2" fmla="*/ 15100 w 15716"/>
                <a:gd name="csY2" fmla="*/ -361 h 18907"/>
                <a:gd name="csX3" fmla="*/ -616 w 15716"/>
                <a:gd name="csY3" fmla="*/ -361 h 18907"/>
                <a:gd name="csX4" fmla="*/ -616 w 15716"/>
                <a:gd name="csY4" fmla="*/ 18547 h 189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5716" h="18907">
                  <a:moveTo>
                    <a:pt x="-616" y="18547"/>
                  </a:moveTo>
                  <a:lnTo>
                    <a:pt x="15100" y="18547"/>
                  </a:lnTo>
                  <a:lnTo>
                    <a:pt x="15100" y="-361"/>
                  </a:lnTo>
                  <a:lnTo>
                    <a:pt x="-616" y="-361"/>
                  </a:lnTo>
                  <a:lnTo>
                    <a:pt x="-616" y="18547"/>
                  </a:ln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80" name="Freeform: Shape 979">
              <a:extLst>
                <a:ext uri="{FF2B5EF4-FFF2-40B4-BE49-F238E27FC236}">
                  <a16:creationId xmlns:a16="http://schemas.microsoft.com/office/drawing/2014/main" id="{D17444ED-80DB-C41D-9304-E72E18C7AF48}"/>
                </a:ext>
              </a:extLst>
            </p:cNvPr>
            <p:cNvSpPr/>
            <p:nvPr/>
          </p:nvSpPr>
          <p:spPr>
            <a:xfrm flipV="1">
              <a:off x="6004628" y="765086"/>
              <a:ext cx="76652" cy="115276"/>
            </a:xfrm>
            <a:custGeom>
              <a:avLst/>
              <a:gdLst>
                <a:gd name="csX0" fmla="*/ 5535 w 76652"/>
                <a:gd name="csY0" fmla="*/ 2180 h 115276"/>
                <a:gd name="csX1" fmla="*/ 5535 w 76652"/>
                <a:gd name="csY1" fmla="*/ 15872 h 115276"/>
                <a:gd name="csX2" fmla="*/ 16989 w 76652"/>
                <a:gd name="csY2" fmla="*/ 11777 h 115276"/>
                <a:gd name="csX3" fmla="*/ 28395 w 76652"/>
                <a:gd name="csY3" fmla="*/ 10372 h 115276"/>
                <a:gd name="csX4" fmla="*/ 51112 w 76652"/>
                <a:gd name="csY4" fmla="*/ 20373 h 115276"/>
                <a:gd name="csX5" fmla="*/ 60090 w 76652"/>
                <a:gd name="csY5" fmla="*/ 50781 h 115276"/>
                <a:gd name="csX6" fmla="*/ 49136 w 76652"/>
                <a:gd name="csY6" fmla="*/ 40947 h 115276"/>
                <a:gd name="csX7" fmla="*/ 34491 w 76652"/>
                <a:gd name="csY7" fmla="*/ 37518 h 115276"/>
                <a:gd name="csX8" fmla="*/ 8107 w 76652"/>
                <a:gd name="csY8" fmla="*/ 47591 h 115276"/>
                <a:gd name="csX9" fmla="*/ -1609 w 76652"/>
                <a:gd name="csY9" fmla="*/ 75189 h 115276"/>
                <a:gd name="csX10" fmla="*/ 8512 w 76652"/>
                <a:gd name="csY10" fmla="*/ 102621 h 115276"/>
                <a:gd name="csX11" fmla="*/ 35444 w 76652"/>
                <a:gd name="csY11" fmla="*/ 112980 h 115276"/>
                <a:gd name="csX12" fmla="*/ 64876 w 76652"/>
                <a:gd name="csY12" fmla="*/ 98192 h 115276"/>
                <a:gd name="csX13" fmla="*/ 75044 w 76652"/>
                <a:gd name="csY13" fmla="*/ 55306 h 115276"/>
                <a:gd name="csX14" fmla="*/ 62566 w 76652"/>
                <a:gd name="csY14" fmla="*/ 13372 h 115276"/>
                <a:gd name="csX15" fmla="*/ 29062 w 76652"/>
                <a:gd name="csY15" fmla="*/ -2297 h 115276"/>
                <a:gd name="csX16" fmla="*/ 17584 w 76652"/>
                <a:gd name="csY16" fmla="*/ -1177 h 115276"/>
                <a:gd name="csX17" fmla="*/ 5535 w 76652"/>
                <a:gd name="csY17" fmla="*/ 2180 h 115276"/>
                <a:gd name="csX18" fmla="*/ 35444 w 76652"/>
                <a:gd name="csY18" fmla="*/ 49281 h 115276"/>
                <a:gd name="csX19" fmla="*/ 51469 w 76652"/>
                <a:gd name="csY19" fmla="*/ 56187 h 115276"/>
                <a:gd name="csX20" fmla="*/ 57399 w 76652"/>
                <a:gd name="csY20" fmla="*/ 75189 h 115276"/>
                <a:gd name="csX21" fmla="*/ 51469 w 76652"/>
                <a:gd name="csY21" fmla="*/ 94120 h 115276"/>
                <a:gd name="csX22" fmla="*/ 35444 w 76652"/>
                <a:gd name="csY22" fmla="*/ 101073 h 115276"/>
                <a:gd name="csX23" fmla="*/ 19418 w 76652"/>
                <a:gd name="csY23" fmla="*/ 94120 h 115276"/>
                <a:gd name="csX24" fmla="*/ 13512 w 76652"/>
                <a:gd name="csY24" fmla="*/ 75189 h 115276"/>
                <a:gd name="csX25" fmla="*/ 19418 w 76652"/>
                <a:gd name="csY25" fmla="*/ 56187 h 115276"/>
                <a:gd name="csX26" fmla="*/ 35444 w 76652"/>
                <a:gd name="csY26" fmla="*/ 49281 h 1152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76652" h="115276">
                  <a:moveTo>
                    <a:pt x="5535" y="2180"/>
                  </a:moveTo>
                  <a:lnTo>
                    <a:pt x="5535" y="15872"/>
                  </a:lnTo>
                  <a:cubicBezTo>
                    <a:pt x="9313" y="14078"/>
                    <a:pt x="13131" y="12713"/>
                    <a:pt x="16989" y="11777"/>
                  </a:cubicBezTo>
                  <a:cubicBezTo>
                    <a:pt x="20862" y="10840"/>
                    <a:pt x="24664" y="10372"/>
                    <a:pt x="28395" y="10372"/>
                  </a:cubicBezTo>
                  <a:cubicBezTo>
                    <a:pt x="38317" y="10372"/>
                    <a:pt x="45889" y="13705"/>
                    <a:pt x="51112" y="20373"/>
                  </a:cubicBezTo>
                  <a:cubicBezTo>
                    <a:pt x="56351" y="27040"/>
                    <a:pt x="59343" y="37177"/>
                    <a:pt x="60090" y="50781"/>
                  </a:cubicBezTo>
                  <a:cubicBezTo>
                    <a:pt x="57216" y="46511"/>
                    <a:pt x="53565" y="43233"/>
                    <a:pt x="49136" y="40947"/>
                  </a:cubicBezTo>
                  <a:cubicBezTo>
                    <a:pt x="44723" y="38661"/>
                    <a:pt x="39841" y="37518"/>
                    <a:pt x="34491" y="37518"/>
                  </a:cubicBezTo>
                  <a:cubicBezTo>
                    <a:pt x="23379" y="37518"/>
                    <a:pt x="14584" y="40875"/>
                    <a:pt x="8107" y="47591"/>
                  </a:cubicBezTo>
                  <a:cubicBezTo>
                    <a:pt x="1630" y="54322"/>
                    <a:pt x="-1609" y="63521"/>
                    <a:pt x="-1609" y="75189"/>
                  </a:cubicBezTo>
                  <a:cubicBezTo>
                    <a:pt x="-1609" y="86587"/>
                    <a:pt x="1765" y="95731"/>
                    <a:pt x="8512" y="102621"/>
                  </a:cubicBezTo>
                  <a:cubicBezTo>
                    <a:pt x="15259" y="109527"/>
                    <a:pt x="24236" y="112980"/>
                    <a:pt x="35444" y="112980"/>
                  </a:cubicBezTo>
                  <a:cubicBezTo>
                    <a:pt x="48302" y="112980"/>
                    <a:pt x="58113" y="108050"/>
                    <a:pt x="64876" y="98192"/>
                  </a:cubicBezTo>
                  <a:cubicBezTo>
                    <a:pt x="71654" y="88350"/>
                    <a:pt x="75044" y="74054"/>
                    <a:pt x="75044" y="55306"/>
                  </a:cubicBezTo>
                  <a:cubicBezTo>
                    <a:pt x="75044" y="37796"/>
                    <a:pt x="70885" y="23818"/>
                    <a:pt x="62566" y="13372"/>
                  </a:cubicBezTo>
                  <a:cubicBezTo>
                    <a:pt x="54263" y="2926"/>
                    <a:pt x="43095" y="-2297"/>
                    <a:pt x="29062" y="-2297"/>
                  </a:cubicBezTo>
                  <a:cubicBezTo>
                    <a:pt x="25284" y="-2297"/>
                    <a:pt x="21458" y="-1924"/>
                    <a:pt x="17584" y="-1177"/>
                  </a:cubicBezTo>
                  <a:cubicBezTo>
                    <a:pt x="13727" y="-431"/>
                    <a:pt x="9710" y="688"/>
                    <a:pt x="5535" y="2180"/>
                  </a:cubicBezTo>
                  <a:close/>
                  <a:moveTo>
                    <a:pt x="35444" y="49281"/>
                  </a:moveTo>
                  <a:cubicBezTo>
                    <a:pt x="42190" y="49281"/>
                    <a:pt x="47532" y="51583"/>
                    <a:pt x="51469" y="56187"/>
                  </a:cubicBezTo>
                  <a:cubicBezTo>
                    <a:pt x="55422" y="60806"/>
                    <a:pt x="57399" y="67141"/>
                    <a:pt x="57399" y="75189"/>
                  </a:cubicBezTo>
                  <a:cubicBezTo>
                    <a:pt x="57399" y="83174"/>
                    <a:pt x="55422" y="89485"/>
                    <a:pt x="51469" y="94120"/>
                  </a:cubicBezTo>
                  <a:cubicBezTo>
                    <a:pt x="47532" y="98756"/>
                    <a:pt x="42190" y="101073"/>
                    <a:pt x="35444" y="101073"/>
                  </a:cubicBezTo>
                  <a:cubicBezTo>
                    <a:pt x="28697" y="101073"/>
                    <a:pt x="23355" y="98756"/>
                    <a:pt x="19418" y="94120"/>
                  </a:cubicBezTo>
                  <a:cubicBezTo>
                    <a:pt x="15481" y="89485"/>
                    <a:pt x="13512" y="83174"/>
                    <a:pt x="13512" y="75189"/>
                  </a:cubicBezTo>
                  <a:cubicBezTo>
                    <a:pt x="13512" y="67141"/>
                    <a:pt x="15481" y="60806"/>
                    <a:pt x="19418" y="56187"/>
                  </a:cubicBezTo>
                  <a:cubicBezTo>
                    <a:pt x="23355" y="51583"/>
                    <a:pt x="28697" y="49281"/>
                    <a:pt x="35444" y="49281"/>
                  </a:cubicBez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81" name="Freeform: Shape 980">
              <a:extLst>
                <a:ext uri="{FF2B5EF4-FFF2-40B4-BE49-F238E27FC236}">
                  <a16:creationId xmlns:a16="http://schemas.microsoft.com/office/drawing/2014/main" id="{3EBFEC4C-2B61-191B-2B39-50C60D600C1F}"/>
                </a:ext>
              </a:extLst>
            </p:cNvPr>
            <p:cNvSpPr/>
            <p:nvPr/>
          </p:nvSpPr>
          <p:spPr>
            <a:xfrm flipV="1">
              <a:off x="6106804" y="762395"/>
              <a:ext cx="31551" cy="135897"/>
            </a:xfrm>
            <a:custGeom>
              <a:avLst/>
              <a:gdLst>
                <a:gd name="csX0" fmla="*/ 30677 w 31551"/>
                <a:gd name="csY0" fmla="*/ 133922 h 135897"/>
                <a:gd name="csX1" fmla="*/ 30677 w 31551"/>
                <a:gd name="csY1" fmla="*/ -1976 h 135897"/>
                <a:gd name="csX2" fmla="*/ -874 w 31551"/>
                <a:gd name="csY2" fmla="*/ -1976 h 135897"/>
                <a:gd name="csX3" fmla="*/ -874 w 31551"/>
                <a:gd name="csY3" fmla="*/ 8668 h 135897"/>
                <a:gd name="csX4" fmla="*/ 16914 w 31551"/>
                <a:gd name="csY4" fmla="*/ 8668 h 135897"/>
                <a:gd name="csX5" fmla="*/ 16914 w 31551"/>
                <a:gd name="csY5" fmla="*/ 123278 h 135897"/>
                <a:gd name="csX6" fmla="*/ -874 w 31551"/>
                <a:gd name="csY6" fmla="*/ 123278 h 135897"/>
                <a:gd name="csX7" fmla="*/ -874 w 31551"/>
                <a:gd name="csY7" fmla="*/ 133922 h 135897"/>
                <a:gd name="csX8" fmla="*/ 30677 w 31551"/>
                <a:gd name="csY8" fmla="*/ 133922 h 1358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1551" h="135897">
                  <a:moveTo>
                    <a:pt x="30677" y="133922"/>
                  </a:moveTo>
                  <a:lnTo>
                    <a:pt x="30677" y="-1976"/>
                  </a:lnTo>
                  <a:lnTo>
                    <a:pt x="-874" y="-1976"/>
                  </a:lnTo>
                  <a:lnTo>
                    <a:pt x="-874" y="8668"/>
                  </a:lnTo>
                  <a:lnTo>
                    <a:pt x="16914" y="8668"/>
                  </a:lnTo>
                  <a:lnTo>
                    <a:pt x="16914" y="123278"/>
                  </a:lnTo>
                  <a:lnTo>
                    <a:pt x="-874" y="123278"/>
                  </a:lnTo>
                  <a:lnTo>
                    <a:pt x="-874" y="133922"/>
                  </a:lnTo>
                  <a:lnTo>
                    <a:pt x="30677" y="133922"/>
                  </a:ln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072986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21B34-2E53-B733-93F6-821602560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1562FCB-D370-4FB8-041B-B757E971C8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2937" y="5193928"/>
            <a:ext cx="4036695" cy="917966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5E6D66-2BC4-E9C9-0938-97DD4AFBE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Omar T. Amer</a:t>
            </a:r>
            <a:endParaRPr lang="en-US" dirty="0"/>
          </a:p>
        </p:txBody>
      </p:sp>
      <p:grpSp>
        <p:nvGrpSpPr>
          <p:cNvPr id="294" name="Graphic 7">
            <a:extLst>
              <a:ext uri="{FF2B5EF4-FFF2-40B4-BE49-F238E27FC236}">
                <a16:creationId xmlns:a16="http://schemas.microsoft.com/office/drawing/2014/main" id="{9E38D27B-975F-475F-C752-8E3828349F36}"/>
              </a:ext>
            </a:extLst>
          </p:cNvPr>
          <p:cNvGrpSpPr/>
          <p:nvPr/>
        </p:nvGrpSpPr>
        <p:grpSpPr>
          <a:xfrm>
            <a:off x="1712757" y="5193928"/>
            <a:ext cx="1723418" cy="898846"/>
            <a:chOff x="5574425" y="1127739"/>
            <a:chExt cx="1860153" cy="970160"/>
          </a:xfrm>
        </p:grpSpPr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EE02896A-3BF6-4165-EC0F-17E397C1BF79}"/>
                </a:ext>
              </a:extLst>
            </p:cNvPr>
            <p:cNvSpPr/>
            <p:nvPr/>
          </p:nvSpPr>
          <p:spPr>
            <a:xfrm>
              <a:off x="5574425" y="1127739"/>
              <a:ext cx="1860153" cy="970160"/>
            </a:xfrm>
            <a:custGeom>
              <a:avLst/>
              <a:gdLst>
                <a:gd name="csX0" fmla="*/ 25400 w 1860153"/>
                <a:gd name="csY0" fmla="*/ 970161 h 970160"/>
                <a:gd name="csX1" fmla="*/ 1834753 w 1860153"/>
                <a:gd name="csY1" fmla="*/ 970161 h 970160"/>
                <a:gd name="csX2" fmla="*/ 1860154 w 1860153"/>
                <a:gd name="csY2" fmla="*/ 944761 h 970160"/>
                <a:gd name="csX3" fmla="*/ 1860154 w 1860153"/>
                <a:gd name="csY3" fmla="*/ 25400 h 970160"/>
                <a:gd name="csX4" fmla="*/ 1834753 w 1860153"/>
                <a:gd name="csY4" fmla="*/ 0 h 970160"/>
                <a:gd name="csX5" fmla="*/ 25400 w 1860153"/>
                <a:gd name="csY5" fmla="*/ 0 h 970160"/>
                <a:gd name="csX6" fmla="*/ 0 w 1860153"/>
                <a:gd name="csY6" fmla="*/ 25400 h 970160"/>
                <a:gd name="csX7" fmla="*/ 0 w 1860153"/>
                <a:gd name="csY7" fmla="*/ 944761 h 970160"/>
                <a:gd name="csX8" fmla="*/ 25400 w 1860153"/>
                <a:gd name="csY8" fmla="*/ 970161 h 9701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860153" h="970160">
                  <a:moveTo>
                    <a:pt x="25400" y="970161"/>
                  </a:moveTo>
                  <a:lnTo>
                    <a:pt x="1834753" y="970161"/>
                  </a:lnTo>
                  <a:cubicBezTo>
                    <a:pt x="1851687" y="970161"/>
                    <a:pt x="1860154" y="961694"/>
                    <a:pt x="1860154" y="944761"/>
                  </a:cubicBezTo>
                  <a:lnTo>
                    <a:pt x="1860154" y="25400"/>
                  </a:lnTo>
                  <a:cubicBezTo>
                    <a:pt x="1860154" y="8467"/>
                    <a:pt x="1851687" y="0"/>
                    <a:pt x="1834753" y="0"/>
                  </a:cubicBezTo>
                  <a:lnTo>
                    <a:pt x="25400" y="0"/>
                  </a:lnTo>
                  <a:cubicBezTo>
                    <a:pt x="8467" y="0"/>
                    <a:pt x="0" y="8467"/>
                    <a:pt x="0" y="25400"/>
                  </a:cubicBezTo>
                  <a:lnTo>
                    <a:pt x="0" y="944761"/>
                  </a:lnTo>
                  <a:cubicBezTo>
                    <a:pt x="0" y="961694"/>
                    <a:pt x="8467" y="970161"/>
                    <a:pt x="25400" y="970161"/>
                  </a:cubicBezTo>
                  <a:close/>
                </a:path>
              </a:pathLst>
            </a:custGeom>
            <a:solidFill>
              <a:srgbClr val="000000">
                <a:alpha val="80000"/>
              </a:srgbClr>
            </a:solidFill>
            <a:ln w="12700" cap="flat">
              <a:solidFill>
                <a:srgbClr val="CCCCCC">
                  <a:alpha val="8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4467B079-D354-6AE8-2043-D2BD8F3B2898}"/>
                </a:ext>
              </a:extLst>
            </p:cNvPr>
            <p:cNvSpPr/>
            <p:nvPr/>
          </p:nvSpPr>
          <p:spPr>
            <a:xfrm>
              <a:off x="5625225" y="1230589"/>
              <a:ext cx="254000" cy="12700"/>
            </a:xfrm>
            <a:custGeom>
              <a:avLst/>
              <a:gdLst>
                <a:gd name="csX0" fmla="*/ 0 w 254000"/>
                <a:gd name="csY0" fmla="*/ 0 h 12700"/>
                <a:gd name="csX1" fmla="*/ 127000 w 254000"/>
                <a:gd name="csY1" fmla="*/ 0 h 12700"/>
                <a:gd name="csX2" fmla="*/ 254000 w 254000"/>
                <a:gd name="csY2" fmla="*/ 0 h 127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000" h="12700">
                  <a:moveTo>
                    <a:pt x="0" y="0"/>
                  </a:moveTo>
                  <a:lnTo>
                    <a:pt x="127000" y="0"/>
                  </a:lnTo>
                  <a:lnTo>
                    <a:pt x="254000" y="0"/>
                  </a:lnTo>
                </a:path>
              </a:pathLst>
            </a:custGeom>
            <a:noFill/>
            <a:ln w="19050" cap="sq">
              <a:solidFill>
                <a:srgbClr val="8DD3C7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97" name="Graphic 7">
              <a:extLst>
                <a:ext uri="{FF2B5EF4-FFF2-40B4-BE49-F238E27FC236}">
                  <a16:creationId xmlns:a16="http://schemas.microsoft.com/office/drawing/2014/main" id="{4695F783-FD69-7B34-CA68-1DF7B6B9DBF8}"/>
                </a:ext>
              </a:extLst>
            </p:cNvPr>
            <p:cNvGrpSpPr/>
            <p:nvPr/>
          </p:nvGrpSpPr>
          <p:grpSpPr>
            <a:xfrm>
              <a:off x="5993287" y="1182448"/>
              <a:ext cx="420253" cy="94396"/>
              <a:chOff x="5993287" y="1182448"/>
              <a:chExt cx="420253" cy="94396"/>
            </a:xfrm>
            <a:solidFill>
              <a:srgbClr val="FFFFFF"/>
            </a:solidFill>
          </p:grpSpPr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4887F34D-8F25-E594-E737-F0FC433824AC}"/>
                  </a:ext>
                </a:extLst>
              </p:cNvPr>
              <p:cNvSpPr/>
              <p:nvPr/>
            </p:nvSpPr>
            <p:spPr>
              <a:xfrm flipV="1">
                <a:off x="5993287" y="1182448"/>
                <a:ext cx="65682" cy="92590"/>
              </a:xfrm>
              <a:custGeom>
                <a:avLst/>
                <a:gdLst>
                  <a:gd name="csX0" fmla="*/ 10641 w 65682"/>
                  <a:gd name="csY0" fmla="*/ 41935 h 92590"/>
                  <a:gd name="csX1" fmla="*/ 10641 w 65682"/>
                  <a:gd name="csY1" fmla="*/ 8022 h 92590"/>
                  <a:gd name="csX2" fmla="*/ 30743 w 65682"/>
                  <a:gd name="csY2" fmla="*/ 8022 h 92590"/>
                  <a:gd name="csX3" fmla="*/ 45705 w 65682"/>
                  <a:gd name="csY3" fmla="*/ 12209 h 92590"/>
                  <a:gd name="csX4" fmla="*/ 50586 w 65682"/>
                  <a:gd name="csY4" fmla="*/ 25008 h 92590"/>
                  <a:gd name="csX5" fmla="*/ 45705 w 65682"/>
                  <a:gd name="csY5" fmla="*/ 37808 h 92590"/>
                  <a:gd name="csX6" fmla="*/ 30743 w 65682"/>
                  <a:gd name="csY6" fmla="*/ 41935 h 92590"/>
                  <a:gd name="csX7" fmla="*/ 10641 w 65682"/>
                  <a:gd name="csY7" fmla="*/ 41935 h 92590"/>
                  <a:gd name="csX8" fmla="*/ 10641 w 65682"/>
                  <a:gd name="csY8" fmla="*/ 80015 h 92590"/>
                  <a:gd name="csX9" fmla="*/ 10641 w 65682"/>
                  <a:gd name="csY9" fmla="*/ 52115 h 92590"/>
                  <a:gd name="csX10" fmla="*/ 29195 w 65682"/>
                  <a:gd name="csY10" fmla="*/ 52115 h 92590"/>
                  <a:gd name="csX11" fmla="*/ 42847 w 65682"/>
                  <a:gd name="csY11" fmla="*/ 55548 h 92590"/>
                  <a:gd name="csX12" fmla="*/ 47352 w 65682"/>
                  <a:gd name="csY12" fmla="*/ 66065 h 92590"/>
                  <a:gd name="csX13" fmla="*/ 42847 w 65682"/>
                  <a:gd name="csY13" fmla="*/ 76543 h 92590"/>
                  <a:gd name="csX14" fmla="*/ 29195 w 65682"/>
                  <a:gd name="csY14" fmla="*/ 80015 h 92590"/>
                  <a:gd name="csX15" fmla="*/ 10641 w 65682"/>
                  <a:gd name="csY15" fmla="*/ 80015 h 92590"/>
                  <a:gd name="csX16" fmla="*/ -1881 w 65682"/>
                  <a:gd name="csY16" fmla="*/ 90314 h 92590"/>
                  <a:gd name="csX17" fmla="*/ 30127 w 65682"/>
                  <a:gd name="csY17" fmla="*/ 90314 h 92590"/>
                  <a:gd name="csX18" fmla="*/ 52194 w 65682"/>
                  <a:gd name="csY18" fmla="*/ 84361 h 92590"/>
                  <a:gd name="csX19" fmla="*/ 59953 w 65682"/>
                  <a:gd name="csY19" fmla="*/ 67434 h 92590"/>
                  <a:gd name="csX20" fmla="*/ 55984 w 65682"/>
                  <a:gd name="csY20" fmla="*/ 53901 h 92590"/>
                  <a:gd name="csX21" fmla="*/ 44316 w 65682"/>
                  <a:gd name="csY21" fmla="*/ 47650 h 92590"/>
                  <a:gd name="csX22" fmla="*/ 58683 w 65682"/>
                  <a:gd name="csY22" fmla="*/ 39355 h 92590"/>
                  <a:gd name="csX23" fmla="*/ 63802 w 65682"/>
                  <a:gd name="csY23" fmla="*/ 23639 h 92590"/>
                  <a:gd name="csX24" fmla="*/ 55369 w 65682"/>
                  <a:gd name="csY24" fmla="*/ 4470 h 92590"/>
                  <a:gd name="csX25" fmla="*/ 31358 w 65682"/>
                  <a:gd name="csY25" fmla="*/ -2277 h 92590"/>
                  <a:gd name="csX26" fmla="*/ -1881 w 65682"/>
                  <a:gd name="csY26" fmla="*/ -2277 h 92590"/>
                  <a:gd name="csX27" fmla="*/ -1881 w 65682"/>
                  <a:gd name="csY27" fmla="*/ 90314 h 925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</a:cxnLst>
                <a:rect l="l" t="t" r="r" b="b"/>
                <a:pathLst>
                  <a:path w="65682" h="92590">
                    <a:moveTo>
                      <a:pt x="10641" y="41935"/>
                    </a:moveTo>
                    <a:lnTo>
                      <a:pt x="10641" y="8022"/>
                    </a:lnTo>
                    <a:lnTo>
                      <a:pt x="30743" y="8022"/>
                    </a:lnTo>
                    <a:cubicBezTo>
                      <a:pt x="37476" y="8022"/>
                      <a:pt x="42464" y="9418"/>
                      <a:pt x="45705" y="12209"/>
                    </a:cubicBezTo>
                    <a:cubicBezTo>
                      <a:pt x="48959" y="15000"/>
                      <a:pt x="50586" y="19267"/>
                      <a:pt x="50586" y="25008"/>
                    </a:cubicBezTo>
                    <a:cubicBezTo>
                      <a:pt x="50586" y="30803"/>
                      <a:pt x="48959" y="35069"/>
                      <a:pt x="45705" y="37808"/>
                    </a:cubicBezTo>
                    <a:cubicBezTo>
                      <a:pt x="42464" y="40559"/>
                      <a:pt x="37476" y="41935"/>
                      <a:pt x="30743" y="41935"/>
                    </a:cubicBezTo>
                    <a:lnTo>
                      <a:pt x="10641" y="41935"/>
                    </a:lnTo>
                    <a:close/>
                    <a:moveTo>
                      <a:pt x="10641" y="80015"/>
                    </a:moveTo>
                    <a:lnTo>
                      <a:pt x="10641" y="52115"/>
                    </a:lnTo>
                    <a:lnTo>
                      <a:pt x="29195" y="52115"/>
                    </a:lnTo>
                    <a:cubicBezTo>
                      <a:pt x="35307" y="52115"/>
                      <a:pt x="39858" y="53259"/>
                      <a:pt x="42847" y="55548"/>
                    </a:cubicBezTo>
                    <a:cubicBezTo>
                      <a:pt x="45850" y="57850"/>
                      <a:pt x="47352" y="61355"/>
                      <a:pt x="47352" y="66065"/>
                    </a:cubicBezTo>
                    <a:cubicBezTo>
                      <a:pt x="47352" y="70735"/>
                      <a:pt x="45850" y="74227"/>
                      <a:pt x="42847" y="76543"/>
                    </a:cubicBezTo>
                    <a:cubicBezTo>
                      <a:pt x="39858" y="78858"/>
                      <a:pt x="35307" y="80015"/>
                      <a:pt x="29195" y="80015"/>
                    </a:cubicBezTo>
                    <a:lnTo>
                      <a:pt x="10641" y="80015"/>
                    </a:lnTo>
                    <a:close/>
                    <a:moveTo>
                      <a:pt x="-1881" y="90314"/>
                    </a:moveTo>
                    <a:lnTo>
                      <a:pt x="30127" y="90314"/>
                    </a:lnTo>
                    <a:cubicBezTo>
                      <a:pt x="39679" y="90314"/>
                      <a:pt x="47034" y="88330"/>
                      <a:pt x="52194" y="84361"/>
                    </a:cubicBezTo>
                    <a:cubicBezTo>
                      <a:pt x="57366" y="80392"/>
                      <a:pt x="59953" y="74750"/>
                      <a:pt x="59953" y="67434"/>
                    </a:cubicBezTo>
                    <a:cubicBezTo>
                      <a:pt x="59953" y="61759"/>
                      <a:pt x="58630" y="57248"/>
                      <a:pt x="55984" y="53901"/>
                    </a:cubicBezTo>
                    <a:cubicBezTo>
                      <a:pt x="53338" y="50554"/>
                      <a:pt x="49449" y="48470"/>
                      <a:pt x="44316" y="47650"/>
                    </a:cubicBezTo>
                    <a:cubicBezTo>
                      <a:pt x="50481" y="46327"/>
                      <a:pt x="55270" y="43562"/>
                      <a:pt x="58683" y="39355"/>
                    </a:cubicBezTo>
                    <a:cubicBezTo>
                      <a:pt x="62096" y="35162"/>
                      <a:pt x="63802" y="29923"/>
                      <a:pt x="63802" y="23639"/>
                    </a:cubicBezTo>
                    <a:cubicBezTo>
                      <a:pt x="63802" y="15371"/>
                      <a:pt x="60991" y="8981"/>
                      <a:pt x="55369" y="4470"/>
                    </a:cubicBezTo>
                    <a:cubicBezTo>
                      <a:pt x="49746" y="-28"/>
                      <a:pt x="41743" y="-2277"/>
                      <a:pt x="31358" y="-2277"/>
                    </a:cubicBezTo>
                    <a:lnTo>
                      <a:pt x="-1881" y="-2277"/>
                    </a:lnTo>
                    <a:lnTo>
                      <a:pt x="-1881" y="90314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6ACD496C-D12D-6FCE-779B-7A9A69B0AC15}"/>
                  </a:ext>
                </a:extLst>
              </p:cNvPr>
              <p:cNvSpPr/>
              <p:nvPr/>
            </p:nvSpPr>
            <p:spPr>
              <a:xfrm flipV="1">
                <a:off x="6079481" y="1203919"/>
                <a:ext cx="40679" cy="71119"/>
              </a:xfrm>
              <a:custGeom>
                <a:avLst/>
                <a:gdLst>
                  <a:gd name="csX0" fmla="*/ 39482 w 40679"/>
                  <a:gd name="csY0" fmla="*/ 57062 h 71119"/>
                  <a:gd name="csX1" fmla="*/ 35295 w 40679"/>
                  <a:gd name="csY1" fmla="*/ 58689 h 71119"/>
                  <a:gd name="csX2" fmla="*/ 30314 w 40679"/>
                  <a:gd name="csY2" fmla="*/ 59225 h 71119"/>
                  <a:gd name="csX3" fmla="*/ 15451 w 40679"/>
                  <a:gd name="csY3" fmla="*/ 52935 h 71119"/>
                  <a:gd name="csX4" fmla="*/ 10272 w 40679"/>
                  <a:gd name="csY4" fmla="*/ 34857 h 71119"/>
                  <a:gd name="csX5" fmla="*/ 10272 w 40679"/>
                  <a:gd name="csY5" fmla="*/ -1735 h 71119"/>
                  <a:gd name="csX6" fmla="*/ -1198 w 40679"/>
                  <a:gd name="csY6" fmla="*/ -1735 h 71119"/>
                  <a:gd name="csX7" fmla="*/ -1198 w 40679"/>
                  <a:gd name="csY7" fmla="*/ 67718 h 71119"/>
                  <a:gd name="csX8" fmla="*/ 10272 w 40679"/>
                  <a:gd name="csY8" fmla="*/ 67718 h 71119"/>
                  <a:gd name="csX9" fmla="*/ 10272 w 40679"/>
                  <a:gd name="csY9" fmla="*/ 56923 h 71119"/>
                  <a:gd name="csX10" fmla="*/ 19638 w 40679"/>
                  <a:gd name="csY10" fmla="*/ 66309 h 71119"/>
                  <a:gd name="csX11" fmla="*/ 33668 w 40679"/>
                  <a:gd name="csY11" fmla="*/ 69385 h 71119"/>
                  <a:gd name="csX12" fmla="*/ 36267 w 40679"/>
                  <a:gd name="csY12" fmla="*/ 69226 h 71119"/>
                  <a:gd name="csX13" fmla="*/ 39422 w 40679"/>
                  <a:gd name="csY13" fmla="*/ 68770 h 71119"/>
                  <a:gd name="csX14" fmla="*/ 39482 w 40679"/>
                  <a:gd name="csY14" fmla="*/ 57062 h 7111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40679" h="71119">
                    <a:moveTo>
                      <a:pt x="39482" y="57062"/>
                    </a:moveTo>
                    <a:cubicBezTo>
                      <a:pt x="38199" y="57803"/>
                      <a:pt x="36803" y="58345"/>
                      <a:pt x="35295" y="58689"/>
                    </a:cubicBezTo>
                    <a:cubicBezTo>
                      <a:pt x="33787" y="59046"/>
                      <a:pt x="32127" y="59225"/>
                      <a:pt x="30314" y="59225"/>
                    </a:cubicBezTo>
                    <a:cubicBezTo>
                      <a:pt x="23858" y="59225"/>
                      <a:pt x="18904" y="57128"/>
                      <a:pt x="15451" y="52935"/>
                    </a:cubicBezTo>
                    <a:cubicBezTo>
                      <a:pt x="11998" y="48741"/>
                      <a:pt x="10272" y="42715"/>
                      <a:pt x="10272" y="34857"/>
                    </a:cubicBezTo>
                    <a:lnTo>
                      <a:pt x="10272" y="-1735"/>
                    </a:lnTo>
                    <a:lnTo>
                      <a:pt x="-1198" y="-1735"/>
                    </a:lnTo>
                    <a:lnTo>
                      <a:pt x="-1198" y="67718"/>
                    </a:lnTo>
                    <a:lnTo>
                      <a:pt x="10272" y="67718"/>
                    </a:lnTo>
                    <a:lnTo>
                      <a:pt x="10272" y="56923"/>
                    </a:lnTo>
                    <a:cubicBezTo>
                      <a:pt x="12680" y="61143"/>
                      <a:pt x="15802" y="64272"/>
                      <a:pt x="19638" y="66309"/>
                    </a:cubicBezTo>
                    <a:cubicBezTo>
                      <a:pt x="23488" y="68360"/>
                      <a:pt x="28164" y="69385"/>
                      <a:pt x="33668" y="69385"/>
                    </a:cubicBezTo>
                    <a:cubicBezTo>
                      <a:pt x="34448" y="69385"/>
                      <a:pt x="35315" y="69332"/>
                      <a:pt x="36267" y="69226"/>
                    </a:cubicBezTo>
                    <a:cubicBezTo>
                      <a:pt x="37220" y="69134"/>
                      <a:pt x="38272" y="68982"/>
                      <a:pt x="39422" y="68770"/>
                    </a:cubicBezTo>
                    <a:lnTo>
                      <a:pt x="39482" y="57062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A2BA2585-086C-0FCB-2C51-3F51E0A8E37D}"/>
                  </a:ext>
                </a:extLst>
              </p:cNvPr>
              <p:cNvSpPr/>
              <p:nvPr/>
            </p:nvSpPr>
            <p:spPr>
              <a:xfrm flipV="1">
                <a:off x="6124313" y="1203919"/>
                <a:ext cx="63757" cy="72925"/>
              </a:xfrm>
              <a:custGeom>
                <a:avLst/>
                <a:gdLst>
                  <a:gd name="csX0" fmla="*/ 30322 w 63757"/>
                  <a:gd name="csY0" fmla="*/ 61572 h 72925"/>
                  <a:gd name="csX1" fmla="*/ 15817 w 63757"/>
                  <a:gd name="csY1" fmla="*/ 54409 h 72925"/>
                  <a:gd name="csX2" fmla="*/ 10479 w 63757"/>
                  <a:gd name="csY2" fmla="*/ 34783 h 72925"/>
                  <a:gd name="csX3" fmla="*/ 15777 w 63757"/>
                  <a:gd name="csY3" fmla="*/ 15158 h 72925"/>
                  <a:gd name="csX4" fmla="*/ 30322 w 63757"/>
                  <a:gd name="csY4" fmla="*/ 7994 h 72925"/>
                  <a:gd name="csX5" fmla="*/ 44769 w 63757"/>
                  <a:gd name="csY5" fmla="*/ 15178 h 72925"/>
                  <a:gd name="csX6" fmla="*/ 50107 w 63757"/>
                  <a:gd name="csY6" fmla="*/ 34783 h 72925"/>
                  <a:gd name="csX7" fmla="*/ 44769 w 63757"/>
                  <a:gd name="csY7" fmla="*/ 54349 h 72925"/>
                  <a:gd name="csX8" fmla="*/ 30322 w 63757"/>
                  <a:gd name="csY8" fmla="*/ 61572 h 72925"/>
                  <a:gd name="csX9" fmla="*/ 30322 w 63757"/>
                  <a:gd name="csY9" fmla="*/ 71236 h 72925"/>
                  <a:gd name="csX10" fmla="*/ 53698 w 63757"/>
                  <a:gd name="csY10" fmla="*/ 61553 h 72925"/>
                  <a:gd name="csX11" fmla="*/ 62211 w 63757"/>
                  <a:gd name="csY11" fmla="*/ 34783 h 72925"/>
                  <a:gd name="csX12" fmla="*/ 53698 w 63757"/>
                  <a:gd name="csY12" fmla="*/ 8014 h 72925"/>
                  <a:gd name="csX13" fmla="*/ 30322 w 63757"/>
                  <a:gd name="csY13" fmla="*/ -1689 h 72925"/>
                  <a:gd name="csX14" fmla="*/ 6907 w 63757"/>
                  <a:gd name="csY14" fmla="*/ 8014 h 72925"/>
                  <a:gd name="csX15" fmla="*/ -1547 w 63757"/>
                  <a:gd name="csY15" fmla="*/ 34783 h 72925"/>
                  <a:gd name="csX16" fmla="*/ 6907 w 63757"/>
                  <a:gd name="csY16" fmla="*/ 61553 h 72925"/>
                  <a:gd name="csX17" fmla="*/ 30322 w 63757"/>
                  <a:gd name="csY17" fmla="*/ 71236 h 729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</a:cxnLst>
                <a:rect l="l" t="t" r="r" b="b"/>
                <a:pathLst>
                  <a:path w="63757" h="72925">
                    <a:moveTo>
                      <a:pt x="30322" y="61572"/>
                    </a:moveTo>
                    <a:cubicBezTo>
                      <a:pt x="24210" y="61572"/>
                      <a:pt x="19375" y="59185"/>
                      <a:pt x="15817" y="54409"/>
                    </a:cubicBezTo>
                    <a:cubicBezTo>
                      <a:pt x="12258" y="49633"/>
                      <a:pt x="10479" y="43091"/>
                      <a:pt x="10479" y="34783"/>
                    </a:cubicBezTo>
                    <a:cubicBezTo>
                      <a:pt x="10479" y="26475"/>
                      <a:pt x="12245" y="19934"/>
                      <a:pt x="15777" y="15158"/>
                    </a:cubicBezTo>
                    <a:cubicBezTo>
                      <a:pt x="19322" y="10382"/>
                      <a:pt x="24171" y="7994"/>
                      <a:pt x="30322" y="7994"/>
                    </a:cubicBezTo>
                    <a:cubicBezTo>
                      <a:pt x="36408" y="7994"/>
                      <a:pt x="41223" y="10389"/>
                      <a:pt x="44769" y="15178"/>
                    </a:cubicBezTo>
                    <a:cubicBezTo>
                      <a:pt x="48327" y="19980"/>
                      <a:pt x="50107" y="26515"/>
                      <a:pt x="50107" y="34783"/>
                    </a:cubicBezTo>
                    <a:cubicBezTo>
                      <a:pt x="50107" y="43012"/>
                      <a:pt x="48327" y="49534"/>
                      <a:pt x="44769" y="54349"/>
                    </a:cubicBezTo>
                    <a:cubicBezTo>
                      <a:pt x="41223" y="59165"/>
                      <a:pt x="36408" y="61572"/>
                      <a:pt x="30322" y="61572"/>
                    </a:cubicBezTo>
                    <a:close/>
                    <a:moveTo>
                      <a:pt x="30322" y="71236"/>
                    </a:moveTo>
                    <a:cubicBezTo>
                      <a:pt x="40244" y="71236"/>
                      <a:pt x="48036" y="68008"/>
                      <a:pt x="53698" y="61553"/>
                    </a:cubicBezTo>
                    <a:cubicBezTo>
                      <a:pt x="59374" y="55110"/>
                      <a:pt x="62211" y="46187"/>
                      <a:pt x="62211" y="34783"/>
                    </a:cubicBezTo>
                    <a:cubicBezTo>
                      <a:pt x="62211" y="23420"/>
                      <a:pt x="59374" y="14496"/>
                      <a:pt x="53698" y="8014"/>
                    </a:cubicBezTo>
                    <a:cubicBezTo>
                      <a:pt x="48036" y="1545"/>
                      <a:pt x="40244" y="-1689"/>
                      <a:pt x="30322" y="-1689"/>
                    </a:cubicBezTo>
                    <a:cubicBezTo>
                      <a:pt x="20361" y="-1689"/>
                      <a:pt x="12556" y="1545"/>
                      <a:pt x="6907" y="8014"/>
                    </a:cubicBezTo>
                    <a:cubicBezTo>
                      <a:pt x="1271" y="14496"/>
                      <a:pt x="-1547" y="23420"/>
                      <a:pt x="-1547" y="34783"/>
                    </a:cubicBezTo>
                    <a:cubicBezTo>
                      <a:pt x="-1547" y="46187"/>
                      <a:pt x="1271" y="55110"/>
                      <a:pt x="6907" y="61553"/>
                    </a:cubicBezTo>
                    <a:cubicBezTo>
                      <a:pt x="12556" y="68008"/>
                      <a:pt x="20361" y="71236"/>
                      <a:pt x="30322" y="71236"/>
                    </a:cubicBez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D2B9C48F-0B9B-09FD-13B1-AA60511EED36}"/>
                  </a:ext>
                </a:extLst>
              </p:cNvPr>
              <p:cNvSpPr/>
              <p:nvPr/>
            </p:nvSpPr>
            <p:spPr>
              <a:xfrm flipV="1">
                <a:off x="6206538" y="1203919"/>
                <a:ext cx="58181" cy="71119"/>
              </a:xfrm>
              <a:custGeom>
                <a:avLst/>
                <a:gdLst>
                  <a:gd name="csX0" fmla="*/ 56554 w 58181"/>
                  <a:gd name="csY0" fmla="*/ 40195 h 71119"/>
                  <a:gd name="csX1" fmla="*/ 56554 w 58181"/>
                  <a:gd name="csY1" fmla="*/ -1735 h 71119"/>
                  <a:gd name="csX2" fmla="*/ 45144 w 58181"/>
                  <a:gd name="csY2" fmla="*/ -1735 h 71119"/>
                  <a:gd name="csX3" fmla="*/ 45144 w 58181"/>
                  <a:gd name="csY3" fmla="*/ 39818 h 71119"/>
                  <a:gd name="csX4" fmla="*/ 41294 w 58181"/>
                  <a:gd name="csY4" fmla="*/ 54562 h 71119"/>
                  <a:gd name="csX5" fmla="*/ 29765 w 58181"/>
                  <a:gd name="csY5" fmla="*/ 59463 h 71119"/>
                  <a:gd name="csX6" fmla="*/ 15180 w 58181"/>
                  <a:gd name="csY6" fmla="*/ 53570 h 71119"/>
                  <a:gd name="csX7" fmla="*/ 9842 w 58181"/>
                  <a:gd name="csY7" fmla="*/ 37516 h 71119"/>
                  <a:gd name="csX8" fmla="*/ 9842 w 58181"/>
                  <a:gd name="csY8" fmla="*/ -1735 h 71119"/>
                  <a:gd name="csX9" fmla="*/ -1628 w 58181"/>
                  <a:gd name="csY9" fmla="*/ -1735 h 71119"/>
                  <a:gd name="csX10" fmla="*/ -1628 w 58181"/>
                  <a:gd name="csY10" fmla="*/ 67718 h 71119"/>
                  <a:gd name="csX11" fmla="*/ 9842 w 58181"/>
                  <a:gd name="csY11" fmla="*/ 67718 h 71119"/>
                  <a:gd name="csX12" fmla="*/ 9842 w 58181"/>
                  <a:gd name="csY12" fmla="*/ 56923 h 71119"/>
                  <a:gd name="csX13" fmla="*/ 19486 w 58181"/>
                  <a:gd name="csY13" fmla="*/ 66289 h 71119"/>
                  <a:gd name="csX14" fmla="*/ 32305 w 58181"/>
                  <a:gd name="csY14" fmla="*/ 69385 h 71119"/>
                  <a:gd name="csX15" fmla="*/ 50402 w 58181"/>
                  <a:gd name="csY15" fmla="*/ 61983 h 71119"/>
                  <a:gd name="csX16" fmla="*/ 56554 w 58181"/>
                  <a:gd name="csY16" fmla="*/ 40195 h 7111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58181" h="71119">
                    <a:moveTo>
                      <a:pt x="56554" y="40195"/>
                    </a:moveTo>
                    <a:lnTo>
                      <a:pt x="56554" y="-1735"/>
                    </a:lnTo>
                    <a:lnTo>
                      <a:pt x="45144" y="-1735"/>
                    </a:lnTo>
                    <a:lnTo>
                      <a:pt x="45144" y="39818"/>
                    </a:lnTo>
                    <a:cubicBezTo>
                      <a:pt x="45144" y="46393"/>
                      <a:pt x="43860" y="51307"/>
                      <a:pt x="41294" y="54562"/>
                    </a:cubicBezTo>
                    <a:cubicBezTo>
                      <a:pt x="38728" y="57829"/>
                      <a:pt x="34884" y="59463"/>
                      <a:pt x="29765" y="59463"/>
                    </a:cubicBezTo>
                    <a:cubicBezTo>
                      <a:pt x="23600" y="59463"/>
                      <a:pt x="18738" y="57499"/>
                      <a:pt x="15180" y="53570"/>
                    </a:cubicBezTo>
                    <a:cubicBezTo>
                      <a:pt x="11621" y="49654"/>
                      <a:pt x="9842" y="44303"/>
                      <a:pt x="9842" y="37516"/>
                    </a:cubicBezTo>
                    <a:lnTo>
                      <a:pt x="9842" y="-1735"/>
                    </a:lnTo>
                    <a:lnTo>
                      <a:pt x="-1628" y="-1735"/>
                    </a:lnTo>
                    <a:lnTo>
                      <a:pt x="-1628" y="67718"/>
                    </a:lnTo>
                    <a:lnTo>
                      <a:pt x="9842" y="67718"/>
                    </a:lnTo>
                    <a:lnTo>
                      <a:pt x="9842" y="56923"/>
                    </a:lnTo>
                    <a:cubicBezTo>
                      <a:pt x="12580" y="61104"/>
                      <a:pt x="15795" y="64226"/>
                      <a:pt x="19486" y="66289"/>
                    </a:cubicBezTo>
                    <a:cubicBezTo>
                      <a:pt x="23190" y="68353"/>
                      <a:pt x="27463" y="69385"/>
                      <a:pt x="32305" y="69385"/>
                    </a:cubicBezTo>
                    <a:cubicBezTo>
                      <a:pt x="40282" y="69385"/>
                      <a:pt x="46314" y="66918"/>
                      <a:pt x="50402" y="61983"/>
                    </a:cubicBezTo>
                    <a:cubicBezTo>
                      <a:pt x="54503" y="57049"/>
                      <a:pt x="56554" y="49786"/>
                      <a:pt x="56554" y="40195"/>
                    </a:cubicBez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39B67EC6-2C2E-800E-40B4-11840F3B5CDA}"/>
                  </a:ext>
                </a:extLst>
              </p:cNvPr>
              <p:cNvSpPr/>
              <p:nvPr/>
            </p:nvSpPr>
            <p:spPr>
              <a:xfrm flipV="1">
                <a:off x="6280957" y="1205586"/>
                <a:ext cx="55741" cy="69453"/>
              </a:xfrm>
              <a:custGeom>
                <a:avLst/>
                <a:gdLst>
                  <a:gd name="csX0" fmla="*/ 293 w 55741"/>
                  <a:gd name="csY0" fmla="*/ 67760 h 69453"/>
                  <a:gd name="csX1" fmla="*/ 54486 w 55741"/>
                  <a:gd name="csY1" fmla="*/ 67760 h 69453"/>
                  <a:gd name="csX2" fmla="*/ 54486 w 55741"/>
                  <a:gd name="csY2" fmla="*/ 57342 h 69453"/>
                  <a:gd name="csX3" fmla="*/ 11584 w 55741"/>
                  <a:gd name="csY3" fmla="*/ 7415 h 69453"/>
                  <a:gd name="csX4" fmla="*/ 54486 w 55741"/>
                  <a:gd name="csY4" fmla="*/ 7415 h 69453"/>
                  <a:gd name="csX5" fmla="*/ 54486 w 55741"/>
                  <a:gd name="csY5" fmla="*/ -1693 h 69453"/>
                  <a:gd name="csX6" fmla="*/ -1255 w 55741"/>
                  <a:gd name="csY6" fmla="*/ -1693 h 69453"/>
                  <a:gd name="csX7" fmla="*/ -1255 w 55741"/>
                  <a:gd name="csY7" fmla="*/ 8725 h 69453"/>
                  <a:gd name="csX8" fmla="*/ 41667 w 55741"/>
                  <a:gd name="csY8" fmla="*/ 58652 h 69453"/>
                  <a:gd name="csX9" fmla="*/ 293 w 55741"/>
                  <a:gd name="csY9" fmla="*/ 58652 h 69453"/>
                  <a:gd name="csX10" fmla="*/ 293 w 55741"/>
                  <a:gd name="csY10" fmla="*/ 67760 h 6945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55741" h="69453">
                    <a:moveTo>
                      <a:pt x="293" y="67760"/>
                    </a:moveTo>
                    <a:lnTo>
                      <a:pt x="54486" y="67760"/>
                    </a:lnTo>
                    <a:lnTo>
                      <a:pt x="54486" y="57342"/>
                    </a:lnTo>
                    <a:lnTo>
                      <a:pt x="11584" y="7415"/>
                    </a:lnTo>
                    <a:lnTo>
                      <a:pt x="54486" y="7415"/>
                    </a:lnTo>
                    <a:lnTo>
                      <a:pt x="54486" y="-1693"/>
                    </a:lnTo>
                    <a:lnTo>
                      <a:pt x="-1255" y="-1693"/>
                    </a:lnTo>
                    <a:lnTo>
                      <a:pt x="-1255" y="8725"/>
                    </a:lnTo>
                    <a:lnTo>
                      <a:pt x="41667" y="58652"/>
                    </a:lnTo>
                    <a:lnTo>
                      <a:pt x="293" y="58652"/>
                    </a:lnTo>
                    <a:lnTo>
                      <a:pt x="293" y="67760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A80386CA-E0CD-7875-A93E-CA5FF74CC9B3}"/>
                  </a:ext>
                </a:extLst>
              </p:cNvPr>
              <p:cNvSpPr/>
              <p:nvPr/>
            </p:nvSpPr>
            <p:spPr>
              <a:xfrm flipV="1">
                <a:off x="6349168" y="1203919"/>
                <a:ext cx="64373" cy="72925"/>
              </a:xfrm>
              <a:custGeom>
                <a:avLst/>
                <a:gdLst>
                  <a:gd name="csX0" fmla="*/ 62829 w 64373"/>
                  <a:gd name="csY0" fmla="*/ 37700 h 72925"/>
                  <a:gd name="csX1" fmla="*/ 62829 w 64373"/>
                  <a:gd name="csY1" fmla="*/ 32124 h 72925"/>
                  <a:gd name="csX2" fmla="*/ 10362 w 64373"/>
                  <a:gd name="csY2" fmla="*/ 32124 h 72925"/>
                  <a:gd name="csX3" fmla="*/ 17466 w 64373"/>
                  <a:gd name="csY3" fmla="*/ 14166 h 72925"/>
                  <a:gd name="csX4" fmla="*/ 35166 w 64373"/>
                  <a:gd name="csY4" fmla="*/ 7994 h 72925"/>
                  <a:gd name="csX5" fmla="*/ 47906 w 64373"/>
                  <a:gd name="csY5" fmla="*/ 9602 h 72925"/>
                  <a:gd name="csX6" fmla="*/ 60170 w 64373"/>
                  <a:gd name="csY6" fmla="*/ 14444 h 72925"/>
                  <a:gd name="csX7" fmla="*/ 60170 w 64373"/>
                  <a:gd name="csY7" fmla="*/ 3649 h 72925"/>
                  <a:gd name="csX8" fmla="*/ 47569 w 64373"/>
                  <a:gd name="csY8" fmla="*/ -320 h 72925"/>
                  <a:gd name="csX9" fmla="*/ 34492 w 64373"/>
                  <a:gd name="csY9" fmla="*/ -1689 h 72925"/>
                  <a:gd name="csX10" fmla="*/ 8159 w 64373"/>
                  <a:gd name="csY10" fmla="*/ 7974 h 72925"/>
                  <a:gd name="csX11" fmla="*/ -1545 w 64373"/>
                  <a:gd name="csY11" fmla="*/ 34168 h 72925"/>
                  <a:gd name="csX12" fmla="*/ 7663 w 64373"/>
                  <a:gd name="csY12" fmla="*/ 61215 h 72925"/>
                  <a:gd name="csX13" fmla="*/ 32507 w 64373"/>
                  <a:gd name="csY13" fmla="*/ 71236 h 72925"/>
                  <a:gd name="csX14" fmla="*/ 54673 w 64373"/>
                  <a:gd name="csY14" fmla="*/ 62207 h 72925"/>
                  <a:gd name="csX15" fmla="*/ 62829 w 64373"/>
                  <a:gd name="csY15" fmla="*/ 37700 h 72925"/>
                  <a:gd name="csX16" fmla="*/ 51418 w 64373"/>
                  <a:gd name="csY16" fmla="*/ 41054 h 72925"/>
                  <a:gd name="csX17" fmla="*/ 46180 w 64373"/>
                  <a:gd name="csY17" fmla="*/ 55977 h 72925"/>
                  <a:gd name="csX18" fmla="*/ 32626 w 64373"/>
                  <a:gd name="csY18" fmla="*/ 61572 h 72925"/>
                  <a:gd name="csX19" fmla="*/ 17347 w 64373"/>
                  <a:gd name="csY19" fmla="*/ 56175 h 72925"/>
                  <a:gd name="csX20" fmla="*/ 10739 w 64373"/>
                  <a:gd name="csY20" fmla="*/ 40975 h 72925"/>
                  <a:gd name="csX21" fmla="*/ 51418 w 64373"/>
                  <a:gd name="csY21" fmla="*/ 41054 h 729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</a:cxnLst>
                <a:rect l="l" t="t" r="r" b="b"/>
                <a:pathLst>
                  <a:path w="64373" h="72925">
                    <a:moveTo>
                      <a:pt x="62829" y="37700"/>
                    </a:moveTo>
                    <a:lnTo>
                      <a:pt x="62829" y="32124"/>
                    </a:lnTo>
                    <a:lnTo>
                      <a:pt x="10362" y="32124"/>
                    </a:lnTo>
                    <a:cubicBezTo>
                      <a:pt x="10864" y="24266"/>
                      <a:pt x="13232" y="18280"/>
                      <a:pt x="17466" y="14166"/>
                    </a:cubicBezTo>
                    <a:cubicBezTo>
                      <a:pt x="21699" y="10051"/>
                      <a:pt x="27599" y="7994"/>
                      <a:pt x="35166" y="7994"/>
                    </a:cubicBezTo>
                    <a:cubicBezTo>
                      <a:pt x="39545" y="7994"/>
                      <a:pt x="43792" y="8530"/>
                      <a:pt x="47906" y="9602"/>
                    </a:cubicBezTo>
                    <a:cubicBezTo>
                      <a:pt x="52020" y="10673"/>
                      <a:pt x="56108" y="12287"/>
                      <a:pt x="60170" y="14444"/>
                    </a:cubicBezTo>
                    <a:lnTo>
                      <a:pt x="60170" y="3649"/>
                    </a:lnTo>
                    <a:cubicBezTo>
                      <a:pt x="56068" y="1916"/>
                      <a:pt x="51868" y="593"/>
                      <a:pt x="47569" y="-320"/>
                    </a:cubicBezTo>
                    <a:cubicBezTo>
                      <a:pt x="43269" y="-1233"/>
                      <a:pt x="38910" y="-1689"/>
                      <a:pt x="34492" y="-1689"/>
                    </a:cubicBezTo>
                    <a:cubicBezTo>
                      <a:pt x="23406" y="-1689"/>
                      <a:pt x="14628" y="1532"/>
                      <a:pt x="8159" y="7974"/>
                    </a:cubicBezTo>
                    <a:cubicBezTo>
                      <a:pt x="1690" y="14430"/>
                      <a:pt x="-1545" y="23162"/>
                      <a:pt x="-1545" y="34168"/>
                    </a:cubicBezTo>
                    <a:cubicBezTo>
                      <a:pt x="-1545" y="45532"/>
                      <a:pt x="1525" y="54548"/>
                      <a:pt x="7663" y="61215"/>
                    </a:cubicBezTo>
                    <a:cubicBezTo>
                      <a:pt x="13801" y="67896"/>
                      <a:pt x="22083" y="71236"/>
                      <a:pt x="32507" y="71236"/>
                    </a:cubicBezTo>
                    <a:cubicBezTo>
                      <a:pt x="41847" y="71236"/>
                      <a:pt x="49236" y="68227"/>
                      <a:pt x="54673" y="62207"/>
                    </a:cubicBezTo>
                    <a:cubicBezTo>
                      <a:pt x="60110" y="56201"/>
                      <a:pt x="62829" y="48032"/>
                      <a:pt x="62829" y="37700"/>
                    </a:cubicBezTo>
                    <a:close/>
                    <a:moveTo>
                      <a:pt x="51418" y="41054"/>
                    </a:moveTo>
                    <a:cubicBezTo>
                      <a:pt x="51339" y="47285"/>
                      <a:pt x="49593" y="52259"/>
                      <a:pt x="46180" y="55977"/>
                    </a:cubicBezTo>
                    <a:cubicBezTo>
                      <a:pt x="42767" y="59707"/>
                      <a:pt x="38249" y="61572"/>
                      <a:pt x="32626" y="61572"/>
                    </a:cubicBezTo>
                    <a:cubicBezTo>
                      <a:pt x="26263" y="61572"/>
                      <a:pt x="21170" y="59773"/>
                      <a:pt x="17347" y="56175"/>
                    </a:cubicBezTo>
                    <a:cubicBezTo>
                      <a:pt x="13523" y="52577"/>
                      <a:pt x="11321" y="47510"/>
                      <a:pt x="10739" y="40975"/>
                    </a:cubicBezTo>
                    <a:lnTo>
                      <a:pt x="51418" y="41054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94164DB3-6230-BC4D-B47F-474C58DA3BA7}"/>
                </a:ext>
              </a:extLst>
            </p:cNvPr>
            <p:cNvSpPr/>
            <p:nvPr/>
          </p:nvSpPr>
          <p:spPr>
            <a:xfrm>
              <a:off x="5625225" y="1417001"/>
              <a:ext cx="254000" cy="12700"/>
            </a:xfrm>
            <a:custGeom>
              <a:avLst/>
              <a:gdLst>
                <a:gd name="csX0" fmla="*/ 0 w 254000"/>
                <a:gd name="csY0" fmla="*/ 0 h 12700"/>
                <a:gd name="csX1" fmla="*/ 127000 w 254000"/>
                <a:gd name="csY1" fmla="*/ 0 h 12700"/>
                <a:gd name="csX2" fmla="*/ 254000 w 254000"/>
                <a:gd name="csY2" fmla="*/ 0 h 127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000" h="12700">
                  <a:moveTo>
                    <a:pt x="0" y="0"/>
                  </a:moveTo>
                  <a:lnTo>
                    <a:pt x="127000" y="0"/>
                  </a:lnTo>
                  <a:lnTo>
                    <a:pt x="254000" y="0"/>
                  </a:lnTo>
                </a:path>
              </a:pathLst>
            </a:custGeom>
            <a:noFill/>
            <a:ln w="19050" cap="sq">
              <a:solidFill>
                <a:srgbClr val="FEFFB3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305" name="Graphic 7">
              <a:extLst>
                <a:ext uri="{FF2B5EF4-FFF2-40B4-BE49-F238E27FC236}">
                  <a16:creationId xmlns:a16="http://schemas.microsoft.com/office/drawing/2014/main" id="{7526B074-D245-6C53-54D0-7063E7CB07B0}"/>
                </a:ext>
              </a:extLst>
            </p:cNvPr>
            <p:cNvGrpSpPr/>
            <p:nvPr/>
          </p:nvGrpSpPr>
          <p:grpSpPr>
            <a:xfrm>
              <a:off x="5987949" y="1364951"/>
              <a:ext cx="273350" cy="98305"/>
              <a:chOff x="5987949" y="1364951"/>
              <a:chExt cx="273350" cy="98305"/>
            </a:xfrm>
            <a:solidFill>
              <a:srgbClr val="FFFFFF"/>
            </a:solidFill>
          </p:grpSpPr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338CD18C-AD44-3A3B-DAFB-3D0AD7058C07}"/>
                  </a:ext>
                </a:extLst>
              </p:cNvPr>
              <p:cNvSpPr/>
              <p:nvPr/>
            </p:nvSpPr>
            <p:spPr>
              <a:xfrm flipV="1">
                <a:off x="5987949" y="1367193"/>
                <a:ext cx="80863" cy="96063"/>
              </a:xfrm>
              <a:custGeom>
                <a:avLst/>
                <a:gdLst>
                  <a:gd name="csX0" fmla="*/ 66467 w 80863"/>
                  <a:gd name="csY0" fmla="*/ 12763 h 96063"/>
                  <a:gd name="csX1" fmla="*/ 66467 w 80863"/>
                  <a:gd name="csY1" fmla="*/ 37627 h 96063"/>
                  <a:gd name="csX2" fmla="*/ 46008 w 80863"/>
                  <a:gd name="csY2" fmla="*/ 37627 h 96063"/>
                  <a:gd name="csX3" fmla="*/ 46008 w 80863"/>
                  <a:gd name="csY3" fmla="*/ 47926 h 96063"/>
                  <a:gd name="csX4" fmla="*/ 78869 w 80863"/>
                  <a:gd name="csY4" fmla="*/ 47926 h 96063"/>
                  <a:gd name="csX5" fmla="*/ 78869 w 80863"/>
                  <a:gd name="csY5" fmla="*/ 8159 h 96063"/>
                  <a:gd name="csX6" fmla="*/ 62875 w 80863"/>
                  <a:gd name="csY6" fmla="*/ 381 h 96063"/>
                  <a:gd name="csX7" fmla="*/ 44222 w 80863"/>
                  <a:gd name="csY7" fmla="*/ -2259 h 96063"/>
                  <a:gd name="csX8" fmla="*/ 10250 w 80863"/>
                  <a:gd name="csY8" fmla="*/ 10421 h 96063"/>
                  <a:gd name="csX9" fmla="*/ -1994 w 80863"/>
                  <a:gd name="csY9" fmla="*/ 45743 h 96063"/>
                  <a:gd name="csX10" fmla="*/ 10250 w 80863"/>
                  <a:gd name="csY10" fmla="*/ 81125 h 96063"/>
                  <a:gd name="csX11" fmla="*/ 44222 w 80863"/>
                  <a:gd name="csY11" fmla="*/ 93805 h 96063"/>
                  <a:gd name="csX12" fmla="*/ 61427 w 80863"/>
                  <a:gd name="csY12" fmla="*/ 91563 h 96063"/>
                  <a:gd name="csX13" fmla="*/ 76468 w 80863"/>
                  <a:gd name="csY13" fmla="*/ 84994 h 96063"/>
                  <a:gd name="csX14" fmla="*/ 76468 w 80863"/>
                  <a:gd name="csY14" fmla="*/ 71659 h 96063"/>
                  <a:gd name="csX15" fmla="*/ 61705 w 80863"/>
                  <a:gd name="csY15" fmla="*/ 80529 h 96063"/>
                  <a:gd name="csX16" fmla="*/ 45274 w 80863"/>
                  <a:gd name="csY16" fmla="*/ 83506 h 96063"/>
                  <a:gd name="csX17" fmla="*/ 19735 w 80863"/>
                  <a:gd name="csY17" fmla="*/ 74021 h 96063"/>
                  <a:gd name="csX18" fmla="*/ 11222 w 80863"/>
                  <a:gd name="csY18" fmla="*/ 45743 h 96063"/>
                  <a:gd name="csX19" fmla="*/ 19735 w 80863"/>
                  <a:gd name="csY19" fmla="*/ 17526 h 96063"/>
                  <a:gd name="csX20" fmla="*/ 45274 w 80863"/>
                  <a:gd name="csY20" fmla="*/ 8040 h 96063"/>
                  <a:gd name="csX21" fmla="*/ 57101 w 80863"/>
                  <a:gd name="csY21" fmla="*/ 9191 h 96063"/>
                  <a:gd name="csX22" fmla="*/ 66467 w 80863"/>
                  <a:gd name="csY22" fmla="*/ 12763 h 9606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</a:cxnLst>
                <a:rect l="l" t="t" r="r" b="b"/>
                <a:pathLst>
                  <a:path w="80863" h="96063">
                    <a:moveTo>
                      <a:pt x="66467" y="12763"/>
                    </a:moveTo>
                    <a:lnTo>
                      <a:pt x="66467" y="37627"/>
                    </a:lnTo>
                    <a:lnTo>
                      <a:pt x="46008" y="37627"/>
                    </a:lnTo>
                    <a:lnTo>
                      <a:pt x="46008" y="47926"/>
                    </a:lnTo>
                    <a:lnTo>
                      <a:pt x="78869" y="47926"/>
                    </a:lnTo>
                    <a:lnTo>
                      <a:pt x="78869" y="8159"/>
                    </a:lnTo>
                    <a:cubicBezTo>
                      <a:pt x="74041" y="4733"/>
                      <a:pt x="68709" y="2140"/>
                      <a:pt x="62875" y="381"/>
                    </a:cubicBezTo>
                    <a:cubicBezTo>
                      <a:pt x="57055" y="-1379"/>
                      <a:pt x="50837" y="-2259"/>
                      <a:pt x="44222" y="-2259"/>
                    </a:cubicBezTo>
                    <a:cubicBezTo>
                      <a:pt x="29750" y="-2259"/>
                      <a:pt x="18425" y="1968"/>
                      <a:pt x="10250" y="10421"/>
                    </a:cubicBezTo>
                    <a:cubicBezTo>
                      <a:pt x="2087" y="18888"/>
                      <a:pt x="-1994" y="30662"/>
                      <a:pt x="-1994" y="45743"/>
                    </a:cubicBezTo>
                    <a:cubicBezTo>
                      <a:pt x="-1994" y="60878"/>
                      <a:pt x="2087" y="72671"/>
                      <a:pt x="10250" y="81125"/>
                    </a:cubicBezTo>
                    <a:cubicBezTo>
                      <a:pt x="18425" y="89578"/>
                      <a:pt x="29750" y="93805"/>
                      <a:pt x="44222" y="93805"/>
                    </a:cubicBezTo>
                    <a:cubicBezTo>
                      <a:pt x="50255" y="93805"/>
                      <a:pt x="55990" y="93057"/>
                      <a:pt x="61427" y="91563"/>
                    </a:cubicBezTo>
                    <a:cubicBezTo>
                      <a:pt x="66864" y="90081"/>
                      <a:pt x="71878" y="87891"/>
                      <a:pt x="76468" y="84994"/>
                    </a:cubicBezTo>
                    <a:lnTo>
                      <a:pt x="76468" y="71659"/>
                    </a:lnTo>
                    <a:cubicBezTo>
                      <a:pt x="71838" y="75588"/>
                      <a:pt x="66917" y="78545"/>
                      <a:pt x="61705" y="80529"/>
                    </a:cubicBezTo>
                    <a:cubicBezTo>
                      <a:pt x="56492" y="82514"/>
                      <a:pt x="51015" y="83506"/>
                      <a:pt x="45274" y="83506"/>
                    </a:cubicBezTo>
                    <a:cubicBezTo>
                      <a:pt x="33937" y="83506"/>
                      <a:pt x="25424" y="80344"/>
                      <a:pt x="19735" y="74021"/>
                    </a:cubicBezTo>
                    <a:cubicBezTo>
                      <a:pt x="14060" y="67697"/>
                      <a:pt x="11222" y="58271"/>
                      <a:pt x="11222" y="45743"/>
                    </a:cubicBezTo>
                    <a:cubicBezTo>
                      <a:pt x="11222" y="33255"/>
                      <a:pt x="14060" y="23849"/>
                      <a:pt x="19735" y="17526"/>
                    </a:cubicBezTo>
                    <a:cubicBezTo>
                      <a:pt x="25424" y="11202"/>
                      <a:pt x="33937" y="8040"/>
                      <a:pt x="45274" y="8040"/>
                    </a:cubicBezTo>
                    <a:cubicBezTo>
                      <a:pt x="49693" y="8040"/>
                      <a:pt x="53635" y="8424"/>
                      <a:pt x="57101" y="9191"/>
                    </a:cubicBezTo>
                    <a:cubicBezTo>
                      <a:pt x="60580" y="9958"/>
                      <a:pt x="63702" y="11149"/>
                      <a:pt x="66467" y="12763"/>
                    </a:cubicBez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25944342-783C-0596-08D8-DF6A2F9946C8}"/>
                  </a:ext>
                </a:extLst>
              </p:cNvPr>
              <p:cNvSpPr/>
              <p:nvPr/>
            </p:nvSpPr>
            <p:spPr>
              <a:xfrm flipV="1">
                <a:off x="6086243" y="1390331"/>
                <a:ext cx="63757" cy="72925"/>
              </a:xfrm>
              <a:custGeom>
                <a:avLst/>
                <a:gdLst>
                  <a:gd name="csX0" fmla="*/ 30319 w 63757"/>
                  <a:gd name="csY0" fmla="*/ 61587 h 72925"/>
                  <a:gd name="csX1" fmla="*/ 15814 w 63757"/>
                  <a:gd name="csY1" fmla="*/ 54424 h 72925"/>
                  <a:gd name="csX2" fmla="*/ 10476 w 63757"/>
                  <a:gd name="csY2" fmla="*/ 34798 h 72925"/>
                  <a:gd name="csX3" fmla="*/ 15774 w 63757"/>
                  <a:gd name="csY3" fmla="*/ 15173 h 72925"/>
                  <a:gd name="csX4" fmla="*/ 30319 w 63757"/>
                  <a:gd name="csY4" fmla="*/ 8009 h 72925"/>
                  <a:gd name="csX5" fmla="*/ 44766 w 63757"/>
                  <a:gd name="csY5" fmla="*/ 15192 h 72925"/>
                  <a:gd name="csX6" fmla="*/ 50104 w 63757"/>
                  <a:gd name="csY6" fmla="*/ 34798 h 72925"/>
                  <a:gd name="csX7" fmla="*/ 44766 w 63757"/>
                  <a:gd name="csY7" fmla="*/ 54364 h 72925"/>
                  <a:gd name="csX8" fmla="*/ 30319 w 63757"/>
                  <a:gd name="csY8" fmla="*/ 61587 h 72925"/>
                  <a:gd name="csX9" fmla="*/ 30319 w 63757"/>
                  <a:gd name="csY9" fmla="*/ 71251 h 72925"/>
                  <a:gd name="csX10" fmla="*/ 53695 w 63757"/>
                  <a:gd name="csY10" fmla="*/ 61567 h 72925"/>
                  <a:gd name="csX11" fmla="*/ 62208 w 63757"/>
                  <a:gd name="csY11" fmla="*/ 34798 h 72925"/>
                  <a:gd name="csX12" fmla="*/ 53695 w 63757"/>
                  <a:gd name="csY12" fmla="*/ 8029 h 72925"/>
                  <a:gd name="csX13" fmla="*/ 30319 w 63757"/>
                  <a:gd name="csY13" fmla="*/ -1675 h 72925"/>
                  <a:gd name="csX14" fmla="*/ 6904 w 63757"/>
                  <a:gd name="csY14" fmla="*/ 8029 h 72925"/>
                  <a:gd name="csX15" fmla="*/ -1550 w 63757"/>
                  <a:gd name="csY15" fmla="*/ 34798 h 72925"/>
                  <a:gd name="csX16" fmla="*/ 6904 w 63757"/>
                  <a:gd name="csY16" fmla="*/ 61567 h 72925"/>
                  <a:gd name="csX17" fmla="*/ 30319 w 63757"/>
                  <a:gd name="csY17" fmla="*/ 71251 h 729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</a:cxnLst>
                <a:rect l="l" t="t" r="r" b="b"/>
                <a:pathLst>
                  <a:path w="63757" h="72925">
                    <a:moveTo>
                      <a:pt x="30319" y="61587"/>
                    </a:moveTo>
                    <a:cubicBezTo>
                      <a:pt x="24207" y="61587"/>
                      <a:pt x="19372" y="59199"/>
                      <a:pt x="15814" y="54424"/>
                    </a:cubicBezTo>
                    <a:cubicBezTo>
                      <a:pt x="12255" y="49648"/>
                      <a:pt x="10476" y="43106"/>
                      <a:pt x="10476" y="34798"/>
                    </a:cubicBezTo>
                    <a:cubicBezTo>
                      <a:pt x="10476" y="26490"/>
                      <a:pt x="12242" y="19948"/>
                      <a:pt x="15774" y="15173"/>
                    </a:cubicBezTo>
                    <a:cubicBezTo>
                      <a:pt x="19319" y="10397"/>
                      <a:pt x="24168" y="8009"/>
                      <a:pt x="30319" y="8009"/>
                    </a:cubicBezTo>
                    <a:cubicBezTo>
                      <a:pt x="36405" y="8009"/>
                      <a:pt x="41220" y="10403"/>
                      <a:pt x="44766" y="15192"/>
                    </a:cubicBezTo>
                    <a:cubicBezTo>
                      <a:pt x="48324" y="19995"/>
                      <a:pt x="50104" y="26530"/>
                      <a:pt x="50104" y="34798"/>
                    </a:cubicBezTo>
                    <a:cubicBezTo>
                      <a:pt x="50104" y="43027"/>
                      <a:pt x="48324" y="49549"/>
                      <a:pt x="44766" y="54364"/>
                    </a:cubicBezTo>
                    <a:cubicBezTo>
                      <a:pt x="41220" y="59179"/>
                      <a:pt x="36405" y="61587"/>
                      <a:pt x="30319" y="61587"/>
                    </a:cubicBezTo>
                    <a:close/>
                    <a:moveTo>
                      <a:pt x="30319" y="71251"/>
                    </a:moveTo>
                    <a:cubicBezTo>
                      <a:pt x="40241" y="71251"/>
                      <a:pt x="48033" y="68023"/>
                      <a:pt x="53695" y="61567"/>
                    </a:cubicBezTo>
                    <a:cubicBezTo>
                      <a:pt x="59371" y="55125"/>
                      <a:pt x="62208" y="46202"/>
                      <a:pt x="62208" y="34798"/>
                    </a:cubicBezTo>
                    <a:cubicBezTo>
                      <a:pt x="62208" y="23434"/>
                      <a:pt x="59371" y="14511"/>
                      <a:pt x="53695" y="8029"/>
                    </a:cubicBezTo>
                    <a:cubicBezTo>
                      <a:pt x="48033" y="1560"/>
                      <a:pt x="40241" y="-1675"/>
                      <a:pt x="30319" y="-1675"/>
                    </a:cubicBezTo>
                    <a:cubicBezTo>
                      <a:pt x="20358" y="-1675"/>
                      <a:pt x="12553" y="1560"/>
                      <a:pt x="6904" y="8029"/>
                    </a:cubicBezTo>
                    <a:cubicBezTo>
                      <a:pt x="1268" y="14511"/>
                      <a:pt x="-1550" y="23434"/>
                      <a:pt x="-1550" y="34798"/>
                    </a:cubicBezTo>
                    <a:cubicBezTo>
                      <a:pt x="-1550" y="46202"/>
                      <a:pt x="1268" y="55125"/>
                      <a:pt x="6904" y="61567"/>
                    </a:cubicBezTo>
                    <a:cubicBezTo>
                      <a:pt x="12553" y="68023"/>
                      <a:pt x="20358" y="71251"/>
                      <a:pt x="30319" y="71251"/>
                    </a:cubicBez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21C66863-651E-9963-037A-709A9AA72F9C}"/>
                  </a:ext>
                </a:extLst>
              </p:cNvPr>
              <p:cNvSpPr/>
              <p:nvPr/>
            </p:nvSpPr>
            <p:spPr>
              <a:xfrm flipV="1">
                <a:off x="6168904" y="1364951"/>
                <a:ext cx="11410" cy="96500"/>
              </a:xfrm>
              <a:custGeom>
                <a:avLst/>
                <a:gdLst>
                  <a:gd name="csX0" fmla="*/ -476 w 11410"/>
                  <a:gd name="csY0" fmla="*/ 94139 h 96500"/>
                  <a:gd name="csX1" fmla="*/ 10934 w 11410"/>
                  <a:gd name="csY1" fmla="*/ 94139 h 96500"/>
                  <a:gd name="csX2" fmla="*/ 10934 w 11410"/>
                  <a:gd name="csY2" fmla="*/ -2361 h 96500"/>
                  <a:gd name="csX3" fmla="*/ -476 w 11410"/>
                  <a:gd name="csY3" fmla="*/ -2361 h 96500"/>
                  <a:gd name="csX4" fmla="*/ -476 w 11410"/>
                  <a:gd name="csY4" fmla="*/ 94139 h 965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1410" h="96500">
                    <a:moveTo>
                      <a:pt x="-476" y="94139"/>
                    </a:moveTo>
                    <a:lnTo>
                      <a:pt x="10934" y="94139"/>
                    </a:lnTo>
                    <a:lnTo>
                      <a:pt x="10934" y="-2361"/>
                    </a:lnTo>
                    <a:lnTo>
                      <a:pt x="-476" y="-2361"/>
                    </a:lnTo>
                    <a:lnTo>
                      <a:pt x="-476" y="94139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ABFDAD5D-4A16-8B19-443D-AF51FC9F9DEF}"/>
                  </a:ext>
                </a:extLst>
              </p:cNvPr>
              <p:cNvSpPr/>
              <p:nvPr/>
            </p:nvSpPr>
            <p:spPr>
              <a:xfrm flipV="1">
                <a:off x="6199228" y="1364951"/>
                <a:ext cx="62071" cy="98305"/>
              </a:xfrm>
              <a:custGeom>
                <a:avLst/>
                <a:gdLst>
                  <a:gd name="csX0" fmla="*/ 49163 w 62071"/>
                  <a:gd name="csY0" fmla="*/ 58407 h 98305"/>
                  <a:gd name="csX1" fmla="*/ 49163 w 62071"/>
                  <a:gd name="csY1" fmla="*/ 95991 h 98305"/>
                  <a:gd name="csX2" fmla="*/ 60573 w 62071"/>
                  <a:gd name="csY2" fmla="*/ 95991 h 98305"/>
                  <a:gd name="csX3" fmla="*/ 60573 w 62071"/>
                  <a:gd name="csY3" fmla="*/ -509 h 98305"/>
                  <a:gd name="csX4" fmla="*/ 49163 w 62071"/>
                  <a:gd name="csY4" fmla="*/ -509 h 98305"/>
                  <a:gd name="csX5" fmla="*/ 49163 w 62071"/>
                  <a:gd name="csY5" fmla="*/ 9908 h 98305"/>
                  <a:gd name="csX6" fmla="*/ 40074 w 62071"/>
                  <a:gd name="csY6" fmla="*/ 701 h 98305"/>
                  <a:gd name="csX7" fmla="*/ 26898 w 62071"/>
                  <a:gd name="csY7" fmla="*/ -2315 h 98305"/>
                  <a:gd name="csX8" fmla="*/ 6399 w 62071"/>
                  <a:gd name="csY8" fmla="*/ 7726 h 98305"/>
                  <a:gd name="csX9" fmla="*/ -1498 w 62071"/>
                  <a:gd name="csY9" fmla="*/ 34158 h 98305"/>
                  <a:gd name="csX10" fmla="*/ 6399 w 62071"/>
                  <a:gd name="csY10" fmla="*/ 60570 h 98305"/>
                  <a:gd name="csX11" fmla="*/ 26898 w 62071"/>
                  <a:gd name="csY11" fmla="*/ 70611 h 98305"/>
                  <a:gd name="csX12" fmla="*/ 40074 w 62071"/>
                  <a:gd name="csY12" fmla="*/ 67594 h 98305"/>
                  <a:gd name="csX13" fmla="*/ 49163 w 62071"/>
                  <a:gd name="csY13" fmla="*/ 58407 h 98305"/>
                  <a:gd name="csX14" fmla="*/ 10289 w 62071"/>
                  <a:gd name="csY14" fmla="*/ 34158 h 98305"/>
                  <a:gd name="csX15" fmla="*/ 15468 w 62071"/>
                  <a:gd name="csY15" fmla="*/ 14413 h 98305"/>
                  <a:gd name="csX16" fmla="*/ 29696 w 62071"/>
                  <a:gd name="csY16" fmla="*/ 7249 h 98305"/>
                  <a:gd name="csX17" fmla="*/ 43944 w 62071"/>
                  <a:gd name="csY17" fmla="*/ 14413 h 98305"/>
                  <a:gd name="csX18" fmla="*/ 49163 w 62071"/>
                  <a:gd name="csY18" fmla="*/ 34158 h 98305"/>
                  <a:gd name="csX19" fmla="*/ 43944 w 62071"/>
                  <a:gd name="csY19" fmla="*/ 53902 h 98305"/>
                  <a:gd name="csX20" fmla="*/ 29696 w 62071"/>
                  <a:gd name="csY20" fmla="*/ 61066 h 98305"/>
                  <a:gd name="csX21" fmla="*/ 15468 w 62071"/>
                  <a:gd name="csY21" fmla="*/ 53902 h 98305"/>
                  <a:gd name="csX22" fmla="*/ 10289 w 62071"/>
                  <a:gd name="csY22" fmla="*/ 34158 h 983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</a:cxnLst>
                <a:rect l="l" t="t" r="r" b="b"/>
                <a:pathLst>
                  <a:path w="62071" h="98305">
                    <a:moveTo>
                      <a:pt x="49163" y="58407"/>
                    </a:moveTo>
                    <a:lnTo>
                      <a:pt x="49163" y="95991"/>
                    </a:lnTo>
                    <a:lnTo>
                      <a:pt x="60573" y="95991"/>
                    </a:lnTo>
                    <a:lnTo>
                      <a:pt x="60573" y="-509"/>
                    </a:lnTo>
                    <a:lnTo>
                      <a:pt x="49163" y="-509"/>
                    </a:lnTo>
                    <a:lnTo>
                      <a:pt x="49163" y="9908"/>
                    </a:lnTo>
                    <a:cubicBezTo>
                      <a:pt x="46768" y="5781"/>
                      <a:pt x="43739" y="2712"/>
                      <a:pt x="40074" y="701"/>
                    </a:cubicBezTo>
                    <a:cubicBezTo>
                      <a:pt x="36423" y="-1310"/>
                      <a:pt x="32031" y="-2315"/>
                      <a:pt x="26898" y="-2315"/>
                    </a:cubicBezTo>
                    <a:cubicBezTo>
                      <a:pt x="18511" y="-2315"/>
                      <a:pt x="11678" y="1032"/>
                      <a:pt x="6399" y="7726"/>
                    </a:cubicBezTo>
                    <a:cubicBezTo>
                      <a:pt x="1134" y="14433"/>
                      <a:pt x="-1498" y="23243"/>
                      <a:pt x="-1498" y="34158"/>
                    </a:cubicBezTo>
                    <a:cubicBezTo>
                      <a:pt x="-1498" y="45072"/>
                      <a:pt x="1134" y="53876"/>
                      <a:pt x="6399" y="60570"/>
                    </a:cubicBezTo>
                    <a:cubicBezTo>
                      <a:pt x="11678" y="67264"/>
                      <a:pt x="18511" y="70611"/>
                      <a:pt x="26898" y="70611"/>
                    </a:cubicBezTo>
                    <a:cubicBezTo>
                      <a:pt x="32031" y="70611"/>
                      <a:pt x="36423" y="69605"/>
                      <a:pt x="40074" y="67594"/>
                    </a:cubicBezTo>
                    <a:cubicBezTo>
                      <a:pt x="43739" y="65597"/>
                      <a:pt x="46768" y="62534"/>
                      <a:pt x="49163" y="58407"/>
                    </a:cubicBezTo>
                    <a:close/>
                    <a:moveTo>
                      <a:pt x="10289" y="34158"/>
                    </a:moveTo>
                    <a:cubicBezTo>
                      <a:pt x="10289" y="25770"/>
                      <a:pt x="12015" y="19189"/>
                      <a:pt x="15468" y="14413"/>
                    </a:cubicBezTo>
                    <a:cubicBezTo>
                      <a:pt x="18921" y="9637"/>
                      <a:pt x="23663" y="7249"/>
                      <a:pt x="29696" y="7249"/>
                    </a:cubicBezTo>
                    <a:cubicBezTo>
                      <a:pt x="35728" y="7249"/>
                      <a:pt x="40478" y="9637"/>
                      <a:pt x="43944" y="14413"/>
                    </a:cubicBezTo>
                    <a:cubicBezTo>
                      <a:pt x="47423" y="19189"/>
                      <a:pt x="49163" y="25770"/>
                      <a:pt x="49163" y="34158"/>
                    </a:cubicBezTo>
                    <a:cubicBezTo>
                      <a:pt x="49163" y="42545"/>
                      <a:pt x="47423" y="49126"/>
                      <a:pt x="43944" y="53902"/>
                    </a:cubicBezTo>
                    <a:cubicBezTo>
                      <a:pt x="40478" y="58678"/>
                      <a:pt x="35728" y="61066"/>
                      <a:pt x="29696" y="61066"/>
                    </a:cubicBezTo>
                    <a:cubicBezTo>
                      <a:pt x="23663" y="61066"/>
                      <a:pt x="18921" y="58678"/>
                      <a:pt x="15468" y="53902"/>
                    </a:cubicBezTo>
                    <a:cubicBezTo>
                      <a:pt x="12015" y="49126"/>
                      <a:pt x="10289" y="42545"/>
                      <a:pt x="10289" y="34158"/>
                    </a:cubicBez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97A4B910-ECC6-DD3D-DBC2-53A2B96CC4A1}"/>
                </a:ext>
              </a:extLst>
            </p:cNvPr>
            <p:cNvSpPr/>
            <p:nvPr/>
          </p:nvSpPr>
          <p:spPr>
            <a:xfrm>
              <a:off x="5625225" y="1603413"/>
              <a:ext cx="254000" cy="12700"/>
            </a:xfrm>
            <a:custGeom>
              <a:avLst/>
              <a:gdLst>
                <a:gd name="csX0" fmla="*/ 0 w 254000"/>
                <a:gd name="csY0" fmla="*/ 0 h 12700"/>
                <a:gd name="csX1" fmla="*/ 127000 w 254000"/>
                <a:gd name="csY1" fmla="*/ 0 h 12700"/>
                <a:gd name="csX2" fmla="*/ 254000 w 254000"/>
                <a:gd name="csY2" fmla="*/ 0 h 127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000" h="12700">
                  <a:moveTo>
                    <a:pt x="0" y="0"/>
                  </a:moveTo>
                  <a:lnTo>
                    <a:pt x="127000" y="0"/>
                  </a:lnTo>
                  <a:lnTo>
                    <a:pt x="254000" y="0"/>
                  </a:lnTo>
                </a:path>
              </a:pathLst>
            </a:custGeom>
            <a:noFill/>
            <a:ln w="19050" cap="sq">
              <a:solidFill>
                <a:srgbClr val="9467BD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311" name="Graphic 7">
              <a:extLst>
                <a:ext uri="{FF2B5EF4-FFF2-40B4-BE49-F238E27FC236}">
                  <a16:creationId xmlns:a16="http://schemas.microsoft.com/office/drawing/2014/main" id="{4961EE5D-4D8C-E3B3-1931-F0E71CA785E4}"/>
                </a:ext>
              </a:extLst>
            </p:cNvPr>
            <p:cNvGrpSpPr/>
            <p:nvPr/>
          </p:nvGrpSpPr>
          <p:grpSpPr>
            <a:xfrm>
              <a:off x="5993287" y="1551363"/>
              <a:ext cx="1386311" cy="122912"/>
              <a:chOff x="5993287" y="1551363"/>
              <a:chExt cx="1386311" cy="122912"/>
            </a:xfrm>
            <a:solidFill>
              <a:srgbClr val="FFFFFF"/>
            </a:solidFill>
          </p:grpSpPr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60AACF43-221B-9B4D-6DA7-69AFBD8CEE82}"/>
                  </a:ext>
                </a:extLst>
              </p:cNvPr>
              <p:cNvSpPr/>
              <p:nvPr/>
            </p:nvSpPr>
            <p:spPr>
              <a:xfrm flipV="1">
                <a:off x="5993287" y="1555272"/>
                <a:ext cx="65682" cy="92590"/>
              </a:xfrm>
              <a:custGeom>
                <a:avLst/>
                <a:gdLst>
                  <a:gd name="csX0" fmla="*/ 10641 w 65682"/>
                  <a:gd name="csY0" fmla="*/ 41964 h 92590"/>
                  <a:gd name="csX1" fmla="*/ 10641 w 65682"/>
                  <a:gd name="csY1" fmla="*/ 8051 h 92590"/>
                  <a:gd name="csX2" fmla="*/ 30743 w 65682"/>
                  <a:gd name="csY2" fmla="*/ 8051 h 92590"/>
                  <a:gd name="csX3" fmla="*/ 45705 w 65682"/>
                  <a:gd name="csY3" fmla="*/ 12238 h 92590"/>
                  <a:gd name="csX4" fmla="*/ 50586 w 65682"/>
                  <a:gd name="csY4" fmla="*/ 25038 h 92590"/>
                  <a:gd name="csX5" fmla="*/ 45705 w 65682"/>
                  <a:gd name="csY5" fmla="*/ 37837 h 92590"/>
                  <a:gd name="csX6" fmla="*/ 30743 w 65682"/>
                  <a:gd name="csY6" fmla="*/ 41964 h 92590"/>
                  <a:gd name="csX7" fmla="*/ 10641 w 65682"/>
                  <a:gd name="csY7" fmla="*/ 41964 h 92590"/>
                  <a:gd name="csX8" fmla="*/ 10641 w 65682"/>
                  <a:gd name="csY8" fmla="*/ 80045 h 92590"/>
                  <a:gd name="csX9" fmla="*/ 10641 w 65682"/>
                  <a:gd name="csY9" fmla="*/ 52144 h 92590"/>
                  <a:gd name="csX10" fmla="*/ 29195 w 65682"/>
                  <a:gd name="csY10" fmla="*/ 52144 h 92590"/>
                  <a:gd name="csX11" fmla="*/ 42847 w 65682"/>
                  <a:gd name="csY11" fmla="*/ 55577 h 92590"/>
                  <a:gd name="csX12" fmla="*/ 47352 w 65682"/>
                  <a:gd name="csY12" fmla="*/ 66094 h 92590"/>
                  <a:gd name="csX13" fmla="*/ 42847 w 65682"/>
                  <a:gd name="csY13" fmla="*/ 76572 h 92590"/>
                  <a:gd name="csX14" fmla="*/ 29195 w 65682"/>
                  <a:gd name="csY14" fmla="*/ 80045 h 92590"/>
                  <a:gd name="csX15" fmla="*/ 10641 w 65682"/>
                  <a:gd name="csY15" fmla="*/ 80045 h 92590"/>
                  <a:gd name="csX16" fmla="*/ -1881 w 65682"/>
                  <a:gd name="csY16" fmla="*/ 90343 h 92590"/>
                  <a:gd name="csX17" fmla="*/ 30127 w 65682"/>
                  <a:gd name="csY17" fmla="*/ 90343 h 92590"/>
                  <a:gd name="csX18" fmla="*/ 52194 w 65682"/>
                  <a:gd name="csY18" fmla="*/ 84390 h 92590"/>
                  <a:gd name="csX19" fmla="*/ 59953 w 65682"/>
                  <a:gd name="csY19" fmla="*/ 67464 h 92590"/>
                  <a:gd name="csX20" fmla="*/ 55984 w 65682"/>
                  <a:gd name="csY20" fmla="*/ 53930 h 92590"/>
                  <a:gd name="csX21" fmla="*/ 44316 w 65682"/>
                  <a:gd name="csY21" fmla="*/ 47679 h 92590"/>
                  <a:gd name="csX22" fmla="*/ 58683 w 65682"/>
                  <a:gd name="csY22" fmla="*/ 39385 h 92590"/>
                  <a:gd name="csX23" fmla="*/ 63802 w 65682"/>
                  <a:gd name="csY23" fmla="*/ 23668 h 92590"/>
                  <a:gd name="csX24" fmla="*/ 55369 w 65682"/>
                  <a:gd name="csY24" fmla="*/ 4499 h 92590"/>
                  <a:gd name="csX25" fmla="*/ 31358 w 65682"/>
                  <a:gd name="csY25" fmla="*/ -2247 h 92590"/>
                  <a:gd name="csX26" fmla="*/ -1881 w 65682"/>
                  <a:gd name="csY26" fmla="*/ -2247 h 92590"/>
                  <a:gd name="csX27" fmla="*/ -1881 w 65682"/>
                  <a:gd name="csY27" fmla="*/ 90343 h 925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</a:cxnLst>
                <a:rect l="l" t="t" r="r" b="b"/>
                <a:pathLst>
                  <a:path w="65682" h="92590">
                    <a:moveTo>
                      <a:pt x="10641" y="41964"/>
                    </a:moveTo>
                    <a:lnTo>
                      <a:pt x="10641" y="8051"/>
                    </a:lnTo>
                    <a:lnTo>
                      <a:pt x="30743" y="8051"/>
                    </a:lnTo>
                    <a:cubicBezTo>
                      <a:pt x="37476" y="8051"/>
                      <a:pt x="42464" y="9447"/>
                      <a:pt x="45705" y="12238"/>
                    </a:cubicBezTo>
                    <a:cubicBezTo>
                      <a:pt x="48959" y="15030"/>
                      <a:pt x="50586" y="19296"/>
                      <a:pt x="50586" y="25038"/>
                    </a:cubicBezTo>
                    <a:cubicBezTo>
                      <a:pt x="50586" y="30832"/>
                      <a:pt x="48959" y="35098"/>
                      <a:pt x="45705" y="37837"/>
                    </a:cubicBezTo>
                    <a:cubicBezTo>
                      <a:pt x="42464" y="40589"/>
                      <a:pt x="37476" y="41964"/>
                      <a:pt x="30743" y="41964"/>
                    </a:cubicBezTo>
                    <a:lnTo>
                      <a:pt x="10641" y="41964"/>
                    </a:lnTo>
                    <a:close/>
                    <a:moveTo>
                      <a:pt x="10641" y="80045"/>
                    </a:moveTo>
                    <a:lnTo>
                      <a:pt x="10641" y="52144"/>
                    </a:lnTo>
                    <a:lnTo>
                      <a:pt x="29195" y="52144"/>
                    </a:lnTo>
                    <a:cubicBezTo>
                      <a:pt x="35307" y="52144"/>
                      <a:pt x="39858" y="53289"/>
                      <a:pt x="42847" y="55577"/>
                    </a:cubicBezTo>
                    <a:cubicBezTo>
                      <a:pt x="45850" y="57879"/>
                      <a:pt x="47352" y="61385"/>
                      <a:pt x="47352" y="66094"/>
                    </a:cubicBezTo>
                    <a:cubicBezTo>
                      <a:pt x="47352" y="70764"/>
                      <a:pt x="45850" y="74257"/>
                      <a:pt x="42847" y="76572"/>
                    </a:cubicBezTo>
                    <a:cubicBezTo>
                      <a:pt x="39858" y="78887"/>
                      <a:pt x="35307" y="80045"/>
                      <a:pt x="29195" y="80045"/>
                    </a:cubicBezTo>
                    <a:lnTo>
                      <a:pt x="10641" y="80045"/>
                    </a:lnTo>
                    <a:close/>
                    <a:moveTo>
                      <a:pt x="-1881" y="90343"/>
                    </a:moveTo>
                    <a:lnTo>
                      <a:pt x="30127" y="90343"/>
                    </a:lnTo>
                    <a:cubicBezTo>
                      <a:pt x="39679" y="90343"/>
                      <a:pt x="47034" y="88359"/>
                      <a:pt x="52194" y="84390"/>
                    </a:cubicBezTo>
                    <a:cubicBezTo>
                      <a:pt x="57366" y="80422"/>
                      <a:pt x="59953" y="74779"/>
                      <a:pt x="59953" y="67464"/>
                    </a:cubicBezTo>
                    <a:cubicBezTo>
                      <a:pt x="59953" y="61788"/>
                      <a:pt x="58630" y="57277"/>
                      <a:pt x="55984" y="53930"/>
                    </a:cubicBezTo>
                    <a:cubicBezTo>
                      <a:pt x="53338" y="50583"/>
                      <a:pt x="49449" y="48500"/>
                      <a:pt x="44316" y="47679"/>
                    </a:cubicBezTo>
                    <a:cubicBezTo>
                      <a:pt x="50481" y="46356"/>
                      <a:pt x="55270" y="43592"/>
                      <a:pt x="58683" y="39385"/>
                    </a:cubicBezTo>
                    <a:cubicBezTo>
                      <a:pt x="62096" y="35191"/>
                      <a:pt x="63802" y="29952"/>
                      <a:pt x="63802" y="23668"/>
                    </a:cubicBezTo>
                    <a:cubicBezTo>
                      <a:pt x="63802" y="15400"/>
                      <a:pt x="60991" y="9011"/>
                      <a:pt x="55369" y="4499"/>
                    </a:cubicBezTo>
                    <a:cubicBezTo>
                      <a:pt x="49746" y="1"/>
                      <a:pt x="41743" y="-2247"/>
                      <a:pt x="31358" y="-2247"/>
                    </a:cubicBezTo>
                    <a:lnTo>
                      <a:pt x="-1881" y="-2247"/>
                    </a:lnTo>
                    <a:lnTo>
                      <a:pt x="-1881" y="90343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B5F5B51F-B3E7-2B71-1AC9-FA3065892E8F}"/>
                  </a:ext>
                </a:extLst>
              </p:cNvPr>
              <p:cNvSpPr/>
              <p:nvPr/>
            </p:nvSpPr>
            <p:spPr>
              <a:xfrm flipV="1">
                <a:off x="6079481" y="1576743"/>
                <a:ext cx="40679" cy="71119"/>
              </a:xfrm>
              <a:custGeom>
                <a:avLst/>
                <a:gdLst>
                  <a:gd name="csX0" fmla="*/ 39482 w 40679"/>
                  <a:gd name="csY0" fmla="*/ 57091 h 71119"/>
                  <a:gd name="csX1" fmla="*/ 35295 w 40679"/>
                  <a:gd name="csY1" fmla="*/ 58719 h 71119"/>
                  <a:gd name="csX2" fmla="*/ 30314 w 40679"/>
                  <a:gd name="csY2" fmla="*/ 59254 h 71119"/>
                  <a:gd name="csX3" fmla="*/ 15451 w 40679"/>
                  <a:gd name="csY3" fmla="*/ 52964 h 71119"/>
                  <a:gd name="csX4" fmla="*/ 10272 w 40679"/>
                  <a:gd name="csY4" fmla="*/ 34886 h 71119"/>
                  <a:gd name="csX5" fmla="*/ 10272 w 40679"/>
                  <a:gd name="csY5" fmla="*/ -1706 h 71119"/>
                  <a:gd name="csX6" fmla="*/ -1198 w 40679"/>
                  <a:gd name="csY6" fmla="*/ -1706 h 71119"/>
                  <a:gd name="csX7" fmla="*/ -1198 w 40679"/>
                  <a:gd name="csY7" fmla="*/ 67747 h 71119"/>
                  <a:gd name="csX8" fmla="*/ 10272 w 40679"/>
                  <a:gd name="csY8" fmla="*/ 67747 h 71119"/>
                  <a:gd name="csX9" fmla="*/ 10272 w 40679"/>
                  <a:gd name="csY9" fmla="*/ 56952 h 71119"/>
                  <a:gd name="csX10" fmla="*/ 19638 w 40679"/>
                  <a:gd name="csY10" fmla="*/ 66339 h 71119"/>
                  <a:gd name="csX11" fmla="*/ 33668 w 40679"/>
                  <a:gd name="csY11" fmla="*/ 69414 h 71119"/>
                  <a:gd name="csX12" fmla="*/ 36267 w 40679"/>
                  <a:gd name="csY12" fmla="*/ 69256 h 71119"/>
                  <a:gd name="csX13" fmla="*/ 39422 w 40679"/>
                  <a:gd name="csY13" fmla="*/ 68799 h 71119"/>
                  <a:gd name="csX14" fmla="*/ 39482 w 40679"/>
                  <a:gd name="csY14" fmla="*/ 57091 h 7111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40679" h="71119">
                    <a:moveTo>
                      <a:pt x="39482" y="57091"/>
                    </a:moveTo>
                    <a:cubicBezTo>
                      <a:pt x="38199" y="57832"/>
                      <a:pt x="36803" y="58375"/>
                      <a:pt x="35295" y="58719"/>
                    </a:cubicBezTo>
                    <a:cubicBezTo>
                      <a:pt x="33787" y="59076"/>
                      <a:pt x="32127" y="59254"/>
                      <a:pt x="30314" y="59254"/>
                    </a:cubicBezTo>
                    <a:cubicBezTo>
                      <a:pt x="23858" y="59254"/>
                      <a:pt x="18904" y="57158"/>
                      <a:pt x="15451" y="52964"/>
                    </a:cubicBezTo>
                    <a:cubicBezTo>
                      <a:pt x="11998" y="48770"/>
                      <a:pt x="10272" y="42744"/>
                      <a:pt x="10272" y="34886"/>
                    </a:cubicBezTo>
                    <a:lnTo>
                      <a:pt x="10272" y="-1706"/>
                    </a:lnTo>
                    <a:lnTo>
                      <a:pt x="-1198" y="-1706"/>
                    </a:lnTo>
                    <a:lnTo>
                      <a:pt x="-1198" y="67747"/>
                    </a:lnTo>
                    <a:lnTo>
                      <a:pt x="10272" y="67747"/>
                    </a:lnTo>
                    <a:lnTo>
                      <a:pt x="10272" y="56952"/>
                    </a:lnTo>
                    <a:cubicBezTo>
                      <a:pt x="12680" y="61173"/>
                      <a:pt x="15802" y="64301"/>
                      <a:pt x="19638" y="66339"/>
                    </a:cubicBezTo>
                    <a:cubicBezTo>
                      <a:pt x="23488" y="68389"/>
                      <a:pt x="28164" y="69414"/>
                      <a:pt x="33668" y="69414"/>
                    </a:cubicBezTo>
                    <a:cubicBezTo>
                      <a:pt x="34448" y="69414"/>
                      <a:pt x="35315" y="69361"/>
                      <a:pt x="36267" y="69256"/>
                    </a:cubicBezTo>
                    <a:cubicBezTo>
                      <a:pt x="37220" y="69163"/>
                      <a:pt x="38272" y="69011"/>
                      <a:pt x="39422" y="68799"/>
                    </a:cubicBezTo>
                    <a:lnTo>
                      <a:pt x="39482" y="57091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27C3B5C5-C72B-93A9-6D6A-E208AA4ACA10}"/>
                  </a:ext>
                </a:extLst>
              </p:cNvPr>
              <p:cNvSpPr/>
              <p:nvPr/>
            </p:nvSpPr>
            <p:spPr>
              <a:xfrm flipV="1">
                <a:off x="6124313" y="1576743"/>
                <a:ext cx="63757" cy="72925"/>
              </a:xfrm>
              <a:custGeom>
                <a:avLst/>
                <a:gdLst>
                  <a:gd name="csX0" fmla="*/ 30322 w 63757"/>
                  <a:gd name="csY0" fmla="*/ 61602 h 72925"/>
                  <a:gd name="csX1" fmla="*/ 15817 w 63757"/>
                  <a:gd name="csY1" fmla="*/ 54438 h 72925"/>
                  <a:gd name="csX2" fmla="*/ 10479 w 63757"/>
                  <a:gd name="csY2" fmla="*/ 34813 h 72925"/>
                  <a:gd name="csX3" fmla="*/ 15777 w 63757"/>
                  <a:gd name="csY3" fmla="*/ 15187 h 72925"/>
                  <a:gd name="csX4" fmla="*/ 30322 w 63757"/>
                  <a:gd name="csY4" fmla="*/ 8024 h 72925"/>
                  <a:gd name="csX5" fmla="*/ 44769 w 63757"/>
                  <a:gd name="csY5" fmla="*/ 15207 h 72925"/>
                  <a:gd name="csX6" fmla="*/ 50107 w 63757"/>
                  <a:gd name="csY6" fmla="*/ 34813 h 72925"/>
                  <a:gd name="csX7" fmla="*/ 44769 w 63757"/>
                  <a:gd name="csY7" fmla="*/ 54379 h 72925"/>
                  <a:gd name="csX8" fmla="*/ 30322 w 63757"/>
                  <a:gd name="csY8" fmla="*/ 61602 h 72925"/>
                  <a:gd name="csX9" fmla="*/ 30322 w 63757"/>
                  <a:gd name="csY9" fmla="*/ 71266 h 72925"/>
                  <a:gd name="csX10" fmla="*/ 53698 w 63757"/>
                  <a:gd name="csY10" fmla="*/ 61582 h 72925"/>
                  <a:gd name="csX11" fmla="*/ 62211 w 63757"/>
                  <a:gd name="csY11" fmla="*/ 34813 h 72925"/>
                  <a:gd name="csX12" fmla="*/ 53698 w 63757"/>
                  <a:gd name="csY12" fmla="*/ 8044 h 72925"/>
                  <a:gd name="csX13" fmla="*/ 30322 w 63757"/>
                  <a:gd name="csY13" fmla="*/ -1660 h 72925"/>
                  <a:gd name="csX14" fmla="*/ 6907 w 63757"/>
                  <a:gd name="csY14" fmla="*/ 8044 h 72925"/>
                  <a:gd name="csX15" fmla="*/ -1547 w 63757"/>
                  <a:gd name="csY15" fmla="*/ 34813 h 72925"/>
                  <a:gd name="csX16" fmla="*/ 6907 w 63757"/>
                  <a:gd name="csY16" fmla="*/ 61582 h 72925"/>
                  <a:gd name="csX17" fmla="*/ 30322 w 63757"/>
                  <a:gd name="csY17" fmla="*/ 71266 h 729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</a:cxnLst>
                <a:rect l="l" t="t" r="r" b="b"/>
                <a:pathLst>
                  <a:path w="63757" h="72925">
                    <a:moveTo>
                      <a:pt x="30322" y="61602"/>
                    </a:moveTo>
                    <a:cubicBezTo>
                      <a:pt x="24210" y="61602"/>
                      <a:pt x="19375" y="59214"/>
                      <a:pt x="15817" y="54438"/>
                    </a:cubicBezTo>
                    <a:cubicBezTo>
                      <a:pt x="12258" y="49662"/>
                      <a:pt x="10479" y="43121"/>
                      <a:pt x="10479" y="34813"/>
                    </a:cubicBezTo>
                    <a:cubicBezTo>
                      <a:pt x="10479" y="26505"/>
                      <a:pt x="12245" y="19963"/>
                      <a:pt x="15777" y="15187"/>
                    </a:cubicBezTo>
                    <a:cubicBezTo>
                      <a:pt x="19322" y="10412"/>
                      <a:pt x="24171" y="8024"/>
                      <a:pt x="30322" y="8024"/>
                    </a:cubicBezTo>
                    <a:cubicBezTo>
                      <a:pt x="36408" y="8024"/>
                      <a:pt x="41223" y="10418"/>
                      <a:pt x="44769" y="15207"/>
                    </a:cubicBezTo>
                    <a:cubicBezTo>
                      <a:pt x="48327" y="20009"/>
                      <a:pt x="50107" y="26545"/>
                      <a:pt x="50107" y="34813"/>
                    </a:cubicBezTo>
                    <a:cubicBezTo>
                      <a:pt x="50107" y="43041"/>
                      <a:pt x="48327" y="49563"/>
                      <a:pt x="44769" y="54379"/>
                    </a:cubicBezTo>
                    <a:cubicBezTo>
                      <a:pt x="41223" y="59194"/>
                      <a:pt x="36408" y="61602"/>
                      <a:pt x="30322" y="61602"/>
                    </a:cubicBezTo>
                    <a:close/>
                    <a:moveTo>
                      <a:pt x="30322" y="71266"/>
                    </a:moveTo>
                    <a:cubicBezTo>
                      <a:pt x="40244" y="71266"/>
                      <a:pt x="48036" y="68038"/>
                      <a:pt x="53698" y="61582"/>
                    </a:cubicBezTo>
                    <a:cubicBezTo>
                      <a:pt x="59374" y="55139"/>
                      <a:pt x="62211" y="46216"/>
                      <a:pt x="62211" y="34813"/>
                    </a:cubicBezTo>
                    <a:cubicBezTo>
                      <a:pt x="62211" y="23449"/>
                      <a:pt x="59374" y="14526"/>
                      <a:pt x="53698" y="8044"/>
                    </a:cubicBezTo>
                    <a:cubicBezTo>
                      <a:pt x="48036" y="1574"/>
                      <a:pt x="40244" y="-1660"/>
                      <a:pt x="30322" y="-1660"/>
                    </a:cubicBezTo>
                    <a:cubicBezTo>
                      <a:pt x="20361" y="-1660"/>
                      <a:pt x="12556" y="1574"/>
                      <a:pt x="6907" y="8044"/>
                    </a:cubicBezTo>
                    <a:cubicBezTo>
                      <a:pt x="1271" y="14526"/>
                      <a:pt x="-1547" y="23449"/>
                      <a:pt x="-1547" y="34813"/>
                    </a:cubicBezTo>
                    <a:cubicBezTo>
                      <a:pt x="-1547" y="46216"/>
                      <a:pt x="1271" y="55139"/>
                      <a:pt x="6907" y="61582"/>
                    </a:cubicBezTo>
                    <a:cubicBezTo>
                      <a:pt x="12556" y="68038"/>
                      <a:pt x="20361" y="71266"/>
                      <a:pt x="30322" y="71266"/>
                    </a:cubicBez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F0324009-589C-EF34-156B-CE90A9DB0BB1}"/>
                  </a:ext>
                </a:extLst>
              </p:cNvPr>
              <p:cNvSpPr/>
              <p:nvPr/>
            </p:nvSpPr>
            <p:spPr>
              <a:xfrm flipV="1">
                <a:off x="6206538" y="1576743"/>
                <a:ext cx="58181" cy="71119"/>
              </a:xfrm>
              <a:custGeom>
                <a:avLst/>
                <a:gdLst>
                  <a:gd name="csX0" fmla="*/ 56554 w 58181"/>
                  <a:gd name="csY0" fmla="*/ 40224 h 71119"/>
                  <a:gd name="csX1" fmla="*/ 56554 w 58181"/>
                  <a:gd name="csY1" fmla="*/ -1706 h 71119"/>
                  <a:gd name="csX2" fmla="*/ 45144 w 58181"/>
                  <a:gd name="csY2" fmla="*/ -1706 h 71119"/>
                  <a:gd name="csX3" fmla="*/ 45144 w 58181"/>
                  <a:gd name="csY3" fmla="*/ 39847 h 71119"/>
                  <a:gd name="csX4" fmla="*/ 41294 w 58181"/>
                  <a:gd name="csY4" fmla="*/ 54591 h 71119"/>
                  <a:gd name="csX5" fmla="*/ 29765 w 58181"/>
                  <a:gd name="csY5" fmla="*/ 59492 h 71119"/>
                  <a:gd name="csX6" fmla="*/ 15180 w 58181"/>
                  <a:gd name="csY6" fmla="*/ 53599 h 71119"/>
                  <a:gd name="csX7" fmla="*/ 9842 w 58181"/>
                  <a:gd name="csY7" fmla="*/ 37545 h 71119"/>
                  <a:gd name="csX8" fmla="*/ 9842 w 58181"/>
                  <a:gd name="csY8" fmla="*/ -1706 h 71119"/>
                  <a:gd name="csX9" fmla="*/ -1628 w 58181"/>
                  <a:gd name="csY9" fmla="*/ -1706 h 71119"/>
                  <a:gd name="csX10" fmla="*/ -1628 w 58181"/>
                  <a:gd name="csY10" fmla="*/ 67747 h 71119"/>
                  <a:gd name="csX11" fmla="*/ 9842 w 58181"/>
                  <a:gd name="csY11" fmla="*/ 67747 h 71119"/>
                  <a:gd name="csX12" fmla="*/ 9842 w 58181"/>
                  <a:gd name="csY12" fmla="*/ 56952 h 71119"/>
                  <a:gd name="csX13" fmla="*/ 19486 w 58181"/>
                  <a:gd name="csY13" fmla="*/ 66319 h 71119"/>
                  <a:gd name="csX14" fmla="*/ 32305 w 58181"/>
                  <a:gd name="csY14" fmla="*/ 69414 h 71119"/>
                  <a:gd name="csX15" fmla="*/ 50402 w 58181"/>
                  <a:gd name="csY15" fmla="*/ 62013 h 71119"/>
                  <a:gd name="csX16" fmla="*/ 56554 w 58181"/>
                  <a:gd name="csY16" fmla="*/ 40224 h 7111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58181" h="71119">
                    <a:moveTo>
                      <a:pt x="56554" y="40224"/>
                    </a:moveTo>
                    <a:lnTo>
                      <a:pt x="56554" y="-1706"/>
                    </a:lnTo>
                    <a:lnTo>
                      <a:pt x="45144" y="-1706"/>
                    </a:lnTo>
                    <a:lnTo>
                      <a:pt x="45144" y="39847"/>
                    </a:lnTo>
                    <a:cubicBezTo>
                      <a:pt x="45144" y="46422"/>
                      <a:pt x="43860" y="51337"/>
                      <a:pt x="41294" y="54591"/>
                    </a:cubicBezTo>
                    <a:cubicBezTo>
                      <a:pt x="38728" y="57859"/>
                      <a:pt x="34884" y="59492"/>
                      <a:pt x="29765" y="59492"/>
                    </a:cubicBezTo>
                    <a:cubicBezTo>
                      <a:pt x="23600" y="59492"/>
                      <a:pt x="18738" y="57528"/>
                      <a:pt x="15180" y="53599"/>
                    </a:cubicBezTo>
                    <a:cubicBezTo>
                      <a:pt x="11621" y="49683"/>
                      <a:pt x="9842" y="44332"/>
                      <a:pt x="9842" y="37545"/>
                    </a:cubicBezTo>
                    <a:lnTo>
                      <a:pt x="9842" y="-1706"/>
                    </a:lnTo>
                    <a:lnTo>
                      <a:pt x="-1628" y="-1706"/>
                    </a:lnTo>
                    <a:lnTo>
                      <a:pt x="-1628" y="67747"/>
                    </a:lnTo>
                    <a:lnTo>
                      <a:pt x="9842" y="67747"/>
                    </a:lnTo>
                    <a:lnTo>
                      <a:pt x="9842" y="56952"/>
                    </a:lnTo>
                    <a:cubicBezTo>
                      <a:pt x="12580" y="61133"/>
                      <a:pt x="15795" y="64255"/>
                      <a:pt x="19486" y="66319"/>
                    </a:cubicBezTo>
                    <a:cubicBezTo>
                      <a:pt x="23190" y="68382"/>
                      <a:pt x="27463" y="69414"/>
                      <a:pt x="32305" y="69414"/>
                    </a:cubicBezTo>
                    <a:cubicBezTo>
                      <a:pt x="40282" y="69414"/>
                      <a:pt x="46314" y="66947"/>
                      <a:pt x="50402" y="62013"/>
                    </a:cubicBezTo>
                    <a:cubicBezTo>
                      <a:pt x="54503" y="57078"/>
                      <a:pt x="56554" y="49815"/>
                      <a:pt x="56554" y="40224"/>
                    </a:cubicBez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0C716F74-195D-0A58-9B9C-C654945F3295}"/>
                  </a:ext>
                </a:extLst>
              </p:cNvPr>
              <p:cNvSpPr/>
              <p:nvPr/>
            </p:nvSpPr>
            <p:spPr>
              <a:xfrm flipV="1">
                <a:off x="6280957" y="1578410"/>
                <a:ext cx="55741" cy="69453"/>
              </a:xfrm>
              <a:custGeom>
                <a:avLst/>
                <a:gdLst>
                  <a:gd name="csX0" fmla="*/ 293 w 55741"/>
                  <a:gd name="csY0" fmla="*/ 67790 h 69453"/>
                  <a:gd name="csX1" fmla="*/ 54486 w 55741"/>
                  <a:gd name="csY1" fmla="*/ 67790 h 69453"/>
                  <a:gd name="csX2" fmla="*/ 54486 w 55741"/>
                  <a:gd name="csY2" fmla="*/ 57372 h 69453"/>
                  <a:gd name="csX3" fmla="*/ 11584 w 55741"/>
                  <a:gd name="csY3" fmla="*/ 7445 h 69453"/>
                  <a:gd name="csX4" fmla="*/ 54486 w 55741"/>
                  <a:gd name="csY4" fmla="*/ 7445 h 69453"/>
                  <a:gd name="csX5" fmla="*/ 54486 w 55741"/>
                  <a:gd name="csY5" fmla="*/ -1664 h 69453"/>
                  <a:gd name="csX6" fmla="*/ -1255 w 55741"/>
                  <a:gd name="csY6" fmla="*/ -1664 h 69453"/>
                  <a:gd name="csX7" fmla="*/ -1255 w 55741"/>
                  <a:gd name="csY7" fmla="*/ 8754 h 69453"/>
                  <a:gd name="csX8" fmla="*/ 41667 w 55741"/>
                  <a:gd name="csY8" fmla="*/ 58681 h 69453"/>
                  <a:gd name="csX9" fmla="*/ 293 w 55741"/>
                  <a:gd name="csY9" fmla="*/ 58681 h 69453"/>
                  <a:gd name="csX10" fmla="*/ 293 w 55741"/>
                  <a:gd name="csY10" fmla="*/ 67790 h 6945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55741" h="69453">
                    <a:moveTo>
                      <a:pt x="293" y="67790"/>
                    </a:moveTo>
                    <a:lnTo>
                      <a:pt x="54486" y="67790"/>
                    </a:lnTo>
                    <a:lnTo>
                      <a:pt x="54486" y="57372"/>
                    </a:lnTo>
                    <a:lnTo>
                      <a:pt x="11584" y="7445"/>
                    </a:lnTo>
                    <a:lnTo>
                      <a:pt x="54486" y="7445"/>
                    </a:lnTo>
                    <a:lnTo>
                      <a:pt x="54486" y="-1664"/>
                    </a:lnTo>
                    <a:lnTo>
                      <a:pt x="-1255" y="-1664"/>
                    </a:lnTo>
                    <a:lnTo>
                      <a:pt x="-1255" y="8754"/>
                    </a:lnTo>
                    <a:lnTo>
                      <a:pt x="41667" y="58681"/>
                    </a:lnTo>
                    <a:lnTo>
                      <a:pt x="293" y="58681"/>
                    </a:lnTo>
                    <a:lnTo>
                      <a:pt x="293" y="67790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87927D00-DC47-7834-A434-D8EA67920BC7}"/>
                  </a:ext>
                </a:extLst>
              </p:cNvPr>
              <p:cNvSpPr/>
              <p:nvPr/>
            </p:nvSpPr>
            <p:spPr>
              <a:xfrm flipV="1">
                <a:off x="6349168" y="1576743"/>
                <a:ext cx="64373" cy="72925"/>
              </a:xfrm>
              <a:custGeom>
                <a:avLst/>
                <a:gdLst>
                  <a:gd name="csX0" fmla="*/ 62829 w 64373"/>
                  <a:gd name="csY0" fmla="*/ 37730 h 72925"/>
                  <a:gd name="csX1" fmla="*/ 62829 w 64373"/>
                  <a:gd name="csY1" fmla="*/ 32154 h 72925"/>
                  <a:gd name="csX2" fmla="*/ 10362 w 64373"/>
                  <a:gd name="csY2" fmla="*/ 32154 h 72925"/>
                  <a:gd name="csX3" fmla="*/ 17466 w 64373"/>
                  <a:gd name="csY3" fmla="*/ 14195 h 72925"/>
                  <a:gd name="csX4" fmla="*/ 35166 w 64373"/>
                  <a:gd name="csY4" fmla="*/ 8024 h 72925"/>
                  <a:gd name="csX5" fmla="*/ 47906 w 64373"/>
                  <a:gd name="csY5" fmla="*/ 9631 h 72925"/>
                  <a:gd name="csX6" fmla="*/ 60170 w 64373"/>
                  <a:gd name="csY6" fmla="*/ 14473 h 72925"/>
                  <a:gd name="csX7" fmla="*/ 60170 w 64373"/>
                  <a:gd name="csY7" fmla="*/ 3678 h 72925"/>
                  <a:gd name="csX8" fmla="*/ 47569 w 64373"/>
                  <a:gd name="csY8" fmla="*/ -291 h 72925"/>
                  <a:gd name="csX9" fmla="*/ 34492 w 64373"/>
                  <a:gd name="csY9" fmla="*/ -1660 h 72925"/>
                  <a:gd name="csX10" fmla="*/ 8159 w 64373"/>
                  <a:gd name="csY10" fmla="*/ 8004 h 72925"/>
                  <a:gd name="csX11" fmla="*/ -1545 w 64373"/>
                  <a:gd name="csY11" fmla="*/ 34198 h 72925"/>
                  <a:gd name="csX12" fmla="*/ 7663 w 64373"/>
                  <a:gd name="csY12" fmla="*/ 61245 h 72925"/>
                  <a:gd name="csX13" fmla="*/ 32507 w 64373"/>
                  <a:gd name="csY13" fmla="*/ 71266 h 72925"/>
                  <a:gd name="csX14" fmla="*/ 54673 w 64373"/>
                  <a:gd name="csY14" fmla="*/ 62237 h 72925"/>
                  <a:gd name="csX15" fmla="*/ 62829 w 64373"/>
                  <a:gd name="csY15" fmla="*/ 37730 h 72925"/>
                  <a:gd name="csX16" fmla="*/ 51418 w 64373"/>
                  <a:gd name="csY16" fmla="*/ 41083 h 72925"/>
                  <a:gd name="csX17" fmla="*/ 46180 w 64373"/>
                  <a:gd name="csY17" fmla="*/ 56006 h 72925"/>
                  <a:gd name="csX18" fmla="*/ 32626 w 64373"/>
                  <a:gd name="csY18" fmla="*/ 61602 h 72925"/>
                  <a:gd name="csX19" fmla="*/ 17347 w 64373"/>
                  <a:gd name="csY19" fmla="*/ 56204 h 72925"/>
                  <a:gd name="csX20" fmla="*/ 10739 w 64373"/>
                  <a:gd name="csY20" fmla="*/ 41004 h 72925"/>
                  <a:gd name="csX21" fmla="*/ 51418 w 64373"/>
                  <a:gd name="csY21" fmla="*/ 41083 h 729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</a:cxnLst>
                <a:rect l="l" t="t" r="r" b="b"/>
                <a:pathLst>
                  <a:path w="64373" h="72925">
                    <a:moveTo>
                      <a:pt x="62829" y="37730"/>
                    </a:moveTo>
                    <a:lnTo>
                      <a:pt x="62829" y="32154"/>
                    </a:lnTo>
                    <a:lnTo>
                      <a:pt x="10362" y="32154"/>
                    </a:lnTo>
                    <a:cubicBezTo>
                      <a:pt x="10864" y="24296"/>
                      <a:pt x="13232" y="18309"/>
                      <a:pt x="17466" y="14195"/>
                    </a:cubicBezTo>
                    <a:cubicBezTo>
                      <a:pt x="21699" y="10081"/>
                      <a:pt x="27599" y="8024"/>
                      <a:pt x="35166" y="8024"/>
                    </a:cubicBezTo>
                    <a:cubicBezTo>
                      <a:pt x="39545" y="8024"/>
                      <a:pt x="43792" y="8559"/>
                      <a:pt x="47906" y="9631"/>
                    </a:cubicBezTo>
                    <a:cubicBezTo>
                      <a:pt x="52020" y="10703"/>
                      <a:pt x="56108" y="12317"/>
                      <a:pt x="60170" y="14473"/>
                    </a:cubicBezTo>
                    <a:lnTo>
                      <a:pt x="60170" y="3678"/>
                    </a:lnTo>
                    <a:cubicBezTo>
                      <a:pt x="56068" y="1945"/>
                      <a:pt x="51868" y="622"/>
                      <a:pt x="47569" y="-291"/>
                    </a:cubicBezTo>
                    <a:cubicBezTo>
                      <a:pt x="43269" y="-1204"/>
                      <a:pt x="38910" y="-1660"/>
                      <a:pt x="34492" y="-1660"/>
                    </a:cubicBezTo>
                    <a:cubicBezTo>
                      <a:pt x="23406" y="-1660"/>
                      <a:pt x="14628" y="1561"/>
                      <a:pt x="8159" y="8004"/>
                    </a:cubicBezTo>
                    <a:cubicBezTo>
                      <a:pt x="1690" y="14460"/>
                      <a:pt x="-1545" y="23191"/>
                      <a:pt x="-1545" y="34198"/>
                    </a:cubicBezTo>
                    <a:cubicBezTo>
                      <a:pt x="-1545" y="45561"/>
                      <a:pt x="1525" y="54577"/>
                      <a:pt x="7663" y="61245"/>
                    </a:cubicBezTo>
                    <a:cubicBezTo>
                      <a:pt x="13801" y="67925"/>
                      <a:pt x="22083" y="71266"/>
                      <a:pt x="32507" y="71266"/>
                    </a:cubicBezTo>
                    <a:cubicBezTo>
                      <a:pt x="41847" y="71266"/>
                      <a:pt x="49236" y="68256"/>
                      <a:pt x="54673" y="62237"/>
                    </a:cubicBezTo>
                    <a:cubicBezTo>
                      <a:pt x="60110" y="56231"/>
                      <a:pt x="62829" y="48062"/>
                      <a:pt x="62829" y="37730"/>
                    </a:cubicBezTo>
                    <a:close/>
                    <a:moveTo>
                      <a:pt x="51418" y="41083"/>
                    </a:moveTo>
                    <a:cubicBezTo>
                      <a:pt x="51339" y="47314"/>
                      <a:pt x="49593" y="52288"/>
                      <a:pt x="46180" y="56006"/>
                    </a:cubicBezTo>
                    <a:cubicBezTo>
                      <a:pt x="42767" y="59736"/>
                      <a:pt x="38249" y="61602"/>
                      <a:pt x="32626" y="61602"/>
                    </a:cubicBezTo>
                    <a:cubicBezTo>
                      <a:pt x="26263" y="61602"/>
                      <a:pt x="21170" y="59803"/>
                      <a:pt x="17347" y="56204"/>
                    </a:cubicBezTo>
                    <a:cubicBezTo>
                      <a:pt x="13523" y="52606"/>
                      <a:pt x="11321" y="47539"/>
                      <a:pt x="10739" y="41004"/>
                    </a:cubicBezTo>
                    <a:lnTo>
                      <a:pt x="51418" y="41083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69723F7E-FBAE-504F-FDB4-390602B21197}"/>
                  </a:ext>
                </a:extLst>
              </p:cNvPr>
              <p:cNvSpPr/>
              <p:nvPr/>
            </p:nvSpPr>
            <p:spPr>
              <a:xfrm flipV="1">
                <a:off x="6420297" y="1647863"/>
                <a:ext cx="12700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12700"/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6F6F2AC6-DADD-8712-30A9-5490EEED562B}"/>
                  </a:ext>
                </a:extLst>
              </p:cNvPr>
              <p:cNvSpPr/>
              <p:nvPr/>
            </p:nvSpPr>
            <p:spPr>
              <a:xfrm flipV="1">
                <a:off x="6473129" y="1555272"/>
                <a:ext cx="72132" cy="92590"/>
              </a:xfrm>
              <a:custGeom>
                <a:avLst/>
                <a:gdLst>
                  <a:gd name="csX0" fmla="*/ 41909 w 72132"/>
                  <a:gd name="csY0" fmla="*/ 41171 h 92590"/>
                  <a:gd name="csX1" fmla="*/ 49748 w 72132"/>
                  <a:gd name="csY1" fmla="*/ 35337 h 92590"/>
                  <a:gd name="csX2" fmla="*/ 57407 w 72132"/>
                  <a:gd name="csY2" fmla="*/ 23053 h 92590"/>
                  <a:gd name="csX3" fmla="*/ 70127 w 72132"/>
                  <a:gd name="csY3" fmla="*/ -2247 h 92590"/>
                  <a:gd name="csX4" fmla="*/ 56653 w 72132"/>
                  <a:gd name="csY4" fmla="*/ -2247 h 92590"/>
                  <a:gd name="csX5" fmla="*/ 44826 w 72132"/>
                  <a:gd name="csY5" fmla="*/ 21505 h 92590"/>
                  <a:gd name="csX6" fmla="*/ 35916 w 72132"/>
                  <a:gd name="csY6" fmla="*/ 33848 h 92590"/>
                  <a:gd name="csX7" fmla="*/ 24169 w 72132"/>
                  <a:gd name="csY7" fmla="*/ 36884 h 92590"/>
                  <a:gd name="csX8" fmla="*/ 10516 w 72132"/>
                  <a:gd name="csY8" fmla="*/ 36884 h 92590"/>
                  <a:gd name="csX9" fmla="*/ 10516 w 72132"/>
                  <a:gd name="csY9" fmla="*/ -2247 h 92590"/>
                  <a:gd name="csX10" fmla="*/ -2005 w 72132"/>
                  <a:gd name="csY10" fmla="*/ -2247 h 92590"/>
                  <a:gd name="csX11" fmla="*/ -2005 w 72132"/>
                  <a:gd name="csY11" fmla="*/ 90343 h 92590"/>
                  <a:gd name="csX12" fmla="*/ 26272 w 72132"/>
                  <a:gd name="csY12" fmla="*/ 90343 h 92590"/>
                  <a:gd name="csX13" fmla="*/ 49966 w 72132"/>
                  <a:gd name="csY13" fmla="*/ 83696 h 92590"/>
                  <a:gd name="csX14" fmla="*/ 57784 w 72132"/>
                  <a:gd name="csY14" fmla="*/ 63673 h 92590"/>
                  <a:gd name="csX15" fmla="*/ 53716 w 72132"/>
                  <a:gd name="csY15" fmla="*/ 49148 h 92590"/>
                  <a:gd name="csX16" fmla="*/ 41909 w 72132"/>
                  <a:gd name="csY16" fmla="*/ 41171 h 92590"/>
                  <a:gd name="csX17" fmla="*/ 10516 w 72132"/>
                  <a:gd name="csY17" fmla="*/ 80045 h 92590"/>
                  <a:gd name="csX18" fmla="*/ 10516 w 72132"/>
                  <a:gd name="csY18" fmla="*/ 47183 h 92590"/>
                  <a:gd name="csX19" fmla="*/ 26272 w 72132"/>
                  <a:gd name="csY19" fmla="*/ 47183 h 92590"/>
                  <a:gd name="csX20" fmla="*/ 39945 w 72132"/>
                  <a:gd name="csY20" fmla="*/ 51370 h 92590"/>
                  <a:gd name="csX21" fmla="*/ 44568 w 72132"/>
                  <a:gd name="csY21" fmla="*/ 63673 h 92590"/>
                  <a:gd name="csX22" fmla="*/ 39945 w 72132"/>
                  <a:gd name="csY22" fmla="*/ 75917 h 92590"/>
                  <a:gd name="csX23" fmla="*/ 26272 w 72132"/>
                  <a:gd name="csY23" fmla="*/ 80045 h 92590"/>
                  <a:gd name="csX24" fmla="*/ 10516 w 72132"/>
                  <a:gd name="csY24" fmla="*/ 80045 h 925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</a:cxnLst>
                <a:rect l="l" t="t" r="r" b="b"/>
                <a:pathLst>
                  <a:path w="72132" h="92590">
                    <a:moveTo>
                      <a:pt x="41909" y="41171"/>
                    </a:moveTo>
                    <a:cubicBezTo>
                      <a:pt x="44595" y="40258"/>
                      <a:pt x="47208" y="38313"/>
                      <a:pt x="49748" y="35337"/>
                    </a:cubicBezTo>
                    <a:cubicBezTo>
                      <a:pt x="52288" y="32360"/>
                      <a:pt x="54841" y="28266"/>
                      <a:pt x="57407" y="23053"/>
                    </a:cubicBezTo>
                    <a:lnTo>
                      <a:pt x="70127" y="-2247"/>
                    </a:lnTo>
                    <a:lnTo>
                      <a:pt x="56653" y="-2247"/>
                    </a:lnTo>
                    <a:lnTo>
                      <a:pt x="44826" y="21505"/>
                    </a:lnTo>
                    <a:cubicBezTo>
                      <a:pt x="41757" y="27710"/>
                      <a:pt x="38787" y="31824"/>
                      <a:pt x="35916" y="33848"/>
                    </a:cubicBezTo>
                    <a:cubicBezTo>
                      <a:pt x="33046" y="35872"/>
                      <a:pt x="29130" y="36884"/>
                      <a:pt x="24169" y="36884"/>
                    </a:cubicBezTo>
                    <a:lnTo>
                      <a:pt x="10516" y="36884"/>
                    </a:lnTo>
                    <a:lnTo>
                      <a:pt x="10516" y="-2247"/>
                    </a:lnTo>
                    <a:lnTo>
                      <a:pt x="-2005" y="-2247"/>
                    </a:lnTo>
                    <a:lnTo>
                      <a:pt x="-2005" y="90343"/>
                    </a:lnTo>
                    <a:lnTo>
                      <a:pt x="26272" y="90343"/>
                    </a:lnTo>
                    <a:cubicBezTo>
                      <a:pt x="36856" y="90343"/>
                      <a:pt x="44754" y="88128"/>
                      <a:pt x="49966" y="83696"/>
                    </a:cubicBezTo>
                    <a:cubicBezTo>
                      <a:pt x="55178" y="79277"/>
                      <a:pt x="57784" y="72603"/>
                      <a:pt x="57784" y="63673"/>
                    </a:cubicBezTo>
                    <a:cubicBezTo>
                      <a:pt x="57784" y="57839"/>
                      <a:pt x="56428" y="52998"/>
                      <a:pt x="53716" y="49148"/>
                    </a:cubicBezTo>
                    <a:cubicBezTo>
                      <a:pt x="51004" y="45311"/>
                      <a:pt x="47069" y="42652"/>
                      <a:pt x="41909" y="41171"/>
                    </a:cubicBezTo>
                    <a:close/>
                    <a:moveTo>
                      <a:pt x="10516" y="80045"/>
                    </a:moveTo>
                    <a:lnTo>
                      <a:pt x="10516" y="47183"/>
                    </a:lnTo>
                    <a:lnTo>
                      <a:pt x="26272" y="47183"/>
                    </a:lnTo>
                    <a:cubicBezTo>
                      <a:pt x="32305" y="47183"/>
                      <a:pt x="36862" y="48579"/>
                      <a:pt x="39945" y="51370"/>
                    </a:cubicBezTo>
                    <a:cubicBezTo>
                      <a:pt x="43027" y="54162"/>
                      <a:pt x="44568" y="58263"/>
                      <a:pt x="44568" y="63673"/>
                    </a:cubicBezTo>
                    <a:cubicBezTo>
                      <a:pt x="44568" y="69084"/>
                      <a:pt x="43027" y="73165"/>
                      <a:pt x="39945" y="75917"/>
                    </a:cubicBezTo>
                    <a:cubicBezTo>
                      <a:pt x="36862" y="78669"/>
                      <a:pt x="32305" y="80045"/>
                      <a:pt x="26272" y="80045"/>
                    </a:cubicBezTo>
                    <a:lnTo>
                      <a:pt x="10516" y="80045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C7B4BFFE-83DC-A6F5-6165-7CAF54DD603B}"/>
                  </a:ext>
                </a:extLst>
              </p:cNvPr>
              <p:cNvSpPr/>
              <p:nvPr/>
            </p:nvSpPr>
            <p:spPr>
              <a:xfrm flipV="1">
                <a:off x="6550200" y="1576743"/>
                <a:ext cx="64373" cy="72925"/>
              </a:xfrm>
              <a:custGeom>
                <a:avLst/>
                <a:gdLst>
                  <a:gd name="csX0" fmla="*/ 62844 w 64373"/>
                  <a:gd name="csY0" fmla="*/ 37730 h 72925"/>
                  <a:gd name="csX1" fmla="*/ 62844 w 64373"/>
                  <a:gd name="csY1" fmla="*/ 32154 h 72925"/>
                  <a:gd name="csX2" fmla="*/ 10378 w 64373"/>
                  <a:gd name="csY2" fmla="*/ 32154 h 72925"/>
                  <a:gd name="csX3" fmla="*/ 17482 w 64373"/>
                  <a:gd name="csY3" fmla="*/ 14195 h 72925"/>
                  <a:gd name="csX4" fmla="*/ 35182 w 64373"/>
                  <a:gd name="csY4" fmla="*/ 8024 h 72925"/>
                  <a:gd name="csX5" fmla="*/ 47922 w 64373"/>
                  <a:gd name="csY5" fmla="*/ 9631 h 72925"/>
                  <a:gd name="csX6" fmla="*/ 60185 w 64373"/>
                  <a:gd name="csY6" fmla="*/ 14473 h 72925"/>
                  <a:gd name="csX7" fmla="*/ 60185 w 64373"/>
                  <a:gd name="csY7" fmla="*/ 3678 h 72925"/>
                  <a:gd name="csX8" fmla="*/ 47585 w 64373"/>
                  <a:gd name="csY8" fmla="*/ -291 h 72925"/>
                  <a:gd name="csX9" fmla="*/ 34508 w 64373"/>
                  <a:gd name="csY9" fmla="*/ -1660 h 72925"/>
                  <a:gd name="csX10" fmla="*/ 8175 w 64373"/>
                  <a:gd name="csY10" fmla="*/ 8004 h 72925"/>
                  <a:gd name="csX11" fmla="*/ -1529 w 64373"/>
                  <a:gd name="csY11" fmla="*/ 34198 h 72925"/>
                  <a:gd name="csX12" fmla="*/ 7679 w 64373"/>
                  <a:gd name="csY12" fmla="*/ 61245 h 72925"/>
                  <a:gd name="csX13" fmla="*/ 32523 w 64373"/>
                  <a:gd name="csY13" fmla="*/ 71266 h 72925"/>
                  <a:gd name="csX14" fmla="*/ 54689 w 64373"/>
                  <a:gd name="csY14" fmla="*/ 62237 h 72925"/>
                  <a:gd name="csX15" fmla="*/ 62844 w 64373"/>
                  <a:gd name="csY15" fmla="*/ 37730 h 72925"/>
                  <a:gd name="csX16" fmla="*/ 51434 w 64373"/>
                  <a:gd name="csY16" fmla="*/ 41083 h 72925"/>
                  <a:gd name="csX17" fmla="*/ 46196 w 64373"/>
                  <a:gd name="csY17" fmla="*/ 56006 h 72925"/>
                  <a:gd name="csX18" fmla="*/ 32642 w 64373"/>
                  <a:gd name="csY18" fmla="*/ 61602 h 72925"/>
                  <a:gd name="csX19" fmla="*/ 17363 w 64373"/>
                  <a:gd name="csY19" fmla="*/ 56204 h 72925"/>
                  <a:gd name="csX20" fmla="*/ 10755 w 64373"/>
                  <a:gd name="csY20" fmla="*/ 41004 h 72925"/>
                  <a:gd name="csX21" fmla="*/ 51434 w 64373"/>
                  <a:gd name="csY21" fmla="*/ 41083 h 729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</a:cxnLst>
                <a:rect l="l" t="t" r="r" b="b"/>
                <a:pathLst>
                  <a:path w="64373" h="72925">
                    <a:moveTo>
                      <a:pt x="62844" y="37730"/>
                    </a:moveTo>
                    <a:lnTo>
                      <a:pt x="62844" y="32154"/>
                    </a:lnTo>
                    <a:lnTo>
                      <a:pt x="10378" y="32154"/>
                    </a:lnTo>
                    <a:cubicBezTo>
                      <a:pt x="10880" y="24296"/>
                      <a:pt x="13248" y="18309"/>
                      <a:pt x="17482" y="14195"/>
                    </a:cubicBezTo>
                    <a:cubicBezTo>
                      <a:pt x="21715" y="10081"/>
                      <a:pt x="27615" y="8024"/>
                      <a:pt x="35182" y="8024"/>
                    </a:cubicBezTo>
                    <a:cubicBezTo>
                      <a:pt x="39561" y="8024"/>
                      <a:pt x="43808" y="8559"/>
                      <a:pt x="47922" y="9631"/>
                    </a:cubicBezTo>
                    <a:cubicBezTo>
                      <a:pt x="52036" y="10703"/>
                      <a:pt x="56124" y="12317"/>
                      <a:pt x="60185" y="14473"/>
                    </a:cubicBezTo>
                    <a:lnTo>
                      <a:pt x="60185" y="3678"/>
                    </a:lnTo>
                    <a:cubicBezTo>
                      <a:pt x="56084" y="1945"/>
                      <a:pt x="51884" y="622"/>
                      <a:pt x="47585" y="-291"/>
                    </a:cubicBezTo>
                    <a:cubicBezTo>
                      <a:pt x="43285" y="-1204"/>
                      <a:pt x="38926" y="-1660"/>
                      <a:pt x="34508" y="-1660"/>
                    </a:cubicBezTo>
                    <a:cubicBezTo>
                      <a:pt x="23422" y="-1660"/>
                      <a:pt x="14644" y="1561"/>
                      <a:pt x="8175" y="8004"/>
                    </a:cubicBezTo>
                    <a:cubicBezTo>
                      <a:pt x="1706" y="14460"/>
                      <a:pt x="-1529" y="23191"/>
                      <a:pt x="-1529" y="34198"/>
                    </a:cubicBezTo>
                    <a:cubicBezTo>
                      <a:pt x="-1529" y="45561"/>
                      <a:pt x="1540" y="54577"/>
                      <a:pt x="7679" y="61245"/>
                    </a:cubicBezTo>
                    <a:cubicBezTo>
                      <a:pt x="13817" y="67925"/>
                      <a:pt x="22099" y="71266"/>
                      <a:pt x="32523" y="71266"/>
                    </a:cubicBezTo>
                    <a:cubicBezTo>
                      <a:pt x="41863" y="71266"/>
                      <a:pt x="49251" y="68256"/>
                      <a:pt x="54689" y="62237"/>
                    </a:cubicBezTo>
                    <a:cubicBezTo>
                      <a:pt x="60126" y="56231"/>
                      <a:pt x="62844" y="48062"/>
                      <a:pt x="62844" y="37730"/>
                    </a:cubicBezTo>
                    <a:close/>
                    <a:moveTo>
                      <a:pt x="51434" y="41083"/>
                    </a:moveTo>
                    <a:cubicBezTo>
                      <a:pt x="51355" y="47314"/>
                      <a:pt x="49609" y="52288"/>
                      <a:pt x="46196" y="56006"/>
                    </a:cubicBezTo>
                    <a:cubicBezTo>
                      <a:pt x="42782" y="59736"/>
                      <a:pt x="38265" y="61602"/>
                      <a:pt x="32642" y="61602"/>
                    </a:cubicBezTo>
                    <a:cubicBezTo>
                      <a:pt x="26279" y="61602"/>
                      <a:pt x="21186" y="59803"/>
                      <a:pt x="17363" y="56204"/>
                    </a:cubicBezTo>
                    <a:cubicBezTo>
                      <a:pt x="13539" y="52606"/>
                      <a:pt x="11337" y="47539"/>
                      <a:pt x="10755" y="41004"/>
                    </a:cubicBezTo>
                    <a:lnTo>
                      <a:pt x="51434" y="41083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11F9A14B-558B-9791-6490-EFA35DB5DBA3}"/>
                  </a:ext>
                </a:extLst>
              </p:cNvPr>
              <p:cNvSpPr/>
              <p:nvPr/>
            </p:nvSpPr>
            <p:spPr>
              <a:xfrm flipV="1">
                <a:off x="6628334" y="1576743"/>
                <a:ext cx="62071" cy="97532"/>
              </a:xfrm>
              <a:custGeom>
                <a:avLst/>
                <a:gdLst>
                  <a:gd name="csX0" fmla="*/ 10323 w 62071"/>
                  <a:gd name="csY0" fmla="*/ 60040 h 97532"/>
                  <a:gd name="csX1" fmla="*/ 15502 w 62071"/>
                  <a:gd name="csY1" fmla="*/ 40295 h 97532"/>
                  <a:gd name="csX2" fmla="*/ 29730 w 62071"/>
                  <a:gd name="csY2" fmla="*/ 33132 h 97532"/>
                  <a:gd name="csX3" fmla="*/ 43978 w 62071"/>
                  <a:gd name="csY3" fmla="*/ 40295 h 97532"/>
                  <a:gd name="csX4" fmla="*/ 49196 w 62071"/>
                  <a:gd name="csY4" fmla="*/ 60040 h 97532"/>
                  <a:gd name="csX5" fmla="*/ 43978 w 62071"/>
                  <a:gd name="csY5" fmla="*/ 79784 h 97532"/>
                  <a:gd name="csX6" fmla="*/ 29730 w 62071"/>
                  <a:gd name="csY6" fmla="*/ 86948 h 97532"/>
                  <a:gd name="csX7" fmla="*/ 15502 w 62071"/>
                  <a:gd name="csY7" fmla="*/ 79784 h 97532"/>
                  <a:gd name="csX8" fmla="*/ 10323 w 62071"/>
                  <a:gd name="csY8" fmla="*/ 60040 h 97532"/>
                  <a:gd name="csX9" fmla="*/ 49196 w 62071"/>
                  <a:gd name="csY9" fmla="*/ 35791 h 97532"/>
                  <a:gd name="csX10" fmla="*/ 40108 w 62071"/>
                  <a:gd name="csY10" fmla="*/ 26583 h 97532"/>
                  <a:gd name="csX11" fmla="*/ 26932 w 62071"/>
                  <a:gd name="csY11" fmla="*/ 23567 h 97532"/>
                  <a:gd name="csX12" fmla="*/ 6433 w 62071"/>
                  <a:gd name="csY12" fmla="*/ 33608 h 97532"/>
                  <a:gd name="csX13" fmla="*/ -1465 w 62071"/>
                  <a:gd name="csY13" fmla="*/ 60040 h 97532"/>
                  <a:gd name="csX14" fmla="*/ 6433 w 62071"/>
                  <a:gd name="csY14" fmla="*/ 86452 h 97532"/>
                  <a:gd name="csX15" fmla="*/ 26932 w 62071"/>
                  <a:gd name="csY15" fmla="*/ 96493 h 97532"/>
                  <a:gd name="csX16" fmla="*/ 40108 w 62071"/>
                  <a:gd name="csY16" fmla="*/ 93477 h 97532"/>
                  <a:gd name="csX17" fmla="*/ 49196 w 62071"/>
                  <a:gd name="csY17" fmla="*/ 84289 h 97532"/>
                  <a:gd name="csX18" fmla="*/ 49196 w 62071"/>
                  <a:gd name="csY18" fmla="*/ 94826 h 97532"/>
                  <a:gd name="csX19" fmla="*/ 60607 w 62071"/>
                  <a:gd name="csY19" fmla="*/ 94826 h 97532"/>
                  <a:gd name="csX20" fmla="*/ 60607 w 62071"/>
                  <a:gd name="csY20" fmla="*/ -1039 h 97532"/>
                  <a:gd name="csX21" fmla="*/ 49196 w 62071"/>
                  <a:gd name="csY21" fmla="*/ -1039 h 97532"/>
                  <a:gd name="csX22" fmla="*/ 49196 w 62071"/>
                  <a:gd name="csY22" fmla="*/ 35791 h 975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</a:cxnLst>
                <a:rect l="l" t="t" r="r" b="b"/>
                <a:pathLst>
                  <a:path w="62071" h="97532">
                    <a:moveTo>
                      <a:pt x="10323" y="60040"/>
                    </a:moveTo>
                    <a:cubicBezTo>
                      <a:pt x="10323" y="51653"/>
                      <a:pt x="12049" y="45071"/>
                      <a:pt x="15502" y="40295"/>
                    </a:cubicBezTo>
                    <a:cubicBezTo>
                      <a:pt x="18955" y="35520"/>
                      <a:pt x="23697" y="33132"/>
                      <a:pt x="29730" y="33132"/>
                    </a:cubicBezTo>
                    <a:cubicBezTo>
                      <a:pt x="35762" y="33132"/>
                      <a:pt x="40512" y="35520"/>
                      <a:pt x="43978" y="40295"/>
                    </a:cubicBezTo>
                    <a:cubicBezTo>
                      <a:pt x="47457" y="45071"/>
                      <a:pt x="49196" y="51653"/>
                      <a:pt x="49196" y="60040"/>
                    </a:cubicBezTo>
                    <a:cubicBezTo>
                      <a:pt x="49196" y="68427"/>
                      <a:pt x="47457" y="75009"/>
                      <a:pt x="43978" y="79784"/>
                    </a:cubicBezTo>
                    <a:cubicBezTo>
                      <a:pt x="40512" y="84560"/>
                      <a:pt x="35762" y="86948"/>
                      <a:pt x="29730" y="86948"/>
                    </a:cubicBezTo>
                    <a:cubicBezTo>
                      <a:pt x="23697" y="86948"/>
                      <a:pt x="18955" y="84560"/>
                      <a:pt x="15502" y="79784"/>
                    </a:cubicBezTo>
                    <a:cubicBezTo>
                      <a:pt x="12049" y="75009"/>
                      <a:pt x="10323" y="68427"/>
                      <a:pt x="10323" y="60040"/>
                    </a:cubicBezTo>
                    <a:close/>
                    <a:moveTo>
                      <a:pt x="49196" y="35791"/>
                    </a:moveTo>
                    <a:cubicBezTo>
                      <a:pt x="46802" y="31663"/>
                      <a:pt x="43772" y="28594"/>
                      <a:pt x="40108" y="26583"/>
                    </a:cubicBezTo>
                    <a:cubicBezTo>
                      <a:pt x="36457" y="24573"/>
                      <a:pt x="32065" y="23567"/>
                      <a:pt x="26932" y="23567"/>
                    </a:cubicBezTo>
                    <a:cubicBezTo>
                      <a:pt x="18544" y="23567"/>
                      <a:pt x="11712" y="26914"/>
                      <a:pt x="6433" y="33608"/>
                    </a:cubicBezTo>
                    <a:cubicBezTo>
                      <a:pt x="1168" y="40315"/>
                      <a:pt x="-1465" y="49126"/>
                      <a:pt x="-1465" y="60040"/>
                    </a:cubicBezTo>
                    <a:cubicBezTo>
                      <a:pt x="-1465" y="70954"/>
                      <a:pt x="1168" y="79758"/>
                      <a:pt x="6433" y="86452"/>
                    </a:cubicBezTo>
                    <a:cubicBezTo>
                      <a:pt x="11712" y="93146"/>
                      <a:pt x="18544" y="96493"/>
                      <a:pt x="26932" y="96493"/>
                    </a:cubicBezTo>
                    <a:cubicBezTo>
                      <a:pt x="32065" y="96493"/>
                      <a:pt x="36457" y="95488"/>
                      <a:pt x="40108" y="93477"/>
                    </a:cubicBezTo>
                    <a:cubicBezTo>
                      <a:pt x="43772" y="91479"/>
                      <a:pt x="46802" y="88417"/>
                      <a:pt x="49196" y="84289"/>
                    </a:cubicBezTo>
                    <a:lnTo>
                      <a:pt x="49196" y="94826"/>
                    </a:lnTo>
                    <a:lnTo>
                      <a:pt x="60607" y="94826"/>
                    </a:lnTo>
                    <a:lnTo>
                      <a:pt x="60607" y="-1039"/>
                    </a:lnTo>
                    <a:lnTo>
                      <a:pt x="49196" y="-1039"/>
                    </a:lnTo>
                    <a:lnTo>
                      <a:pt x="49196" y="35791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2" name="Freeform: Shape 321">
                <a:extLst>
                  <a:ext uri="{FF2B5EF4-FFF2-40B4-BE49-F238E27FC236}">
                    <a16:creationId xmlns:a16="http://schemas.microsoft.com/office/drawing/2014/main" id="{882087DD-7AF3-625B-6F9A-13DF7B4E7B28}"/>
                  </a:ext>
                </a:extLst>
              </p:cNvPr>
              <p:cNvSpPr/>
              <p:nvPr/>
            </p:nvSpPr>
            <p:spPr>
              <a:xfrm flipV="1">
                <a:off x="6712740" y="1576743"/>
                <a:ext cx="58162" cy="72925"/>
              </a:xfrm>
              <a:custGeom>
                <a:avLst/>
                <a:gdLst>
                  <a:gd name="csX0" fmla="*/ -1551 w 58162"/>
                  <a:gd name="csY0" fmla="*/ 27550 h 72925"/>
                  <a:gd name="csX1" fmla="*/ -1551 w 58162"/>
                  <a:gd name="csY1" fmla="*/ 69599 h 72925"/>
                  <a:gd name="csX2" fmla="*/ 9860 w 58162"/>
                  <a:gd name="csY2" fmla="*/ 69599 h 72925"/>
                  <a:gd name="csX3" fmla="*/ 9860 w 58162"/>
                  <a:gd name="csY3" fmla="*/ 27986 h 72925"/>
                  <a:gd name="csX4" fmla="*/ 13689 w 58162"/>
                  <a:gd name="csY4" fmla="*/ 13183 h 72925"/>
                  <a:gd name="csX5" fmla="*/ 25238 w 58162"/>
                  <a:gd name="csY5" fmla="*/ 8262 h 72925"/>
                  <a:gd name="csX6" fmla="*/ 39824 w 58162"/>
                  <a:gd name="csY6" fmla="*/ 14155 h 72925"/>
                  <a:gd name="csX7" fmla="*/ 45201 w 58162"/>
                  <a:gd name="csY7" fmla="*/ 30229 h 72925"/>
                  <a:gd name="csX8" fmla="*/ 45201 w 58162"/>
                  <a:gd name="csY8" fmla="*/ 69599 h 72925"/>
                  <a:gd name="csX9" fmla="*/ 56611 w 58162"/>
                  <a:gd name="csY9" fmla="*/ 69599 h 72925"/>
                  <a:gd name="csX10" fmla="*/ 56611 w 58162"/>
                  <a:gd name="csY10" fmla="*/ 146 h 72925"/>
                  <a:gd name="csX11" fmla="*/ 45201 w 58162"/>
                  <a:gd name="csY11" fmla="*/ 146 h 72925"/>
                  <a:gd name="csX12" fmla="*/ 45201 w 58162"/>
                  <a:gd name="csY12" fmla="*/ 10822 h 72925"/>
                  <a:gd name="csX13" fmla="*/ 35557 w 58162"/>
                  <a:gd name="csY13" fmla="*/ 1416 h 72925"/>
                  <a:gd name="csX14" fmla="*/ 22817 w 58162"/>
                  <a:gd name="csY14" fmla="*/ -1660 h 72925"/>
                  <a:gd name="csX15" fmla="*/ 4641 w 58162"/>
                  <a:gd name="csY15" fmla="*/ 5781 h 72925"/>
                  <a:gd name="csX16" fmla="*/ -1551 w 58162"/>
                  <a:gd name="csY16" fmla="*/ 27550 h 72925"/>
                  <a:gd name="csX17" fmla="*/ 27163 w 58162"/>
                  <a:gd name="csY17" fmla="*/ 71266 h 72925"/>
                  <a:gd name="csX18" fmla="*/ 27163 w 58162"/>
                  <a:gd name="csY18" fmla="*/ 71266 h 729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</a:cxnLst>
                <a:rect l="l" t="t" r="r" b="b"/>
                <a:pathLst>
                  <a:path w="58162" h="72925">
                    <a:moveTo>
                      <a:pt x="-1551" y="27550"/>
                    </a:moveTo>
                    <a:lnTo>
                      <a:pt x="-1551" y="69599"/>
                    </a:lnTo>
                    <a:lnTo>
                      <a:pt x="9860" y="69599"/>
                    </a:lnTo>
                    <a:lnTo>
                      <a:pt x="9860" y="27986"/>
                    </a:lnTo>
                    <a:cubicBezTo>
                      <a:pt x="9860" y="21412"/>
                      <a:pt x="11136" y="16477"/>
                      <a:pt x="13689" y="13183"/>
                    </a:cubicBezTo>
                    <a:cubicBezTo>
                      <a:pt x="16256" y="9902"/>
                      <a:pt x="20105" y="8262"/>
                      <a:pt x="25238" y="8262"/>
                    </a:cubicBezTo>
                    <a:cubicBezTo>
                      <a:pt x="31390" y="8262"/>
                      <a:pt x="36252" y="10226"/>
                      <a:pt x="39824" y="14155"/>
                    </a:cubicBezTo>
                    <a:cubicBezTo>
                      <a:pt x="43409" y="18084"/>
                      <a:pt x="45201" y="23442"/>
                      <a:pt x="45201" y="30229"/>
                    </a:cubicBezTo>
                    <a:lnTo>
                      <a:pt x="45201" y="69599"/>
                    </a:lnTo>
                    <a:lnTo>
                      <a:pt x="56611" y="69599"/>
                    </a:lnTo>
                    <a:lnTo>
                      <a:pt x="56611" y="146"/>
                    </a:lnTo>
                    <a:lnTo>
                      <a:pt x="45201" y="146"/>
                    </a:lnTo>
                    <a:lnTo>
                      <a:pt x="45201" y="10822"/>
                    </a:lnTo>
                    <a:cubicBezTo>
                      <a:pt x="42436" y="6602"/>
                      <a:pt x="39222" y="3466"/>
                      <a:pt x="35557" y="1416"/>
                    </a:cubicBezTo>
                    <a:cubicBezTo>
                      <a:pt x="31906" y="-635"/>
                      <a:pt x="27659" y="-1660"/>
                      <a:pt x="22817" y="-1660"/>
                    </a:cubicBezTo>
                    <a:cubicBezTo>
                      <a:pt x="14840" y="-1660"/>
                      <a:pt x="8781" y="820"/>
                      <a:pt x="4641" y="5781"/>
                    </a:cubicBezTo>
                    <a:cubicBezTo>
                      <a:pt x="513" y="10742"/>
                      <a:pt x="-1551" y="17998"/>
                      <a:pt x="-1551" y="27550"/>
                    </a:cubicBezTo>
                    <a:close/>
                    <a:moveTo>
                      <a:pt x="27163" y="71266"/>
                    </a:moveTo>
                    <a:lnTo>
                      <a:pt x="27163" y="71266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D49A0513-F380-5C9B-432B-C8B81F52C622}"/>
                  </a:ext>
                </a:extLst>
              </p:cNvPr>
              <p:cNvSpPr/>
              <p:nvPr/>
            </p:nvSpPr>
            <p:spPr>
              <a:xfrm flipV="1">
                <a:off x="6789441" y="1576743"/>
                <a:ext cx="64373" cy="72925"/>
              </a:xfrm>
              <a:custGeom>
                <a:avLst/>
                <a:gdLst>
                  <a:gd name="csX0" fmla="*/ 62863 w 64373"/>
                  <a:gd name="csY0" fmla="*/ 37730 h 72925"/>
                  <a:gd name="csX1" fmla="*/ 62863 w 64373"/>
                  <a:gd name="csY1" fmla="*/ 32154 h 72925"/>
                  <a:gd name="csX2" fmla="*/ 10396 w 64373"/>
                  <a:gd name="csY2" fmla="*/ 32154 h 72925"/>
                  <a:gd name="csX3" fmla="*/ 17500 w 64373"/>
                  <a:gd name="csY3" fmla="*/ 14195 h 72925"/>
                  <a:gd name="csX4" fmla="*/ 35201 w 64373"/>
                  <a:gd name="csY4" fmla="*/ 8024 h 72925"/>
                  <a:gd name="csX5" fmla="*/ 47941 w 64373"/>
                  <a:gd name="csY5" fmla="*/ 9631 h 72925"/>
                  <a:gd name="csX6" fmla="*/ 60204 w 64373"/>
                  <a:gd name="csY6" fmla="*/ 14473 h 72925"/>
                  <a:gd name="csX7" fmla="*/ 60204 w 64373"/>
                  <a:gd name="csY7" fmla="*/ 3678 h 72925"/>
                  <a:gd name="csX8" fmla="*/ 47603 w 64373"/>
                  <a:gd name="csY8" fmla="*/ -291 h 72925"/>
                  <a:gd name="csX9" fmla="*/ 34526 w 64373"/>
                  <a:gd name="csY9" fmla="*/ -1660 h 72925"/>
                  <a:gd name="csX10" fmla="*/ 8194 w 64373"/>
                  <a:gd name="csY10" fmla="*/ 8004 h 72925"/>
                  <a:gd name="csX11" fmla="*/ -1510 w 64373"/>
                  <a:gd name="csY11" fmla="*/ 34198 h 72925"/>
                  <a:gd name="csX12" fmla="*/ 7698 w 64373"/>
                  <a:gd name="csY12" fmla="*/ 61245 h 72925"/>
                  <a:gd name="csX13" fmla="*/ 32542 w 64373"/>
                  <a:gd name="csY13" fmla="*/ 71266 h 72925"/>
                  <a:gd name="csX14" fmla="*/ 54707 w 64373"/>
                  <a:gd name="csY14" fmla="*/ 62237 h 72925"/>
                  <a:gd name="csX15" fmla="*/ 62863 w 64373"/>
                  <a:gd name="csY15" fmla="*/ 37730 h 72925"/>
                  <a:gd name="csX16" fmla="*/ 51453 w 64373"/>
                  <a:gd name="csY16" fmla="*/ 41083 h 72925"/>
                  <a:gd name="csX17" fmla="*/ 46214 w 64373"/>
                  <a:gd name="csY17" fmla="*/ 56006 h 72925"/>
                  <a:gd name="csX18" fmla="*/ 32661 w 64373"/>
                  <a:gd name="csY18" fmla="*/ 61602 h 72925"/>
                  <a:gd name="csX19" fmla="*/ 17381 w 64373"/>
                  <a:gd name="csY19" fmla="*/ 56204 h 72925"/>
                  <a:gd name="csX20" fmla="*/ 10773 w 64373"/>
                  <a:gd name="csY20" fmla="*/ 41004 h 72925"/>
                  <a:gd name="csX21" fmla="*/ 51453 w 64373"/>
                  <a:gd name="csY21" fmla="*/ 41083 h 729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</a:cxnLst>
                <a:rect l="l" t="t" r="r" b="b"/>
                <a:pathLst>
                  <a:path w="64373" h="72925">
                    <a:moveTo>
                      <a:pt x="62863" y="37730"/>
                    </a:moveTo>
                    <a:lnTo>
                      <a:pt x="62863" y="32154"/>
                    </a:lnTo>
                    <a:lnTo>
                      <a:pt x="10396" y="32154"/>
                    </a:lnTo>
                    <a:cubicBezTo>
                      <a:pt x="10899" y="24296"/>
                      <a:pt x="13267" y="18309"/>
                      <a:pt x="17500" y="14195"/>
                    </a:cubicBezTo>
                    <a:cubicBezTo>
                      <a:pt x="21734" y="10081"/>
                      <a:pt x="27634" y="8024"/>
                      <a:pt x="35201" y="8024"/>
                    </a:cubicBezTo>
                    <a:cubicBezTo>
                      <a:pt x="39580" y="8024"/>
                      <a:pt x="43826" y="8559"/>
                      <a:pt x="47941" y="9631"/>
                    </a:cubicBezTo>
                    <a:cubicBezTo>
                      <a:pt x="52055" y="10703"/>
                      <a:pt x="56143" y="12317"/>
                      <a:pt x="60204" y="14473"/>
                    </a:cubicBezTo>
                    <a:lnTo>
                      <a:pt x="60204" y="3678"/>
                    </a:lnTo>
                    <a:cubicBezTo>
                      <a:pt x="56103" y="1945"/>
                      <a:pt x="51903" y="622"/>
                      <a:pt x="47603" y="-291"/>
                    </a:cubicBezTo>
                    <a:cubicBezTo>
                      <a:pt x="43304" y="-1204"/>
                      <a:pt x="38945" y="-1660"/>
                      <a:pt x="34526" y="-1660"/>
                    </a:cubicBezTo>
                    <a:cubicBezTo>
                      <a:pt x="23440" y="-1660"/>
                      <a:pt x="14663" y="1561"/>
                      <a:pt x="8194" y="8004"/>
                    </a:cubicBezTo>
                    <a:cubicBezTo>
                      <a:pt x="1725" y="14460"/>
                      <a:pt x="-1510" y="23191"/>
                      <a:pt x="-1510" y="34198"/>
                    </a:cubicBezTo>
                    <a:cubicBezTo>
                      <a:pt x="-1510" y="45561"/>
                      <a:pt x="1559" y="54577"/>
                      <a:pt x="7698" y="61245"/>
                    </a:cubicBezTo>
                    <a:cubicBezTo>
                      <a:pt x="13836" y="67925"/>
                      <a:pt x="22117" y="71266"/>
                      <a:pt x="32542" y="71266"/>
                    </a:cubicBezTo>
                    <a:cubicBezTo>
                      <a:pt x="41882" y="71266"/>
                      <a:pt x="49270" y="68256"/>
                      <a:pt x="54707" y="62237"/>
                    </a:cubicBezTo>
                    <a:cubicBezTo>
                      <a:pt x="60145" y="56231"/>
                      <a:pt x="62863" y="48062"/>
                      <a:pt x="62863" y="37730"/>
                    </a:cubicBezTo>
                    <a:close/>
                    <a:moveTo>
                      <a:pt x="51453" y="41083"/>
                    </a:moveTo>
                    <a:cubicBezTo>
                      <a:pt x="51374" y="47314"/>
                      <a:pt x="49627" y="52288"/>
                      <a:pt x="46214" y="56006"/>
                    </a:cubicBezTo>
                    <a:cubicBezTo>
                      <a:pt x="42801" y="59736"/>
                      <a:pt x="38283" y="61602"/>
                      <a:pt x="32661" y="61602"/>
                    </a:cubicBezTo>
                    <a:cubicBezTo>
                      <a:pt x="26298" y="61602"/>
                      <a:pt x="21205" y="59803"/>
                      <a:pt x="17381" y="56204"/>
                    </a:cubicBezTo>
                    <a:cubicBezTo>
                      <a:pt x="13558" y="52606"/>
                      <a:pt x="11356" y="47539"/>
                      <a:pt x="10773" y="41004"/>
                    </a:cubicBezTo>
                    <a:lnTo>
                      <a:pt x="51453" y="41083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636D0CF5-BBB2-4E18-A308-894107BA0506}"/>
                  </a:ext>
                </a:extLst>
              </p:cNvPr>
              <p:cNvSpPr/>
              <p:nvPr/>
            </p:nvSpPr>
            <p:spPr>
              <a:xfrm flipV="1">
                <a:off x="6867457" y="1576743"/>
                <a:ext cx="53082" cy="72925"/>
              </a:xfrm>
              <a:custGeom>
                <a:avLst/>
                <a:gdLst>
                  <a:gd name="csX0" fmla="*/ 48138 w 53082"/>
                  <a:gd name="csY0" fmla="*/ 67555 h 72925"/>
                  <a:gd name="csX1" fmla="*/ 48138 w 53082"/>
                  <a:gd name="csY1" fmla="*/ 56760 h 72925"/>
                  <a:gd name="csX2" fmla="*/ 38097 w 53082"/>
                  <a:gd name="csY2" fmla="*/ 60471 h 72925"/>
                  <a:gd name="csX3" fmla="*/ 27302 w 53082"/>
                  <a:gd name="csY3" fmla="*/ 61721 h 72925"/>
                  <a:gd name="csX4" fmla="*/ 14562 w 53082"/>
                  <a:gd name="csY4" fmla="*/ 59121 h 72925"/>
                  <a:gd name="csX5" fmla="*/ 10316 w 53082"/>
                  <a:gd name="csY5" fmla="*/ 51303 h 72925"/>
                  <a:gd name="csX6" fmla="*/ 13352 w 53082"/>
                  <a:gd name="csY6" fmla="*/ 45072 h 72925"/>
                  <a:gd name="csX7" fmla="*/ 25575 w 53082"/>
                  <a:gd name="csY7" fmla="*/ 40766 h 72925"/>
                  <a:gd name="csX8" fmla="*/ 29485 w 53082"/>
                  <a:gd name="csY8" fmla="*/ 39893 h 72925"/>
                  <a:gd name="csX9" fmla="*/ 46749 w 53082"/>
                  <a:gd name="csY9" fmla="*/ 32551 h 72925"/>
                  <a:gd name="csX10" fmla="*/ 51868 w 53082"/>
                  <a:gd name="csY10" fmla="*/ 19315 h 72925"/>
                  <a:gd name="csX11" fmla="*/ 44209 w 53082"/>
                  <a:gd name="csY11" fmla="*/ 3976 h 72925"/>
                  <a:gd name="csX12" fmla="*/ 23154 w 53082"/>
                  <a:gd name="csY12" fmla="*/ -1660 h 72925"/>
                  <a:gd name="csX13" fmla="*/ 11526 w 53082"/>
                  <a:gd name="csY13" fmla="*/ -569 h 72925"/>
                  <a:gd name="csX14" fmla="*/ -1214 w 53082"/>
                  <a:gd name="csY14" fmla="*/ 2686 h 72925"/>
                  <a:gd name="csX15" fmla="*/ -1214 w 53082"/>
                  <a:gd name="csY15" fmla="*/ 14473 h 72925"/>
                  <a:gd name="csX16" fmla="*/ 11248 w 53082"/>
                  <a:gd name="csY16" fmla="*/ 9532 h 72925"/>
                  <a:gd name="csX17" fmla="*/ 23412 w 53082"/>
                  <a:gd name="csY17" fmla="*/ 7905 h 72925"/>
                  <a:gd name="csX18" fmla="*/ 35795 w 53082"/>
                  <a:gd name="csY18" fmla="*/ 10663 h 72925"/>
                  <a:gd name="csX19" fmla="*/ 40141 w 53082"/>
                  <a:gd name="csY19" fmla="*/ 18442 h 72925"/>
                  <a:gd name="csX20" fmla="*/ 37005 w 53082"/>
                  <a:gd name="csY20" fmla="*/ 25566 h 72925"/>
                  <a:gd name="csX21" fmla="*/ 23274 w 53082"/>
                  <a:gd name="csY21" fmla="*/ 30348 h 72925"/>
                  <a:gd name="csX22" fmla="*/ 19305 w 53082"/>
                  <a:gd name="csY22" fmla="*/ 31281 h 72925"/>
                  <a:gd name="csX23" fmla="*/ 3985 w 53082"/>
                  <a:gd name="csY23" fmla="*/ 38127 h 72925"/>
                  <a:gd name="csX24" fmla="*/ -718 w 53082"/>
                  <a:gd name="csY24" fmla="*/ 50807 h 72925"/>
                  <a:gd name="csX25" fmla="*/ 6228 w 53082"/>
                  <a:gd name="csY25" fmla="*/ 65928 h 72925"/>
                  <a:gd name="csX26" fmla="*/ 25952 w 53082"/>
                  <a:gd name="csY26" fmla="*/ 71266 h 72925"/>
                  <a:gd name="csX27" fmla="*/ 37839 w 53082"/>
                  <a:gd name="csY27" fmla="*/ 70333 h 72925"/>
                  <a:gd name="csX28" fmla="*/ 48138 w 53082"/>
                  <a:gd name="csY28" fmla="*/ 67555 h 729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</a:cxnLst>
                <a:rect l="l" t="t" r="r" b="b"/>
                <a:pathLst>
                  <a:path w="53082" h="72925">
                    <a:moveTo>
                      <a:pt x="48138" y="67555"/>
                    </a:moveTo>
                    <a:lnTo>
                      <a:pt x="48138" y="56760"/>
                    </a:lnTo>
                    <a:cubicBezTo>
                      <a:pt x="44923" y="58414"/>
                      <a:pt x="41576" y="59651"/>
                      <a:pt x="38097" y="60471"/>
                    </a:cubicBezTo>
                    <a:cubicBezTo>
                      <a:pt x="34631" y="61304"/>
                      <a:pt x="31032" y="61721"/>
                      <a:pt x="27302" y="61721"/>
                    </a:cubicBezTo>
                    <a:cubicBezTo>
                      <a:pt x="21640" y="61721"/>
                      <a:pt x="17393" y="60854"/>
                      <a:pt x="14562" y="59121"/>
                    </a:cubicBezTo>
                    <a:cubicBezTo>
                      <a:pt x="11731" y="57388"/>
                      <a:pt x="10316" y="54782"/>
                      <a:pt x="10316" y="51303"/>
                    </a:cubicBezTo>
                    <a:cubicBezTo>
                      <a:pt x="10316" y="48657"/>
                      <a:pt x="11328" y="46580"/>
                      <a:pt x="13352" y="45072"/>
                    </a:cubicBezTo>
                    <a:cubicBezTo>
                      <a:pt x="15376" y="43564"/>
                      <a:pt x="19450" y="42128"/>
                      <a:pt x="25575" y="40766"/>
                    </a:cubicBezTo>
                    <a:lnTo>
                      <a:pt x="29485" y="39893"/>
                    </a:lnTo>
                    <a:cubicBezTo>
                      <a:pt x="37581" y="38160"/>
                      <a:pt x="43336" y="35712"/>
                      <a:pt x="46749" y="32551"/>
                    </a:cubicBezTo>
                    <a:cubicBezTo>
                      <a:pt x="50162" y="29389"/>
                      <a:pt x="51868" y="24977"/>
                      <a:pt x="51868" y="19315"/>
                    </a:cubicBezTo>
                    <a:cubicBezTo>
                      <a:pt x="51868" y="12859"/>
                      <a:pt x="49315" y="7746"/>
                      <a:pt x="44209" y="3976"/>
                    </a:cubicBezTo>
                    <a:cubicBezTo>
                      <a:pt x="39102" y="218"/>
                      <a:pt x="32084" y="-1660"/>
                      <a:pt x="23154" y="-1660"/>
                    </a:cubicBezTo>
                    <a:cubicBezTo>
                      <a:pt x="19437" y="-1660"/>
                      <a:pt x="15561" y="-1296"/>
                      <a:pt x="11526" y="-569"/>
                    </a:cubicBezTo>
                    <a:cubicBezTo>
                      <a:pt x="7491" y="159"/>
                      <a:pt x="3245" y="1244"/>
                      <a:pt x="-1214" y="2686"/>
                    </a:cubicBezTo>
                    <a:lnTo>
                      <a:pt x="-1214" y="14473"/>
                    </a:lnTo>
                    <a:cubicBezTo>
                      <a:pt x="3006" y="12277"/>
                      <a:pt x="7160" y="10630"/>
                      <a:pt x="11248" y="9532"/>
                    </a:cubicBezTo>
                    <a:cubicBezTo>
                      <a:pt x="15336" y="8447"/>
                      <a:pt x="19391" y="7905"/>
                      <a:pt x="23412" y="7905"/>
                    </a:cubicBezTo>
                    <a:cubicBezTo>
                      <a:pt x="28783" y="7905"/>
                      <a:pt x="32911" y="8824"/>
                      <a:pt x="35795" y="10663"/>
                    </a:cubicBezTo>
                    <a:cubicBezTo>
                      <a:pt x="38692" y="12502"/>
                      <a:pt x="40141" y="15095"/>
                      <a:pt x="40141" y="18442"/>
                    </a:cubicBezTo>
                    <a:cubicBezTo>
                      <a:pt x="40141" y="21537"/>
                      <a:pt x="39096" y="23912"/>
                      <a:pt x="37005" y="25566"/>
                    </a:cubicBezTo>
                    <a:cubicBezTo>
                      <a:pt x="34928" y="27219"/>
                      <a:pt x="30351" y="28813"/>
                      <a:pt x="23274" y="30348"/>
                    </a:cubicBezTo>
                    <a:lnTo>
                      <a:pt x="19305" y="31281"/>
                    </a:lnTo>
                    <a:cubicBezTo>
                      <a:pt x="12240" y="32762"/>
                      <a:pt x="7134" y="35044"/>
                      <a:pt x="3985" y="38127"/>
                    </a:cubicBezTo>
                    <a:cubicBezTo>
                      <a:pt x="850" y="41209"/>
                      <a:pt x="-718" y="45436"/>
                      <a:pt x="-718" y="50807"/>
                    </a:cubicBezTo>
                    <a:cubicBezTo>
                      <a:pt x="-718" y="57342"/>
                      <a:pt x="1598" y="62382"/>
                      <a:pt x="6228" y="65928"/>
                    </a:cubicBezTo>
                    <a:cubicBezTo>
                      <a:pt x="10858" y="69486"/>
                      <a:pt x="17433" y="71266"/>
                      <a:pt x="25952" y="71266"/>
                    </a:cubicBezTo>
                    <a:cubicBezTo>
                      <a:pt x="30159" y="71266"/>
                      <a:pt x="34121" y="70955"/>
                      <a:pt x="37839" y="70333"/>
                    </a:cubicBezTo>
                    <a:cubicBezTo>
                      <a:pt x="41569" y="69725"/>
                      <a:pt x="45002" y="68798"/>
                      <a:pt x="48138" y="67555"/>
                    </a:cubicBez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BCCA5026-B479-3474-BC01-D55778BF3861}"/>
                  </a:ext>
                </a:extLst>
              </p:cNvPr>
              <p:cNvSpPr/>
              <p:nvPr/>
            </p:nvSpPr>
            <p:spPr>
              <a:xfrm flipV="1">
                <a:off x="6930150" y="1558685"/>
                <a:ext cx="43338" cy="89177"/>
              </a:xfrm>
              <a:custGeom>
                <a:avLst/>
                <a:gdLst>
                  <a:gd name="csX0" fmla="*/ 19055 w 43338"/>
                  <a:gd name="csY0" fmla="*/ 87016 h 89177"/>
                  <a:gd name="csX1" fmla="*/ 19055 w 43338"/>
                  <a:gd name="csY1" fmla="*/ 67292 h 89177"/>
                  <a:gd name="csX2" fmla="*/ 42550 w 43338"/>
                  <a:gd name="csY2" fmla="*/ 67292 h 89177"/>
                  <a:gd name="csX3" fmla="*/ 42550 w 43338"/>
                  <a:gd name="csY3" fmla="*/ 58422 h 89177"/>
                  <a:gd name="csX4" fmla="*/ 19055 w 43338"/>
                  <a:gd name="csY4" fmla="*/ 58422 h 89177"/>
                  <a:gd name="csX5" fmla="*/ 19055 w 43338"/>
                  <a:gd name="csY5" fmla="*/ 20718 h 89177"/>
                  <a:gd name="csX6" fmla="*/ 21377 w 43338"/>
                  <a:gd name="csY6" fmla="*/ 9804 h 89177"/>
                  <a:gd name="csX7" fmla="*/ 30842 w 43338"/>
                  <a:gd name="csY7" fmla="*/ 7383 h 89177"/>
                  <a:gd name="csX8" fmla="*/ 42550 w 43338"/>
                  <a:gd name="csY8" fmla="*/ 7383 h 89177"/>
                  <a:gd name="csX9" fmla="*/ 42550 w 43338"/>
                  <a:gd name="csY9" fmla="*/ -2161 h 89177"/>
                  <a:gd name="csX10" fmla="*/ 30842 w 43338"/>
                  <a:gd name="csY10" fmla="*/ -2161 h 89177"/>
                  <a:gd name="csX11" fmla="*/ 12606 w 43338"/>
                  <a:gd name="csY11" fmla="*/ 2760 h 89177"/>
                  <a:gd name="csX12" fmla="*/ 7585 w 43338"/>
                  <a:gd name="csY12" fmla="*/ 20718 h 89177"/>
                  <a:gd name="csX13" fmla="*/ 7585 w 43338"/>
                  <a:gd name="csY13" fmla="*/ 58422 h 89177"/>
                  <a:gd name="csX14" fmla="*/ -789 w 43338"/>
                  <a:gd name="csY14" fmla="*/ 58422 h 89177"/>
                  <a:gd name="csX15" fmla="*/ -789 w 43338"/>
                  <a:gd name="csY15" fmla="*/ 67292 h 89177"/>
                  <a:gd name="csX16" fmla="*/ 7585 w 43338"/>
                  <a:gd name="csY16" fmla="*/ 67292 h 89177"/>
                  <a:gd name="csX17" fmla="*/ 7585 w 43338"/>
                  <a:gd name="csY17" fmla="*/ 87016 h 89177"/>
                  <a:gd name="csX18" fmla="*/ 19055 w 43338"/>
                  <a:gd name="csY18" fmla="*/ 87016 h 8917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</a:cxnLst>
                <a:rect l="l" t="t" r="r" b="b"/>
                <a:pathLst>
                  <a:path w="43338" h="89177">
                    <a:moveTo>
                      <a:pt x="19055" y="87016"/>
                    </a:moveTo>
                    <a:lnTo>
                      <a:pt x="19055" y="67292"/>
                    </a:lnTo>
                    <a:lnTo>
                      <a:pt x="42550" y="67292"/>
                    </a:lnTo>
                    <a:lnTo>
                      <a:pt x="42550" y="58422"/>
                    </a:lnTo>
                    <a:lnTo>
                      <a:pt x="19055" y="58422"/>
                    </a:lnTo>
                    <a:lnTo>
                      <a:pt x="19055" y="20718"/>
                    </a:lnTo>
                    <a:cubicBezTo>
                      <a:pt x="19055" y="15056"/>
                      <a:pt x="19829" y="11418"/>
                      <a:pt x="21377" y="9804"/>
                    </a:cubicBezTo>
                    <a:cubicBezTo>
                      <a:pt x="22925" y="8190"/>
                      <a:pt x="26080" y="7383"/>
                      <a:pt x="30842" y="7383"/>
                    </a:cubicBezTo>
                    <a:lnTo>
                      <a:pt x="42550" y="7383"/>
                    </a:lnTo>
                    <a:lnTo>
                      <a:pt x="42550" y="-2161"/>
                    </a:lnTo>
                    <a:lnTo>
                      <a:pt x="30842" y="-2161"/>
                    </a:lnTo>
                    <a:cubicBezTo>
                      <a:pt x="22032" y="-2161"/>
                      <a:pt x="15953" y="-521"/>
                      <a:pt x="12606" y="2760"/>
                    </a:cubicBezTo>
                    <a:cubicBezTo>
                      <a:pt x="9259" y="6054"/>
                      <a:pt x="7585" y="12040"/>
                      <a:pt x="7585" y="20718"/>
                    </a:cubicBezTo>
                    <a:lnTo>
                      <a:pt x="7585" y="58422"/>
                    </a:lnTo>
                    <a:lnTo>
                      <a:pt x="-789" y="58422"/>
                    </a:lnTo>
                    <a:lnTo>
                      <a:pt x="-789" y="67292"/>
                    </a:lnTo>
                    <a:lnTo>
                      <a:pt x="7585" y="67292"/>
                    </a:lnTo>
                    <a:lnTo>
                      <a:pt x="7585" y="87016"/>
                    </a:lnTo>
                    <a:lnTo>
                      <a:pt x="19055" y="87016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10AA1E78-8BA5-1833-4B1C-BB1333DB5463}"/>
                  </a:ext>
                </a:extLst>
              </p:cNvPr>
              <p:cNvSpPr/>
              <p:nvPr/>
            </p:nvSpPr>
            <p:spPr>
              <a:xfrm flipV="1">
                <a:off x="6983538" y="1576743"/>
                <a:ext cx="64373" cy="72925"/>
              </a:xfrm>
              <a:custGeom>
                <a:avLst/>
                <a:gdLst>
                  <a:gd name="csX0" fmla="*/ 62879 w 64373"/>
                  <a:gd name="csY0" fmla="*/ 37730 h 72925"/>
                  <a:gd name="csX1" fmla="*/ 62879 w 64373"/>
                  <a:gd name="csY1" fmla="*/ 32154 h 72925"/>
                  <a:gd name="csX2" fmla="*/ 10412 w 64373"/>
                  <a:gd name="csY2" fmla="*/ 32154 h 72925"/>
                  <a:gd name="csX3" fmla="*/ 17516 w 64373"/>
                  <a:gd name="csY3" fmla="*/ 14195 h 72925"/>
                  <a:gd name="csX4" fmla="*/ 35216 w 64373"/>
                  <a:gd name="csY4" fmla="*/ 8024 h 72925"/>
                  <a:gd name="csX5" fmla="*/ 47956 w 64373"/>
                  <a:gd name="csY5" fmla="*/ 9631 h 72925"/>
                  <a:gd name="csX6" fmla="*/ 60219 w 64373"/>
                  <a:gd name="csY6" fmla="*/ 14473 h 72925"/>
                  <a:gd name="csX7" fmla="*/ 60219 w 64373"/>
                  <a:gd name="csY7" fmla="*/ 3678 h 72925"/>
                  <a:gd name="csX8" fmla="*/ 47619 w 64373"/>
                  <a:gd name="csY8" fmla="*/ -291 h 72925"/>
                  <a:gd name="csX9" fmla="*/ 34542 w 64373"/>
                  <a:gd name="csY9" fmla="*/ -1660 h 72925"/>
                  <a:gd name="csX10" fmla="*/ 8209 w 64373"/>
                  <a:gd name="csY10" fmla="*/ 8004 h 72925"/>
                  <a:gd name="csX11" fmla="*/ -1495 w 64373"/>
                  <a:gd name="csY11" fmla="*/ 34198 h 72925"/>
                  <a:gd name="csX12" fmla="*/ 7713 w 64373"/>
                  <a:gd name="csY12" fmla="*/ 61245 h 72925"/>
                  <a:gd name="csX13" fmla="*/ 32557 w 64373"/>
                  <a:gd name="csY13" fmla="*/ 71266 h 72925"/>
                  <a:gd name="csX14" fmla="*/ 54723 w 64373"/>
                  <a:gd name="csY14" fmla="*/ 62237 h 72925"/>
                  <a:gd name="csX15" fmla="*/ 62879 w 64373"/>
                  <a:gd name="csY15" fmla="*/ 37730 h 72925"/>
                  <a:gd name="csX16" fmla="*/ 51468 w 64373"/>
                  <a:gd name="csY16" fmla="*/ 41083 h 72925"/>
                  <a:gd name="csX17" fmla="*/ 46230 w 64373"/>
                  <a:gd name="csY17" fmla="*/ 56006 h 72925"/>
                  <a:gd name="csX18" fmla="*/ 32676 w 64373"/>
                  <a:gd name="csY18" fmla="*/ 61602 h 72925"/>
                  <a:gd name="csX19" fmla="*/ 17397 w 64373"/>
                  <a:gd name="csY19" fmla="*/ 56204 h 72925"/>
                  <a:gd name="csX20" fmla="*/ 10789 w 64373"/>
                  <a:gd name="csY20" fmla="*/ 41004 h 72925"/>
                  <a:gd name="csX21" fmla="*/ 51468 w 64373"/>
                  <a:gd name="csY21" fmla="*/ 41083 h 729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</a:cxnLst>
                <a:rect l="l" t="t" r="r" b="b"/>
                <a:pathLst>
                  <a:path w="64373" h="72925">
                    <a:moveTo>
                      <a:pt x="62879" y="37730"/>
                    </a:moveTo>
                    <a:lnTo>
                      <a:pt x="62879" y="32154"/>
                    </a:lnTo>
                    <a:lnTo>
                      <a:pt x="10412" y="32154"/>
                    </a:lnTo>
                    <a:cubicBezTo>
                      <a:pt x="10914" y="24296"/>
                      <a:pt x="13282" y="18309"/>
                      <a:pt x="17516" y="14195"/>
                    </a:cubicBezTo>
                    <a:cubicBezTo>
                      <a:pt x="21749" y="10081"/>
                      <a:pt x="27649" y="8024"/>
                      <a:pt x="35216" y="8024"/>
                    </a:cubicBezTo>
                    <a:cubicBezTo>
                      <a:pt x="39595" y="8024"/>
                      <a:pt x="43842" y="8559"/>
                      <a:pt x="47956" y="9631"/>
                    </a:cubicBezTo>
                    <a:cubicBezTo>
                      <a:pt x="52070" y="10703"/>
                      <a:pt x="56158" y="12317"/>
                      <a:pt x="60219" y="14473"/>
                    </a:cubicBezTo>
                    <a:lnTo>
                      <a:pt x="60219" y="3678"/>
                    </a:lnTo>
                    <a:cubicBezTo>
                      <a:pt x="56118" y="1945"/>
                      <a:pt x="51918" y="622"/>
                      <a:pt x="47619" y="-291"/>
                    </a:cubicBezTo>
                    <a:cubicBezTo>
                      <a:pt x="43319" y="-1204"/>
                      <a:pt x="38960" y="-1660"/>
                      <a:pt x="34542" y="-1660"/>
                    </a:cubicBezTo>
                    <a:cubicBezTo>
                      <a:pt x="23456" y="-1660"/>
                      <a:pt x="14678" y="1561"/>
                      <a:pt x="8209" y="8004"/>
                    </a:cubicBezTo>
                    <a:cubicBezTo>
                      <a:pt x="1740" y="14460"/>
                      <a:pt x="-1495" y="23191"/>
                      <a:pt x="-1495" y="34198"/>
                    </a:cubicBezTo>
                    <a:cubicBezTo>
                      <a:pt x="-1495" y="45561"/>
                      <a:pt x="1575" y="54577"/>
                      <a:pt x="7713" y="61245"/>
                    </a:cubicBezTo>
                    <a:cubicBezTo>
                      <a:pt x="13851" y="67925"/>
                      <a:pt x="22133" y="71266"/>
                      <a:pt x="32557" y="71266"/>
                    </a:cubicBezTo>
                    <a:cubicBezTo>
                      <a:pt x="41897" y="71266"/>
                      <a:pt x="49286" y="68256"/>
                      <a:pt x="54723" y="62237"/>
                    </a:cubicBezTo>
                    <a:cubicBezTo>
                      <a:pt x="60160" y="56231"/>
                      <a:pt x="62879" y="48062"/>
                      <a:pt x="62879" y="37730"/>
                    </a:cubicBezTo>
                    <a:close/>
                    <a:moveTo>
                      <a:pt x="51468" y="41083"/>
                    </a:moveTo>
                    <a:cubicBezTo>
                      <a:pt x="51389" y="47314"/>
                      <a:pt x="49643" y="52288"/>
                      <a:pt x="46230" y="56006"/>
                    </a:cubicBezTo>
                    <a:cubicBezTo>
                      <a:pt x="42817" y="59736"/>
                      <a:pt x="38299" y="61602"/>
                      <a:pt x="32676" y="61602"/>
                    </a:cubicBezTo>
                    <a:cubicBezTo>
                      <a:pt x="26313" y="61602"/>
                      <a:pt x="21220" y="59803"/>
                      <a:pt x="17397" y="56204"/>
                    </a:cubicBezTo>
                    <a:cubicBezTo>
                      <a:pt x="13573" y="52606"/>
                      <a:pt x="11371" y="47539"/>
                      <a:pt x="10789" y="41004"/>
                    </a:cubicBezTo>
                    <a:lnTo>
                      <a:pt x="51468" y="41083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4A7E469B-02F4-15D7-E88A-C0D4F5C7A8DA}"/>
                  </a:ext>
                </a:extLst>
              </p:cNvPr>
              <p:cNvSpPr/>
              <p:nvPr/>
            </p:nvSpPr>
            <p:spPr>
              <a:xfrm flipV="1">
                <a:off x="7061672" y="1551363"/>
                <a:ext cx="62071" cy="98305"/>
              </a:xfrm>
              <a:custGeom>
                <a:avLst/>
                <a:gdLst>
                  <a:gd name="csX0" fmla="*/ 49231 w 62071"/>
                  <a:gd name="csY0" fmla="*/ 58421 h 98305"/>
                  <a:gd name="csX1" fmla="*/ 49231 w 62071"/>
                  <a:gd name="csY1" fmla="*/ 96005 h 98305"/>
                  <a:gd name="csX2" fmla="*/ 60641 w 62071"/>
                  <a:gd name="csY2" fmla="*/ 96005 h 98305"/>
                  <a:gd name="csX3" fmla="*/ 60641 w 62071"/>
                  <a:gd name="csY3" fmla="*/ -495 h 98305"/>
                  <a:gd name="csX4" fmla="*/ 49231 w 62071"/>
                  <a:gd name="csY4" fmla="*/ -495 h 98305"/>
                  <a:gd name="csX5" fmla="*/ 49231 w 62071"/>
                  <a:gd name="csY5" fmla="*/ 9923 h 98305"/>
                  <a:gd name="csX6" fmla="*/ 40142 w 62071"/>
                  <a:gd name="csY6" fmla="*/ 716 h 98305"/>
                  <a:gd name="csX7" fmla="*/ 26966 w 62071"/>
                  <a:gd name="csY7" fmla="*/ -2301 h 98305"/>
                  <a:gd name="csX8" fmla="*/ 6467 w 62071"/>
                  <a:gd name="csY8" fmla="*/ 7740 h 98305"/>
                  <a:gd name="csX9" fmla="*/ -1431 w 62071"/>
                  <a:gd name="csY9" fmla="*/ 34172 h 98305"/>
                  <a:gd name="csX10" fmla="*/ 6467 w 62071"/>
                  <a:gd name="csY10" fmla="*/ 60584 h 98305"/>
                  <a:gd name="csX11" fmla="*/ 26966 w 62071"/>
                  <a:gd name="csY11" fmla="*/ 70625 h 98305"/>
                  <a:gd name="csX12" fmla="*/ 40142 w 62071"/>
                  <a:gd name="csY12" fmla="*/ 67609 h 98305"/>
                  <a:gd name="csX13" fmla="*/ 49231 w 62071"/>
                  <a:gd name="csY13" fmla="*/ 58421 h 98305"/>
                  <a:gd name="csX14" fmla="*/ 10357 w 62071"/>
                  <a:gd name="csY14" fmla="*/ 34172 h 98305"/>
                  <a:gd name="csX15" fmla="*/ 15536 w 62071"/>
                  <a:gd name="csY15" fmla="*/ 14428 h 98305"/>
                  <a:gd name="csX16" fmla="*/ 29764 w 62071"/>
                  <a:gd name="csY16" fmla="*/ 7264 h 98305"/>
                  <a:gd name="csX17" fmla="*/ 44012 w 62071"/>
                  <a:gd name="csY17" fmla="*/ 14428 h 98305"/>
                  <a:gd name="csX18" fmla="*/ 49231 w 62071"/>
                  <a:gd name="csY18" fmla="*/ 34172 h 98305"/>
                  <a:gd name="csX19" fmla="*/ 44012 w 62071"/>
                  <a:gd name="csY19" fmla="*/ 53917 h 98305"/>
                  <a:gd name="csX20" fmla="*/ 29764 w 62071"/>
                  <a:gd name="csY20" fmla="*/ 61080 h 98305"/>
                  <a:gd name="csX21" fmla="*/ 15536 w 62071"/>
                  <a:gd name="csY21" fmla="*/ 53917 h 98305"/>
                  <a:gd name="csX22" fmla="*/ 10357 w 62071"/>
                  <a:gd name="csY22" fmla="*/ 34172 h 983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</a:cxnLst>
                <a:rect l="l" t="t" r="r" b="b"/>
                <a:pathLst>
                  <a:path w="62071" h="98305">
                    <a:moveTo>
                      <a:pt x="49231" y="58421"/>
                    </a:moveTo>
                    <a:lnTo>
                      <a:pt x="49231" y="96005"/>
                    </a:lnTo>
                    <a:lnTo>
                      <a:pt x="60641" y="96005"/>
                    </a:lnTo>
                    <a:lnTo>
                      <a:pt x="60641" y="-495"/>
                    </a:lnTo>
                    <a:lnTo>
                      <a:pt x="49231" y="-495"/>
                    </a:lnTo>
                    <a:lnTo>
                      <a:pt x="49231" y="9923"/>
                    </a:lnTo>
                    <a:cubicBezTo>
                      <a:pt x="46836" y="5796"/>
                      <a:pt x="43807" y="2727"/>
                      <a:pt x="40142" y="716"/>
                    </a:cubicBezTo>
                    <a:cubicBezTo>
                      <a:pt x="36491" y="-1295"/>
                      <a:pt x="32099" y="-2301"/>
                      <a:pt x="26966" y="-2301"/>
                    </a:cubicBezTo>
                    <a:cubicBezTo>
                      <a:pt x="18579" y="-2301"/>
                      <a:pt x="11746" y="1046"/>
                      <a:pt x="6467" y="7740"/>
                    </a:cubicBezTo>
                    <a:cubicBezTo>
                      <a:pt x="1202" y="14448"/>
                      <a:pt x="-1431" y="23258"/>
                      <a:pt x="-1431" y="34172"/>
                    </a:cubicBezTo>
                    <a:cubicBezTo>
                      <a:pt x="-1431" y="45086"/>
                      <a:pt x="1202" y="53890"/>
                      <a:pt x="6467" y="60584"/>
                    </a:cubicBezTo>
                    <a:cubicBezTo>
                      <a:pt x="11746" y="67278"/>
                      <a:pt x="18579" y="70625"/>
                      <a:pt x="26966" y="70625"/>
                    </a:cubicBezTo>
                    <a:cubicBezTo>
                      <a:pt x="32099" y="70625"/>
                      <a:pt x="36491" y="69620"/>
                      <a:pt x="40142" y="67609"/>
                    </a:cubicBezTo>
                    <a:cubicBezTo>
                      <a:pt x="43807" y="65611"/>
                      <a:pt x="46836" y="62549"/>
                      <a:pt x="49231" y="58421"/>
                    </a:cubicBezTo>
                    <a:close/>
                    <a:moveTo>
                      <a:pt x="10357" y="34172"/>
                    </a:moveTo>
                    <a:cubicBezTo>
                      <a:pt x="10357" y="25785"/>
                      <a:pt x="12083" y="19203"/>
                      <a:pt x="15536" y="14428"/>
                    </a:cubicBezTo>
                    <a:cubicBezTo>
                      <a:pt x="18989" y="9652"/>
                      <a:pt x="23731" y="7264"/>
                      <a:pt x="29764" y="7264"/>
                    </a:cubicBezTo>
                    <a:cubicBezTo>
                      <a:pt x="35796" y="7264"/>
                      <a:pt x="40546" y="9652"/>
                      <a:pt x="44012" y="14428"/>
                    </a:cubicBezTo>
                    <a:cubicBezTo>
                      <a:pt x="47491" y="19203"/>
                      <a:pt x="49231" y="25785"/>
                      <a:pt x="49231" y="34172"/>
                    </a:cubicBezTo>
                    <a:cubicBezTo>
                      <a:pt x="49231" y="42560"/>
                      <a:pt x="47491" y="49141"/>
                      <a:pt x="44012" y="53917"/>
                    </a:cubicBezTo>
                    <a:cubicBezTo>
                      <a:pt x="40546" y="58693"/>
                      <a:pt x="35796" y="61080"/>
                      <a:pt x="29764" y="61080"/>
                    </a:cubicBezTo>
                    <a:cubicBezTo>
                      <a:pt x="23731" y="61080"/>
                      <a:pt x="18989" y="58693"/>
                      <a:pt x="15536" y="53917"/>
                    </a:cubicBezTo>
                    <a:cubicBezTo>
                      <a:pt x="12083" y="49141"/>
                      <a:pt x="10357" y="42560"/>
                      <a:pt x="10357" y="3417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99CD2365-5954-244C-EC0B-CD6E9FB82822}"/>
                  </a:ext>
                </a:extLst>
              </p:cNvPr>
              <p:cNvSpPr/>
              <p:nvPr/>
            </p:nvSpPr>
            <p:spPr>
              <a:xfrm flipV="1">
                <a:off x="7135283" y="1647863"/>
                <a:ext cx="12700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12700"/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9" name="Freeform: Shape 328">
                <a:extLst>
                  <a:ext uri="{FF2B5EF4-FFF2-40B4-BE49-F238E27FC236}">
                    <a16:creationId xmlns:a16="http://schemas.microsoft.com/office/drawing/2014/main" id="{41C20030-8AB1-5A03-FDF0-A40DFBD43379}"/>
                  </a:ext>
                </a:extLst>
              </p:cNvPr>
              <p:cNvSpPr/>
              <p:nvPr/>
            </p:nvSpPr>
            <p:spPr>
              <a:xfrm flipV="1">
                <a:off x="7188114" y="1555272"/>
                <a:ext cx="65682" cy="92590"/>
              </a:xfrm>
              <a:custGeom>
                <a:avLst/>
                <a:gdLst>
                  <a:gd name="csX0" fmla="*/ 10735 w 65682"/>
                  <a:gd name="csY0" fmla="*/ 41964 h 92590"/>
                  <a:gd name="csX1" fmla="*/ 10735 w 65682"/>
                  <a:gd name="csY1" fmla="*/ 8051 h 92590"/>
                  <a:gd name="csX2" fmla="*/ 30837 w 65682"/>
                  <a:gd name="csY2" fmla="*/ 8051 h 92590"/>
                  <a:gd name="csX3" fmla="*/ 45799 w 65682"/>
                  <a:gd name="csY3" fmla="*/ 12238 h 92590"/>
                  <a:gd name="csX4" fmla="*/ 50680 w 65682"/>
                  <a:gd name="csY4" fmla="*/ 25038 h 92590"/>
                  <a:gd name="csX5" fmla="*/ 45799 w 65682"/>
                  <a:gd name="csY5" fmla="*/ 37837 h 92590"/>
                  <a:gd name="csX6" fmla="*/ 30837 w 65682"/>
                  <a:gd name="csY6" fmla="*/ 41964 h 92590"/>
                  <a:gd name="csX7" fmla="*/ 10735 w 65682"/>
                  <a:gd name="csY7" fmla="*/ 41964 h 92590"/>
                  <a:gd name="csX8" fmla="*/ 10735 w 65682"/>
                  <a:gd name="csY8" fmla="*/ 80045 h 92590"/>
                  <a:gd name="csX9" fmla="*/ 10735 w 65682"/>
                  <a:gd name="csY9" fmla="*/ 52144 h 92590"/>
                  <a:gd name="csX10" fmla="*/ 29289 w 65682"/>
                  <a:gd name="csY10" fmla="*/ 52144 h 92590"/>
                  <a:gd name="csX11" fmla="*/ 42941 w 65682"/>
                  <a:gd name="csY11" fmla="*/ 55577 h 92590"/>
                  <a:gd name="csX12" fmla="*/ 47446 w 65682"/>
                  <a:gd name="csY12" fmla="*/ 66094 h 92590"/>
                  <a:gd name="csX13" fmla="*/ 42941 w 65682"/>
                  <a:gd name="csY13" fmla="*/ 76572 h 92590"/>
                  <a:gd name="csX14" fmla="*/ 29289 w 65682"/>
                  <a:gd name="csY14" fmla="*/ 80045 h 92590"/>
                  <a:gd name="csX15" fmla="*/ 10735 w 65682"/>
                  <a:gd name="csY15" fmla="*/ 80045 h 92590"/>
                  <a:gd name="csX16" fmla="*/ -1786 w 65682"/>
                  <a:gd name="csY16" fmla="*/ 90343 h 92590"/>
                  <a:gd name="csX17" fmla="*/ 30222 w 65682"/>
                  <a:gd name="csY17" fmla="*/ 90343 h 92590"/>
                  <a:gd name="csX18" fmla="*/ 52288 w 65682"/>
                  <a:gd name="csY18" fmla="*/ 84390 h 92590"/>
                  <a:gd name="csX19" fmla="*/ 60047 w 65682"/>
                  <a:gd name="csY19" fmla="*/ 67464 h 92590"/>
                  <a:gd name="csX20" fmla="*/ 56078 w 65682"/>
                  <a:gd name="csY20" fmla="*/ 53930 h 92590"/>
                  <a:gd name="csX21" fmla="*/ 44410 w 65682"/>
                  <a:gd name="csY21" fmla="*/ 47679 h 92590"/>
                  <a:gd name="csX22" fmla="*/ 58777 w 65682"/>
                  <a:gd name="csY22" fmla="*/ 39385 h 92590"/>
                  <a:gd name="csX23" fmla="*/ 63896 w 65682"/>
                  <a:gd name="csY23" fmla="*/ 23668 h 92590"/>
                  <a:gd name="csX24" fmla="*/ 55463 w 65682"/>
                  <a:gd name="csY24" fmla="*/ 4499 h 92590"/>
                  <a:gd name="csX25" fmla="*/ 31452 w 65682"/>
                  <a:gd name="csY25" fmla="*/ -2247 h 92590"/>
                  <a:gd name="csX26" fmla="*/ -1786 w 65682"/>
                  <a:gd name="csY26" fmla="*/ -2247 h 92590"/>
                  <a:gd name="csX27" fmla="*/ -1786 w 65682"/>
                  <a:gd name="csY27" fmla="*/ 90343 h 925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</a:cxnLst>
                <a:rect l="l" t="t" r="r" b="b"/>
                <a:pathLst>
                  <a:path w="65682" h="92590">
                    <a:moveTo>
                      <a:pt x="10735" y="41964"/>
                    </a:moveTo>
                    <a:lnTo>
                      <a:pt x="10735" y="8051"/>
                    </a:lnTo>
                    <a:lnTo>
                      <a:pt x="30837" y="8051"/>
                    </a:lnTo>
                    <a:cubicBezTo>
                      <a:pt x="37570" y="8051"/>
                      <a:pt x="42558" y="9447"/>
                      <a:pt x="45799" y="12238"/>
                    </a:cubicBezTo>
                    <a:cubicBezTo>
                      <a:pt x="49053" y="15030"/>
                      <a:pt x="50680" y="19296"/>
                      <a:pt x="50680" y="25038"/>
                    </a:cubicBezTo>
                    <a:cubicBezTo>
                      <a:pt x="50680" y="30832"/>
                      <a:pt x="49053" y="35098"/>
                      <a:pt x="45799" y="37837"/>
                    </a:cubicBezTo>
                    <a:cubicBezTo>
                      <a:pt x="42558" y="40589"/>
                      <a:pt x="37570" y="41964"/>
                      <a:pt x="30837" y="41964"/>
                    </a:cubicBezTo>
                    <a:lnTo>
                      <a:pt x="10735" y="41964"/>
                    </a:lnTo>
                    <a:close/>
                    <a:moveTo>
                      <a:pt x="10735" y="80045"/>
                    </a:moveTo>
                    <a:lnTo>
                      <a:pt x="10735" y="52144"/>
                    </a:lnTo>
                    <a:lnTo>
                      <a:pt x="29289" y="52144"/>
                    </a:lnTo>
                    <a:cubicBezTo>
                      <a:pt x="35401" y="52144"/>
                      <a:pt x="39952" y="53289"/>
                      <a:pt x="42941" y="55577"/>
                    </a:cubicBezTo>
                    <a:cubicBezTo>
                      <a:pt x="45944" y="57879"/>
                      <a:pt x="47446" y="61385"/>
                      <a:pt x="47446" y="66094"/>
                    </a:cubicBezTo>
                    <a:cubicBezTo>
                      <a:pt x="47446" y="70764"/>
                      <a:pt x="45944" y="74257"/>
                      <a:pt x="42941" y="76572"/>
                    </a:cubicBezTo>
                    <a:cubicBezTo>
                      <a:pt x="39952" y="78887"/>
                      <a:pt x="35401" y="80045"/>
                      <a:pt x="29289" y="80045"/>
                    </a:cubicBezTo>
                    <a:lnTo>
                      <a:pt x="10735" y="80045"/>
                    </a:lnTo>
                    <a:close/>
                    <a:moveTo>
                      <a:pt x="-1786" y="90343"/>
                    </a:moveTo>
                    <a:lnTo>
                      <a:pt x="30222" y="90343"/>
                    </a:lnTo>
                    <a:cubicBezTo>
                      <a:pt x="39773" y="90343"/>
                      <a:pt x="47128" y="88359"/>
                      <a:pt x="52288" y="84390"/>
                    </a:cubicBezTo>
                    <a:cubicBezTo>
                      <a:pt x="57460" y="80422"/>
                      <a:pt x="60047" y="74779"/>
                      <a:pt x="60047" y="67464"/>
                    </a:cubicBezTo>
                    <a:cubicBezTo>
                      <a:pt x="60047" y="61788"/>
                      <a:pt x="58724" y="57277"/>
                      <a:pt x="56078" y="53930"/>
                    </a:cubicBezTo>
                    <a:cubicBezTo>
                      <a:pt x="53432" y="50583"/>
                      <a:pt x="49543" y="48500"/>
                      <a:pt x="44410" y="47679"/>
                    </a:cubicBezTo>
                    <a:cubicBezTo>
                      <a:pt x="50575" y="46356"/>
                      <a:pt x="55364" y="43592"/>
                      <a:pt x="58777" y="39385"/>
                    </a:cubicBezTo>
                    <a:cubicBezTo>
                      <a:pt x="62190" y="35191"/>
                      <a:pt x="63896" y="29952"/>
                      <a:pt x="63896" y="23668"/>
                    </a:cubicBezTo>
                    <a:cubicBezTo>
                      <a:pt x="63896" y="15400"/>
                      <a:pt x="61085" y="9011"/>
                      <a:pt x="55463" y="4499"/>
                    </a:cubicBezTo>
                    <a:cubicBezTo>
                      <a:pt x="49840" y="1"/>
                      <a:pt x="41837" y="-2247"/>
                      <a:pt x="31452" y="-2247"/>
                    </a:cubicBezTo>
                    <a:lnTo>
                      <a:pt x="-1786" y="-2247"/>
                    </a:lnTo>
                    <a:lnTo>
                      <a:pt x="-1786" y="90343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0" name="Freeform: Shape 329">
                <a:extLst>
                  <a:ext uri="{FF2B5EF4-FFF2-40B4-BE49-F238E27FC236}">
                    <a16:creationId xmlns:a16="http://schemas.microsoft.com/office/drawing/2014/main" id="{D3EDA79E-BBB5-86DF-8494-F031D9114DB6}"/>
                  </a:ext>
                </a:extLst>
              </p:cNvPr>
              <p:cNvSpPr/>
              <p:nvPr/>
            </p:nvSpPr>
            <p:spPr>
              <a:xfrm flipV="1">
                <a:off x="7262402" y="1555272"/>
                <a:ext cx="117197" cy="92590"/>
              </a:xfrm>
              <a:custGeom>
                <a:avLst/>
                <a:gdLst>
                  <a:gd name="csX0" fmla="*/ -2662 w 117197"/>
                  <a:gd name="csY0" fmla="*/ 90343 h 92590"/>
                  <a:gd name="csX1" fmla="*/ 9979 w 117197"/>
                  <a:gd name="csY1" fmla="*/ 90343 h 92590"/>
                  <a:gd name="csX2" fmla="*/ 29446 w 117197"/>
                  <a:gd name="csY2" fmla="*/ 12080 h 92590"/>
                  <a:gd name="csX3" fmla="*/ 48853 w 117197"/>
                  <a:gd name="csY3" fmla="*/ 90343 h 92590"/>
                  <a:gd name="csX4" fmla="*/ 62942 w 117197"/>
                  <a:gd name="csY4" fmla="*/ 90343 h 92590"/>
                  <a:gd name="csX5" fmla="*/ 82409 w 117197"/>
                  <a:gd name="csY5" fmla="*/ 12080 h 92590"/>
                  <a:gd name="csX6" fmla="*/ 101816 w 117197"/>
                  <a:gd name="csY6" fmla="*/ 90343 h 92590"/>
                  <a:gd name="csX7" fmla="*/ 114536 w 117197"/>
                  <a:gd name="csY7" fmla="*/ 90343 h 92590"/>
                  <a:gd name="csX8" fmla="*/ 91279 w 117197"/>
                  <a:gd name="csY8" fmla="*/ -2247 h 92590"/>
                  <a:gd name="csX9" fmla="*/ 75523 w 117197"/>
                  <a:gd name="csY9" fmla="*/ -2247 h 92590"/>
                  <a:gd name="csX10" fmla="*/ 55997 w 117197"/>
                  <a:gd name="csY10" fmla="*/ 78120 h 92590"/>
                  <a:gd name="csX11" fmla="*/ 36272 w 117197"/>
                  <a:gd name="csY11" fmla="*/ -2247 h 92590"/>
                  <a:gd name="csX12" fmla="*/ 20516 w 117197"/>
                  <a:gd name="csY12" fmla="*/ -2247 h 92590"/>
                  <a:gd name="csX13" fmla="*/ -2662 w 117197"/>
                  <a:gd name="csY13" fmla="*/ 90343 h 925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117197" h="92590">
                    <a:moveTo>
                      <a:pt x="-2662" y="90343"/>
                    </a:moveTo>
                    <a:lnTo>
                      <a:pt x="9979" y="90343"/>
                    </a:lnTo>
                    <a:lnTo>
                      <a:pt x="29446" y="12080"/>
                    </a:lnTo>
                    <a:lnTo>
                      <a:pt x="48853" y="90343"/>
                    </a:lnTo>
                    <a:lnTo>
                      <a:pt x="62942" y="90343"/>
                    </a:lnTo>
                    <a:lnTo>
                      <a:pt x="82409" y="12080"/>
                    </a:lnTo>
                    <a:lnTo>
                      <a:pt x="101816" y="90343"/>
                    </a:lnTo>
                    <a:lnTo>
                      <a:pt x="114536" y="90343"/>
                    </a:lnTo>
                    <a:lnTo>
                      <a:pt x="91279" y="-2247"/>
                    </a:lnTo>
                    <a:lnTo>
                      <a:pt x="75523" y="-2247"/>
                    </a:lnTo>
                    <a:lnTo>
                      <a:pt x="55997" y="78120"/>
                    </a:lnTo>
                    <a:lnTo>
                      <a:pt x="36272" y="-2247"/>
                    </a:lnTo>
                    <a:lnTo>
                      <a:pt x="20516" y="-2247"/>
                    </a:lnTo>
                    <a:lnTo>
                      <a:pt x="-2662" y="90343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0B156EAA-1A1C-13AB-2D16-B7B8290B1EF0}"/>
                </a:ext>
              </a:extLst>
            </p:cNvPr>
            <p:cNvSpPr/>
            <p:nvPr/>
          </p:nvSpPr>
          <p:spPr>
            <a:xfrm>
              <a:off x="5625225" y="1789825"/>
              <a:ext cx="254000" cy="12700"/>
            </a:xfrm>
            <a:custGeom>
              <a:avLst/>
              <a:gdLst>
                <a:gd name="csX0" fmla="*/ 0 w 254000"/>
                <a:gd name="csY0" fmla="*/ 0 h 12700"/>
                <a:gd name="csX1" fmla="*/ 127000 w 254000"/>
                <a:gd name="csY1" fmla="*/ 0 h 12700"/>
                <a:gd name="csX2" fmla="*/ 254000 w 254000"/>
                <a:gd name="csY2" fmla="*/ 0 h 127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000" h="12700">
                  <a:moveTo>
                    <a:pt x="0" y="0"/>
                  </a:moveTo>
                  <a:lnTo>
                    <a:pt x="127000" y="0"/>
                  </a:lnTo>
                  <a:lnTo>
                    <a:pt x="254000" y="0"/>
                  </a:lnTo>
                </a:path>
              </a:pathLst>
            </a:custGeom>
            <a:noFill/>
            <a:ln w="19050" cap="sq">
              <a:solidFill>
                <a:srgbClr val="E377C2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332" name="Graphic 7">
              <a:extLst>
                <a:ext uri="{FF2B5EF4-FFF2-40B4-BE49-F238E27FC236}">
                  <a16:creationId xmlns:a16="http://schemas.microsoft.com/office/drawing/2014/main" id="{631C9251-EB75-0839-670B-C42F0307820F}"/>
                </a:ext>
              </a:extLst>
            </p:cNvPr>
            <p:cNvGrpSpPr/>
            <p:nvPr/>
          </p:nvGrpSpPr>
          <p:grpSpPr>
            <a:xfrm>
              <a:off x="5987949" y="1737775"/>
              <a:ext cx="1244190" cy="122912"/>
              <a:chOff x="5987949" y="1737775"/>
              <a:chExt cx="1244190" cy="122912"/>
            </a:xfrm>
            <a:solidFill>
              <a:srgbClr val="FFFFFF"/>
            </a:solidFill>
          </p:grpSpPr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C83FB1AD-93D7-802F-5F0A-8D5098E4C4DF}"/>
                  </a:ext>
                </a:extLst>
              </p:cNvPr>
              <p:cNvSpPr/>
              <p:nvPr/>
            </p:nvSpPr>
            <p:spPr>
              <a:xfrm flipV="1">
                <a:off x="5987949" y="1740017"/>
                <a:ext cx="80863" cy="96063"/>
              </a:xfrm>
              <a:custGeom>
                <a:avLst/>
                <a:gdLst>
                  <a:gd name="csX0" fmla="*/ 66467 w 80863"/>
                  <a:gd name="csY0" fmla="*/ 12792 h 96063"/>
                  <a:gd name="csX1" fmla="*/ 66467 w 80863"/>
                  <a:gd name="csY1" fmla="*/ 37657 h 96063"/>
                  <a:gd name="csX2" fmla="*/ 46008 w 80863"/>
                  <a:gd name="csY2" fmla="*/ 37657 h 96063"/>
                  <a:gd name="csX3" fmla="*/ 46008 w 80863"/>
                  <a:gd name="csY3" fmla="*/ 47956 h 96063"/>
                  <a:gd name="csX4" fmla="*/ 78869 w 80863"/>
                  <a:gd name="csY4" fmla="*/ 47956 h 96063"/>
                  <a:gd name="csX5" fmla="*/ 78869 w 80863"/>
                  <a:gd name="csY5" fmla="*/ 8189 h 96063"/>
                  <a:gd name="csX6" fmla="*/ 62875 w 80863"/>
                  <a:gd name="csY6" fmla="*/ 410 h 96063"/>
                  <a:gd name="csX7" fmla="*/ 44222 w 80863"/>
                  <a:gd name="csY7" fmla="*/ -2229 h 96063"/>
                  <a:gd name="csX8" fmla="*/ 10250 w 80863"/>
                  <a:gd name="csY8" fmla="*/ 10451 h 96063"/>
                  <a:gd name="csX9" fmla="*/ -1994 w 80863"/>
                  <a:gd name="csY9" fmla="*/ 45773 h 96063"/>
                  <a:gd name="csX10" fmla="*/ 10250 w 80863"/>
                  <a:gd name="csY10" fmla="*/ 81154 h 96063"/>
                  <a:gd name="csX11" fmla="*/ 44222 w 80863"/>
                  <a:gd name="csY11" fmla="*/ 93834 h 96063"/>
                  <a:gd name="csX12" fmla="*/ 61427 w 80863"/>
                  <a:gd name="csY12" fmla="*/ 91592 h 96063"/>
                  <a:gd name="csX13" fmla="*/ 76468 w 80863"/>
                  <a:gd name="csY13" fmla="*/ 85024 h 96063"/>
                  <a:gd name="csX14" fmla="*/ 76468 w 80863"/>
                  <a:gd name="csY14" fmla="*/ 71689 h 96063"/>
                  <a:gd name="csX15" fmla="*/ 61705 w 80863"/>
                  <a:gd name="csY15" fmla="*/ 80559 h 96063"/>
                  <a:gd name="csX16" fmla="*/ 45274 w 80863"/>
                  <a:gd name="csY16" fmla="*/ 83535 h 96063"/>
                  <a:gd name="csX17" fmla="*/ 19735 w 80863"/>
                  <a:gd name="csY17" fmla="*/ 74050 h 96063"/>
                  <a:gd name="csX18" fmla="*/ 11222 w 80863"/>
                  <a:gd name="csY18" fmla="*/ 45773 h 96063"/>
                  <a:gd name="csX19" fmla="*/ 19735 w 80863"/>
                  <a:gd name="csY19" fmla="*/ 17555 h 96063"/>
                  <a:gd name="csX20" fmla="*/ 45274 w 80863"/>
                  <a:gd name="csY20" fmla="*/ 8070 h 96063"/>
                  <a:gd name="csX21" fmla="*/ 57101 w 80863"/>
                  <a:gd name="csY21" fmla="*/ 9221 h 96063"/>
                  <a:gd name="csX22" fmla="*/ 66467 w 80863"/>
                  <a:gd name="csY22" fmla="*/ 12792 h 9606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</a:cxnLst>
                <a:rect l="l" t="t" r="r" b="b"/>
                <a:pathLst>
                  <a:path w="80863" h="96063">
                    <a:moveTo>
                      <a:pt x="66467" y="12792"/>
                    </a:moveTo>
                    <a:lnTo>
                      <a:pt x="66467" y="37657"/>
                    </a:lnTo>
                    <a:lnTo>
                      <a:pt x="46008" y="37657"/>
                    </a:lnTo>
                    <a:lnTo>
                      <a:pt x="46008" y="47956"/>
                    </a:lnTo>
                    <a:lnTo>
                      <a:pt x="78869" y="47956"/>
                    </a:lnTo>
                    <a:lnTo>
                      <a:pt x="78869" y="8189"/>
                    </a:lnTo>
                    <a:cubicBezTo>
                      <a:pt x="74041" y="4762"/>
                      <a:pt x="68709" y="2169"/>
                      <a:pt x="62875" y="410"/>
                    </a:cubicBezTo>
                    <a:cubicBezTo>
                      <a:pt x="57055" y="-1350"/>
                      <a:pt x="50837" y="-2229"/>
                      <a:pt x="44222" y="-2229"/>
                    </a:cubicBezTo>
                    <a:cubicBezTo>
                      <a:pt x="29750" y="-2229"/>
                      <a:pt x="18425" y="1997"/>
                      <a:pt x="10250" y="10451"/>
                    </a:cubicBezTo>
                    <a:cubicBezTo>
                      <a:pt x="2087" y="18918"/>
                      <a:pt x="-1994" y="30691"/>
                      <a:pt x="-1994" y="45773"/>
                    </a:cubicBezTo>
                    <a:cubicBezTo>
                      <a:pt x="-1994" y="60907"/>
                      <a:pt x="2087" y="72701"/>
                      <a:pt x="10250" y="81154"/>
                    </a:cubicBezTo>
                    <a:cubicBezTo>
                      <a:pt x="18425" y="89608"/>
                      <a:pt x="29750" y="93834"/>
                      <a:pt x="44222" y="93834"/>
                    </a:cubicBezTo>
                    <a:cubicBezTo>
                      <a:pt x="50255" y="93834"/>
                      <a:pt x="55990" y="93087"/>
                      <a:pt x="61427" y="91592"/>
                    </a:cubicBezTo>
                    <a:cubicBezTo>
                      <a:pt x="66864" y="90110"/>
                      <a:pt x="71878" y="87921"/>
                      <a:pt x="76468" y="85024"/>
                    </a:cubicBezTo>
                    <a:lnTo>
                      <a:pt x="76468" y="71689"/>
                    </a:lnTo>
                    <a:cubicBezTo>
                      <a:pt x="71838" y="75618"/>
                      <a:pt x="66917" y="78574"/>
                      <a:pt x="61705" y="80559"/>
                    </a:cubicBezTo>
                    <a:cubicBezTo>
                      <a:pt x="56492" y="82543"/>
                      <a:pt x="51015" y="83535"/>
                      <a:pt x="45274" y="83535"/>
                    </a:cubicBezTo>
                    <a:cubicBezTo>
                      <a:pt x="33937" y="83535"/>
                      <a:pt x="25424" y="80374"/>
                      <a:pt x="19735" y="74050"/>
                    </a:cubicBezTo>
                    <a:cubicBezTo>
                      <a:pt x="14060" y="67727"/>
                      <a:pt x="11222" y="58301"/>
                      <a:pt x="11222" y="45773"/>
                    </a:cubicBezTo>
                    <a:cubicBezTo>
                      <a:pt x="11222" y="33284"/>
                      <a:pt x="14060" y="23878"/>
                      <a:pt x="19735" y="17555"/>
                    </a:cubicBezTo>
                    <a:cubicBezTo>
                      <a:pt x="25424" y="11231"/>
                      <a:pt x="33937" y="8070"/>
                      <a:pt x="45274" y="8070"/>
                    </a:cubicBezTo>
                    <a:cubicBezTo>
                      <a:pt x="49693" y="8070"/>
                      <a:pt x="53635" y="8453"/>
                      <a:pt x="57101" y="9221"/>
                    </a:cubicBezTo>
                    <a:cubicBezTo>
                      <a:pt x="60580" y="9988"/>
                      <a:pt x="63702" y="11178"/>
                      <a:pt x="66467" y="1279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4" name="Freeform: Shape 333">
                <a:extLst>
                  <a:ext uri="{FF2B5EF4-FFF2-40B4-BE49-F238E27FC236}">
                    <a16:creationId xmlns:a16="http://schemas.microsoft.com/office/drawing/2014/main" id="{A9845D91-D16E-B3EB-1591-29BFB1052161}"/>
                  </a:ext>
                </a:extLst>
              </p:cNvPr>
              <p:cNvSpPr/>
              <p:nvPr/>
            </p:nvSpPr>
            <p:spPr>
              <a:xfrm flipV="1">
                <a:off x="6086243" y="1763155"/>
                <a:ext cx="63757" cy="72925"/>
              </a:xfrm>
              <a:custGeom>
                <a:avLst/>
                <a:gdLst>
                  <a:gd name="csX0" fmla="*/ 30319 w 63757"/>
                  <a:gd name="csY0" fmla="*/ 61616 h 72925"/>
                  <a:gd name="csX1" fmla="*/ 15814 w 63757"/>
                  <a:gd name="csY1" fmla="*/ 54453 h 72925"/>
                  <a:gd name="csX2" fmla="*/ 10476 w 63757"/>
                  <a:gd name="csY2" fmla="*/ 34827 h 72925"/>
                  <a:gd name="csX3" fmla="*/ 15774 w 63757"/>
                  <a:gd name="csY3" fmla="*/ 15202 h 72925"/>
                  <a:gd name="csX4" fmla="*/ 30319 w 63757"/>
                  <a:gd name="csY4" fmla="*/ 8038 h 72925"/>
                  <a:gd name="csX5" fmla="*/ 44766 w 63757"/>
                  <a:gd name="csY5" fmla="*/ 15222 h 72925"/>
                  <a:gd name="csX6" fmla="*/ 50104 w 63757"/>
                  <a:gd name="csY6" fmla="*/ 34827 h 72925"/>
                  <a:gd name="csX7" fmla="*/ 44766 w 63757"/>
                  <a:gd name="csY7" fmla="*/ 54393 h 72925"/>
                  <a:gd name="csX8" fmla="*/ 30319 w 63757"/>
                  <a:gd name="csY8" fmla="*/ 61616 h 72925"/>
                  <a:gd name="csX9" fmla="*/ 30319 w 63757"/>
                  <a:gd name="csY9" fmla="*/ 71280 h 72925"/>
                  <a:gd name="csX10" fmla="*/ 53695 w 63757"/>
                  <a:gd name="csY10" fmla="*/ 61597 h 72925"/>
                  <a:gd name="csX11" fmla="*/ 62208 w 63757"/>
                  <a:gd name="csY11" fmla="*/ 34827 h 72925"/>
                  <a:gd name="csX12" fmla="*/ 53695 w 63757"/>
                  <a:gd name="csY12" fmla="*/ 8058 h 72925"/>
                  <a:gd name="csX13" fmla="*/ 30319 w 63757"/>
                  <a:gd name="csY13" fmla="*/ -1645 h 72925"/>
                  <a:gd name="csX14" fmla="*/ 6904 w 63757"/>
                  <a:gd name="csY14" fmla="*/ 8058 h 72925"/>
                  <a:gd name="csX15" fmla="*/ -1550 w 63757"/>
                  <a:gd name="csY15" fmla="*/ 34827 h 72925"/>
                  <a:gd name="csX16" fmla="*/ 6904 w 63757"/>
                  <a:gd name="csY16" fmla="*/ 61597 h 72925"/>
                  <a:gd name="csX17" fmla="*/ 30319 w 63757"/>
                  <a:gd name="csY17" fmla="*/ 71280 h 729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</a:cxnLst>
                <a:rect l="l" t="t" r="r" b="b"/>
                <a:pathLst>
                  <a:path w="63757" h="72925">
                    <a:moveTo>
                      <a:pt x="30319" y="61616"/>
                    </a:moveTo>
                    <a:cubicBezTo>
                      <a:pt x="24207" y="61616"/>
                      <a:pt x="19372" y="59229"/>
                      <a:pt x="15814" y="54453"/>
                    </a:cubicBezTo>
                    <a:cubicBezTo>
                      <a:pt x="12255" y="49677"/>
                      <a:pt x="10476" y="43135"/>
                      <a:pt x="10476" y="34827"/>
                    </a:cubicBezTo>
                    <a:cubicBezTo>
                      <a:pt x="10476" y="26520"/>
                      <a:pt x="12242" y="19978"/>
                      <a:pt x="15774" y="15202"/>
                    </a:cubicBezTo>
                    <a:cubicBezTo>
                      <a:pt x="19319" y="10426"/>
                      <a:pt x="24168" y="8038"/>
                      <a:pt x="30319" y="8038"/>
                    </a:cubicBezTo>
                    <a:cubicBezTo>
                      <a:pt x="36405" y="8038"/>
                      <a:pt x="41220" y="10433"/>
                      <a:pt x="44766" y="15222"/>
                    </a:cubicBezTo>
                    <a:cubicBezTo>
                      <a:pt x="48324" y="20024"/>
                      <a:pt x="50104" y="26559"/>
                      <a:pt x="50104" y="34827"/>
                    </a:cubicBezTo>
                    <a:cubicBezTo>
                      <a:pt x="50104" y="43056"/>
                      <a:pt x="48324" y="49578"/>
                      <a:pt x="44766" y="54393"/>
                    </a:cubicBezTo>
                    <a:cubicBezTo>
                      <a:pt x="41220" y="59209"/>
                      <a:pt x="36405" y="61616"/>
                      <a:pt x="30319" y="61616"/>
                    </a:cubicBezTo>
                    <a:close/>
                    <a:moveTo>
                      <a:pt x="30319" y="71280"/>
                    </a:moveTo>
                    <a:cubicBezTo>
                      <a:pt x="40241" y="71280"/>
                      <a:pt x="48033" y="68052"/>
                      <a:pt x="53695" y="61597"/>
                    </a:cubicBezTo>
                    <a:cubicBezTo>
                      <a:pt x="59371" y="55154"/>
                      <a:pt x="62208" y="46231"/>
                      <a:pt x="62208" y="34827"/>
                    </a:cubicBezTo>
                    <a:cubicBezTo>
                      <a:pt x="62208" y="23464"/>
                      <a:pt x="59371" y="14540"/>
                      <a:pt x="53695" y="8058"/>
                    </a:cubicBezTo>
                    <a:cubicBezTo>
                      <a:pt x="48033" y="1589"/>
                      <a:pt x="40241" y="-1645"/>
                      <a:pt x="30319" y="-1645"/>
                    </a:cubicBezTo>
                    <a:cubicBezTo>
                      <a:pt x="20358" y="-1645"/>
                      <a:pt x="12553" y="1589"/>
                      <a:pt x="6904" y="8058"/>
                    </a:cubicBezTo>
                    <a:cubicBezTo>
                      <a:pt x="1268" y="14540"/>
                      <a:pt x="-1550" y="23464"/>
                      <a:pt x="-1550" y="34827"/>
                    </a:cubicBezTo>
                    <a:cubicBezTo>
                      <a:pt x="-1550" y="46231"/>
                      <a:pt x="1268" y="55154"/>
                      <a:pt x="6904" y="61597"/>
                    </a:cubicBezTo>
                    <a:cubicBezTo>
                      <a:pt x="12553" y="68052"/>
                      <a:pt x="20358" y="71280"/>
                      <a:pt x="30319" y="7128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5" name="Freeform: Shape 334">
                <a:extLst>
                  <a:ext uri="{FF2B5EF4-FFF2-40B4-BE49-F238E27FC236}">
                    <a16:creationId xmlns:a16="http://schemas.microsoft.com/office/drawing/2014/main" id="{E286D4BA-E49F-6D51-5718-0B7D21DB7195}"/>
                  </a:ext>
                </a:extLst>
              </p:cNvPr>
              <p:cNvSpPr/>
              <p:nvPr/>
            </p:nvSpPr>
            <p:spPr>
              <a:xfrm flipV="1">
                <a:off x="6168904" y="1737775"/>
                <a:ext cx="11410" cy="96500"/>
              </a:xfrm>
              <a:custGeom>
                <a:avLst/>
                <a:gdLst>
                  <a:gd name="csX0" fmla="*/ -476 w 11410"/>
                  <a:gd name="csY0" fmla="*/ 94169 h 96500"/>
                  <a:gd name="csX1" fmla="*/ 10934 w 11410"/>
                  <a:gd name="csY1" fmla="*/ 94169 h 96500"/>
                  <a:gd name="csX2" fmla="*/ 10934 w 11410"/>
                  <a:gd name="csY2" fmla="*/ -2331 h 96500"/>
                  <a:gd name="csX3" fmla="*/ -476 w 11410"/>
                  <a:gd name="csY3" fmla="*/ -2331 h 96500"/>
                  <a:gd name="csX4" fmla="*/ -476 w 11410"/>
                  <a:gd name="csY4" fmla="*/ 94169 h 965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1410" h="96500">
                    <a:moveTo>
                      <a:pt x="-476" y="94169"/>
                    </a:moveTo>
                    <a:lnTo>
                      <a:pt x="10934" y="94169"/>
                    </a:lnTo>
                    <a:lnTo>
                      <a:pt x="10934" y="-2331"/>
                    </a:lnTo>
                    <a:lnTo>
                      <a:pt x="-476" y="-2331"/>
                    </a:lnTo>
                    <a:lnTo>
                      <a:pt x="-476" y="94169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AC8F24A7-7946-E8C7-CD4B-EA29BE91C856}"/>
                  </a:ext>
                </a:extLst>
              </p:cNvPr>
              <p:cNvSpPr/>
              <p:nvPr/>
            </p:nvSpPr>
            <p:spPr>
              <a:xfrm flipV="1">
                <a:off x="6199228" y="1737775"/>
                <a:ext cx="62071" cy="98305"/>
              </a:xfrm>
              <a:custGeom>
                <a:avLst/>
                <a:gdLst>
                  <a:gd name="csX0" fmla="*/ 49163 w 62071"/>
                  <a:gd name="csY0" fmla="*/ 58436 h 98305"/>
                  <a:gd name="csX1" fmla="*/ 49163 w 62071"/>
                  <a:gd name="csY1" fmla="*/ 96020 h 98305"/>
                  <a:gd name="csX2" fmla="*/ 60573 w 62071"/>
                  <a:gd name="csY2" fmla="*/ 96020 h 98305"/>
                  <a:gd name="csX3" fmla="*/ 60573 w 62071"/>
                  <a:gd name="csY3" fmla="*/ -480 h 98305"/>
                  <a:gd name="csX4" fmla="*/ 49163 w 62071"/>
                  <a:gd name="csY4" fmla="*/ -480 h 98305"/>
                  <a:gd name="csX5" fmla="*/ 49163 w 62071"/>
                  <a:gd name="csY5" fmla="*/ 9938 h 98305"/>
                  <a:gd name="csX6" fmla="*/ 40074 w 62071"/>
                  <a:gd name="csY6" fmla="*/ 730 h 98305"/>
                  <a:gd name="csX7" fmla="*/ 26898 w 62071"/>
                  <a:gd name="csY7" fmla="*/ -2286 h 98305"/>
                  <a:gd name="csX8" fmla="*/ 6399 w 62071"/>
                  <a:gd name="csY8" fmla="*/ 7755 h 98305"/>
                  <a:gd name="csX9" fmla="*/ -1498 w 62071"/>
                  <a:gd name="csY9" fmla="*/ 34187 h 98305"/>
                  <a:gd name="csX10" fmla="*/ 6399 w 62071"/>
                  <a:gd name="csY10" fmla="*/ 60599 h 98305"/>
                  <a:gd name="csX11" fmla="*/ 26898 w 62071"/>
                  <a:gd name="csY11" fmla="*/ 70640 h 98305"/>
                  <a:gd name="csX12" fmla="*/ 40074 w 62071"/>
                  <a:gd name="csY12" fmla="*/ 67624 h 98305"/>
                  <a:gd name="csX13" fmla="*/ 49163 w 62071"/>
                  <a:gd name="csY13" fmla="*/ 58436 h 98305"/>
                  <a:gd name="csX14" fmla="*/ 10289 w 62071"/>
                  <a:gd name="csY14" fmla="*/ 34187 h 98305"/>
                  <a:gd name="csX15" fmla="*/ 15468 w 62071"/>
                  <a:gd name="csY15" fmla="*/ 14442 h 98305"/>
                  <a:gd name="csX16" fmla="*/ 29696 w 62071"/>
                  <a:gd name="csY16" fmla="*/ 7279 h 98305"/>
                  <a:gd name="csX17" fmla="*/ 43944 w 62071"/>
                  <a:gd name="csY17" fmla="*/ 14442 h 98305"/>
                  <a:gd name="csX18" fmla="*/ 49163 w 62071"/>
                  <a:gd name="csY18" fmla="*/ 34187 h 98305"/>
                  <a:gd name="csX19" fmla="*/ 43944 w 62071"/>
                  <a:gd name="csY19" fmla="*/ 53931 h 98305"/>
                  <a:gd name="csX20" fmla="*/ 29696 w 62071"/>
                  <a:gd name="csY20" fmla="*/ 61095 h 98305"/>
                  <a:gd name="csX21" fmla="*/ 15468 w 62071"/>
                  <a:gd name="csY21" fmla="*/ 53931 h 98305"/>
                  <a:gd name="csX22" fmla="*/ 10289 w 62071"/>
                  <a:gd name="csY22" fmla="*/ 34187 h 983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</a:cxnLst>
                <a:rect l="l" t="t" r="r" b="b"/>
                <a:pathLst>
                  <a:path w="62071" h="98305">
                    <a:moveTo>
                      <a:pt x="49163" y="58436"/>
                    </a:moveTo>
                    <a:lnTo>
                      <a:pt x="49163" y="96020"/>
                    </a:lnTo>
                    <a:lnTo>
                      <a:pt x="60573" y="96020"/>
                    </a:lnTo>
                    <a:lnTo>
                      <a:pt x="60573" y="-480"/>
                    </a:lnTo>
                    <a:lnTo>
                      <a:pt x="49163" y="-480"/>
                    </a:lnTo>
                    <a:lnTo>
                      <a:pt x="49163" y="9938"/>
                    </a:lnTo>
                    <a:cubicBezTo>
                      <a:pt x="46768" y="5810"/>
                      <a:pt x="43739" y="2741"/>
                      <a:pt x="40074" y="730"/>
                    </a:cubicBezTo>
                    <a:cubicBezTo>
                      <a:pt x="36423" y="-1280"/>
                      <a:pt x="32031" y="-2286"/>
                      <a:pt x="26898" y="-2286"/>
                    </a:cubicBezTo>
                    <a:cubicBezTo>
                      <a:pt x="18511" y="-2286"/>
                      <a:pt x="11678" y="1061"/>
                      <a:pt x="6399" y="7755"/>
                    </a:cubicBezTo>
                    <a:cubicBezTo>
                      <a:pt x="1134" y="14462"/>
                      <a:pt x="-1498" y="23273"/>
                      <a:pt x="-1498" y="34187"/>
                    </a:cubicBezTo>
                    <a:cubicBezTo>
                      <a:pt x="-1498" y="45101"/>
                      <a:pt x="1134" y="53905"/>
                      <a:pt x="6399" y="60599"/>
                    </a:cubicBezTo>
                    <a:cubicBezTo>
                      <a:pt x="11678" y="67293"/>
                      <a:pt x="18511" y="70640"/>
                      <a:pt x="26898" y="70640"/>
                    </a:cubicBezTo>
                    <a:cubicBezTo>
                      <a:pt x="32031" y="70640"/>
                      <a:pt x="36423" y="69634"/>
                      <a:pt x="40074" y="67624"/>
                    </a:cubicBezTo>
                    <a:cubicBezTo>
                      <a:pt x="43739" y="65626"/>
                      <a:pt x="46768" y="62563"/>
                      <a:pt x="49163" y="58436"/>
                    </a:cubicBezTo>
                    <a:close/>
                    <a:moveTo>
                      <a:pt x="10289" y="34187"/>
                    </a:moveTo>
                    <a:cubicBezTo>
                      <a:pt x="10289" y="25800"/>
                      <a:pt x="12015" y="19218"/>
                      <a:pt x="15468" y="14442"/>
                    </a:cubicBezTo>
                    <a:cubicBezTo>
                      <a:pt x="18921" y="9667"/>
                      <a:pt x="23663" y="7279"/>
                      <a:pt x="29696" y="7279"/>
                    </a:cubicBezTo>
                    <a:cubicBezTo>
                      <a:pt x="35728" y="7279"/>
                      <a:pt x="40478" y="9667"/>
                      <a:pt x="43944" y="14442"/>
                    </a:cubicBezTo>
                    <a:cubicBezTo>
                      <a:pt x="47423" y="19218"/>
                      <a:pt x="49163" y="25800"/>
                      <a:pt x="49163" y="34187"/>
                    </a:cubicBezTo>
                    <a:cubicBezTo>
                      <a:pt x="49163" y="42574"/>
                      <a:pt x="47423" y="49156"/>
                      <a:pt x="43944" y="53931"/>
                    </a:cubicBezTo>
                    <a:cubicBezTo>
                      <a:pt x="40478" y="58707"/>
                      <a:pt x="35728" y="61095"/>
                      <a:pt x="29696" y="61095"/>
                    </a:cubicBezTo>
                    <a:cubicBezTo>
                      <a:pt x="23663" y="61095"/>
                      <a:pt x="18921" y="58707"/>
                      <a:pt x="15468" y="53931"/>
                    </a:cubicBezTo>
                    <a:cubicBezTo>
                      <a:pt x="12015" y="49156"/>
                      <a:pt x="10289" y="42574"/>
                      <a:pt x="10289" y="34187"/>
                    </a:cubicBez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7" name="Freeform: Shape 336">
                <a:extLst>
                  <a:ext uri="{FF2B5EF4-FFF2-40B4-BE49-F238E27FC236}">
                    <a16:creationId xmlns:a16="http://schemas.microsoft.com/office/drawing/2014/main" id="{5A241B70-A5CC-94C0-B633-36D4B04229FF}"/>
                  </a:ext>
                </a:extLst>
              </p:cNvPr>
              <p:cNvSpPr/>
              <p:nvPr/>
            </p:nvSpPr>
            <p:spPr>
              <a:xfrm flipV="1">
                <a:off x="6272839" y="1834275"/>
                <a:ext cx="12700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12700"/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" name="Freeform: Shape 337">
                <a:extLst>
                  <a:ext uri="{FF2B5EF4-FFF2-40B4-BE49-F238E27FC236}">
                    <a16:creationId xmlns:a16="http://schemas.microsoft.com/office/drawing/2014/main" id="{0C6A234C-B193-0A18-1736-4C63EB2B8C08}"/>
                  </a:ext>
                </a:extLst>
              </p:cNvPr>
              <p:cNvSpPr/>
              <p:nvPr/>
            </p:nvSpPr>
            <p:spPr>
              <a:xfrm flipV="1">
                <a:off x="6325670" y="1741684"/>
                <a:ext cx="72132" cy="92590"/>
              </a:xfrm>
              <a:custGeom>
                <a:avLst/>
                <a:gdLst>
                  <a:gd name="csX0" fmla="*/ 41898 w 72132"/>
                  <a:gd name="csY0" fmla="*/ 41185 h 92590"/>
                  <a:gd name="csX1" fmla="*/ 49736 w 72132"/>
                  <a:gd name="csY1" fmla="*/ 35351 h 92590"/>
                  <a:gd name="csX2" fmla="*/ 57396 w 72132"/>
                  <a:gd name="csY2" fmla="*/ 23068 h 92590"/>
                  <a:gd name="csX3" fmla="*/ 70115 w 72132"/>
                  <a:gd name="csY3" fmla="*/ -2233 h 92590"/>
                  <a:gd name="csX4" fmla="*/ 56642 w 72132"/>
                  <a:gd name="csY4" fmla="*/ -2233 h 92590"/>
                  <a:gd name="csX5" fmla="*/ 44815 w 72132"/>
                  <a:gd name="csY5" fmla="*/ 21520 h 92590"/>
                  <a:gd name="csX6" fmla="*/ 35905 w 72132"/>
                  <a:gd name="csY6" fmla="*/ 33863 h 92590"/>
                  <a:gd name="csX7" fmla="*/ 24157 w 72132"/>
                  <a:gd name="csY7" fmla="*/ 36899 h 92590"/>
                  <a:gd name="csX8" fmla="*/ 10505 w 72132"/>
                  <a:gd name="csY8" fmla="*/ 36899 h 92590"/>
                  <a:gd name="csX9" fmla="*/ 10505 w 72132"/>
                  <a:gd name="csY9" fmla="*/ -2233 h 92590"/>
                  <a:gd name="csX10" fmla="*/ -2017 w 72132"/>
                  <a:gd name="csY10" fmla="*/ -2233 h 92590"/>
                  <a:gd name="csX11" fmla="*/ -2017 w 72132"/>
                  <a:gd name="csY11" fmla="*/ 90358 h 92590"/>
                  <a:gd name="csX12" fmla="*/ 26261 w 72132"/>
                  <a:gd name="csY12" fmla="*/ 90358 h 92590"/>
                  <a:gd name="csX13" fmla="*/ 49954 w 72132"/>
                  <a:gd name="csY13" fmla="*/ 83710 h 92590"/>
                  <a:gd name="csX14" fmla="*/ 57773 w 72132"/>
                  <a:gd name="csY14" fmla="*/ 63688 h 92590"/>
                  <a:gd name="csX15" fmla="*/ 53705 w 72132"/>
                  <a:gd name="csY15" fmla="*/ 49163 h 92590"/>
                  <a:gd name="csX16" fmla="*/ 41898 w 72132"/>
                  <a:gd name="csY16" fmla="*/ 41185 h 92590"/>
                  <a:gd name="csX17" fmla="*/ 10505 w 72132"/>
                  <a:gd name="csY17" fmla="*/ 80059 h 92590"/>
                  <a:gd name="csX18" fmla="*/ 10505 w 72132"/>
                  <a:gd name="csY18" fmla="*/ 47198 h 92590"/>
                  <a:gd name="csX19" fmla="*/ 26261 w 72132"/>
                  <a:gd name="csY19" fmla="*/ 47198 h 92590"/>
                  <a:gd name="csX20" fmla="*/ 39933 w 72132"/>
                  <a:gd name="csY20" fmla="*/ 51385 h 92590"/>
                  <a:gd name="csX21" fmla="*/ 44557 w 72132"/>
                  <a:gd name="csY21" fmla="*/ 63688 h 92590"/>
                  <a:gd name="csX22" fmla="*/ 39933 w 72132"/>
                  <a:gd name="csY22" fmla="*/ 75932 h 92590"/>
                  <a:gd name="csX23" fmla="*/ 26261 w 72132"/>
                  <a:gd name="csY23" fmla="*/ 80059 h 92590"/>
                  <a:gd name="csX24" fmla="*/ 10505 w 72132"/>
                  <a:gd name="csY24" fmla="*/ 80059 h 925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</a:cxnLst>
                <a:rect l="l" t="t" r="r" b="b"/>
                <a:pathLst>
                  <a:path w="72132" h="92590">
                    <a:moveTo>
                      <a:pt x="41898" y="41185"/>
                    </a:moveTo>
                    <a:cubicBezTo>
                      <a:pt x="44583" y="40273"/>
                      <a:pt x="47196" y="38328"/>
                      <a:pt x="49736" y="35351"/>
                    </a:cubicBezTo>
                    <a:cubicBezTo>
                      <a:pt x="52276" y="32375"/>
                      <a:pt x="54829" y="28280"/>
                      <a:pt x="57396" y="23068"/>
                    </a:cubicBezTo>
                    <a:lnTo>
                      <a:pt x="70115" y="-2233"/>
                    </a:lnTo>
                    <a:lnTo>
                      <a:pt x="56642" y="-2233"/>
                    </a:lnTo>
                    <a:lnTo>
                      <a:pt x="44815" y="21520"/>
                    </a:lnTo>
                    <a:cubicBezTo>
                      <a:pt x="41746" y="27725"/>
                      <a:pt x="38776" y="31839"/>
                      <a:pt x="35905" y="33863"/>
                    </a:cubicBezTo>
                    <a:cubicBezTo>
                      <a:pt x="33034" y="35887"/>
                      <a:pt x="29118" y="36899"/>
                      <a:pt x="24157" y="36899"/>
                    </a:cubicBezTo>
                    <a:lnTo>
                      <a:pt x="10505" y="36899"/>
                    </a:lnTo>
                    <a:lnTo>
                      <a:pt x="10505" y="-2233"/>
                    </a:lnTo>
                    <a:lnTo>
                      <a:pt x="-2017" y="-2233"/>
                    </a:lnTo>
                    <a:lnTo>
                      <a:pt x="-2017" y="90358"/>
                    </a:lnTo>
                    <a:lnTo>
                      <a:pt x="26261" y="90358"/>
                    </a:lnTo>
                    <a:cubicBezTo>
                      <a:pt x="36844" y="90358"/>
                      <a:pt x="44742" y="88142"/>
                      <a:pt x="49954" y="83710"/>
                    </a:cubicBezTo>
                    <a:cubicBezTo>
                      <a:pt x="55167" y="79292"/>
                      <a:pt x="57773" y="72618"/>
                      <a:pt x="57773" y="63688"/>
                    </a:cubicBezTo>
                    <a:cubicBezTo>
                      <a:pt x="57773" y="57854"/>
                      <a:pt x="56417" y="53012"/>
                      <a:pt x="53705" y="49163"/>
                    </a:cubicBezTo>
                    <a:cubicBezTo>
                      <a:pt x="50993" y="45326"/>
                      <a:pt x="47057" y="42667"/>
                      <a:pt x="41898" y="41185"/>
                    </a:cubicBezTo>
                    <a:close/>
                    <a:moveTo>
                      <a:pt x="10505" y="80059"/>
                    </a:moveTo>
                    <a:lnTo>
                      <a:pt x="10505" y="47198"/>
                    </a:lnTo>
                    <a:lnTo>
                      <a:pt x="26261" y="47198"/>
                    </a:lnTo>
                    <a:cubicBezTo>
                      <a:pt x="32293" y="47198"/>
                      <a:pt x="36851" y="48594"/>
                      <a:pt x="39933" y="51385"/>
                    </a:cubicBezTo>
                    <a:cubicBezTo>
                      <a:pt x="43016" y="54176"/>
                      <a:pt x="44557" y="58277"/>
                      <a:pt x="44557" y="63688"/>
                    </a:cubicBezTo>
                    <a:cubicBezTo>
                      <a:pt x="44557" y="69099"/>
                      <a:pt x="43016" y="73180"/>
                      <a:pt x="39933" y="75932"/>
                    </a:cubicBezTo>
                    <a:cubicBezTo>
                      <a:pt x="36851" y="78683"/>
                      <a:pt x="32293" y="80059"/>
                      <a:pt x="26261" y="80059"/>
                    </a:cubicBezTo>
                    <a:lnTo>
                      <a:pt x="10505" y="80059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9" name="Freeform: Shape 338">
                <a:extLst>
                  <a:ext uri="{FF2B5EF4-FFF2-40B4-BE49-F238E27FC236}">
                    <a16:creationId xmlns:a16="http://schemas.microsoft.com/office/drawing/2014/main" id="{6CBCBD13-71EB-946A-262A-B80C16C75181}"/>
                  </a:ext>
                </a:extLst>
              </p:cNvPr>
              <p:cNvSpPr/>
              <p:nvPr/>
            </p:nvSpPr>
            <p:spPr>
              <a:xfrm flipV="1">
                <a:off x="6402741" y="1763155"/>
                <a:ext cx="64373" cy="72925"/>
              </a:xfrm>
              <a:custGeom>
                <a:avLst/>
                <a:gdLst>
                  <a:gd name="csX0" fmla="*/ 62833 w 64373"/>
                  <a:gd name="csY0" fmla="*/ 37744 h 72925"/>
                  <a:gd name="csX1" fmla="*/ 62833 w 64373"/>
                  <a:gd name="csY1" fmla="*/ 32168 h 72925"/>
                  <a:gd name="csX2" fmla="*/ 10366 w 64373"/>
                  <a:gd name="csY2" fmla="*/ 32168 h 72925"/>
                  <a:gd name="csX3" fmla="*/ 17470 w 64373"/>
                  <a:gd name="csY3" fmla="*/ 14210 h 72925"/>
                  <a:gd name="csX4" fmla="*/ 35171 w 64373"/>
                  <a:gd name="csY4" fmla="*/ 8038 h 72925"/>
                  <a:gd name="csX5" fmla="*/ 47910 w 64373"/>
                  <a:gd name="csY5" fmla="*/ 9646 h 72925"/>
                  <a:gd name="csX6" fmla="*/ 60174 w 64373"/>
                  <a:gd name="csY6" fmla="*/ 14488 h 72925"/>
                  <a:gd name="csX7" fmla="*/ 60174 w 64373"/>
                  <a:gd name="csY7" fmla="*/ 3693 h 72925"/>
                  <a:gd name="csX8" fmla="*/ 47573 w 64373"/>
                  <a:gd name="csY8" fmla="*/ -276 h 72925"/>
                  <a:gd name="csX9" fmla="*/ 34496 w 64373"/>
                  <a:gd name="csY9" fmla="*/ -1645 h 72925"/>
                  <a:gd name="csX10" fmla="*/ 8163 w 64373"/>
                  <a:gd name="csY10" fmla="*/ 8019 h 72925"/>
                  <a:gd name="csX11" fmla="*/ -1540 w 64373"/>
                  <a:gd name="csY11" fmla="*/ 34212 h 72925"/>
                  <a:gd name="csX12" fmla="*/ 7667 w 64373"/>
                  <a:gd name="csY12" fmla="*/ 61259 h 72925"/>
                  <a:gd name="csX13" fmla="*/ 32512 w 64373"/>
                  <a:gd name="csY13" fmla="*/ 71280 h 72925"/>
                  <a:gd name="csX14" fmla="*/ 54677 w 64373"/>
                  <a:gd name="csY14" fmla="*/ 62251 h 72925"/>
                  <a:gd name="csX15" fmla="*/ 62833 w 64373"/>
                  <a:gd name="csY15" fmla="*/ 37744 h 72925"/>
                  <a:gd name="csX16" fmla="*/ 51423 w 64373"/>
                  <a:gd name="csY16" fmla="*/ 41098 h 72925"/>
                  <a:gd name="csX17" fmla="*/ 46184 w 64373"/>
                  <a:gd name="csY17" fmla="*/ 56021 h 72925"/>
                  <a:gd name="csX18" fmla="*/ 32631 w 64373"/>
                  <a:gd name="csY18" fmla="*/ 61616 h 72925"/>
                  <a:gd name="csX19" fmla="*/ 17351 w 64373"/>
                  <a:gd name="csY19" fmla="*/ 56219 h 72925"/>
                  <a:gd name="csX20" fmla="*/ 10743 w 64373"/>
                  <a:gd name="csY20" fmla="*/ 41019 h 72925"/>
                  <a:gd name="csX21" fmla="*/ 51423 w 64373"/>
                  <a:gd name="csY21" fmla="*/ 41098 h 729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</a:cxnLst>
                <a:rect l="l" t="t" r="r" b="b"/>
                <a:pathLst>
                  <a:path w="64373" h="72925">
                    <a:moveTo>
                      <a:pt x="62833" y="37744"/>
                    </a:moveTo>
                    <a:lnTo>
                      <a:pt x="62833" y="32168"/>
                    </a:lnTo>
                    <a:lnTo>
                      <a:pt x="10366" y="32168"/>
                    </a:lnTo>
                    <a:cubicBezTo>
                      <a:pt x="10869" y="24310"/>
                      <a:pt x="13237" y="18324"/>
                      <a:pt x="17470" y="14210"/>
                    </a:cubicBezTo>
                    <a:cubicBezTo>
                      <a:pt x="21703" y="10095"/>
                      <a:pt x="27604" y="8038"/>
                      <a:pt x="35171" y="8038"/>
                    </a:cubicBezTo>
                    <a:cubicBezTo>
                      <a:pt x="39549" y="8038"/>
                      <a:pt x="43796" y="8574"/>
                      <a:pt x="47910" y="9646"/>
                    </a:cubicBezTo>
                    <a:cubicBezTo>
                      <a:pt x="52025" y="10717"/>
                      <a:pt x="56112" y="12331"/>
                      <a:pt x="60174" y="14488"/>
                    </a:cubicBezTo>
                    <a:lnTo>
                      <a:pt x="60174" y="3693"/>
                    </a:lnTo>
                    <a:cubicBezTo>
                      <a:pt x="56073" y="1960"/>
                      <a:pt x="51872" y="637"/>
                      <a:pt x="47573" y="-276"/>
                    </a:cubicBezTo>
                    <a:cubicBezTo>
                      <a:pt x="43273" y="-1189"/>
                      <a:pt x="38914" y="-1645"/>
                      <a:pt x="34496" y="-1645"/>
                    </a:cubicBezTo>
                    <a:cubicBezTo>
                      <a:pt x="23410" y="-1645"/>
                      <a:pt x="14632" y="1576"/>
                      <a:pt x="8163" y="8019"/>
                    </a:cubicBezTo>
                    <a:cubicBezTo>
                      <a:pt x="1694" y="14474"/>
                      <a:pt x="-1540" y="23206"/>
                      <a:pt x="-1540" y="34212"/>
                    </a:cubicBezTo>
                    <a:cubicBezTo>
                      <a:pt x="-1540" y="45576"/>
                      <a:pt x="1529" y="54592"/>
                      <a:pt x="7667" y="61259"/>
                    </a:cubicBezTo>
                    <a:cubicBezTo>
                      <a:pt x="13806" y="67940"/>
                      <a:pt x="22087" y="71280"/>
                      <a:pt x="32512" y="71280"/>
                    </a:cubicBezTo>
                    <a:cubicBezTo>
                      <a:pt x="41851" y="71280"/>
                      <a:pt x="49240" y="68271"/>
                      <a:pt x="54677" y="62251"/>
                    </a:cubicBezTo>
                    <a:cubicBezTo>
                      <a:pt x="60114" y="56245"/>
                      <a:pt x="62833" y="48076"/>
                      <a:pt x="62833" y="37744"/>
                    </a:cubicBezTo>
                    <a:close/>
                    <a:moveTo>
                      <a:pt x="51423" y="41098"/>
                    </a:moveTo>
                    <a:cubicBezTo>
                      <a:pt x="51343" y="47329"/>
                      <a:pt x="49597" y="52303"/>
                      <a:pt x="46184" y="56021"/>
                    </a:cubicBezTo>
                    <a:cubicBezTo>
                      <a:pt x="42771" y="59751"/>
                      <a:pt x="38253" y="61616"/>
                      <a:pt x="32631" y="61616"/>
                    </a:cubicBezTo>
                    <a:cubicBezTo>
                      <a:pt x="26267" y="61616"/>
                      <a:pt x="21174" y="59817"/>
                      <a:pt x="17351" y="56219"/>
                    </a:cubicBezTo>
                    <a:cubicBezTo>
                      <a:pt x="13528" y="52621"/>
                      <a:pt x="11325" y="47554"/>
                      <a:pt x="10743" y="41019"/>
                    </a:cubicBezTo>
                    <a:lnTo>
                      <a:pt x="51423" y="41098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0" name="Freeform: Shape 339">
                <a:extLst>
                  <a:ext uri="{FF2B5EF4-FFF2-40B4-BE49-F238E27FC236}">
                    <a16:creationId xmlns:a16="http://schemas.microsoft.com/office/drawing/2014/main" id="{CEF5BFFA-0BED-724E-8F68-2F5B75EC448C}"/>
                  </a:ext>
                </a:extLst>
              </p:cNvPr>
              <p:cNvSpPr/>
              <p:nvPr/>
            </p:nvSpPr>
            <p:spPr>
              <a:xfrm flipV="1">
                <a:off x="6480875" y="1763155"/>
                <a:ext cx="62071" cy="97532"/>
              </a:xfrm>
              <a:custGeom>
                <a:avLst/>
                <a:gdLst>
                  <a:gd name="csX0" fmla="*/ 10311 w 62071"/>
                  <a:gd name="csY0" fmla="*/ 60055 h 97532"/>
                  <a:gd name="csX1" fmla="*/ 15490 w 62071"/>
                  <a:gd name="csY1" fmla="*/ 40310 h 97532"/>
                  <a:gd name="csX2" fmla="*/ 29718 w 62071"/>
                  <a:gd name="csY2" fmla="*/ 33147 h 97532"/>
                  <a:gd name="csX3" fmla="*/ 43966 w 62071"/>
                  <a:gd name="csY3" fmla="*/ 40310 h 97532"/>
                  <a:gd name="csX4" fmla="*/ 49185 w 62071"/>
                  <a:gd name="csY4" fmla="*/ 60055 h 97532"/>
                  <a:gd name="csX5" fmla="*/ 43966 w 62071"/>
                  <a:gd name="csY5" fmla="*/ 79799 h 97532"/>
                  <a:gd name="csX6" fmla="*/ 29718 w 62071"/>
                  <a:gd name="csY6" fmla="*/ 86963 h 97532"/>
                  <a:gd name="csX7" fmla="*/ 15490 w 62071"/>
                  <a:gd name="csY7" fmla="*/ 79799 h 97532"/>
                  <a:gd name="csX8" fmla="*/ 10311 w 62071"/>
                  <a:gd name="csY8" fmla="*/ 60055 h 97532"/>
                  <a:gd name="csX9" fmla="*/ 49185 w 62071"/>
                  <a:gd name="csY9" fmla="*/ 35806 h 97532"/>
                  <a:gd name="csX10" fmla="*/ 40096 w 62071"/>
                  <a:gd name="csY10" fmla="*/ 26598 h 97532"/>
                  <a:gd name="csX11" fmla="*/ 26920 w 62071"/>
                  <a:gd name="csY11" fmla="*/ 23582 h 97532"/>
                  <a:gd name="csX12" fmla="*/ 6422 w 62071"/>
                  <a:gd name="csY12" fmla="*/ 33623 h 97532"/>
                  <a:gd name="csX13" fmla="*/ -1476 w 62071"/>
                  <a:gd name="csY13" fmla="*/ 60055 h 97532"/>
                  <a:gd name="csX14" fmla="*/ 6422 w 62071"/>
                  <a:gd name="csY14" fmla="*/ 86467 h 97532"/>
                  <a:gd name="csX15" fmla="*/ 26920 w 62071"/>
                  <a:gd name="csY15" fmla="*/ 96508 h 97532"/>
                  <a:gd name="csX16" fmla="*/ 40096 w 62071"/>
                  <a:gd name="csY16" fmla="*/ 93491 h 97532"/>
                  <a:gd name="csX17" fmla="*/ 49185 w 62071"/>
                  <a:gd name="csY17" fmla="*/ 84304 h 97532"/>
                  <a:gd name="csX18" fmla="*/ 49185 w 62071"/>
                  <a:gd name="csY18" fmla="*/ 94841 h 97532"/>
                  <a:gd name="csX19" fmla="*/ 60595 w 62071"/>
                  <a:gd name="csY19" fmla="*/ 94841 h 97532"/>
                  <a:gd name="csX20" fmla="*/ 60595 w 62071"/>
                  <a:gd name="csY20" fmla="*/ -1024 h 97532"/>
                  <a:gd name="csX21" fmla="*/ 49185 w 62071"/>
                  <a:gd name="csY21" fmla="*/ -1024 h 97532"/>
                  <a:gd name="csX22" fmla="*/ 49185 w 62071"/>
                  <a:gd name="csY22" fmla="*/ 35806 h 975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</a:cxnLst>
                <a:rect l="l" t="t" r="r" b="b"/>
                <a:pathLst>
                  <a:path w="62071" h="97532">
                    <a:moveTo>
                      <a:pt x="10311" y="60055"/>
                    </a:moveTo>
                    <a:cubicBezTo>
                      <a:pt x="10311" y="51667"/>
                      <a:pt x="12037" y="45086"/>
                      <a:pt x="15490" y="40310"/>
                    </a:cubicBezTo>
                    <a:cubicBezTo>
                      <a:pt x="18943" y="35534"/>
                      <a:pt x="23686" y="33147"/>
                      <a:pt x="29718" y="33147"/>
                    </a:cubicBezTo>
                    <a:cubicBezTo>
                      <a:pt x="35751" y="33147"/>
                      <a:pt x="40500" y="35534"/>
                      <a:pt x="43966" y="40310"/>
                    </a:cubicBezTo>
                    <a:cubicBezTo>
                      <a:pt x="47445" y="45086"/>
                      <a:pt x="49185" y="51667"/>
                      <a:pt x="49185" y="60055"/>
                    </a:cubicBezTo>
                    <a:cubicBezTo>
                      <a:pt x="49185" y="68442"/>
                      <a:pt x="47445" y="75023"/>
                      <a:pt x="43966" y="79799"/>
                    </a:cubicBezTo>
                    <a:cubicBezTo>
                      <a:pt x="40500" y="84575"/>
                      <a:pt x="35751" y="86963"/>
                      <a:pt x="29718" y="86963"/>
                    </a:cubicBezTo>
                    <a:cubicBezTo>
                      <a:pt x="23686" y="86963"/>
                      <a:pt x="18943" y="84575"/>
                      <a:pt x="15490" y="79799"/>
                    </a:cubicBezTo>
                    <a:cubicBezTo>
                      <a:pt x="12037" y="75023"/>
                      <a:pt x="10311" y="68442"/>
                      <a:pt x="10311" y="60055"/>
                    </a:cubicBezTo>
                    <a:close/>
                    <a:moveTo>
                      <a:pt x="49185" y="35806"/>
                    </a:moveTo>
                    <a:cubicBezTo>
                      <a:pt x="46790" y="31678"/>
                      <a:pt x="43761" y="28609"/>
                      <a:pt x="40096" y="26598"/>
                    </a:cubicBezTo>
                    <a:cubicBezTo>
                      <a:pt x="36445" y="24587"/>
                      <a:pt x="32053" y="23582"/>
                      <a:pt x="26920" y="23582"/>
                    </a:cubicBezTo>
                    <a:cubicBezTo>
                      <a:pt x="18533" y="23582"/>
                      <a:pt x="11700" y="26929"/>
                      <a:pt x="6422" y="33623"/>
                    </a:cubicBezTo>
                    <a:cubicBezTo>
                      <a:pt x="1156" y="40330"/>
                      <a:pt x="-1476" y="49141"/>
                      <a:pt x="-1476" y="60055"/>
                    </a:cubicBezTo>
                    <a:cubicBezTo>
                      <a:pt x="-1476" y="70969"/>
                      <a:pt x="1156" y="79773"/>
                      <a:pt x="6422" y="86467"/>
                    </a:cubicBezTo>
                    <a:cubicBezTo>
                      <a:pt x="11700" y="93161"/>
                      <a:pt x="18533" y="96508"/>
                      <a:pt x="26920" y="96508"/>
                    </a:cubicBezTo>
                    <a:cubicBezTo>
                      <a:pt x="32053" y="96508"/>
                      <a:pt x="36445" y="95502"/>
                      <a:pt x="40096" y="93491"/>
                    </a:cubicBezTo>
                    <a:cubicBezTo>
                      <a:pt x="43761" y="91494"/>
                      <a:pt x="46790" y="88431"/>
                      <a:pt x="49185" y="84304"/>
                    </a:cubicBezTo>
                    <a:lnTo>
                      <a:pt x="49185" y="94841"/>
                    </a:lnTo>
                    <a:lnTo>
                      <a:pt x="60595" y="94841"/>
                    </a:lnTo>
                    <a:lnTo>
                      <a:pt x="60595" y="-1024"/>
                    </a:lnTo>
                    <a:lnTo>
                      <a:pt x="49185" y="-1024"/>
                    </a:lnTo>
                    <a:lnTo>
                      <a:pt x="49185" y="35806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1" name="Freeform: Shape 340">
                <a:extLst>
                  <a:ext uri="{FF2B5EF4-FFF2-40B4-BE49-F238E27FC236}">
                    <a16:creationId xmlns:a16="http://schemas.microsoft.com/office/drawing/2014/main" id="{8B36678A-0AEC-C43C-BCC5-98105E065CC0}"/>
                  </a:ext>
                </a:extLst>
              </p:cNvPr>
              <p:cNvSpPr/>
              <p:nvPr/>
            </p:nvSpPr>
            <p:spPr>
              <a:xfrm flipV="1">
                <a:off x="6565281" y="1763155"/>
                <a:ext cx="58162" cy="72925"/>
              </a:xfrm>
              <a:custGeom>
                <a:avLst/>
                <a:gdLst>
                  <a:gd name="csX0" fmla="*/ -1562 w 58162"/>
                  <a:gd name="csY0" fmla="*/ 27565 h 72925"/>
                  <a:gd name="csX1" fmla="*/ -1562 w 58162"/>
                  <a:gd name="csY1" fmla="*/ 69614 h 72925"/>
                  <a:gd name="csX2" fmla="*/ 9848 w 58162"/>
                  <a:gd name="csY2" fmla="*/ 69614 h 72925"/>
                  <a:gd name="csX3" fmla="*/ 9848 w 58162"/>
                  <a:gd name="csY3" fmla="*/ 28001 h 72925"/>
                  <a:gd name="csX4" fmla="*/ 13678 w 58162"/>
                  <a:gd name="csY4" fmla="*/ 13198 h 72925"/>
                  <a:gd name="csX5" fmla="*/ 25227 w 58162"/>
                  <a:gd name="csY5" fmla="*/ 8276 h 72925"/>
                  <a:gd name="csX6" fmla="*/ 39812 w 58162"/>
                  <a:gd name="csY6" fmla="*/ 14170 h 72925"/>
                  <a:gd name="csX7" fmla="*/ 45190 w 58162"/>
                  <a:gd name="csY7" fmla="*/ 30244 h 72925"/>
                  <a:gd name="csX8" fmla="*/ 45190 w 58162"/>
                  <a:gd name="csY8" fmla="*/ 69614 h 72925"/>
                  <a:gd name="csX9" fmla="*/ 56600 w 58162"/>
                  <a:gd name="csY9" fmla="*/ 69614 h 72925"/>
                  <a:gd name="csX10" fmla="*/ 56600 w 58162"/>
                  <a:gd name="csY10" fmla="*/ 160 h 72925"/>
                  <a:gd name="csX11" fmla="*/ 45190 w 58162"/>
                  <a:gd name="csY11" fmla="*/ 160 h 72925"/>
                  <a:gd name="csX12" fmla="*/ 45190 w 58162"/>
                  <a:gd name="csY12" fmla="*/ 10836 h 72925"/>
                  <a:gd name="csX13" fmla="*/ 35546 w 58162"/>
                  <a:gd name="csY13" fmla="*/ 1430 h 72925"/>
                  <a:gd name="csX14" fmla="*/ 22806 w 58162"/>
                  <a:gd name="csY14" fmla="*/ -1645 h 72925"/>
                  <a:gd name="csX15" fmla="*/ 4629 w 58162"/>
                  <a:gd name="csY15" fmla="*/ 5796 h 72925"/>
                  <a:gd name="csX16" fmla="*/ -1562 w 58162"/>
                  <a:gd name="csY16" fmla="*/ 27565 h 72925"/>
                  <a:gd name="csX17" fmla="*/ 27152 w 58162"/>
                  <a:gd name="csY17" fmla="*/ 71280 h 72925"/>
                  <a:gd name="csX18" fmla="*/ 27152 w 58162"/>
                  <a:gd name="csY18" fmla="*/ 71280 h 729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</a:cxnLst>
                <a:rect l="l" t="t" r="r" b="b"/>
                <a:pathLst>
                  <a:path w="58162" h="72925">
                    <a:moveTo>
                      <a:pt x="-1562" y="27565"/>
                    </a:moveTo>
                    <a:lnTo>
                      <a:pt x="-1562" y="69614"/>
                    </a:lnTo>
                    <a:lnTo>
                      <a:pt x="9848" y="69614"/>
                    </a:lnTo>
                    <a:lnTo>
                      <a:pt x="9848" y="28001"/>
                    </a:lnTo>
                    <a:cubicBezTo>
                      <a:pt x="9848" y="21426"/>
                      <a:pt x="11125" y="16492"/>
                      <a:pt x="13678" y="13198"/>
                    </a:cubicBezTo>
                    <a:cubicBezTo>
                      <a:pt x="16244" y="9917"/>
                      <a:pt x="20094" y="8276"/>
                      <a:pt x="25227" y="8276"/>
                    </a:cubicBezTo>
                    <a:cubicBezTo>
                      <a:pt x="31378" y="8276"/>
                      <a:pt x="36240" y="10241"/>
                      <a:pt x="39812" y="14170"/>
                    </a:cubicBezTo>
                    <a:cubicBezTo>
                      <a:pt x="43397" y="18099"/>
                      <a:pt x="45190" y="23457"/>
                      <a:pt x="45190" y="30244"/>
                    </a:cubicBezTo>
                    <a:lnTo>
                      <a:pt x="45190" y="69614"/>
                    </a:lnTo>
                    <a:lnTo>
                      <a:pt x="56600" y="69614"/>
                    </a:lnTo>
                    <a:lnTo>
                      <a:pt x="56600" y="160"/>
                    </a:lnTo>
                    <a:lnTo>
                      <a:pt x="45190" y="160"/>
                    </a:lnTo>
                    <a:lnTo>
                      <a:pt x="45190" y="10836"/>
                    </a:lnTo>
                    <a:cubicBezTo>
                      <a:pt x="42425" y="6616"/>
                      <a:pt x="39210" y="3481"/>
                      <a:pt x="35546" y="1430"/>
                    </a:cubicBezTo>
                    <a:cubicBezTo>
                      <a:pt x="31894" y="-620"/>
                      <a:pt x="27648" y="-1645"/>
                      <a:pt x="22806" y="-1645"/>
                    </a:cubicBezTo>
                    <a:cubicBezTo>
                      <a:pt x="14829" y="-1645"/>
                      <a:pt x="8770" y="835"/>
                      <a:pt x="4629" y="5796"/>
                    </a:cubicBezTo>
                    <a:cubicBezTo>
                      <a:pt x="501" y="10757"/>
                      <a:pt x="-1562" y="18013"/>
                      <a:pt x="-1562" y="27565"/>
                    </a:cubicBezTo>
                    <a:close/>
                    <a:moveTo>
                      <a:pt x="27152" y="71280"/>
                    </a:moveTo>
                    <a:lnTo>
                      <a:pt x="27152" y="71280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2" name="Freeform: Shape 341">
                <a:extLst>
                  <a:ext uri="{FF2B5EF4-FFF2-40B4-BE49-F238E27FC236}">
                    <a16:creationId xmlns:a16="http://schemas.microsoft.com/office/drawing/2014/main" id="{40DE9C7B-7705-4D01-8323-A1B1F7B8A7A3}"/>
                  </a:ext>
                </a:extLst>
              </p:cNvPr>
              <p:cNvSpPr/>
              <p:nvPr/>
            </p:nvSpPr>
            <p:spPr>
              <a:xfrm flipV="1">
                <a:off x="6641982" y="1763155"/>
                <a:ext cx="64373" cy="72925"/>
              </a:xfrm>
              <a:custGeom>
                <a:avLst/>
                <a:gdLst>
                  <a:gd name="csX0" fmla="*/ 62852 w 64373"/>
                  <a:gd name="csY0" fmla="*/ 37744 h 72925"/>
                  <a:gd name="csX1" fmla="*/ 62852 w 64373"/>
                  <a:gd name="csY1" fmla="*/ 32168 h 72925"/>
                  <a:gd name="csX2" fmla="*/ 10385 w 64373"/>
                  <a:gd name="csY2" fmla="*/ 32168 h 72925"/>
                  <a:gd name="csX3" fmla="*/ 17489 w 64373"/>
                  <a:gd name="csY3" fmla="*/ 14210 h 72925"/>
                  <a:gd name="csX4" fmla="*/ 35189 w 64373"/>
                  <a:gd name="csY4" fmla="*/ 8038 h 72925"/>
                  <a:gd name="csX5" fmla="*/ 47929 w 64373"/>
                  <a:gd name="csY5" fmla="*/ 9646 h 72925"/>
                  <a:gd name="csX6" fmla="*/ 60193 w 64373"/>
                  <a:gd name="csY6" fmla="*/ 14488 h 72925"/>
                  <a:gd name="csX7" fmla="*/ 60193 w 64373"/>
                  <a:gd name="csY7" fmla="*/ 3693 h 72925"/>
                  <a:gd name="csX8" fmla="*/ 47592 w 64373"/>
                  <a:gd name="csY8" fmla="*/ -276 h 72925"/>
                  <a:gd name="csX9" fmla="*/ 34515 w 64373"/>
                  <a:gd name="csY9" fmla="*/ -1645 h 72925"/>
                  <a:gd name="csX10" fmla="*/ 8182 w 64373"/>
                  <a:gd name="csY10" fmla="*/ 8019 h 72925"/>
                  <a:gd name="csX11" fmla="*/ -1521 w 64373"/>
                  <a:gd name="csY11" fmla="*/ 34212 h 72925"/>
                  <a:gd name="csX12" fmla="*/ 7686 w 64373"/>
                  <a:gd name="csY12" fmla="*/ 61259 h 72925"/>
                  <a:gd name="csX13" fmla="*/ 32530 w 64373"/>
                  <a:gd name="csY13" fmla="*/ 71280 h 72925"/>
                  <a:gd name="csX14" fmla="*/ 54696 w 64373"/>
                  <a:gd name="csY14" fmla="*/ 62251 h 72925"/>
                  <a:gd name="csX15" fmla="*/ 62852 w 64373"/>
                  <a:gd name="csY15" fmla="*/ 37744 h 72925"/>
                  <a:gd name="csX16" fmla="*/ 51441 w 64373"/>
                  <a:gd name="csY16" fmla="*/ 41098 h 72925"/>
                  <a:gd name="csX17" fmla="*/ 46203 w 64373"/>
                  <a:gd name="csY17" fmla="*/ 56021 h 72925"/>
                  <a:gd name="csX18" fmla="*/ 32649 w 64373"/>
                  <a:gd name="csY18" fmla="*/ 61616 h 72925"/>
                  <a:gd name="csX19" fmla="*/ 17370 w 64373"/>
                  <a:gd name="csY19" fmla="*/ 56219 h 72925"/>
                  <a:gd name="csX20" fmla="*/ 10762 w 64373"/>
                  <a:gd name="csY20" fmla="*/ 41019 h 72925"/>
                  <a:gd name="csX21" fmla="*/ 51441 w 64373"/>
                  <a:gd name="csY21" fmla="*/ 41098 h 729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</a:cxnLst>
                <a:rect l="l" t="t" r="r" b="b"/>
                <a:pathLst>
                  <a:path w="64373" h="72925">
                    <a:moveTo>
                      <a:pt x="62852" y="37744"/>
                    </a:moveTo>
                    <a:lnTo>
                      <a:pt x="62852" y="32168"/>
                    </a:lnTo>
                    <a:lnTo>
                      <a:pt x="10385" y="32168"/>
                    </a:lnTo>
                    <a:cubicBezTo>
                      <a:pt x="10887" y="24310"/>
                      <a:pt x="13256" y="18324"/>
                      <a:pt x="17489" y="14210"/>
                    </a:cubicBezTo>
                    <a:cubicBezTo>
                      <a:pt x="21722" y="10095"/>
                      <a:pt x="27622" y="8038"/>
                      <a:pt x="35189" y="8038"/>
                    </a:cubicBezTo>
                    <a:cubicBezTo>
                      <a:pt x="39568" y="8038"/>
                      <a:pt x="43815" y="8574"/>
                      <a:pt x="47929" y="9646"/>
                    </a:cubicBezTo>
                    <a:cubicBezTo>
                      <a:pt x="52043" y="10717"/>
                      <a:pt x="56131" y="12331"/>
                      <a:pt x="60193" y="14488"/>
                    </a:cubicBezTo>
                    <a:lnTo>
                      <a:pt x="60193" y="3693"/>
                    </a:lnTo>
                    <a:cubicBezTo>
                      <a:pt x="56092" y="1960"/>
                      <a:pt x="51891" y="637"/>
                      <a:pt x="47592" y="-276"/>
                    </a:cubicBezTo>
                    <a:cubicBezTo>
                      <a:pt x="43292" y="-1189"/>
                      <a:pt x="38933" y="-1645"/>
                      <a:pt x="34515" y="-1645"/>
                    </a:cubicBezTo>
                    <a:cubicBezTo>
                      <a:pt x="23429" y="-1645"/>
                      <a:pt x="14651" y="1576"/>
                      <a:pt x="8182" y="8019"/>
                    </a:cubicBezTo>
                    <a:cubicBezTo>
                      <a:pt x="1713" y="14474"/>
                      <a:pt x="-1521" y="23206"/>
                      <a:pt x="-1521" y="34212"/>
                    </a:cubicBezTo>
                    <a:cubicBezTo>
                      <a:pt x="-1521" y="45576"/>
                      <a:pt x="1548" y="54592"/>
                      <a:pt x="7686" y="61259"/>
                    </a:cubicBezTo>
                    <a:cubicBezTo>
                      <a:pt x="13824" y="67940"/>
                      <a:pt x="22106" y="71280"/>
                      <a:pt x="32530" y="71280"/>
                    </a:cubicBezTo>
                    <a:cubicBezTo>
                      <a:pt x="41870" y="71280"/>
                      <a:pt x="49259" y="68271"/>
                      <a:pt x="54696" y="62251"/>
                    </a:cubicBezTo>
                    <a:cubicBezTo>
                      <a:pt x="60133" y="56245"/>
                      <a:pt x="62852" y="48076"/>
                      <a:pt x="62852" y="37744"/>
                    </a:cubicBezTo>
                    <a:close/>
                    <a:moveTo>
                      <a:pt x="51441" y="41098"/>
                    </a:moveTo>
                    <a:cubicBezTo>
                      <a:pt x="51362" y="47329"/>
                      <a:pt x="49616" y="52303"/>
                      <a:pt x="46203" y="56021"/>
                    </a:cubicBezTo>
                    <a:cubicBezTo>
                      <a:pt x="42790" y="59751"/>
                      <a:pt x="38272" y="61616"/>
                      <a:pt x="32649" y="61616"/>
                    </a:cubicBezTo>
                    <a:cubicBezTo>
                      <a:pt x="26286" y="61616"/>
                      <a:pt x="21193" y="59817"/>
                      <a:pt x="17370" y="56219"/>
                    </a:cubicBezTo>
                    <a:cubicBezTo>
                      <a:pt x="13547" y="52621"/>
                      <a:pt x="11344" y="47554"/>
                      <a:pt x="10762" y="41019"/>
                    </a:cubicBezTo>
                    <a:lnTo>
                      <a:pt x="51441" y="41098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3" name="Freeform: Shape 342">
                <a:extLst>
                  <a:ext uri="{FF2B5EF4-FFF2-40B4-BE49-F238E27FC236}">
                    <a16:creationId xmlns:a16="http://schemas.microsoft.com/office/drawing/2014/main" id="{86C50A6D-C797-13BC-B321-BF0041FC7197}"/>
                  </a:ext>
                </a:extLst>
              </p:cNvPr>
              <p:cNvSpPr/>
              <p:nvPr/>
            </p:nvSpPr>
            <p:spPr>
              <a:xfrm flipV="1">
                <a:off x="6719998" y="1763155"/>
                <a:ext cx="53082" cy="72925"/>
              </a:xfrm>
              <a:custGeom>
                <a:avLst/>
                <a:gdLst>
                  <a:gd name="csX0" fmla="*/ 48126 w 53082"/>
                  <a:gd name="csY0" fmla="*/ 67570 h 72925"/>
                  <a:gd name="csX1" fmla="*/ 48126 w 53082"/>
                  <a:gd name="csY1" fmla="*/ 56775 h 72925"/>
                  <a:gd name="csX2" fmla="*/ 38085 w 53082"/>
                  <a:gd name="csY2" fmla="*/ 60485 h 72925"/>
                  <a:gd name="csX3" fmla="*/ 27290 w 53082"/>
                  <a:gd name="csY3" fmla="*/ 61736 h 72925"/>
                  <a:gd name="csX4" fmla="*/ 14551 w 53082"/>
                  <a:gd name="csY4" fmla="*/ 59136 h 72925"/>
                  <a:gd name="csX5" fmla="*/ 10304 w 53082"/>
                  <a:gd name="csY5" fmla="*/ 51318 h 72925"/>
                  <a:gd name="csX6" fmla="*/ 13340 w 53082"/>
                  <a:gd name="csY6" fmla="*/ 45087 h 72925"/>
                  <a:gd name="csX7" fmla="*/ 25564 w 53082"/>
                  <a:gd name="csY7" fmla="*/ 40781 h 72925"/>
                  <a:gd name="csX8" fmla="*/ 29473 w 53082"/>
                  <a:gd name="csY8" fmla="*/ 39907 h 72925"/>
                  <a:gd name="csX9" fmla="*/ 46737 w 53082"/>
                  <a:gd name="csY9" fmla="*/ 32565 h 72925"/>
                  <a:gd name="csX10" fmla="*/ 51857 w 53082"/>
                  <a:gd name="csY10" fmla="*/ 19329 h 72925"/>
                  <a:gd name="csX11" fmla="*/ 44197 w 53082"/>
                  <a:gd name="csY11" fmla="*/ 3990 h 72925"/>
                  <a:gd name="csX12" fmla="*/ 23143 w 53082"/>
                  <a:gd name="csY12" fmla="*/ -1645 h 72925"/>
                  <a:gd name="csX13" fmla="*/ 11514 w 53082"/>
                  <a:gd name="csY13" fmla="*/ -554 h 72925"/>
                  <a:gd name="csX14" fmla="*/ -1225 w 53082"/>
                  <a:gd name="csY14" fmla="*/ 2700 h 72925"/>
                  <a:gd name="csX15" fmla="*/ -1225 w 53082"/>
                  <a:gd name="csY15" fmla="*/ 14488 h 72925"/>
                  <a:gd name="csX16" fmla="*/ 11237 w 53082"/>
                  <a:gd name="csY16" fmla="*/ 9546 h 72925"/>
                  <a:gd name="csX17" fmla="*/ 23401 w 53082"/>
                  <a:gd name="csY17" fmla="*/ 7919 h 72925"/>
                  <a:gd name="csX18" fmla="*/ 35783 w 53082"/>
                  <a:gd name="csY18" fmla="*/ 10678 h 72925"/>
                  <a:gd name="csX19" fmla="*/ 40129 w 53082"/>
                  <a:gd name="csY19" fmla="*/ 18456 h 72925"/>
                  <a:gd name="csX20" fmla="*/ 36994 w 53082"/>
                  <a:gd name="csY20" fmla="*/ 25580 h 72925"/>
                  <a:gd name="csX21" fmla="*/ 23262 w 53082"/>
                  <a:gd name="csY21" fmla="*/ 30363 h 72925"/>
                  <a:gd name="csX22" fmla="*/ 19293 w 53082"/>
                  <a:gd name="csY22" fmla="*/ 31295 h 72925"/>
                  <a:gd name="csX23" fmla="*/ 3974 w 53082"/>
                  <a:gd name="csY23" fmla="*/ 38141 h 72925"/>
                  <a:gd name="csX24" fmla="*/ -729 w 53082"/>
                  <a:gd name="csY24" fmla="*/ 50821 h 72925"/>
                  <a:gd name="csX25" fmla="*/ 6216 w 53082"/>
                  <a:gd name="csY25" fmla="*/ 65942 h 72925"/>
                  <a:gd name="csX26" fmla="*/ 25941 w 53082"/>
                  <a:gd name="csY26" fmla="*/ 71280 h 72925"/>
                  <a:gd name="csX27" fmla="*/ 37827 w 53082"/>
                  <a:gd name="csY27" fmla="*/ 70348 h 72925"/>
                  <a:gd name="csX28" fmla="*/ 48126 w 53082"/>
                  <a:gd name="csY28" fmla="*/ 67570 h 729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</a:cxnLst>
                <a:rect l="l" t="t" r="r" b="b"/>
                <a:pathLst>
                  <a:path w="53082" h="72925">
                    <a:moveTo>
                      <a:pt x="48126" y="67570"/>
                    </a:moveTo>
                    <a:lnTo>
                      <a:pt x="48126" y="56775"/>
                    </a:lnTo>
                    <a:cubicBezTo>
                      <a:pt x="44911" y="58428"/>
                      <a:pt x="41564" y="59665"/>
                      <a:pt x="38085" y="60485"/>
                    </a:cubicBezTo>
                    <a:cubicBezTo>
                      <a:pt x="34619" y="61319"/>
                      <a:pt x="31021" y="61736"/>
                      <a:pt x="27290" y="61736"/>
                    </a:cubicBezTo>
                    <a:cubicBezTo>
                      <a:pt x="21628" y="61736"/>
                      <a:pt x="17382" y="60869"/>
                      <a:pt x="14551" y="59136"/>
                    </a:cubicBezTo>
                    <a:cubicBezTo>
                      <a:pt x="11719" y="57403"/>
                      <a:pt x="10304" y="54797"/>
                      <a:pt x="10304" y="51318"/>
                    </a:cubicBezTo>
                    <a:cubicBezTo>
                      <a:pt x="10304" y="48672"/>
                      <a:pt x="11316" y="46595"/>
                      <a:pt x="13340" y="45087"/>
                    </a:cubicBezTo>
                    <a:cubicBezTo>
                      <a:pt x="15364" y="43579"/>
                      <a:pt x="19439" y="42143"/>
                      <a:pt x="25564" y="40781"/>
                    </a:cubicBezTo>
                    <a:lnTo>
                      <a:pt x="29473" y="39907"/>
                    </a:lnTo>
                    <a:cubicBezTo>
                      <a:pt x="37569" y="38174"/>
                      <a:pt x="43324" y="35727"/>
                      <a:pt x="46737" y="32565"/>
                    </a:cubicBezTo>
                    <a:cubicBezTo>
                      <a:pt x="50150" y="29403"/>
                      <a:pt x="51857" y="24992"/>
                      <a:pt x="51857" y="19329"/>
                    </a:cubicBezTo>
                    <a:cubicBezTo>
                      <a:pt x="51857" y="12874"/>
                      <a:pt x="49304" y="7761"/>
                      <a:pt x="44197" y="3990"/>
                    </a:cubicBezTo>
                    <a:cubicBezTo>
                      <a:pt x="39091" y="233"/>
                      <a:pt x="32073" y="-1645"/>
                      <a:pt x="23143" y="-1645"/>
                    </a:cubicBezTo>
                    <a:cubicBezTo>
                      <a:pt x="19425" y="-1645"/>
                      <a:pt x="15549" y="-1282"/>
                      <a:pt x="11514" y="-554"/>
                    </a:cubicBezTo>
                    <a:cubicBezTo>
                      <a:pt x="7480" y="174"/>
                      <a:pt x="3233" y="1258"/>
                      <a:pt x="-1225" y="2700"/>
                    </a:cubicBezTo>
                    <a:lnTo>
                      <a:pt x="-1225" y="14488"/>
                    </a:lnTo>
                    <a:cubicBezTo>
                      <a:pt x="2995" y="12292"/>
                      <a:pt x="7149" y="10644"/>
                      <a:pt x="11237" y="9546"/>
                    </a:cubicBezTo>
                    <a:cubicBezTo>
                      <a:pt x="15324" y="8462"/>
                      <a:pt x="19379" y="7919"/>
                      <a:pt x="23401" y="7919"/>
                    </a:cubicBezTo>
                    <a:cubicBezTo>
                      <a:pt x="28772" y="7919"/>
                      <a:pt x="32899" y="8839"/>
                      <a:pt x="35783" y="10678"/>
                    </a:cubicBezTo>
                    <a:cubicBezTo>
                      <a:pt x="38681" y="12516"/>
                      <a:pt x="40129" y="15109"/>
                      <a:pt x="40129" y="18456"/>
                    </a:cubicBezTo>
                    <a:cubicBezTo>
                      <a:pt x="40129" y="21552"/>
                      <a:pt x="39084" y="23927"/>
                      <a:pt x="36994" y="25580"/>
                    </a:cubicBezTo>
                    <a:cubicBezTo>
                      <a:pt x="34917" y="27234"/>
                      <a:pt x="30340" y="28828"/>
                      <a:pt x="23262" y="30363"/>
                    </a:cubicBezTo>
                    <a:lnTo>
                      <a:pt x="19293" y="31295"/>
                    </a:lnTo>
                    <a:cubicBezTo>
                      <a:pt x="12229" y="32777"/>
                      <a:pt x="7122" y="35059"/>
                      <a:pt x="3974" y="38141"/>
                    </a:cubicBezTo>
                    <a:cubicBezTo>
                      <a:pt x="838" y="41224"/>
                      <a:pt x="-729" y="45450"/>
                      <a:pt x="-729" y="50821"/>
                    </a:cubicBezTo>
                    <a:cubicBezTo>
                      <a:pt x="-729" y="57357"/>
                      <a:pt x="1586" y="62397"/>
                      <a:pt x="6216" y="65942"/>
                    </a:cubicBezTo>
                    <a:cubicBezTo>
                      <a:pt x="10846" y="69501"/>
                      <a:pt x="17421" y="71280"/>
                      <a:pt x="25941" y="71280"/>
                    </a:cubicBezTo>
                    <a:cubicBezTo>
                      <a:pt x="30148" y="71280"/>
                      <a:pt x="34110" y="70970"/>
                      <a:pt x="37827" y="70348"/>
                    </a:cubicBezTo>
                    <a:cubicBezTo>
                      <a:pt x="41558" y="69739"/>
                      <a:pt x="44991" y="68813"/>
                      <a:pt x="48126" y="6757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4" name="Freeform: Shape 343">
                <a:extLst>
                  <a:ext uri="{FF2B5EF4-FFF2-40B4-BE49-F238E27FC236}">
                    <a16:creationId xmlns:a16="http://schemas.microsoft.com/office/drawing/2014/main" id="{75EE6282-B5C8-B034-9CD3-BC1DFD014351}"/>
                  </a:ext>
                </a:extLst>
              </p:cNvPr>
              <p:cNvSpPr/>
              <p:nvPr/>
            </p:nvSpPr>
            <p:spPr>
              <a:xfrm flipV="1">
                <a:off x="6782691" y="1745097"/>
                <a:ext cx="43338" cy="89177"/>
              </a:xfrm>
              <a:custGeom>
                <a:avLst/>
                <a:gdLst>
                  <a:gd name="csX0" fmla="*/ 19044 w 43338"/>
                  <a:gd name="csY0" fmla="*/ 87031 h 89177"/>
                  <a:gd name="csX1" fmla="*/ 19044 w 43338"/>
                  <a:gd name="csY1" fmla="*/ 67306 h 89177"/>
                  <a:gd name="csX2" fmla="*/ 42539 w 43338"/>
                  <a:gd name="csY2" fmla="*/ 67306 h 89177"/>
                  <a:gd name="csX3" fmla="*/ 42539 w 43338"/>
                  <a:gd name="csY3" fmla="*/ 58436 h 89177"/>
                  <a:gd name="csX4" fmla="*/ 19044 w 43338"/>
                  <a:gd name="csY4" fmla="*/ 58436 h 89177"/>
                  <a:gd name="csX5" fmla="*/ 19044 w 43338"/>
                  <a:gd name="csY5" fmla="*/ 20733 h 89177"/>
                  <a:gd name="csX6" fmla="*/ 21365 w 43338"/>
                  <a:gd name="csY6" fmla="*/ 9819 h 89177"/>
                  <a:gd name="csX7" fmla="*/ 30831 w 43338"/>
                  <a:gd name="csY7" fmla="*/ 7398 h 89177"/>
                  <a:gd name="csX8" fmla="*/ 42539 w 43338"/>
                  <a:gd name="csY8" fmla="*/ 7398 h 89177"/>
                  <a:gd name="csX9" fmla="*/ 42539 w 43338"/>
                  <a:gd name="csY9" fmla="*/ -2147 h 89177"/>
                  <a:gd name="csX10" fmla="*/ 30831 w 43338"/>
                  <a:gd name="csY10" fmla="*/ -2147 h 89177"/>
                  <a:gd name="csX11" fmla="*/ 12594 w 43338"/>
                  <a:gd name="csY11" fmla="*/ 2775 h 89177"/>
                  <a:gd name="csX12" fmla="*/ 7574 w 43338"/>
                  <a:gd name="csY12" fmla="*/ 20733 h 89177"/>
                  <a:gd name="csX13" fmla="*/ 7574 w 43338"/>
                  <a:gd name="csY13" fmla="*/ 58436 h 89177"/>
                  <a:gd name="csX14" fmla="*/ -800 w 43338"/>
                  <a:gd name="csY14" fmla="*/ 58436 h 89177"/>
                  <a:gd name="csX15" fmla="*/ -800 w 43338"/>
                  <a:gd name="csY15" fmla="*/ 67306 h 89177"/>
                  <a:gd name="csX16" fmla="*/ 7574 w 43338"/>
                  <a:gd name="csY16" fmla="*/ 67306 h 89177"/>
                  <a:gd name="csX17" fmla="*/ 7574 w 43338"/>
                  <a:gd name="csY17" fmla="*/ 87031 h 89177"/>
                  <a:gd name="csX18" fmla="*/ 19044 w 43338"/>
                  <a:gd name="csY18" fmla="*/ 87031 h 8917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</a:cxnLst>
                <a:rect l="l" t="t" r="r" b="b"/>
                <a:pathLst>
                  <a:path w="43338" h="89177">
                    <a:moveTo>
                      <a:pt x="19044" y="87031"/>
                    </a:moveTo>
                    <a:lnTo>
                      <a:pt x="19044" y="67306"/>
                    </a:lnTo>
                    <a:lnTo>
                      <a:pt x="42539" y="67306"/>
                    </a:lnTo>
                    <a:lnTo>
                      <a:pt x="42539" y="58436"/>
                    </a:lnTo>
                    <a:lnTo>
                      <a:pt x="19044" y="58436"/>
                    </a:lnTo>
                    <a:lnTo>
                      <a:pt x="19044" y="20733"/>
                    </a:lnTo>
                    <a:cubicBezTo>
                      <a:pt x="19044" y="15071"/>
                      <a:pt x="19817" y="11433"/>
                      <a:pt x="21365" y="9819"/>
                    </a:cubicBezTo>
                    <a:cubicBezTo>
                      <a:pt x="22913" y="8205"/>
                      <a:pt x="26068" y="7398"/>
                      <a:pt x="30831" y="7398"/>
                    </a:cubicBezTo>
                    <a:lnTo>
                      <a:pt x="42539" y="7398"/>
                    </a:lnTo>
                    <a:lnTo>
                      <a:pt x="42539" y="-2147"/>
                    </a:lnTo>
                    <a:lnTo>
                      <a:pt x="30831" y="-2147"/>
                    </a:lnTo>
                    <a:cubicBezTo>
                      <a:pt x="22020" y="-2147"/>
                      <a:pt x="15941" y="-506"/>
                      <a:pt x="12594" y="2775"/>
                    </a:cubicBezTo>
                    <a:cubicBezTo>
                      <a:pt x="9247" y="6069"/>
                      <a:pt x="7574" y="12055"/>
                      <a:pt x="7574" y="20733"/>
                    </a:cubicBezTo>
                    <a:lnTo>
                      <a:pt x="7574" y="58436"/>
                    </a:lnTo>
                    <a:lnTo>
                      <a:pt x="-800" y="58436"/>
                    </a:lnTo>
                    <a:lnTo>
                      <a:pt x="-800" y="67306"/>
                    </a:lnTo>
                    <a:lnTo>
                      <a:pt x="7574" y="67306"/>
                    </a:lnTo>
                    <a:lnTo>
                      <a:pt x="7574" y="87031"/>
                    </a:lnTo>
                    <a:lnTo>
                      <a:pt x="19044" y="87031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5" name="Freeform: Shape 344">
                <a:extLst>
                  <a:ext uri="{FF2B5EF4-FFF2-40B4-BE49-F238E27FC236}">
                    <a16:creationId xmlns:a16="http://schemas.microsoft.com/office/drawing/2014/main" id="{967C43D1-D8CF-517A-B453-A3A19192CE53}"/>
                  </a:ext>
                </a:extLst>
              </p:cNvPr>
              <p:cNvSpPr/>
              <p:nvPr/>
            </p:nvSpPr>
            <p:spPr>
              <a:xfrm flipV="1">
                <a:off x="6836079" y="1763155"/>
                <a:ext cx="64373" cy="72925"/>
              </a:xfrm>
              <a:custGeom>
                <a:avLst/>
                <a:gdLst>
                  <a:gd name="csX0" fmla="*/ 62867 w 64373"/>
                  <a:gd name="csY0" fmla="*/ 37744 h 72925"/>
                  <a:gd name="csX1" fmla="*/ 62867 w 64373"/>
                  <a:gd name="csY1" fmla="*/ 32168 h 72925"/>
                  <a:gd name="csX2" fmla="*/ 10400 w 64373"/>
                  <a:gd name="csY2" fmla="*/ 32168 h 72925"/>
                  <a:gd name="csX3" fmla="*/ 17504 w 64373"/>
                  <a:gd name="csY3" fmla="*/ 14210 h 72925"/>
                  <a:gd name="csX4" fmla="*/ 35205 w 64373"/>
                  <a:gd name="csY4" fmla="*/ 8038 h 72925"/>
                  <a:gd name="csX5" fmla="*/ 47944 w 64373"/>
                  <a:gd name="csY5" fmla="*/ 9646 h 72925"/>
                  <a:gd name="csX6" fmla="*/ 60208 w 64373"/>
                  <a:gd name="csY6" fmla="*/ 14488 h 72925"/>
                  <a:gd name="csX7" fmla="*/ 60208 w 64373"/>
                  <a:gd name="csY7" fmla="*/ 3693 h 72925"/>
                  <a:gd name="csX8" fmla="*/ 47607 w 64373"/>
                  <a:gd name="csY8" fmla="*/ -276 h 72925"/>
                  <a:gd name="csX9" fmla="*/ 34530 w 64373"/>
                  <a:gd name="csY9" fmla="*/ -1645 h 72925"/>
                  <a:gd name="csX10" fmla="*/ 8197 w 64373"/>
                  <a:gd name="csY10" fmla="*/ 8019 h 72925"/>
                  <a:gd name="csX11" fmla="*/ -1506 w 64373"/>
                  <a:gd name="csY11" fmla="*/ 34212 h 72925"/>
                  <a:gd name="csX12" fmla="*/ 7701 w 64373"/>
                  <a:gd name="csY12" fmla="*/ 61259 h 72925"/>
                  <a:gd name="csX13" fmla="*/ 32546 w 64373"/>
                  <a:gd name="csY13" fmla="*/ 71280 h 72925"/>
                  <a:gd name="csX14" fmla="*/ 54711 w 64373"/>
                  <a:gd name="csY14" fmla="*/ 62251 h 72925"/>
                  <a:gd name="csX15" fmla="*/ 62867 w 64373"/>
                  <a:gd name="csY15" fmla="*/ 37744 h 72925"/>
                  <a:gd name="csX16" fmla="*/ 51457 w 64373"/>
                  <a:gd name="csY16" fmla="*/ 41098 h 72925"/>
                  <a:gd name="csX17" fmla="*/ 46218 w 64373"/>
                  <a:gd name="csY17" fmla="*/ 56021 h 72925"/>
                  <a:gd name="csX18" fmla="*/ 32665 w 64373"/>
                  <a:gd name="csY18" fmla="*/ 61616 h 72925"/>
                  <a:gd name="csX19" fmla="*/ 17385 w 64373"/>
                  <a:gd name="csY19" fmla="*/ 56219 h 72925"/>
                  <a:gd name="csX20" fmla="*/ 10777 w 64373"/>
                  <a:gd name="csY20" fmla="*/ 41019 h 72925"/>
                  <a:gd name="csX21" fmla="*/ 51457 w 64373"/>
                  <a:gd name="csY21" fmla="*/ 41098 h 729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</a:cxnLst>
                <a:rect l="l" t="t" r="r" b="b"/>
                <a:pathLst>
                  <a:path w="64373" h="72925">
                    <a:moveTo>
                      <a:pt x="62867" y="37744"/>
                    </a:moveTo>
                    <a:lnTo>
                      <a:pt x="62867" y="32168"/>
                    </a:lnTo>
                    <a:lnTo>
                      <a:pt x="10400" y="32168"/>
                    </a:lnTo>
                    <a:cubicBezTo>
                      <a:pt x="10903" y="24310"/>
                      <a:pt x="13271" y="18324"/>
                      <a:pt x="17504" y="14210"/>
                    </a:cubicBezTo>
                    <a:cubicBezTo>
                      <a:pt x="21737" y="10095"/>
                      <a:pt x="27638" y="8038"/>
                      <a:pt x="35205" y="8038"/>
                    </a:cubicBezTo>
                    <a:cubicBezTo>
                      <a:pt x="39584" y="8038"/>
                      <a:pt x="43830" y="8574"/>
                      <a:pt x="47944" y="9646"/>
                    </a:cubicBezTo>
                    <a:cubicBezTo>
                      <a:pt x="52059" y="10717"/>
                      <a:pt x="56147" y="12331"/>
                      <a:pt x="60208" y="14488"/>
                    </a:cubicBezTo>
                    <a:lnTo>
                      <a:pt x="60208" y="3693"/>
                    </a:lnTo>
                    <a:cubicBezTo>
                      <a:pt x="56107" y="1960"/>
                      <a:pt x="51907" y="637"/>
                      <a:pt x="47607" y="-276"/>
                    </a:cubicBezTo>
                    <a:cubicBezTo>
                      <a:pt x="43308" y="-1189"/>
                      <a:pt x="38949" y="-1645"/>
                      <a:pt x="34530" y="-1645"/>
                    </a:cubicBezTo>
                    <a:cubicBezTo>
                      <a:pt x="23444" y="-1645"/>
                      <a:pt x="14666" y="1576"/>
                      <a:pt x="8197" y="8019"/>
                    </a:cubicBezTo>
                    <a:cubicBezTo>
                      <a:pt x="1728" y="14474"/>
                      <a:pt x="-1506" y="23206"/>
                      <a:pt x="-1506" y="34212"/>
                    </a:cubicBezTo>
                    <a:cubicBezTo>
                      <a:pt x="-1506" y="45576"/>
                      <a:pt x="1563" y="54592"/>
                      <a:pt x="7701" y="61259"/>
                    </a:cubicBezTo>
                    <a:cubicBezTo>
                      <a:pt x="13840" y="67940"/>
                      <a:pt x="22121" y="71280"/>
                      <a:pt x="32546" y="71280"/>
                    </a:cubicBezTo>
                    <a:cubicBezTo>
                      <a:pt x="41885" y="71280"/>
                      <a:pt x="49274" y="68271"/>
                      <a:pt x="54711" y="62251"/>
                    </a:cubicBezTo>
                    <a:cubicBezTo>
                      <a:pt x="60148" y="56245"/>
                      <a:pt x="62867" y="48076"/>
                      <a:pt x="62867" y="37744"/>
                    </a:cubicBezTo>
                    <a:close/>
                    <a:moveTo>
                      <a:pt x="51457" y="41098"/>
                    </a:moveTo>
                    <a:cubicBezTo>
                      <a:pt x="51377" y="47329"/>
                      <a:pt x="49631" y="52303"/>
                      <a:pt x="46218" y="56021"/>
                    </a:cubicBezTo>
                    <a:cubicBezTo>
                      <a:pt x="42805" y="59751"/>
                      <a:pt x="38287" y="61616"/>
                      <a:pt x="32665" y="61616"/>
                    </a:cubicBezTo>
                    <a:cubicBezTo>
                      <a:pt x="26302" y="61616"/>
                      <a:pt x="21208" y="59817"/>
                      <a:pt x="17385" y="56219"/>
                    </a:cubicBezTo>
                    <a:cubicBezTo>
                      <a:pt x="13562" y="52621"/>
                      <a:pt x="11359" y="47554"/>
                      <a:pt x="10777" y="41019"/>
                    </a:cubicBezTo>
                    <a:lnTo>
                      <a:pt x="51457" y="41098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6" name="Freeform: Shape 345">
                <a:extLst>
                  <a:ext uri="{FF2B5EF4-FFF2-40B4-BE49-F238E27FC236}">
                    <a16:creationId xmlns:a16="http://schemas.microsoft.com/office/drawing/2014/main" id="{10D7F7E4-F2C3-067F-D4F7-E6B910BB92E6}"/>
                  </a:ext>
                </a:extLst>
              </p:cNvPr>
              <p:cNvSpPr/>
              <p:nvPr/>
            </p:nvSpPr>
            <p:spPr>
              <a:xfrm flipV="1">
                <a:off x="6914213" y="1737775"/>
                <a:ext cx="62071" cy="98305"/>
              </a:xfrm>
              <a:custGeom>
                <a:avLst/>
                <a:gdLst>
                  <a:gd name="csX0" fmla="*/ 49219 w 62071"/>
                  <a:gd name="csY0" fmla="*/ 58436 h 98305"/>
                  <a:gd name="csX1" fmla="*/ 49219 w 62071"/>
                  <a:gd name="csY1" fmla="*/ 96020 h 98305"/>
                  <a:gd name="csX2" fmla="*/ 60629 w 62071"/>
                  <a:gd name="csY2" fmla="*/ 96020 h 98305"/>
                  <a:gd name="csX3" fmla="*/ 60629 w 62071"/>
                  <a:gd name="csY3" fmla="*/ -480 h 98305"/>
                  <a:gd name="csX4" fmla="*/ 49219 w 62071"/>
                  <a:gd name="csY4" fmla="*/ -480 h 98305"/>
                  <a:gd name="csX5" fmla="*/ 49219 w 62071"/>
                  <a:gd name="csY5" fmla="*/ 9938 h 98305"/>
                  <a:gd name="csX6" fmla="*/ 40131 w 62071"/>
                  <a:gd name="csY6" fmla="*/ 730 h 98305"/>
                  <a:gd name="csX7" fmla="*/ 26954 w 62071"/>
                  <a:gd name="csY7" fmla="*/ -2286 h 98305"/>
                  <a:gd name="csX8" fmla="*/ 6456 w 62071"/>
                  <a:gd name="csY8" fmla="*/ 7755 h 98305"/>
                  <a:gd name="csX9" fmla="*/ -1442 w 62071"/>
                  <a:gd name="csY9" fmla="*/ 34187 h 98305"/>
                  <a:gd name="csX10" fmla="*/ 6456 w 62071"/>
                  <a:gd name="csY10" fmla="*/ 60599 h 98305"/>
                  <a:gd name="csX11" fmla="*/ 26954 w 62071"/>
                  <a:gd name="csY11" fmla="*/ 70640 h 98305"/>
                  <a:gd name="csX12" fmla="*/ 40131 w 62071"/>
                  <a:gd name="csY12" fmla="*/ 67624 h 98305"/>
                  <a:gd name="csX13" fmla="*/ 49219 w 62071"/>
                  <a:gd name="csY13" fmla="*/ 58436 h 98305"/>
                  <a:gd name="csX14" fmla="*/ 10345 w 62071"/>
                  <a:gd name="csY14" fmla="*/ 34187 h 98305"/>
                  <a:gd name="csX15" fmla="*/ 15524 w 62071"/>
                  <a:gd name="csY15" fmla="*/ 14442 h 98305"/>
                  <a:gd name="csX16" fmla="*/ 29752 w 62071"/>
                  <a:gd name="csY16" fmla="*/ 7279 h 98305"/>
                  <a:gd name="csX17" fmla="*/ 44000 w 62071"/>
                  <a:gd name="csY17" fmla="*/ 14442 h 98305"/>
                  <a:gd name="csX18" fmla="*/ 49219 w 62071"/>
                  <a:gd name="csY18" fmla="*/ 34187 h 98305"/>
                  <a:gd name="csX19" fmla="*/ 44000 w 62071"/>
                  <a:gd name="csY19" fmla="*/ 53931 h 98305"/>
                  <a:gd name="csX20" fmla="*/ 29752 w 62071"/>
                  <a:gd name="csY20" fmla="*/ 61095 h 98305"/>
                  <a:gd name="csX21" fmla="*/ 15524 w 62071"/>
                  <a:gd name="csY21" fmla="*/ 53931 h 98305"/>
                  <a:gd name="csX22" fmla="*/ 10345 w 62071"/>
                  <a:gd name="csY22" fmla="*/ 34187 h 983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</a:cxnLst>
                <a:rect l="l" t="t" r="r" b="b"/>
                <a:pathLst>
                  <a:path w="62071" h="98305">
                    <a:moveTo>
                      <a:pt x="49219" y="58436"/>
                    </a:moveTo>
                    <a:lnTo>
                      <a:pt x="49219" y="96020"/>
                    </a:lnTo>
                    <a:lnTo>
                      <a:pt x="60629" y="96020"/>
                    </a:lnTo>
                    <a:lnTo>
                      <a:pt x="60629" y="-480"/>
                    </a:lnTo>
                    <a:lnTo>
                      <a:pt x="49219" y="-480"/>
                    </a:lnTo>
                    <a:lnTo>
                      <a:pt x="49219" y="9938"/>
                    </a:lnTo>
                    <a:cubicBezTo>
                      <a:pt x="46824" y="5810"/>
                      <a:pt x="43795" y="2741"/>
                      <a:pt x="40131" y="730"/>
                    </a:cubicBezTo>
                    <a:cubicBezTo>
                      <a:pt x="36479" y="-1280"/>
                      <a:pt x="32087" y="-2286"/>
                      <a:pt x="26954" y="-2286"/>
                    </a:cubicBezTo>
                    <a:cubicBezTo>
                      <a:pt x="18567" y="-2286"/>
                      <a:pt x="11734" y="1061"/>
                      <a:pt x="6456" y="7755"/>
                    </a:cubicBezTo>
                    <a:cubicBezTo>
                      <a:pt x="1190" y="14462"/>
                      <a:pt x="-1442" y="23273"/>
                      <a:pt x="-1442" y="34187"/>
                    </a:cubicBezTo>
                    <a:cubicBezTo>
                      <a:pt x="-1442" y="45101"/>
                      <a:pt x="1190" y="53905"/>
                      <a:pt x="6456" y="60599"/>
                    </a:cubicBezTo>
                    <a:cubicBezTo>
                      <a:pt x="11734" y="67293"/>
                      <a:pt x="18567" y="70640"/>
                      <a:pt x="26954" y="70640"/>
                    </a:cubicBezTo>
                    <a:cubicBezTo>
                      <a:pt x="32087" y="70640"/>
                      <a:pt x="36479" y="69634"/>
                      <a:pt x="40131" y="67624"/>
                    </a:cubicBezTo>
                    <a:cubicBezTo>
                      <a:pt x="43795" y="65626"/>
                      <a:pt x="46824" y="62563"/>
                      <a:pt x="49219" y="58436"/>
                    </a:cubicBezTo>
                    <a:close/>
                    <a:moveTo>
                      <a:pt x="10345" y="34187"/>
                    </a:moveTo>
                    <a:cubicBezTo>
                      <a:pt x="10345" y="25800"/>
                      <a:pt x="12071" y="19218"/>
                      <a:pt x="15524" y="14442"/>
                    </a:cubicBezTo>
                    <a:cubicBezTo>
                      <a:pt x="18977" y="9667"/>
                      <a:pt x="23720" y="7279"/>
                      <a:pt x="29752" y="7279"/>
                    </a:cubicBezTo>
                    <a:cubicBezTo>
                      <a:pt x="35785" y="7279"/>
                      <a:pt x="40534" y="9667"/>
                      <a:pt x="44000" y="14442"/>
                    </a:cubicBezTo>
                    <a:cubicBezTo>
                      <a:pt x="47479" y="19218"/>
                      <a:pt x="49219" y="25800"/>
                      <a:pt x="49219" y="34187"/>
                    </a:cubicBezTo>
                    <a:cubicBezTo>
                      <a:pt x="49219" y="42574"/>
                      <a:pt x="47479" y="49156"/>
                      <a:pt x="44000" y="53931"/>
                    </a:cubicBezTo>
                    <a:cubicBezTo>
                      <a:pt x="40534" y="58707"/>
                      <a:pt x="35785" y="61095"/>
                      <a:pt x="29752" y="61095"/>
                    </a:cubicBezTo>
                    <a:cubicBezTo>
                      <a:pt x="23720" y="61095"/>
                      <a:pt x="18977" y="58707"/>
                      <a:pt x="15524" y="53931"/>
                    </a:cubicBezTo>
                    <a:cubicBezTo>
                      <a:pt x="12071" y="49156"/>
                      <a:pt x="10345" y="42574"/>
                      <a:pt x="10345" y="34187"/>
                    </a:cubicBez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7" name="Freeform: Shape 346">
                <a:extLst>
                  <a:ext uri="{FF2B5EF4-FFF2-40B4-BE49-F238E27FC236}">
                    <a16:creationId xmlns:a16="http://schemas.microsoft.com/office/drawing/2014/main" id="{AF0B7392-AF42-B8F9-3EE3-2AA66043834F}"/>
                  </a:ext>
                </a:extLst>
              </p:cNvPr>
              <p:cNvSpPr/>
              <p:nvPr/>
            </p:nvSpPr>
            <p:spPr>
              <a:xfrm flipV="1">
                <a:off x="6987824" y="1834275"/>
                <a:ext cx="12700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12700"/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D335F329-AF6F-2AD4-354D-4273385D81B3}"/>
                  </a:ext>
                </a:extLst>
              </p:cNvPr>
              <p:cNvSpPr/>
              <p:nvPr/>
            </p:nvSpPr>
            <p:spPr>
              <a:xfrm flipV="1">
                <a:off x="7040655" y="1741684"/>
                <a:ext cx="65682" cy="92590"/>
              </a:xfrm>
              <a:custGeom>
                <a:avLst/>
                <a:gdLst>
                  <a:gd name="csX0" fmla="*/ 10723 w 65682"/>
                  <a:gd name="csY0" fmla="*/ 41979 h 92590"/>
                  <a:gd name="csX1" fmla="*/ 10723 w 65682"/>
                  <a:gd name="csY1" fmla="*/ 8066 h 92590"/>
                  <a:gd name="csX2" fmla="*/ 30825 w 65682"/>
                  <a:gd name="csY2" fmla="*/ 8066 h 92590"/>
                  <a:gd name="csX3" fmla="*/ 45787 w 65682"/>
                  <a:gd name="csY3" fmla="*/ 12253 h 92590"/>
                  <a:gd name="csX4" fmla="*/ 50669 w 65682"/>
                  <a:gd name="csY4" fmla="*/ 25052 h 92590"/>
                  <a:gd name="csX5" fmla="*/ 45787 w 65682"/>
                  <a:gd name="csY5" fmla="*/ 37852 h 92590"/>
                  <a:gd name="csX6" fmla="*/ 30825 w 65682"/>
                  <a:gd name="csY6" fmla="*/ 41979 h 92590"/>
                  <a:gd name="csX7" fmla="*/ 10723 w 65682"/>
                  <a:gd name="csY7" fmla="*/ 41979 h 92590"/>
                  <a:gd name="csX8" fmla="*/ 10723 w 65682"/>
                  <a:gd name="csY8" fmla="*/ 80059 h 92590"/>
                  <a:gd name="csX9" fmla="*/ 10723 w 65682"/>
                  <a:gd name="csY9" fmla="*/ 52159 h 92590"/>
                  <a:gd name="csX10" fmla="*/ 29277 w 65682"/>
                  <a:gd name="csY10" fmla="*/ 52159 h 92590"/>
                  <a:gd name="csX11" fmla="*/ 42930 w 65682"/>
                  <a:gd name="csY11" fmla="*/ 55592 h 92590"/>
                  <a:gd name="csX12" fmla="*/ 47434 w 65682"/>
                  <a:gd name="csY12" fmla="*/ 66109 h 92590"/>
                  <a:gd name="csX13" fmla="*/ 42930 w 65682"/>
                  <a:gd name="csY13" fmla="*/ 76587 h 92590"/>
                  <a:gd name="csX14" fmla="*/ 29277 w 65682"/>
                  <a:gd name="csY14" fmla="*/ 80059 h 92590"/>
                  <a:gd name="csX15" fmla="*/ 10723 w 65682"/>
                  <a:gd name="csY15" fmla="*/ 80059 h 92590"/>
                  <a:gd name="csX16" fmla="*/ -1798 w 65682"/>
                  <a:gd name="csY16" fmla="*/ 90358 h 92590"/>
                  <a:gd name="csX17" fmla="*/ 30210 w 65682"/>
                  <a:gd name="csY17" fmla="*/ 90358 h 92590"/>
                  <a:gd name="csX18" fmla="*/ 52276 w 65682"/>
                  <a:gd name="csY18" fmla="*/ 84405 h 92590"/>
                  <a:gd name="csX19" fmla="*/ 60035 w 65682"/>
                  <a:gd name="csY19" fmla="*/ 67478 h 92590"/>
                  <a:gd name="csX20" fmla="*/ 56066 w 65682"/>
                  <a:gd name="csY20" fmla="*/ 53945 h 92590"/>
                  <a:gd name="csX21" fmla="*/ 44398 w 65682"/>
                  <a:gd name="csY21" fmla="*/ 47694 h 92590"/>
                  <a:gd name="csX22" fmla="*/ 58765 w 65682"/>
                  <a:gd name="csY22" fmla="*/ 39399 h 92590"/>
                  <a:gd name="csX23" fmla="*/ 63885 w 65682"/>
                  <a:gd name="csY23" fmla="*/ 23683 h 92590"/>
                  <a:gd name="csX24" fmla="*/ 55451 w 65682"/>
                  <a:gd name="csY24" fmla="*/ 4514 h 92590"/>
                  <a:gd name="csX25" fmla="*/ 31440 w 65682"/>
                  <a:gd name="csY25" fmla="*/ -2233 h 92590"/>
                  <a:gd name="csX26" fmla="*/ -1798 w 65682"/>
                  <a:gd name="csY26" fmla="*/ -2233 h 92590"/>
                  <a:gd name="csX27" fmla="*/ -1798 w 65682"/>
                  <a:gd name="csY27" fmla="*/ 90358 h 925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</a:cxnLst>
                <a:rect l="l" t="t" r="r" b="b"/>
                <a:pathLst>
                  <a:path w="65682" h="92590">
                    <a:moveTo>
                      <a:pt x="10723" y="41979"/>
                    </a:moveTo>
                    <a:lnTo>
                      <a:pt x="10723" y="8066"/>
                    </a:lnTo>
                    <a:lnTo>
                      <a:pt x="30825" y="8066"/>
                    </a:lnTo>
                    <a:cubicBezTo>
                      <a:pt x="37559" y="8066"/>
                      <a:pt x="42546" y="9462"/>
                      <a:pt x="45787" y="12253"/>
                    </a:cubicBezTo>
                    <a:cubicBezTo>
                      <a:pt x="49042" y="15044"/>
                      <a:pt x="50669" y="19311"/>
                      <a:pt x="50669" y="25052"/>
                    </a:cubicBezTo>
                    <a:cubicBezTo>
                      <a:pt x="50669" y="30847"/>
                      <a:pt x="49042" y="35113"/>
                      <a:pt x="45787" y="37852"/>
                    </a:cubicBezTo>
                    <a:cubicBezTo>
                      <a:pt x="42546" y="40603"/>
                      <a:pt x="37559" y="41979"/>
                      <a:pt x="30825" y="41979"/>
                    </a:cubicBezTo>
                    <a:lnTo>
                      <a:pt x="10723" y="41979"/>
                    </a:lnTo>
                    <a:close/>
                    <a:moveTo>
                      <a:pt x="10723" y="80059"/>
                    </a:moveTo>
                    <a:lnTo>
                      <a:pt x="10723" y="52159"/>
                    </a:lnTo>
                    <a:lnTo>
                      <a:pt x="29277" y="52159"/>
                    </a:lnTo>
                    <a:cubicBezTo>
                      <a:pt x="35389" y="52159"/>
                      <a:pt x="39940" y="53303"/>
                      <a:pt x="42930" y="55592"/>
                    </a:cubicBezTo>
                    <a:cubicBezTo>
                      <a:pt x="45933" y="57894"/>
                      <a:pt x="47434" y="61399"/>
                      <a:pt x="47434" y="66109"/>
                    </a:cubicBezTo>
                    <a:cubicBezTo>
                      <a:pt x="47434" y="70779"/>
                      <a:pt x="45933" y="74271"/>
                      <a:pt x="42930" y="76587"/>
                    </a:cubicBezTo>
                    <a:cubicBezTo>
                      <a:pt x="39940" y="78902"/>
                      <a:pt x="35389" y="80059"/>
                      <a:pt x="29277" y="80059"/>
                    </a:cubicBezTo>
                    <a:lnTo>
                      <a:pt x="10723" y="80059"/>
                    </a:lnTo>
                    <a:close/>
                    <a:moveTo>
                      <a:pt x="-1798" y="90358"/>
                    </a:moveTo>
                    <a:lnTo>
                      <a:pt x="30210" y="90358"/>
                    </a:lnTo>
                    <a:cubicBezTo>
                      <a:pt x="39761" y="90358"/>
                      <a:pt x="47117" y="88374"/>
                      <a:pt x="52276" y="84405"/>
                    </a:cubicBezTo>
                    <a:cubicBezTo>
                      <a:pt x="57449" y="80436"/>
                      <a:pt x="60035" y="74794"/>
                      <a:pt x="60035" y="67478"/>
                    </a:cubicBezTo>
                    <a:cubicBezTo>
                      <a:pt x="60035" y="61803"/>
                      <a:pt x="58712" y="57292"/>
                      <a:pt x="56066" y="53945"/>
                    </a:cubicBezTo>
                    <a:cubicBezTo>
                      <a:pt x="53421" y="50598"/>
                      <a:pt x="49531" y="48514"/>
                      <a:pt x="44398" y="47694"/>
                    </a:cubicBezTo>
                    <a:cubicBezTo>
                      <a:pt x="50563" y="46371"/>
                      <a:pt x="55352" y="43606"/>
                      <a:pt x="58765" y="39399"/>
                    </a:cubicBezTo>
                    <a:cubicBezTo>
                      <a:pt x="62178" y="35206"/>
                      <a:pt x="63885" y="29967"/>
                      <a:pt x="63885" y="23683"/>
                    </a:cubicBezTo>
                    <a:cubicBezTo>
                      <a:pt x="63885" y="15415"/>
                      <a:pt x="61074" y="9025"/>
                      <a:pt x="55451" y="4514"/>
                    </a:cubicBezTo>
                    <a:cubicBezTo>
                      <a:pt x="49829" y="16"/>
                      <a:pt x="41825" y="-2233"/>
                      <a:pt x="31440" y="-2233"/>
                    </a:cubicBezTo>
                    <a:lnTo>
                      <a:pt x="-1798" y="-2233"/>
                    </a:lnTo>
                    <a:lnTo>
                      <a:pt x="-1798" y="90358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60692958-DD8C-797A-0C28-8D43801E1674}"/>
                  </a:ext>
                </a:extLst>
              </p:cNvPr>
              <p:cNvSpPr/>
              <p:nvPr/>
            </p:nvSpPr>
            <p:spPr>
              <a:xfrm flipV="1">
                <a:off x="7114943" y="1741684"/>
                <a:ext cx="117197" cy="92590"/>
              </a:xfrm>
              <a:custGeom>
                <a:avLst/>
                <a:gdLst>
                  <a:gd name="csX0" fmla="*/ -2673 w 117197"/>
                  <a:gd name="csY0" fmla="*/ 90358 h 92590"/>
                  <a:gd name="csX1" fmla="*/ 9967 w 117197"/>
                  <a:gd name="csY1" fmla="*/ 90358 h 92590"/>
                  <a:gd name="csX2" fmla="*/ 29434 w 117197"/>
                  <a:gd name="csY2" fmla="*/ 12094 h 92590"/>
                  <a:gd name="csX3" fmla="*/ 48841 w 117197"/>
                  <a:gd name="csY3" fmla="*/ 90358 h 92590"/>
                  <a:gd name="csX4" fmla="*/ 62930 w 117197"/>
                  <a:gd name="csY4" fmla="*/ 90358 h 92590"/>
                  <a:gd name="csX5" fmla="*/ 82397 w 117197"/>
                  <a:gd name="csY5" fmla="*/ 12094 h 92590"/>
                  <a:gd name="csX6" fmla="*/ 101804 w 117197"/>
                  <a:gd name="csY6" fmla="*/ 90358 h 92590"/>
                  <a:gd name="csX7" fmla="*/ 114524 w 117197"/>
                  <a:gd name="csY7" fmla="*/ 90358 h 92590"/>
                  <a:gd name="csX8" fmla="*/ 91267 w 117197"/>
                  <a:gd name="csY8" fmla="*/ -2233 h 92590"/>
                  <a:gd name="csX9" fmla="*/ 75511 w 117197"/>
                  <a:gd name="csY9" fmla="*/ -2233 h 92590"/>
                  <a:gd name="csX10" fmla="*/ 55985 w 117197"/>
                  <a:gd name="csY10" fmla="*/ 78134 h 92590"/>
                  <a:gd name="csX11" fmla="*/ 36260 w 117197"/>
                  <a:gd name="csY11" fmla="*/ -2233 h 92590"/>
                  <a:gd name="csX12" fmla="*/ 20504 w 117197"/>
                  <a:gd name="csY12" fmla="*/ -2233 h 92590"/>
                  <a:gd name="csX13" fmla="*/ -2673 w 117197"/>
                  <a:gd name="csY13" fmla="*/ 90358 h 925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117197" h="92590">
                    <a:moveTo>
                      <a:pt x="-2673" y="90358"/>
                    </a:moveTo>
                    <a:lnTo>
                      <a:pt x="9967" y="90358"/>
                    </a:lnTo>
                    <a:lnTo>
                      <a:pt x="29434" y="12094"/>
                    </a:lnTo>
                    <a:lnTo>
                      <a:pt x="48841" y="90358"/>
                    </a:lnTo>
                    <a:lnTo>
                      <a:pt x="62930" y="90358"/>
                    </a:lnTo>
                    <a:lnTo>
                      <a:pt x="82397" y="12094"/>
                    </a:lnTo>
                    <a:lnTo>
                      <a:pt x="101804" y="90358"/>
                    </a:lnTo>
                    <a:lnTo>
                      <a:pt x="114524" y="90358"/>
                    </a:lnTo>
                    <a:lnTo>
                      <a:pt x="91267" y="-2233"/>
                    </a:lnTo>
                    <a:lnTo>
                      <a:pt x="75511" y="-2233"/>
                    </a:lnTo>
                    <a:lnTo>
                      <a:pt x="55985" y="78134"/>
                    </a:lnTo>
                    <a:lnTo>
                      <a:pt x="36260" y="-2233"/>
                    </a:lnTo>
                    <a:lnTo>
                      <a:pt x="20504" y="-2233"/>
                    </a:lnTo>
                    <a:lnTo>
                      <a:pt x="-2673" y="90358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71BA8551-473A-0FF6-5AB2-7C7E44035616}"/>
                </a:ext>
              </a:extLst>
            </p:cNvPr>
            <p:cNvSpPr/>
            <p:nvPr/>
          </p:nvSpPr>
          <p:spPr>
            <a:xfrm>
              <a:off x="5625225" y="1976237"/>
              <a:ext cx="254000" cy="12700"/>
            </a:xfrm>
            <a:custGeom>
              <a:avLst/>
              <a:gdLst>
                <a:gd name="csX0" fmla="*/ 0 w 254000"/>
                <a:gd name="csY0" fmla="*/ 0 h 12700"/>
                <a:gd name="csX1" fmla="*/ 127000 w 254000"/>
                <a:gd name="csY1" fmla="*/ 0 h 12700"/>
                <a:gd name="csX2" fmla="*/ 254000 w 254000"/>
                <a:gd name="csY2" fmla="*/ 0 h 127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54000" h="12700">
                  <a:moveTo>
                    <a:pt x="0" y="0"/>
                  </a:moveTo>
                  <a:lnTo>
                    <a:pt x="127000" y="0"/>
                  </a:lnTo>
                  <a:lnTo>
                    <a:pt x="254000" y="0"/>
                  </a:lnTo>
                </a:path>
              </a:pathLst>
            </a:custGeom>
            <a:noFill/>
            <a:ln w="25400" cap="flat">
              <a:solidFill>
                <a:srgbClr val="2CA02C"/>
              </a:solidFill>
              <a:custDash>
                <a:ds d="960000" sp="240000"/>
                <a:ds d="150000" sp="240000"/>
              </a:custDash>
              <a:rou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351" name="Graphic 7">
              <a:extLst>
                <a:ext uri="{FF2B5EF4-FFF2-40B4-BE49-F238E27FC236}">
                  <a16:creationId xmlns:a16="http://schemas.microsoft.com/office/drawing/2014/main" id="{EB00CAA1-940C-4503-123C-B65D03863BF8}"/>
                </a:ext>
              </a:extLst>
            </p:cNvPr>
            <p:cNvGrpSpPr/>
            <p:nvPr/>
          </p:nvGrpSpPr>
          <p:grpSpPr>
            <a:xfrm>
              <a:off x="5987949" y="1924187"/>
              <a:ext cx="565311" cy="98305"/>
              <a:chOff x="5987949" y="1924187"/>
              <a:chExt cx="565311" cy="98305"/>
            </a:xfrm>
            <a:solidFill>
              <a:srgbClr val="FFFFFF"/>
            </a:solidFill>
          </p:grpSpPr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A9730315-FCC5-1A41-4D40-2808D0BA7396}"/>
                  </a:ext>
                </a:extLst>
              </p:cNvPr>
              <p:cNvSpPr/>
              <p:nvPr/>
            </p:nvSpPr>
            <p:spPr>
              <a:xfrm flipV="1">
                <a:off x="5987949" y="1926430"/>
                <a:ext cx="80863" cy="96063"/>
              </a:xfrm>
              <a:custGeom>
                <a:avLst/>
                <a:gdLst>
                  <a:gd name="csX0" fmla="*/ 66467 w 80863"/>
                  <a:gd name="csY0" fmla="*/ 12807 h 96063"/>
                  <a:gd name="csX1" fmla="*/ 66467 w 80863"/>
                  <a:gd name="csY1" fmla="*/ 37671 h 96063"/>
                  <a:gd name="csX2" fmla="*/ 46008 w 80863"/>
                  <a:gd name="csY2" fmla="*/ 37671 h 96063"/>
                  <a:gd name="csX3" fmla="*/ 46008 w 80863"/>
                  <a:gd name="csY3" fmla="*/ 47970 h 96063"/>
                  <a:gd name="csX4" fmla="*/ 78869 w 80863"/>
                  <a:gd name="csY4" fmla="*/ 47970 h 96063"/>
                  <a:gd name="csX5" fmla="*/ 78869 w 80863"/>
                  <a:gd name="csY5" fmla="*/ 8203 h 96063"/>
                  <a:gd name="csX6" fmla="*/ 62875 w 80863"/>
                  <a:gd name="csY6" fmla="*/ 425 h 96063"/>
                  <a:gd name="csX7" fmla="*/ 44222 w 80863"/>
                  <a:gd name="csY7" fmla="*/ -2215 h 96063"/>
                  <a:gd name="csX8" fmla="*/ 10250 w 80863"/>
                  <a:gd name="csY8" fmla="*/ 10466 h 96063"/>
                  <a:gd name="csX9" fmla="*/ -1994 w 80863"/>
                  <a:gd name="csY9" fmla="*/ 45787 h 96063"/>
                  <a:gd name="csX10" fmla="*/ 10250 w 80863"/>
                  <a:gd name="csY10" fmla="*/ 81169 h 96063"/>
                  <a:gd name="csX11" fmla="*/ 44222 w 80863"/>
                  <a:gd name="csY11" fmla="*/ 93849 h 96063"/>
                  <a:gd name="csX12" fmla="*/ 61427 w 80863"/>
                  <a:gd name="csY12" fmla="*/ 91607 h 96063"/>
                  <a:gd name="csX13" fmla="*/ 76468 w 80863"/>
                  <a:gd name="csY13" fmla="*/ 85038 h 96063"/>
                  <a:gd name="csX14" fmla="*/ 76468 w 80863"/>
                  <a:gd name="csY14" fmla="*/ 71703 h 96063"/>
                  <a:gd name="csX15" fmla="*/ 61705 w 80863"/>
                  <a:gd name="csY15" fmla="*/ 80573 h 96063"/>
                  <a:gd name="csX16" fmla="*/ 45274 w 80863"/>
                  <a:gd name="csY16" fmla="*/ 83550 h 96063"/>
                  <a:gd name="csX17" fmla="*/ 19735 w 80863"/>
                  <a:gd name="csY17" fmla="*/ 74065 h 96063"/>
                  <a:gd name="csX18" fmla="*/ 11222 w 80863"/>
                  <a:gd name="csY18" fmla="*/ 45787 h 96063"/>
                  <a:gd name="csX19" fmla="*/ 19735 w 80863"/>
                  <a:gd name="csY19" fmla="*/ 17570 h 96063"/>
                  <a:gd name="csX20" fmla="*/ 45274 w 80863"/>
                  <a:gd name="csY20" fmla="*/ 8084 h 96063"/>
                  <a:gd name="csX21" fmla="*/ 57101 w 80863"/>
                  <a:gd name="csY21" fmla="*/ 9235 h 96063"/>
                  <a:gd name="csX22" fmla="*/ 66467 w 80863"/>
                  <a:gd name="csY22" fmla="*/ 12807 h 9606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</a:cxnLst>
                <a:rect l="l" t="t" r="r" b="b"/>
                <a:pathLst>
                  <a:path w="80863" h="96063">
                    <a:moveTo>
                      <a:pt x="66467" y="12807"/>
                    </a:moveTo>
                    <a:lnTo>
                      <a:pt x="66467" y="37671"/>
                    </a:lnTo>
                    <a:lnTo>
                      <a:pt x="46008" y="37671"/>
                    </a:lnTo>
                    <a:lnTo>
                      <a:pt x="46008" y="47970"/>
                    </a:lnTo>
                    <a:lnTo>
                      <a:pt x="78869" y="47970"/>
                    </a:lnTo>
                    <a:lnTo>
                      <a:pt x="78869" y="8203"/>
                    </a:lnTo>
                    <a:cubicBezTo>
                      <a:pt x="74041" y="4777"/>
                      <a:pt x="68709" y="2184"/>
                      <a:pt x="62875" y="425"/>
                    </a:cubicBezTo>
                    <a:cubicBezTo>
                      <a:pt x="57055" y="-1335"/>
                      <a:pt x="50837" y="-2215"/>
                      <a:pt x="44222" y="-2215"/>
                    </a:cubicBezTo>
                    <a:cubicBezTo>
                      <a:pt x="29750" y="-2215"/>
                      <a:pt x="18425" y="2012"/>
                      <a:pt x="10250" y="10466"/>
                    </a:cubicBezTo>
                    <a:cubicBezTo>
                      <a:pt x="2087" y="18932"/>
                      <a:pt x="-1994" y="30706"/>
                      <a:pt x="-1994" y="45787"/>
                    </a:cubicBezTo>
                    <a:cubicBezTo>
                      <a:pt x="-1994" y="60922"/>
                      <a:pt x="2087" y="72715"/>
                      <a:pt x="10250" y="81169"/>
                    </a:cubicBezTo>
                    <a:cubicBezTo>
                      <a:pt x="18425" y="89622"/>
                      <a:pt x="29750" y="93849"/>
                      <a:pt x="44222" y="93849"/>
                    </a:cubicBezTo>
                    <a:cubicBezTo>
                      <a:pt x="50255" y="93849"/>
                      <a:pt x="55990" y="93102"/>
                      <a:pt x="61427" y="91607"/>
                    </a:cubicBezTo>
                    <a:cubicBezTo>
                      <a:pt x="66864" y="90125"/>
                      <a:pt x="71878" y="87936"/>
                      <a:pt x="76468" y="85038"/>
                    </a:cubicBezTo>
                    <a:lnTo>
                      <a:pt x="76468" y="71703"/>
                    </a:lnTo>
                    <a:cubicBezTo>
                      <a:pt x="71838" y="75632"/>
                      <a:pt x="66917" y="78589"/>
                      <a:pt x="61705" y="80573"/>
                    </a:cubicBezTo>
                    <a:cubicBezTo>
                      <a:pt x="56492" y="82558"/>
                      <a:pt x="51015" y="83550"/>
                      <a:pt x="45274" y="83550"/>
                    </a:cubicBezTo>
                    <a:cubicBezTo>
                      <a:pt x="33937" y="83550"/>
                      <a:pt x="25424" y="80388"/>
                      <a:pt x="19735" y="74065"/>
                    </a:cubicBezTo>
                    <a:cubicBezTo>
                      <a:pt x="14060" y="67741"/>
                      <a:pt x="11222" y="58315"/>
                      <a:pt x="11222" y="45787"/>
                    </a:cubicBezTo>
                    <a:cubicBezTo>
                      <a:pt x="11222" y="33299"/>
                      <a:pt x="14060" y="23893"/>
                      <a:pt x="19735" y="17570"/>
                    </a:cubicBezTo>
                    <a:cubicBezTo>
                      <a:pt x="25424" y="11246"/>
                      <a:pt x="33937" y="8084"/>
                      <a:pt x="45274" y="8084"/>
                    </a:cubicBezTo>
                    <a:cubicBezTo>
                      <a:pt x="49693" y="8084"/>
                      <a:pt x="53635" y="8468"/>
                      <a:pt x="57101" y="9235"/>
                    </a:cubicBezTo>
                    <a:cubicBezTo>
                      <a:pt x="60580" y="10003"/>
                      <a:pt x="63702" y="11193"/>
                      <a:pt x="66467" y="12807"/>
                    </a:cubicBez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3" name="Freeform: Shape 352">
                <a:extLst>
                  <a:ext uri="{FF2B5EF4-FFF2-40B4-BE49-F238E27FC236}">
                    <a16:creationId xmlns:a16="http://schemas.microsoft.com/office/drawing/2014/main" id="{ED63462E-B777-0384-F7C1-8D9FA63ACF05}"/>
                  </a:ext>
                </a:extLst>
              </p:cNvPr>
              <p:cNvSpPr/>
              <p:nvPr/>
            </p:nvSpPr>
            <p:spPr>
              <a:xfrm flipV="1">
                <a:off x="6086243" y="1949567"/>
                <a:ext cx="63757" cy="72925"/>
              </a:xfrm>
              <a:custGeom>
                <a:avLst/>
                <a:gdLst>
                  <a:gd name="csX0" fmla="*/ 30319 w 63757"/>
                  <a:gd name="csY0" fmla="*/ 61631 h 72925"/>
                  <a:gd name="csX1" fmla="*/ 15814 w 63757"/>
                  <a:gd name="csY1" fmla="*/ 54468 h 72925"/>
                  <a:gd name="csX2" fmla="*/ 10476 w 63757"/>
                  <a:gd name="csY2" fmla="*/ 34842 h 72925"/>
                  <a:gd name="csX3" fmla="*/ 15774 w 63757"/>
                  <a:gd name="csY3" fmla="*/ 15217 h 72925"/>
                  <a:gd name="csX4" fmla="*/ 30319 w 63757"/>
                  <a:gd name="csY4" fmla="*/ 8053 h 72925"/>
                  <a:gd name="csX5" fmla="*/ 44766 w 63757"/>
                  <a:gd name="csY5" fmla="*/ 15236 h 72925"/>
                  <a:gd name="csX6" fmla="*/ 50104 w 63757"/>
                  <a:gd name="csY6" fmla="*/ 34842 h 72925"/>
                  <a:gd name="csX7" fmla="*/ 44766 w 63757"/>
                  <a:gd name="csY7" fmla="*/ 54408 h 72925"/>
                  <a:gd name="csX8" fmla="*/ 30319 w 63757"/>
                  <a:gd name="csY8" fmla="*/ 61631 h 72925"/>
                  <a:gd name="csX9" fmla="*/ 30319 w 63757"/>
                  <a:gd name="csY9" fmla="*/ 71295 h 72925"/>
                  <a:gd name="csX10" fmla="*/ 53695 w 63757"/>
                  <a:gd name="csY10" fmla="*/ 61611 h 72925"/>
                  <a:gd name="csX11" fmla="*/ 62208 w 63757"/>
                  <a:gd name="csY11" fmla="*/ 34842 h 72925"/>
                  <a:gd name="csX12" fmla="*/ 53695 w 63757"/>
                  <a:gd name="csY12" fmla="*/ 8073 h 72925"/>
                  <a:gd name="csX13" fmla="*/ 30319 w 63757"/>
                  <a:gd name="csY13" fmla="*/ -1631 h 72925"/>
                  <a:gd name="csX14" fmla="*/ 6904 w 63757"/>
                  <a:gd name="csY14" fmla="*/ 8073 h 72925"/>
                  <a:gd name="csX15" fmla="*/ -1550 w 63757"/>
                  <a:gd name="csY15" fmla="*/ 34842 h 72925"/>
                  <a:gd name="csX16" fmla="*/ 6904 w 63757"/>
                  <a:gd name="csY16" fmla="*/ 61611 h 72925"/>
                  <a:gd name="csX17" fmla="*/ 30319 w 63757"/>
                  <a:gd name="csY17" fmla="*/ 71295 h 729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</a:cxnLst>
                <a:rect l="l" t="t" r="r" b="b"/>
                <a:pathLst>
                  <a:path w="63757" h="72925">
                    <a:moveTo>
                      <a:pt x="30319" y="61631"/>
                    </a:moveTo>
                    <a:cubicBezTo>
                      <a:pt x="24207" y="61631"/>
                      <a:pt x="19372" y="59243"/>
                      <a:pt x="15814" y="54468"/>
                    </a:cubicBezTo>
                    <a:cubicBezTo>
                      <a:pt x="12255" y="49692"/>
                      <a:pt x="10476" y="43150"/>
                      <a:pt x="10476" y="34842"/>
                    </a:cubicBezTo>
                    <a:cubicBezTo>
                      <a:pt x="10476" y="26534"/>
                      <a:pt x="12242" y="19992"/>
                      <a:pt x="15774" y="15217"/>
                    </a:cubicBezTo>
                    <a:cubicBezTo>
                      <a:pt x="19319" y="10441"/>
                      <a:pt x="24168" y="8053"/>
                      <a:pt x="30319" y="8053"/>
                    </a:cubicBezTo>
                    <a:cubicBezTo>
                      <a:pt x="36405" y="8053"/>
                      <a:pt x="41220" y="10448"/>
                      <a:pt x="44766" y="15236"/>
                    </a:cubicBezTo>
                    <a:cubicBezTo>
                      <a:pt x="48324" y="20039"/>
                      <a:pt x="50104" y="26574"/>
                      <a:pt x="50104" y="34842"/>
                    </a:cubicBezTo>
                    <a:cubicBezTo>
                      <a:pt x="50104" y="43071"/>
                      <a:pt x="48324" y="49593"/>
                      <a:pt x="44766" y="54408"/>
                    </a:cubicBezTo>
                    <a:cubicBezTo>
                      <a:pt x="41220" y="59223"/>
                      <a:pt x="36405" y="61631"/>
                      <a:pt x="30319" y="61631"/>
                    </a:cubicBezTo>
                    <a:close/>
                    <a:moveTo>
                      <a:pt x="30319" y="71295"/>
                    </a:moveTo>
                    <a:cubicBezTo>
                      <a:pt x="40241" y="71295"/>
                      <a:pt x="48033" y="68067"/>
                      <a:pt x="53695" y="61611"/>
                    </a:cubicBezTo>
                    <a:cubicBezTo>
                      <a:pt x="59371" y="55169"/>
                      <a:pt x="62208" y="46246"/>
                      <a:pt x="62208" y="34842"/>
                    </a:cubicBezTo>
                    <a:cubicBezTo>
                      <a:pt x="62208" y="23478"/>
                      <a:pt x="59371" y="14555"/>
                      <a:pt x="53695" y="8073"/>
                    </a:cubicBezTo>
                    <a:cubicBezTo>
                      <a:pt x="48033" y="1604"/>
                      <a:pt x="40241" y="-1631"/>
                      <a:pt x="30319" y="-1631"/>
                    </a:cubicBezTo>
                    <a:cubicBezTo>
                      <a:pt x="20358" y="-1631"/>
                      <a:pt x="12553" y="1604"/>
                      <a:pt x="6904" y="8073"/>
                    </a:cubicBezTo>
                    <a:cubicBezTo>
                      <a:pt x="1268" y="14555"/>
                      <a:pt x="-1550" y="23478"/>
                      <a:pt x="-1550" y="34842"/>
                    </a:cubicBezTo>
                    <a:cubicBezTo>
                      <a:pt x="-1550" y="46246"/>
                      <a:pt x="1268" y="55169"/>
                      <a:pt x="6904" y="61611"/>
                    </a:cubicBezTo>
                    <a:cubicBezTo>
                      <a:pt x="12553" y="68067"/>
                      <a:pt x="20358" y="71295"/>
                      <a:pt x="30319" y="71295"/>
                    </a:cubicBez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4" name="Freeform: Shape 353">
                <a:extLst>
                  <a:ext uri="{FF2B5EF4-FFF2-40B4-BE49-F238E27FC236}">
                    <a16:creationId xmlns:a16="http://schemas.microsoft.com/office/drawing/2014/main" id="{FBE25626-35B9-0665-AE37-665D8DC13109}"/>
                  </a:ext>
                </a:extLst>
              </p:cNvPr>
              <p:cNvSpPr/>
              <p:nvPr/>
            </p:nvSpPr>
            <p:spPr>
              <a:xfrm flipV="1">
                <a:off x="6168904" y="1924187"/>
                <a:ext cx="11410" cy="96500"/>
              </a:xfrm>
              <a:custGeom>
                <a:avLst/>
                <a:gdLst>
                  <a:gd name="csX0" fmla="*/ -476 w 11410"/>
                  <a:gd name="csY0" fmla="*/ 94183 h 96500"/>
                  <a:gd name="csX1" fmla="*/ 10934 w 11410"/>
                  <a:gd name="csY1" fmla="*/ 94183 h 96500"/>
                  <a:gd name="csX2" fmla="*/ 10934 w 11410"/>
                  <a:gd name="csY2" fmla="*/ -2317 h 96500"/>
                  <a:gd name="csX3" fmla="*/ -476 w 11410"/>
                  <a:gd name="csY3" fmla="*/ -2317 h 96500"/>
                  <a:gd name="csX4" fmla="*/ -476 w 11410"/>
                  <a:gd name="csY4" fmla="*/ 94183 h 965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1410" h="96500">
                    <a:moveTo>
                      <a:pt x="-476" y="94183"/>
                    </a:moveTo>
                    <a:lnTo>
                      <a:pt x="10934" y="94183"/>
                    </a:lnTo>
                    <a:lnTo>
                      <a:pt x="10934" y="-2317"/>
                    </a:lnTo>
                    <a:lnTo>
                      <a:pt x="-476" y="-2317"/>
                    </a:lnTo>
                    <a:lnTo>
                      <a:pt x="-476" y="94183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5" name="Freeform: Shape 354">
                <a:extLst>
                  <a:ext uri="{FF2B5EF4-FFF2-40B4-BE49-F238E27FC236}">
                    <a16:creationId xmlns:a16="http://schemas.microsoft.com/office/drawing/2014/main" id="{A702571E-704A-FC1A-E14B-2CBCD8AA599E}"/>
                  </a:ext>
                </a:extLst>
              </p:cNvPr>
              <p:cNvSpPr/>
              <p:nvPr/>
            </p:nvSpPr>
            <p:spPr>
              <a:xfrm flipV="1">
                <a:off x="6199228" y="1924187"/>
                <a:ext cx="62071" cy="98305"/>
              </a:xfrm>
              <a:custGeom>
                <a:avLst/>
                <a:gdLst>
                  <a:gd name="csX0" fmla="*/ 49163 w 62071"/>
                  <a:gd name="csY0" fmla="*/ 58451 h 98305"/>
                  <a:gd name="csX1" fmla="*/ 49163 w 62071"/>
                  <a:gd name="csY1" fmla="*/ 96035 h 98305"/>
                  <a:gd name="csX2" fmla="*/ 60573 w 62071"/>
                  <a:gd name="csY2" fmla="*/ 96035 h 98305"/>
                  <a:gd name="csX3" fmla="*/ 60573 w 62071"/>
                  <a:gd name="csY3" fmla="*/ -465 h 98305"/>
                  <a:gd name="csX4" fmla="*/ 49163 w 62071"/>
                  <a:gd name="csY4" fmla="*/ -465 h 98305"/>
                  <a:gd name="csX5" fmla="*/ 49163 w 62071"/>
                  <a:gd name="csY5" fmla="*/ 9953 h 98305"/>
                  <a:gd name="csX6" fmla="*/ 40074 w 62071"/>
                  <a:gd name="csY6" fmla="*/ 745 h 98305"/>
                  <a:gd name="csX7" fmla="*/ 26898 w 62071"/>
                  <a:gd name="csY7" fmla="*/ -2271 h 98305"/>
                  <a:gd name="csX8" fmla="*/ 6399 w 62071"/>
                  <a:gd name="csY8" fmla="*/ 7770 h 98305"/>
                  <a:gd name="csX9" fmla="*/ -1498 w 62071"/>
                  <a:gd name="csY9" fmla="*/ 34202 h 98305"/>
                  <a:gd name="csX10" fmla="*/ 6399 w 62071"/>
                  <a:gd name="csY10" fmla="*/ 60614 h 98305"/>
                  <a:gd name="csX11" fmla="*/ 26898 w 62071"/>
                  <a:gd name="csY11" fmla="*/ 70655 h 98305"/>
                  <a:gd name="csX12" fmla="*/ 40074 w 62071"/>
                  <a:gd name="csY12" fmla="*/ 67638 h 98305"/>
                  <a:gd name="csX13" fmla="*/ 49163 w 62071"/>
                  <a:gd name="csY13" fmla="*/ 58451 h 98305"/>
                  <a:gd name="csX14" fmla="*/ 10289 w 62071"/>
                  <a:gd name="csY14" fmla="*/ 34202 h 98305"/>
                  <a:gd name="csX15" fmla="*/ 15468 w 62071"/>
                  <a:gd name="csY15" fmla="*/ 14457 h 98305"/>
                  <a:gd name="csX16" fmla="*/ 29696 w 62071"/>
                  <a:gd name="csY16" fmla="*/ 7293 h 98305"/>
                  <a:gd name="csX17" fmla="*/ 43944 w 62071"/>
                  <a:gd name="csY17" fmla="*/ 14457 h 98305"/>
                  <a:gd name="csX18" fmla="*/ 49163 w 62071"/>
                  <a:gd name="csY18" fmla="*/ 34202 h 98305"/>
                  <a:gd name="csX19" fmla="*/ 43944 w 62071"/>
                  <a:gd name="csY19" fmla="*/ 53946 h 98305"/>
                  <a:gd name="csX20" fmla="*/ 29696 w 62071"/>
                  <a:gd name="csY20" fmla="*/ 61110 h 98305"/>
                  <a:gd name="csX21" fmla="*/ 15468 w 62071"/>
                  <a:gd name="csY21" fmla="*/ 53946 h 98305"/>
                  <a:gd name="csX22" fmla="*/ 10289 w 62071"/>
                  <a:gd name="csY22" fmla="*/ 34202 h 983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</a:cxnLst>
                <a:rect l="l" t="t" r="r" b="b"/>
                <a:pathLst>
                  <a:path w="62071" h="98305">
                    <a:moveTo>
                      <a:pt x="49163" y="58451"/>
                    </a:moveTo>
                    <a:lnTo>
                      <a:pt x="49163" y="96035"/>
                    </a:lnTo>
                    <a:lnTo>
                      <a:pt x="60573" y="96035"/>
                    </a:lnTo>
                    <a:lnTo>
                      <a:pt x="60573" y="-465"/>
                    </a:lnTo>
                    <a:lnTo>
                      <a:pt x="49163" y="-465"/>
                    </a:lnTo>
                    <a:lnTo>
                      <a:pt x="49163" y="9953"/>
                    </a:lnTo>
                    <a:cubicBezTo>
                      <a:pt x="46768" y="5825"/>
                      <a:pt x="43739" y="2756"/>
                      <a:pt x="40074" y="745"/>
                    </a:cubicBezTo>
                    <a:cubicBezTo>
                      <a:pt x="36423" y="-1266"/>
                      <a:pt x="32031" y="-2271"/>
                      <a:pt x="26898" y="-2271"/>
                    </a:cubicBezTo>
                    <a:cubicBezTo>
                      <a:pt x="18511" y="-2271"/>
                      <a:pt x="11678" y="1076"/>
                      <a:pt x="6399" y="7770"/>
                    </a:cubicBezTo>
                    <a:cubicBezTo>
                      <a:pt x="1134" y="14477"/>
                      <a:pt x="-1498" y="23288"/>
                      <a:pt x="-1498" y="34202"/>
                    </a:cubicBezTo>
                    <a:cubicBezTo>
                      <a:pt x="-1498" y="45116"/>
                      <a:pt x="1134" y="53920"/>
                      <a:pt x="6399" y="60614"/>
                    </a:cubicBezTo>
                    <a:cubicBezTo>
                      <a:pt x="11678" y="67308"/>
                      <a:pt x="18511" y="70655"/>
                      <a:pt x="26898" y="70655"/>
                    </a:cubicBezTo>
                    <a:cubicBezTo>
                      <a:pt x="32031" y="70655"/>
                      <a:pt x="36423" y="69649"/>
                      <a:pt x="40074" y="67638"/>
                    </a:cubicBezTo>
                    <a:cubicBezTo>
                      <a:pt x="43739" y="65641"/>
                      <a:pt x="46768" y="62578"/>
                      <a:pt x="49163" y="58451"/>
                    </a:cubicBezTo>
                    <a:close/>
                    <a:moveTo>
                      <a:pt x="10289" y="34202"/>
                    </a:moveTo>
                    <a:cubicBezTo>
                      <a:pt x="10289" y="25814"/>
                      <a:pt x="12015" y="19233"/>
                      <a:pt x="15468" y="14457"/>
                    </a:cubicBezTo>
                    <a:cubicBezTo>
                      <a:pt x="18921" y="9681"/>
                      <a:pt x="23663" y="7293"/>
                      <a:pt x="29696" y="7293"/>
                    </a:cubicBezTo>
                    <a:cubicBezTo>
                      <a:pt x="35728" y="7293"/>
                      <a:pt x="40478" y="9681"/>
                      <a:pt x="43944" y="14457"/>
                    </a:cubicBezTo>
                    <a:cubicBezTo>
                      <a:pt x="47423" y="19233"/>
                      <a:pt x="49163" y="25814"/>
                      <a:pt x="49163" y="34202"/>
                    </a:cubicBezTo>
                    <a:cubicBezTo>
                      <a:pt x="49163" y="42589"/>
                      <a:pt x="47423" y="49170"/>
                      <a:pt x="43944" y="53946"/>
                    </a:cubicBezTo>
                    <a:cubicBezTo>
                      <a:pt x="40478" y="58722"/>
                      <a:pt x="35728" y="61110"/>
                      <a:pt x="29696" y="61110"/>
                    </a:cubicBezTo>
                    <a:cubicBezTo>
                      <a:pt x="23663" y="61110"/>
                      <a:pt x="18921" y="58722"/>
                      <a:pt x="15468" y="53946"/>
                    </a:cubicBezTo>
                    <a:cubicBezTo>
                      <a:pt x="12015" y="49170"/>
                      <a:pt x="10289" y="42589"/>
                      <a:pt x="10289" y="3420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66D573A3-515E-82EF-9B40-64EFA99680BB}"/>
                  </a:ext>
                </a:extLst>
              </p:cNvPr>
              <p:cNvSpPr/>
              <p:nvPr/>
            </p:nvSpPr>
            <p:spPr>
              <a:xfrm flipV="1">
                <a:off x="6272839" y="2020687"/>
                <a:ext cx="12700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12700"/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CBCD6835-44D5-9F54-1B41-0B5D8E4BAE21}"/>
                  </a:ext>
                </a:extLst>
              </p:cNvPr>
              <p:cNvSpPr/>
              <p:nvPr/>
            </p:nvSpPr>
            <p:spPr>
              <a:xfrm flipV="1">
                <a:off x="6321582" y="1926430"/>
                <a:ext cx="65166" cy="96063"/>
              </a:xfrm>
              <a:custGeom>
                <a:avLst/>
                <a:gdLst>
                  <a:gd name="csX0" fmla="*/ 57955 w 65166"/>
                  <a:gd name="csY0" fmla="*/ 89146 h 96063"/>
                  <a:gd name="csX1" fmla="*/ 57955 w 65166"/>
                  <a:gd name="csY1" fmla="*/ 76922 h 96063"/>
                  <a:gd name="csX2" fmla="*/ 44501 w 65166"/>
                  <a:gd name="csY2" fmla="*/ 82002 h 96063"/>
                  <a:gd name="csX3" fmla="*/ 32277 w 65166"/>
                  <a:gd name="csY3" fmla="*/ 83689 h 96063"/>
                  <a:gd name="csX4" fmla="*/ 16502 w 65166"/>
                  <a:gd name="csY4" fmla="*/ 79720 h 96063"/>
                  <a:gd name="csX5" fmla="*/ 10945 w 65166"/>
                  <a:gd name="csY5" fmla="*/ 68429 h 96063"/>
                  <a:gd name="csX6" fmla="*/ 14636 w 65166"/>
                  <a:gd name="csY6" fmla="*/ 59142 h 96063"/>
                  <a:gd name="csX7" fmla="*/ 28626 w 65166"/>
                  <a:gd name="csY7" fmla="*/ 54102 h 96063"/>
                  <a:gd name="csX8" fmla="*/ 36187 w 65166"/>
                  <a:gd name="csY8" fmla="*/ 52554 h 96063"/>
                  <a:gd name="csX9" fmla="*/ 56864 w 65166"/>
                  <a:gd name="csY9" fmla="*/ 43148 h 96063"/>
                  <a:gd name="csX10" fmla="*/ 63531 w 65166"/>
                  <a:gd name="csY10" fmla="*/ 25150 h 96063"/>
                  <a:gd name="csX11" fmla="*/ 54502 w 65166"/>
                  <a:gd name="csY11" fmla="*/ 4731 h 96063"/>
                  <a:gd name="csX12" fmla="*/ 28070 w 65166"/>
                  <a:gd name="csY12" fmla="*/ -2215 h 96063"/>
                  <a:gd name="csX13" fmla="*/ 14081 w 65166"/>
                  <a:gd name="csY13" fmla="*/ -726 h 96063"/>
                  <a:gd name="csX14" fmla="*/ -1259 w 65166"/>
                  <a:gd name="csY14" fmla="*/ 3679 h 96063"/>
                  <a:gd name="csX15" fmla="*/ -1259 w 65166"/>
                  <a:gd name="csY15" fmla="*/ 16577 h 96063"/>
                  <a:gd name="csX16" fmla="*/ 13684 w 65166"/>
                  <a:gd name="csY16" fmla="*/ 10128 h 96063"/>
                  <a:gd name="csX17" fmla="*/ 28070 w 65166"/>
                  <a:gd name="csY17" fmla="*/ 7965 h 96063"/>
                  <a:gd name="csX18" fmla="*/ 44620 w 65166"/>
                  <a:gd name="csY18" fmla="*/ 12172 h 96063"/>
                  <a:gd name="csX19" fmla="*/ 50454 w 65166"/>
                  <a:gd name="csY19" fmla="*/ 24217 h 96063"/>
                  <a:gd name="csX20" fmla="*/ 46267 w 65166"/>
                  <a:gd name="csY20" fmla="*/ 34873 h 96063"/>
                  <a:gd name="csX21" fmla="*/ 32535 w 65166"/>
                  <a:gd name="csY21" fmla="*/ 40648 h 96063"/>
                  <a:gd name="csX22" fmla="*/ 24895 w 65166"/>
                  <a:gd name="csY22" fmla="*/ 42136 h 96063"/>
                  <a:gd name="csX23" fmla="*/ 4615 w 65166"/>
                  <a:gd name="csY23" fmla="*/ 50867 h 96063"/>
                  <a:gd name="csX24" fmla="*/ -1636 w 65166"/>
                  <a:gd name="csY24" fmla="*/ 67437 h 96063"/>
                  <a:gd name="csX25" fmla="*/ 7016 w 65166"/>
                  <a:gd name="csY25" fmla="*/ 86785 h 96063"/>
                  <a:gd name="csX26" fmla="*/ 30849 w 65166"/>
                  <a:gd name="csY26" fmla="*/ 93849 h 96063"/>
                  <a:gd name="csX27" fmla="*/ 44124 w 65166"/>
                  <a:gd name="csY27" fmla="*/ 92658 h 96063"/>
                  <a:gd name="csX28" fmla="*/ 57955 w 65166"/>
                  <a:gd name="csY28" fmla="*/ 89146 h 9606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</a:cxnLst>
                <a:rect l="l" t="t" r="r" b="b"/>
                <a:pathLst>
                  <a:path w="65166" h="96063">
                    <a:moveTo>
                      <a:pt x="57955" y="89146"/>
                    </a:moveTo>
                    <a:lnTo>
                      <a:pt x="57955" y="76922"/>
                    </a:lnTo>
                    <a:cubicBezTo>
                      <a:pt x="53206" y="79198"/>
                      <a:pt x="48721" y="80891"/>
                      <a:pt x="44501" y="82002"/>
                    </a:cubicBezTo>
                    <a:cubicBezTo>
                      <a:pt x="40281" y="83127"/>
                      <a:pt x="36206" y="83689"/>
                      <a:pt x="32277" y="83689"/>
                    </a:cubicBezTo>
                    <a:cubicBezTo>
                      <a:pt x="25464" y="83689"/>
                      <a:pt x="20206" y="82366"/>
                      <a:pt x="16502" y="79720"/>
                    </a:cubicBezTo>
                    <a:cubicBezTo>
                      <a:pt x="12797" y="77074"/>
                      <a:pt x="10945" y="73311"/>
                      <a:pt x="10945" y="68429"/>
                    </a:cubicBezTo>
                    <a:cubicBezTo>
                      <a:pt x="10945" y="64328"/>
                      <a:pt x="12176" y="61232"/>
                      <a:pt x="14636" y="59142"/>
                    </a:cubicBezTo>
                    <a:cubicBezTo>
                      <a:pt x="17097" y="57065"/>
                      <a:pt x="21760" y="55385"/>
                      <a:pt x="28626" y="54102"/>
                    </a:cubicBezTo>
                    <a:lnTo>
                      <a:pt x="36187" y="52554"/>
                    </a:lnTo>
                    <a:cubicBezTo>
                      <a:pt x="45526" y="50768"/>
                      <a:pt x="52419" y="47633"/>
                      <a:pt x="56864" y="43148"/>
                    </a:cubicBezTo>
                    <a:cubicBezTo>
                      <a:pt x="61309" y="38663"/>
                      <a:pt x="63531" y="32664"/>
                      <a:pt x="63531" y="25150"/>
                    </a:cubicBezTo>
                    <a:cubicBezTo>
                      <a:pt x="63531" y="16167"/>
                      <a:pt x="60522" y="9361"/>
                      <a:pt x="54502" y="4731"/>
                    </a:cubicBezTo>
                    <a:cubicBezTo>
                      <a:pt x="48496" y="100"/>
                      <a:pt x="39686" y="-2215"/>
                      <a:pt x="28070" y="-2215"/>
                    </a:cubicBezTo>
                    <a:cubicBezTo>
                      <a:pt x="23692" y="-2215"/>
                      <a:pt x="19028" y="-1719"/>
                      <a:pt x="14081" y="-726"/>
                    </a:cubicBezTo>
                    <a:cubicBezTo>
                      <a:pt x="9146" y="266"/>
                      <a:pt x="4033" y="1734"/>
                      <a:pt x="-1259" y="3679"/>
                    </a:cubicBezTo>
                    <a:lnTo>
                      <a:pt x="-1259" y="16577"/>
                    </a:lnTo>
                    <a:cubicBezTo>
                      <a:pt x="3821" y="13733"/>
                      <a:pt x="8802" y="11583"/>
                      <a:pt x="13684" y="10128"/>
                    </a:cubicBezTo>
                    <a:cubicBezTo>
                      <a:pt x="18565" y="8686"/>
                      <a:pt x="23361" y="7965"/>
                      <a:pt x="28070" y="7965"/>
                    </a:cubicBezTo>
                    <a:cubicBezTo>
                      <a:pt x="35214" y="7965"/>
                      <a:pt x="40731" y="9368"/>
                      <a:pt x="44620" y="12172"/>
                    </a:cubicBezTo>
                    <a:cubicBezTo>
                      <a:pt x="48509" y="14990"/>
                      <a:pt x="50454" y="19005"/>
                      <a:pt x="50454" y="24217"/>
                    </a:cubicBezTo>
                    <a:cubicBezTo>
                      <a:pt x="50454" y="28755"/>
                      <a:pt x="49058" y="32307"/>
                      <a:pt x="46267" y="34873"/>
                    </a:cubicBezTo>
                    <a:cubicBezTo>
                      <a:pt x="43476" y="37440"/>
                      <a:pt x="38898" y="39365"/>
                      <a:pt x="32535" y="40648"/>
                    </a:cubicBezTo>
                    <a:lnTo>
                      <a:pt x="24895" y="42136"/>
                    </a:lnTo>
                    <a:cubicBezTo>
                      <a:pt x="15556" y="43988"/>
                      <a:pt x="8796" y="46899"/>
                      <a:pt x="4615" y="50867"/>
                    </a:cubicBezTo>
                    <a:cubicBezTo>
                      <a:pt x="448" y="54836"/>
                      <a:pt x="-1636" y="60359"/>
                      <a:pt x="-1636" y="67437"/>
                    </a:cubicBezTo>
                    <a:cubicBezTo>
                      <a:pt x="-1636" y="75626"/>
                      <a:pt x="1248" y="82075"/>
                      <a:pt x="7016" y="86785"/>
                    </a:cubicBezTo>
                    <a:cubicBezTo>
                      <a:pt x="12784" y="91494"/>
                      <a:pt x="20728" y="93849"/>
                      <a:pt x="30849" y="93849"/>
                    </a:cubicBezTo>
                    <a:cubicBezTo>
                      <a:pt x="35201" y="93849"/>
                      <a:pt x="39626" y="93452"/>
                      <a:pt x="44124" y="92658"/>
                    </a:cubicBezTo>
                    <a:cubicBezTo>
                      <a:pt x="48635" y="91878"/>
                      <a:pt x="53246" y="90707"/>
                      <a:pt x="57955" y="89146"/>
                    </a:cubicBez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8" name="Freeform: Shape 357">
                <a:extLst>
                  <a:ext uri="{FF2B5EF4-FFF2-40B4-BE49-F238E27FC236}">
                    <a16:creationId xmlns:a16="http://schemas.microsoft.com/office/drawing/2014/main" id="{053075EB-E72C-4878-6E21-369E4BC1163A}"/>
                  </a:ext>
                </a:extLst>
              </p:cNvPr>
              <p:cNvSpPr/>
              <p:nvPr/>
            </p:nvSpPr>
            <p:spPr>
              <a:xfrm flipV="1">
                <a:off x="6406285" y="1928096"/>
                <a:ext cx="57606" cy="92590"/>
              </a:xfrm>
              <a:custGeom>
                <a:avLst/>
                <a:gdLst>
                  <a:gd name="csX0" fmla="*/ -1645 w 57606"/>
                  <a:gd name="csY0" fmla="*/ 90373 h 92590"/>
                  <a:gd name="csX1" fmla="*/ 10877 w 57606"/>
                  <a:gd name="csY1" fmla="*/ 90373 h 92590"/>
                  <a:gd name="csX2" fmla="*/ 10877 w 57606"/>
                  <a:gd name="csY2" fmla="*/ 8319 h 92590"/>
                  <a:gd name="csX3" fmla="*/ 55962 w 57606"/>
                  <a:gd name="csY3" fmla="*/ 8319 h 92590"/>
                  <a:gd name="csX4" fmla="*/ 55962 w 57606"/>
                  <a:gd name="csY4" fmla="*/ -2218 h 92590"/>
                  <a:gd name="csX5" fmla="*/ -1645 w 57606"/>
                  <a:gd name="csY5" fmla="*/ -2218 h 92590"/>
                  <a:gd name="csX6" fmla="*/ -1645 w 57606"/>
                  <a:gd name="csY6" fmla="*/ 90373 h 925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57606" h="92590">
                    <a:moveTo>
                      <a:pt x="-1645" y="90373"/>
                    </a:moveTo>
                    <a:lnTo>
                      <a:pt x="10877" y="90373"/>
                    </a:lnTo>
                    <a:lnTo>
                      <a:pt x="10877" y="8319"/>
                    </a:lnTo>
                    <a:lnTo>
                      <a:pt x="55962" y="8319"/>
                    </a:lnTo>
                    <a:lnTo>
                      <a:pt x="55962" y="-2218"/>
                    </a:lnTo>
                    <a:lnTo>
                      <a:pt x="-1645" y="-2218"/>
                    </a:lnTo>
                    <a:lnTo>
                      <a:pt x="-1645" y="90373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" name="Freeform: Shape 358">
                <a:extLst>
                  <a:ext uri="{FF2B5EF4-FFF2-40B4-BE49-F238E27FC236}">
                    <a16:creationId xmlns:a16="http://schemas.microsoft.com/office/drawing/2014/main" id="{AE3140FC-AB41-1BF7-B5F8-8B0FD76D7958}"/>
                  </a:ext>
                </a:extLst>
              </p:cNvPr>
              <p:cNvSpPr/>
              <p:nvPr/>
            </p:nvSpPr>
            <p:spPr>
              <a:xfrm flipV="1">
                <a:off x="6468428" y="1928096"/>
                <a:ext cx="84832" cy="92590"/>
              </a:xfrm>
              <a:custGeom>
                <a:avLst/>
                <a:gdLst>
                  <a:gd name="csX0" fmla="*/ 40679 w 84832"/>
                  <a:gd name="csY0" fmla="*/ 78030 h 92590"/>
                  <a:gd name="csX1" fmla="*/ 23673 w 84832"/>
                  <a:gd name="csY1" fmla="*/ 31953 h 92590"/>
                  <a:gd name="csX2" fmla="*/ 57725 w 84832"/>
                  <a:gd name="csY2" fmla="*/ 31953 h 92590"/>
                  <a:gd name="csX3" fmla="*/ 40679 w 84832"/>
                  <a:gd name="csY3" fmla="*/ 78030 h 92590"/>
                  <a:gd name="csX4" fmla="*/ 33595 w 84832"/>
                  <a:gd name="csY4" fmla="*/ 90373 h 92590"/>
                  <a:gd name="csX5" fmla="*/ 47803 w 84832"/>
                  <a:gd name="csY5" fmla="*/ 90373 h 92590"/>
                  <a:gd name="csX6" fmla="*/ 83085 w 84832"/>
                  <a:gd name="csY6" fmla="*/ -2218 h 92590"/>
                  <a:gd name="csX7" fmla="*/ 70068 w 84832"/>
                  <a:gd name="csY7" fmla="*/ -2218 h 92590"/>
                  <a:gd name="csX8" fmla="*/ 61634 w 84832"/>
                  <a:gd name="csY8" fmla="*/ 21535 h 92590"/>
                  <a:gd name="csX9" fmla="*/ 19903 w 84832"/>
                  <a:gd name="csY9" fmla="*/ 21535 h 92590"/>
                  <a:gd name="csX10" fmla="*/ 11469 w 84832"/>
                  <a:gd name="csY10" fmla="*/ -2218 h 92590"/>
                  <a:gd name="csX11" fmla="*/ -1747 w 84832"/>
                  <a:gd name="csY11" fmla="*/ -2218 h 92590"/>
                  <a:gd name="csX12" fmla="*/ 33595 w 84832"/>
                  <a:gd name="csY12" fmla="*/ 90373 h 925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84832" h="92590">
                    <a:moveTo>
                      <a:pt x="40679" y="78030"/>
                    </a:moveTo>
                    <a:lnTo>
                      <a:pt x="23673" y="31953"/>
                    </a:lnTo>
                    <a:lnTo>
                      <a:pt x="57725" y="31953"/>
                    </a:lnTo>
                    <a:lnTo>
                      <a:pt x="40679" y="78030"/>
                    </a:lnTo>
                    <a:close/>
                    <a:moveTo>
                      <a:pt x="33595" y="90373"/>
                    </a:moveTo>
                    <a:lnTo>
                      <a:pt x="47803" y="90373"/>
                    </a:lnTo>
                    <a:lnTo>
                      <a:pt x="83085" y="-2218"/>
                    </a:lnTo>
                    <a:lnTo>
                      <a:pt x="70068" y="-2218"/>
                    </a:lnTo>
                    <a:lnTo>
                      <a:pt x="61634" y="21535"/>
                    </a:lnTo>
                    <a:lnTo>
                      <a:pt x="19903" y="21535"/>
                    </a:lnTo>
                    <a:lnTo>
                      <a:pt x="11469" y="-2218"/>
                    </a:lnTo>
                    <a:lnTo>
                      <a:pt x="-1747" y="-2218"/>
                    </a:lnTo>
                    <a:lnTo>
                      <a:pt x="33595" y="90373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11" name="Graphic 2">
            <a:extLst>
              <a:ext uri="{FF2B5EF4-FFF2-40B4-BE49-F238E27FC236}">
                <a16:creationId xmlns:a16="http://schemas.microsoft.com/office/drawing/2014/main" id="{5F2C2B6B-05AA-AD64-08F9-6D40F8BDB351}"/>
              </a:ext>
            </a:extLst>
          </p:cNvPr>
          <p:cNvGrpSpPr/>
          <p:nvPr/>
        </p:nvGrpSpPr>
        <p:grpSpPr>
          <a:xfrm>
            <a:off x="2054466" y="4460141"/>
            <a:ext cx="63996" cy="187205"/>
            <a:chOff x="2054466" y="4370933"/>
            <a:chExt cx="63996" cy="187205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2B4D0CD-7C8C-0868-47C3-663C8D53D894}"/>
                </a:ext>
              </a:extLst>
            </p:cNvPr>
            <p:cNvSpPr/>
            <p:nvPr/>
          </p:nvSpPr>
          <p:spPr>
            <a:xfrm>
              <a:off x="2086494" y="4370933"/>
              <a:ext cx="12700" cy="44450"/>
            </a:xfrm>
            <a:custGeom>
              <a:avLst/>
              <a:gdLst>
                <a:gd name="csX0" fmla="*/ 92 w 12700"/>
                <a:gd name="csY0" fmla="*/ 320 h 44450"/>
                <a:gd name="csX1" fmla="*/ 92 w 12700"/>
                <a:gd name="csY1" fmla="*/ 44770 h 444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44450">
                  <a:moveTo>
                    <a:pt x="92" y="320"/>
                  </a:moveTo>
                  <a:lnTo>
                    <a:pt x="92" y="44770"/>
                  </a:lnTo>
                </a:path>
              </a:pathLst>
            </a:custGeom>
            <a:solidFill>
              <a:srgbClr val="FFFFFF"/>
            </a:solidFill>
            <a:ln w="10160" cap="flat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3B8EDEF-677F-E3E8-3927-888FAF45A2EE}"/>
                </a:ext>
              </a:extLst>
            </p:cNvPr>
            <p:cNvSpPr/>
            <p:nvPr/>
          </p:nvSpPr>
          <p:spPr>
            <a:xfrm flipV="1">
              <a:off x="2054466" y="4462075"/>
              <a:ext cx="63996" cy="96063"/>
            </a:xfrm>
            <a:custGeom>
              <a:avLst/>
              <a:gdLst>
                <a:gd name="csX0" fmla="*/ 30046 w 63996"/>
                <a:gd name="csY0" fmla="*/ 84144 h 96063"/>
                <a:gd name="csX1" fmla="*/ 15500 w 63996"/>
                <a:gd name="csY1" fmla="*/ 74619 h 96063"/>
                <a:gd name="csX2" fmla="*/ 10639 w 63996"/>
                <a:gd name="csY2" fmla="*/ 46004 h 96063"/>
                <a:gd name="csX3" fmla="*/ 15500 w 63996"/>
                <a:gd name="csY3" fmla="*/ 17449 h 96063"/>
                <a:gd name="csX4" fmla="*/ 30046 w 63996"/>
                <a:gd name="csY4" fmla="*/ 7924 h 96063"/>
                <a:gd name="csX5" fmla="*/ 44651 w 63996"/>
                <a:gd name="csY5" fmla="*/ 17449 h 96063"/>
                <a:gd name="csX6" fmla="*/ 49532 w 63996"/>
                <a:gd name="csY6" fmla="*/ 46004 h 96063"/>
                <a:gd name="csX7" fmla="*/ 44651 w 63996"/>
                <a:gd name="csY7" fmla="*/ 74619 h 96063"/>
                <a:gd name="csX8" fmla="*/ 30046 w 63996"/>
                <a:gd name="csY8" fmla="*/ 84144 h 96063"/>
                <a:gd name="csX9" fmla="*/ 30046 w 63996"/>
                <a:gd name="csY9" fmla="*/ 94065 h 96063"/>
                <a:gd name="csX10" fmla="*/ 53839 w 63996"/>
                <a:gd name="csY10" fmla="*/ 81742 h 96063"/>
                <a:gd name="csX11" fmla="*/ 62054 w 63996"/>
                <a:gd name="csY11" fmla="*/ 46004 h 96063"/>
                <a:gd name="csX12" fmla="*/ 53839 w 63996"/>
                <a:gd name="csY12" fmla="*/ 10305 h 96063"/>
                <a:gd name="csX13" fmla="*/ 30046 w 63996"/>
                <a:gd name="csY13" fmla="*/ -1998 h 96063"/>
                <a:gd name="csX14" fmla="*/ 6273 w 63996"/>
                <a:gd name="csY14" fmla="*/ 10305 h 96063"/>
                <a:gd name="csX15" fmla="*/ -1942 w 63996"/>
                <a:gd name="csY15" fmla="*/ 46004 h 96063"/>
                <a:gd name="csX16" fmla="*/ 6273 w 63996"/>
                <a:gd name="csY16" fmla="*/ 81742 h 96063"/>
                <a:gd name="csX17" fmla="*/ 30046 w 63996"/>
                <a:gd name="csY17" fmla="*/ 94065 h 9606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63996" h="96063">
                  <a:moveTo>
                    <a:pt x="30046" y="84144"/>
                  </a:moveTo>
                  <a:cubicBezTo>
                    <a:pt x="23603" y="84144"/>
                    <a:pt x="18755" y="80969"/>
                    <a:pt x="15500" y="74619"/>
                  </a:cubicBezTo>
                  <a:cubicBezTo>
                    <a:pt x="12259" y="68282"/>
                    <a:pt x="10639" y="58744"/>
                    <a:pt x="10639" y="46004"/>
                  </a:cubicBezTo>
                  <a:cubicBezTo>
                    <a:pt x="10639" y="33317"/>
                    <a:pt x="12259" y="23799"/>
                    <a:pt x="15500" y="17449"/>
                  </a:cubicBezTo>
                  <a:cubicBezTo>
                    <a:pt x="18755" y="11099"/>
                    <a:pt x="23603" y="7924"/>
                    <a:pt x="30046" y="7924"/>
                  </a:cubicBezTo>
                  <a:cubicBezTo>
                    <a:pt x="36541" y="7924"/>
                    <a:pt x="41410" y="11099"/>
                    <a:pt x="44651" y="17449"/>
                  </a:cubicBezTo>
                  <a:cubicBezTo>
                    <a:pt x="47905" y="23799"/>
                    <a:pt x="49532" y="33317"/>
                    <a:pt x="49532" y="46004"/>
                  </a:cubicBezTo>
                  <a:cubicBezTo>
                    <a:pt x="49532" y="58744"/>
                    <a:pt x="47905" y="68282"/>
                    <a:pt x="44651" y="74619"/>
                  </a:cubicBezTo>
                  <a:cubicBezTo>
                    <a:pt x="41410" y="80969"/>
                    <a:pt x="36541" y="84144"/>
                    <a:pt x="30046" y="84144"/>
                  </a:cubicBezTo>
                  <a:close/>
                  <a:moveTo>
                    <a:pt x="30046" y="94065"/>
                  </a:moveTo>
                  <a:cubicBezTo>
                    <a:pt x="40431" y="94065"/>
                    <a:pt x="48362" y="89958"/>
                    <a:pt x="53839" y="81742"/>
                  </a:cubicBezTo>
                  <a:cubicBezTo>
                    <a:pt x="59315" y="73540"/>
                    <a:pt x="62054" y="61628"/>
                    <a:pt x="62054" y="46004"/>
                  </a:cubicBezTo>
                  <a:cubicBezTo>
                    <a:pt x="62054" y="30420"/>
                    <a:pt x="59315" y="18520"/>
                    <a:pt x="53839" y="10305"/>
                  </a:cubicBezTo>
                  <a:cubicBezTo>
                    <a:pt x="48362" y="2103"/>
                    <a:pt x="40431" y="-1998"/>
                    <a:pt x="30046" y="-1998"/>
                  </a:cubicBezTo>
                  <a:cubicBezTo>
                    <a:pt x="19674" y="-1998"/>
                    <a:pt x="11750" y="2103"/>
                    <a:pt x="6273" y="10305"/>
                  </a:cubicBezTo>
                  <a:cubicBezTo>
                    <a:pt x="796" y="18520"/>
                    <a:pt x="-1942" y="30420"/>
                    <a:pt x="-1942" y="46004"/>
                  </a:cubicBezTo>
                  <a:cubicBezTo>
                    <a:pt x="-1942" y="61628"/>
                    <a:pt x="796" y="73540"/>
                    <a:pt x="6273" y="81742"/>
                  </a:cubicBezTo>
                  <a:cubicBezTo>
                    <a:pt x="11750" y="89958"/>
                    <a:pt x="19674" y="94065"/>
                    <a:pt x="30046" y="94065"/>
                  </a:cubicBezTo>
                  <a:close/>
                </a:path>
              </a:pathLst>
            </a:custGeom>
            <a:solidFill>
              <a:srgbClr val="FFFFFF"/>
            </a:solidFill>
            <a:ln w="20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aphic 2">
            <a:extLst>
              <a:ext uri="{FF2B5EF4-FFF2-40B4-BE49-F238E27FC236}">
                <a16:creationId xmlns:a16="http://schemas.microsoft.com/office/drawing/2014/main" id="{69AFA0E9-A35D-17C1-B4DA-DDE329D5B606}"/>
              </a:ext>
            </a:extLst>
          </p:cNvPr>
          <p:cNvGrpSpPr/>
          <p:nvPr/>
        </p:nvGrpSpPr>
        <p:grpSpPr>
          <a:xfrm>
            <a:off x="3052203" y="4460141"/>
            <a:ext cx="139221" cy="187205"/>
            <a:chOff x="3052203" y="4370933"/>
            <a:chExt cx="139221" cy="187205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D4AE953-C8AE-78EE-FFEF-EF88FAD03B6C}"/>
                </a:ext>
              </a:extLst>
            </p:cNvPr>
            <p:cNvSpPr/>
            <p:nvPr/>
          </p:nvSpPr>
          <p:spPr>
            <a:xfrm>
              <a:off x="3119057" y="4370933"/>
              <a:ext cx="12700" cy="44450"/>
            </a:xfrm>
            <a:custGeom>
              <a:avLst/>
              <a:gdLst>
                <a:gd name="csX0" fmla="*/ 174 w 12700"/>
                <a:gd name="csY0" fmla="*/ 320 h 44450"/>
                <a:gd name="csX1" fmla="*/ 174 w 12700"/>
                <a:gd name="csY1" fmla="*/ 44770 h 444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44450">
                  <a:moveTo>
                    <a:pt x="174" y="320"/>
                  </a:moveTo>
                  <a:lnTo>
                    <a:pt x="174" y="44770"/>
                  </a:lnTo>
                </a:path>
              </a:pathLst>
            </a:custGeom>
            <a:solidFill>
              <a:srgbClr val="FFFFFF"/>
            </a:solidFill>
            <a:ln w="10160" cap="flat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6" name="Graphic 2">
              <a:extLst>
                <a:ext uri="{FF2B5EF4-FFF2-40B4-BE49-F238E27FC236}">
                  <a16:creationId xmlns:a16="http://schemas.microsoft.com/office/drawing/2014/main" id="{C4B60774-3931-9799-FB2D-A4D738AAF0E7}"/>
                </a:ext>
              </a:extLst>
            </p:cNvPr>
            <p:cNvGrpSpPr/>
            <p:nvPr/>
          </p:nvGrpSpPr>
          <p:grpSpPr>
            <a:xfrm>
              <a:off x="3052203" y="4462075"/>
              <a:ext cx="139221" cy="96063"/>
              <a:chOff x="3052203" y="4462075"/>
              <a:chExt cx="139221" cy="96063"/>
            </a:xfrm>
            <a:solidFill>
              <a:srgbClr val="FFFFFF"/>
            </a:solidFill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910B9CD8-AE6D-72D1-1060-E7351A701401}"/>
                  </a:ext>
                </a:extLst>
              </p:cNvPr>
              <p:cNvSpPr/>
              <p:nvPr/>
            </p:nvSpPr>
            <p:spPr>
              <a:xfrm flipV="1">
                <a:off x="3052203" y="4463742"/>
                <a:ext cx="55125" cy="92590"/>
              </a:xfrm>
              <a:custGeom>
                <a:avLst/>
                <a:gdLst>
                  <a:gd name="csX0" fmla="*/ -116 w 55125"/>
                  <a:gd name="csY0" fmla="*/ 8535 h 92590"/>
                  <a:gd name="csX1" fmla="*/ 20343 w 55125"/>
                  <a:gd name="csY1" fmla="*/ 8535 h 92590"/>
                  <a:gd name="csX2" fmla="*/ 20343 w 55125"/>
                  <a:gd name="csY2" fmla="*/ 79179 h 92590"/>
                  <a:gd name="csX3" fmla="*/ -1921 w 55125"/>
                  <a:gd name="csY3" fmla="*/ 74714 h 92590"/>
                  <a:gd name="csX4" fmla="*/ -1921 w 55125"/>
                  <a:gd name="csY4" fmla="*/ 86124 h 92590"/>
                  <a:gd name="csX5" fmla="*/ 20224 w 55125"/>
                  <a:gd name="csY5" fmla="*/ 90589 h 92590"/>
                  <a:gd name="csX6" fmla="*/ 32746 w 55125"/>
                  <a:gd name="csY6" fmla="*/ 90589 h 92590"/>
                  <a:gd name="csX7" fmla="*/ 32746 w 55125"/>
                  <a:gd name="csY7" fmla="*/ 8535 h 92590"/>
                  <a:gd name="csX8" fmla="*/ 53204 w 55125"/>
                  <a:gd name="csY8" fmla="*/ 8535 h 92590"/>
                  <a:gd name="csX9" fmla="*/ 53204 w 55125"/>
                  <a:gd name="csY9" fmla="*/ -2002 h 92590"/>
                  <a:gd name="csX10" fmla="*/ -116 w 55125"/>
                  <a:gd name="csY10" fmla="*/ -2002 h 92590"/>
                  <a:gd name="csX11" fmla="*/ -116 w 55125"/>
                  <a:gd name="csY11" fmla="*/ 8535 h 925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55125" h="92590">
                    <a:moveTo>
                      <a:pt x="-116" y="8535"/>
                    </a:moveTo>
                    <a:lnTo>
                      <a:pt x="20343" y="8535"/>
                    </a:lnTo>
                    <a:lnTo>
                      <a:pt x="20343" y="79179"/>
                    </a:lnTo>
                    <a:lnTo>
                      <a:pt x="-1921" y="74714"/>
                    </a:lnTo>
                    <a:lnTo>
                      <a:pt x="-1921" y="86124"/>
                    </a:lnTo>
                    <a:lnTo>
                      <a:pt x="20224" y="90589"/>
                    </a:lnTo>
                    <a:lnTo>
                      <a:pt x="32746" y="90589"/>
                    </a:lnTo>
                    <a:lnTo>
                      <a:pt x="32746" y="8535"/>
                    </a:lnTo>
                    <a:lnTo>
                      <a:pt x="53204" y="8535"/>
                    </a:lnTo>
                    <a:lnTo>
                      <a:pt x="53204" y="-2002"/>
                    </a:lnTo>
                    <a:lnTo>
                      <a:pt x="-116" y="-2002"/>
                    </a:lnTo>
                    <a:lnTo>
                      <a:pt x="-116" y="8535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C864381B-46A4-2707-2C09-09C9D7A84411}"/>
                  </a:ext>
                </a:extLst>
              </p:cNvPr>
              <p:cNvSpPr/>
              <p:nvPr/>
            </p:nvSpPr>
            <p:spPr>
              <a:xfrm flipV="1">
                <a:off x="3127428" y="4462075"/>
                <a:ext cx="63996" cy="96063"/>
              </a:xfrm>
              <a:custGeom>
                <a:avLst/>
                <a:gdLst>
                  <a:gd name="csX0" fmla="*/ 30130 w 63996"/>
                  <a:gd name="csY0" fmla="*/ 84144 h 96063"/>
                  <a:gd name="csX1" fmla="*/ 15585 w 63996"/>
                  <a:gd name="csY1" fmla="*/ 74619 h 96063"/>
                  <a:gd name="csX2" fmla="*/ 10723 w 63996"/>
                  <a:gd name="csY2" fmla="*/ 46004 h 96063"/>
                  <a:gd name="csX3" fmla="*/ 15585 w 63996"/>
                  <a:gd name="csY3" fmla="*/ 17449 h 96063"/>
                  <a:gd name="csX4" fmla="*/ 30130 w 63996"/>
                  <a:gd name="csY4" fmla="*/ 7924 h 96063"/>
                  <a:gd name="csX5" fmla="*/ 44735 w 63996"/>
                  <a:gd name="csY5" fmla="*/ 17449 h 96063"/>
                  <a:gd name="csX6" fmla="*/ 49617 w 63996"/>
                  <a:gd name="csY6" fmla="*/ 46004 h 96063"/>
                  <a:gd name="csX7" fmla="*/ 44735 w 63996"/>
                  <a:gd name="csY7" fmla="*/ 74619 h 96063"/>
                  <a:gd name="csX8" fmla="*/ 30130 w 63996"/>
                  <a:gd name="csY8" fmla="*/ 84144 h 96063"/>
                  <a:gd name="csX9" fmla="*/ 30130 w 63996"/>
                  <a:gd name="csY9" fmla="*/ 94065 h 96063"/>
                  <a:gd name="csX10" fmla="*/ 53923 w 63996"/>
                  <a:gd name="csY10" fmla="*/ 81742 h 96063"/>
                  <a:gd name="csX11" fmla="*/ 62138 w 63996"/>
                  <a:gd name="csY11" fmla="*/ 46004 h 96063"/>
                  <a:gd name="csX12" fmla="*/ 53923 w 63996"/>
                  <a:gd name="csY12" fmla="*/ 10305 h 96063"/>
                  <a:gd name="csX13" fmla="*/ 30130 w 63996"/>
                  <a:gd name="csY13" fmla="*/ -1998 h 96063"/>
                  <a:gd name="csX14" fmla="*/ 6358 w 63996"/>
                  <a:gd name="csY14" fmla="*/ 10305 h 96063"/>
                  <a:gd name="csX15" fmla="*/ -1858 w 63996"/>
                  <a:gd name="csY15" fmla="*/ 46004 h 96063"/>
                  <a:gd name="csX16" fmla="*/ 6358 w 63996"/>
                  <a:gd name="csY16" fmla="*/ 81742 h 96063"/>
                  <a:gd name="csX17" fmla="*/ 30130 w 63996"/>
                  <a:gd name="csY17" fmla="*/ 94065 h 9606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</a:cxnLst>
                <a:rect l="l" t="t" r="r" b="b"/>
                <a:pathLst>
                  <a:path w="63996" h="96063">
                    <a:moveTo>
                      <a:pt x="30130" y="84144"/>
                    </a:moveTo>
                    <a:cubicBezTo>
                      <a:pt x="23688" y="84144"/>
                      <a:pt x="18839" y="80969"/>
                      <a:pt x="15585" y="74619"/>
                    </a:cubicBezTo>
                    <a:cubicBezTo>
                      <a:pt x="12344" y="68282"/>
                      <a:pt x="10723" y="58744"/>
                      <a:pt x="10723" y="46004"/>
                    </a:cubicBezTo>
                    <a:cubicBezTo>
                      <a:pt x="10723" y="33317"/>
                      <a:pt x="12344" y="23799"/>
                      <a:pt x="15585" y="17449"/>
                    </a:cubicBezTo>
                    <a:cubicBezTo>
                      <a:pt x="18839" y="11099"/>
                      <a:pt x="23688" y="7924"/>
                      <a:pt x="30130" y="7924"/>
                    </a:cubicBezTo>
                    <a:cubicBezTo>
                      <a:pt x="36626" y="7924"/>
                      <a:pt x="41494" y="11099"/>
                      <a:pt x="44735" y="17449"/>
                    </a:cubicBezTo>
                    <a:cubicBezTo>
                      <a:pt x="47990" y="23799"/>
                      <a:pt x="49617" y="33317"/>
                      <a:pt x="49617" y="46004"/>
                    </a:cubicBezTo>
                    <a:cubicBezTo>
                      <a:pt x="49617" y="58744"/>
                      <a:pt x="47990" y="68282"/>
                      <a:pt x="44735" y="74619"/>
                    </a:cubicBezTo>
                    <a:cubicBezTo>
                      <a:pt x="41494" y="80969"/>
                      <a:pt x="36626" y="84144"/>
                      <a:pt x="30130" y="84144"/>
                    </a:cubicBezTo>
                    <a:close/>
                    <a:moveTo>
                      <a:pt x="30130" y="94065"/>
                    </a:moveTo>
                    <a:cubicBezTo>
                      <a:pt x="40515" y="94065"/>
                      <a:pt x="48446" y="89958"/>
                      <a:pt x="53923" y="81742"/>
                    </a:cubicBezTo>
                    <a:cubicBezTo>
                      <a:pt x="59400" y="73540"/>
                      <a:pt x="62138" y="61628"/>
                      <a:pt x="62138" y="46004"/>
                    </a:cubicBezTo>
                    <a:cubicBezTo>
                      <a:pt x="62138" y="30420"/>
                      <a:pt x="59400" y="18520"/>
                      <a:pt x="53923" y="10305"/>
                    </a:cubicBezTo>
                    <a:cubicBezTo>
                      <a:pt x="48446" y="2103"/>
                      <a:pt x="40515" y="-1998"/>
                      <a:pt x="30130" y="-1998"/>
                    </a:cubicBezTo>
                    <a:cubicBezTo>
                      <a:pt x="19759" y="-1998"/>
                      <a:pt x="11834" y="2103"/>
                      <a:pt x="6358" y="10305"/>
                    </a:cubicBezTo>
                    <a:cubicBezTo>
                      <a:pt x="881" y="18520"/>
                      <a:pt x="-1858" y="30420"/>
                      <a:pt x="-1858" y="46004"/>
                    </a:cubicBezTo>
                    <a:cubicBezTo>
                      <a:pt x="-1858" y="61628"/>
                      <a:pt x="881" y="73540"/>
                      <a:pt x="6358" y="81742"/>
                    </a:cubicBezTo>
                    <a:cubicBezTo>
                      <a:pt x="11834" y="89958"/>
                      <a:pt x="19759" y="94065"/>
                      <a:pt x="30130" y="94065"/>
                    </a:cubicBez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19" name="Graphic 2">
            <a:extLst>
              <a:ext uri="{FF2B5EF4-FFF2-40B4-BE49-F238E27FC236}">
                <a16:creationId xmlns:a16="http://schemas.microsoft.com/office/drawing/2014/main" id="{C50B9F1D-5848-A91A-293E-3F27C72A79B9}"/>
              </a:ext>
            </a:extLst>
          </p:cNvPr>
          <p:cNvGrpSpPr/>
          <p:nvPr/>
        </p:nvGrpSpPr>
        <p:grpSpPr>
          <a:xfrm>
            <a:off x="4080122" y="4460141"/>
            <a:ext cx="143864" cy="187205"/>
            <a:chOff x="4080122" y="4370933"/>
            <a:chExt cx="143864" cy="187205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05D116F3-BEF7-8BF6-F28A-7C09D206025B}"/>
                </a:ext>
              </a:extLst>
            </p:cNvPr>
            <p:cNvSpPr/>
            <p:nvPr/>
          </p:nvSpPr>
          <p:spPr>
            <a:xfrm>
              <a:off x="4151619" y="4370933"/>
              <a:ext cx="12700" cy="44450"/>
            </a:xfrm>
            <a:custGeom>
              <a:avLst/>
              <a:gdLst>
                <a:gd name="csX0" fmla="*/ 255 w 12700"/>
                <a:gd name="csY0" fmla="*/ 320 h 44450"/>
                <a:gd name="csX1" fmla="*/ 255 w 12700"/>
                <a:gd name="csY1" fmla="*/ 44770 h 444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44450">
                  <a:moveTo>
                    <a:pt x="255" y="320"/>
                  </a:moveTo>
                  <a:lnTo>
                    <a:pt x="255" y="44770"/>
                  </a:lnTo>
                </a:path>
              </a:pathLst>
            </a:custGeom>
            <a:solidFill>
              <a:srgbClr val="FFFFFF"/>
            </a:solidFill>
            <a:ln w="10160" cap="flat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1" name="Graphic 2">
              <a:extLst>
                <a:ext uri="{FF2B5EF4-FFF2-40B4-BE49-F238E27FC236}">
                  <a16:creationId xmlns:a16="http://schemas.microsoft.com/office/drawing/2014/main" id="{219478BC-E21E-B261-1674-E65004E8FC49}"/>
                </a:ext>
              </a:extLst>
            </p:cNvPr>
            <p:cNvGrpSpPr/>
            <p:nvPr/>
          </p:nvGrpSpPr>
          <p:grpSpPr>
            <a:xfrm>
              <a:off x="4080122" y="4462075"/>
              <a:ext cx="143864" cy="96063"/>
              <a:chOff x="4080122" y="4462075"/>
              <a:chExt cx="143864" cy="96063"/>
            </a:xfrm>
            <a:solidFill>
              <a:srgbClr val="FFFFFF"/>
            </a:solidFill>
          </p:grpSpPr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42D653A4-B872-0877-A329-F3A512DB1E93}"/>
                  </a:ext>
                </a:extLst>
              </p:cNvPr>
              <p:cNvSpPr/>
              <p:nvPr/>
            </p:nvSpPr>
            <p:spPr>
              <a:xfrm flipV="1">
                <a:off x="4080122" y="4462075"/>
                <a:ext cx="58777" cy="94257"/>
              </a:xfrm>
              <a:custGeom>
                <a:avLst/>
                <a:gdLst>
                  <a:gd name="csX0" fmla="*/ 13363 w 58777"/>
                  <a:gd name="csY0" fmla="*/ 8493 h 94257"/>
                  <a:gd name="csX1" fmla="*/ 57079 w 58777"/>
                  <a:gd name="csY1" fmla="*/ 8493 h 94257"/>
                  <a:gd name="csX2" fmla="*/ 57079 w 58777"/>
                  <a:gd name="csY2" fmla="*/ -2044 h 94257"/>
                  <a:gd name="csX3" fmla="*/ -1698 w 58777"/>
                  <a:gd name="csY3" fmla="*/ -2044 h 94257"/>
                  <a:gd name="csX4" fmla="*/ -1698 w 58777"/>
                  <a:gd name="csY4" fmla="*/ 8493 h 94257"/>
                  <a:gd name="csX5" fmla="*/ 17729 w 58777"/>
                  <a:gd name="csY5" fmla="*/ 28297 h 94257"/>
                  <a:gd name="csX6" fmla="*/ 33207 w 58777"/>
                  <a:gd name="csY6" fmla="*/ 44351 h 94257"/>
                  <a:gd name="csX7" fmla="*/ 41601 w 58777"/>
                  <a:gd name="csY7" fmla="*/ 55781 h 94257"/>
                  <a:gd name="csX8" fmla="*/ 44002 w 58777"/>
                  <a:gd name="csY8" fmla="*/ 64988 h 94257"/>
                  <a:gd name="csX9" fmla="*/ 38823 w 58777"/>
                  <a:gd name="csY9" fmla="*/ 77014 h 94257"/>
                  <a:gd name="csX10" fmla="*/ 25329 w 58777"/>
                  <a:gd name="csY10" fmla="*/ 81677 h 94257"/>
                  <a:gd name="csX11" fmla="*/ 12887 w 58777"/>
                  <a:gd name="csY11" fmla="*/ 79633 h 94257"/>
                  <a:gd name="csX12" fmla="*/ -1083 w 58777"/>
                  <a:gd name="csY12" fmla="*/ 73422 h 94257"/>
                  <a:gd name="csX13" fmla="*/ -1083 w 58777"/>
                  <a:gd name="csY13" fmla="*/ 86082 h 94257"/>
                  <a:gd name="csX14" fmla="*/ 13045 w 58777"/>
                  <a:gd name="csY14" fmla="*/ 90666 h 94257"/>
                  <a:gd name="csX15" fmla="*/ 25091 w 58777"/>
                  <a:gd name="csY15" fmla="*/ 92214 h 94257"/>
                  <a:gd name="csX16" fmla="*/ 48030 w 58777"/>
                  <a:gd name="csY16" fmla="*/ 85011 h 94257"/>
                  <a:gd name="csX17" fmla="*/ 56583 w 58777"/>
                  <a:gd name="csY17" fmla="*/ 65802 h 94257"/>
                  <a:gd name="csX18" fmla="*/ 54440 w 58777"/>
                  <a:gd name="csY18" fmla="*/ 54967 h 94257"/>
                  <a:gd name="csX19" fmla="*/ 46661 w 58777"/>
                  <a:gd name="csY19" fmla="*/ 42922 h 94257"/>
                  <a:gd name="csX20" fmla="*/ 36798 w 58777"/>
                  <a:gd name="csY20" fmla="*/ 32524 h 94257"/>
                  <a:gd name="csX21" fmla="*/ 13363 w 58777"/>
                  <a:gd name="csY21" fmla="*/ 8493 h 9425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</a:cxnLst>
                <a:rect l="l" t="t" r="r" b="b"/>
                <a:pathLst>
                  <a:path w="58777" h="94257">
                    <a:moveTo>
                      <a:pt x="13363" y="8493"/>
                    </a:moveTo>
                    <a:lnTo>
                      <a:pt x="57079" y="8493"/>
                    </a:lnTo>
                    <a:lnTo>
                      <a:pt x="57079" y="-2044"/>
                    </a:lnTo>
                    <a:lnTo>
                      <a:pt x="-1698" y="-2044"/>
                    </a:lnTo>
                    <a:lnTo>
                      <a:pt x="-1698" y="8493"/>
                    </a:lnTo>
                    <a:cubicBezTo>
                      <a:pt x="3051" y="13415"/>
                      <a:pt x="9527" y="20016"/>
                      <a:pt x="17729" y="28297"/>
                    </a:cubicBezTo>
                    <a:cubicBezTo>
                      <a:pt x="25944" y="36592"/>
                      <a:pt x="31103" y="41943"/>
                      <a:pt x="33207" y="44351"/>
                    </a:cubicBezTo>
                    <a:cubicBezTo>
                      <a:pt x="37215" y="48849"/>
                      <a:pt x="40013" y="52659"/>
                      <a:pt x="41601" y="55781"/>
                    </a:cubicBezTo>
                    <a:cubicBezTo>
                      <a:pt x="43201" y="58903"/>
                      <a:pt x="44002" y="61972"/>
                      <a:pt x="44002" y="64988"/>
                    </a:cubicBezTo>
                    <a:cubicBezTo>
                      <a:pt x="44002" y="69910"/>
                      <a:pt x="42275" y="73918"/>
                      <a:pt x="38823" y="77014"/>
                    </a:cubicBezTo>
                    <a:cubicBezTo>
                      <a:pt x="35370" y="80123"/>
                      <a:pt x="30872" y="81677"/>
                      <a:pt x="25329" y="81677"/>
                    </a:cubicBezTo>
                    <a:cubicBezTo>
                      <a:pt x="21400" y="81677"/>
                      <a:pt x="17252" y="80996"/>
                      <a:pt x="12887" y="79633"/>
                    </a:cubicBezTo>
                    <a:cubicBezTo>
                      <a:pt x="8534" y="78271"/>
                      <a:pt x="3878" y="76200"/>
                      <a:pt x="-1083" y="73422"/>
                    </a:cubicBezTo>
                    <a:lnTo>
                      <a:pt x="-1083" y="86082"/>
                    </a:lnTo>
                    <a:cubicBezTo>
                      <a:pt x="3957" y="88106"/>
                      <a:pt x="8667" y="89634"/>
                      <a:pt x="13045" y="90666"/>
                    </a:cubicBezTo>
                    <a:cubicBezTo>
                      <a:pt x="17438" y="91698"/>
                      <a:pt x="21453" y="92214"/>
                      <a:pt x="25091" y="92214"/>
                    </a:cubicBezTo>
                    <a:cubicBezTo>
                      <a:pt x="34682" y="92214"/>
                      <a:pt x="42328" y="89813"/>
                      <a:pt x="48030" y="85011"/>
                    </a:cubicBezTo>
                    <a:cubicBezTo>
                      <a:pt x="53732" y="80222"/>
                      <a:pt x="56583" y="73819"/>
                      <a:pt x="56583" y="65802"/>
                    </a:cubicBezTo>
                    <a:cubicBezTo>
                      <a:pt x="56583" y="61992"/>
                      <a:pt x="55868" y="58381"/>
                      <a:pt x="54440" y="54967"/>
                    </a:cubicBezTo>
                    <a:cubicBezTo>
                      <a:pt x="53024" y="51567"/>
                      <a:pt x="50431" y="47552"/>
                      <a:pt x="46661" y="42922"/>
                    </a:cubicBezTo>
                    <a:cubicBezTo>
                      <a:pt x="45629" y="41718"/>
                      <a:pt x="42341" y="38252"/>
                      <a:pt x="36798" y="32524"/>
                    </a:cubicBezTo>
                    <a:cubicBezTo>
                      <a:pt x="31269" y="26796"/>
                      <a:pt x="23457" y="18786"/>
                      <a:pt x="13363" y="8493"/>
                    </a:cubicBez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F6E03CEC-B4A3-46A5-E5A7-161DD4DCD5A6}"/>
                  </a:ext>
                </a:extLst>
              </p:cNvPr>
              <p:cNvSpPr/>
              <p:nvPr/>
            </p:nvSpPr>
            <p:spPr>
              <a:xfrm flipV="1">
                <a:off x="4159991" y="4462075"/>
                <a:ext cx="63996" cy="96063"/>
              </a:xfrm>
              <a:custGeom>
                <a:avLst/>
                <a:gdLst>
                  <a:gd name="csX0" fmla="*/ 30212 w 63996"/>
                  <a:gd name="csY0" fmla="*/ 84144 h 96063"/>
                  <a:gd name="csX1" fmla="*/ 15666 w 63996"/>
                  <a:gd name="csY1" fmla="*/ 74619 h 96063"/>
                  <a:gd name="csX2" fmla="*/ 10805 w 63996"/>
                  <a:gd name="csY2" fmla="*/ 46004 h 96063"/>
                  <a:gd name="csX3" fmla="*/ 15666 w 63996"/>
                  <a:gd name="csY3" fmla="*/ 17449 h 96063"/>
                  <a:gd name="csX4" fmla="*/ 30212 w 63996"/>
                  <a:gd name="csY4" fmla="*/ 7924 h 96063"/>
                  <a:gd name="csX5" fmla="*/ 44817 w 63996"/>
                  <a:gd name="csY5" fmla="*/ 17449 h 96063"/>
                  <a:gd name="csX6" fmla="*/ 49698 w 63996"/>
                  <a:gd name="csY6" fmla="*/ 46004 h 96063"/>
                  <a:gd name="csX7" fmla="*/ 44817 w 63996"/>
                  <a:gd name="csY7" fmla="*/ 74619 h 96063"/>
                  <a:gd name="csX8" fmla="*/ 30212 w 63996"/>
                  <a:gd name="csY8" fmla="*/ 84144 h 96063"/>
                  <a:gd name="csX9" fmla="*/ 30212 w 63996"/>
                  <a:gd name="csY9" fmla="*/ 94065 h 96063"/>
                  <a:gd name="csX10" fmla="*/ 54004 w 63996"/>
                  <a:gd name="csY10" fmla="*/ 81742 h 96063"/>
                  <a:gd name="csX11" fmla="*/ 62220 w 63996"/>
                  <a:gd name="csY11" fmla="*/ 46004 h 96063"/>
                  <a:gd name="csX12" fmla="*/ 54004 w 63996"/>
                  <a:gd name="csY12" fmla="*/ 10305 h 96063"/>
                  <a:gd name="csX13" fmla="*/ 30212 w 63996"/>
                  <a:gd name="csY13" fmla="*/ -1998 h 96063"/>
                  <a:gd name="csX14" fmla="*/ 6439 w 63996"/>
                  <a:gd name="csY14" fmla="*/ 10305 h 96063"/>
                  <a:gd name="csX15" fmla="*/ -1776 w 63996"/>
                  <a:gd name="csY15" fmla="*/ 46004 h 96063"/>
                  <a:gd name="csX16" fmla="*/ 6439 w 63996"/>
                  <a:gd name="csY16" fmla="*/ 81742 h 96063"/>
                  <a:gd name="csX17" fmla="*/ 30212 w 63996"/>
                  <a:gd name="csY17" fmla="*/ 94065 h 9606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</a:cxnLst>
                <a:rect l="l" t="t" r="r" b="b"/>
                <a:pathLst>
                  <a:path w="63996" h="96063">
                    <a:moveTo>
                      <a:pt x="30212" y="84144"/>
                    </a:moveTo>
                    <a:cubicBezTo>
                      <a:pt x="23769" y="84144"/>
                      <a:pt x="18921" y="80969"/>
                      <a:pt x="15666" y="74619"/>
                    </a:cubicBezTo>
                    <a:cubicBezTo>
                      <a:pt x="12425" y="68282"/>
                      <a:pt x="10805" y="58744"/>
                      <a:pt x="10805" y="46004"/>
                    </a:cubicBezTo>
                    <a:cubicBezTo>
                      <a:pt x="10805" y="33317"/>
                      <a:pt x="12425" y="23799"/>
                      <a:pt x="15666" y="17449"/>
                    </a:cubicBezTo>
                    <a:cubicBezTo>
                      <a:pt x="18921" y="11099"/>
                      <a:pt x="23769" y="7924"/>
                      <a:pt x="30212" y="7924"/>
                    </a:cubicBezTo>
                    <a:cubicBezTo>
                      <a:pt x="36707" y="7924"/>
                      <a:pt x="41576" y="11099"/>
                      <a:pt x="44817" y="17449"/>
                    </a:cubicBezTo>
                    <a:cubicBezTo>
                      <a:pt x="48071" y="23799"/>
                      <a:pt x="49698" y="33317"/>
                      <a:pt x="49698" y="46004"/>
                    </a:cubicBezTo>
                    <a:cubicBezTo>
                      <a:pt x="49698" y="58744"/>
                      <a:pt x="48071" y="68282"/>
                      <a:pt x="44817" y="74619"/>
                    </a:cubicBezTo>
                    <a:cubicBezTo>
                      <a:pt x="41576" y="80969"/>
                      <a:pt x="36707" y="84144"/>
                      <a:pt x="30212" y="84144"/>
                    </a:cubicBezTo>
                    <a:close/>
                    <a:moveTo>
                      <a:pt x="30212" y="94065"/>
                    </a:moveTo>
                    <a:cubicBezTo>
                      <a:pt x="40597" y="94065"/>
                      <a:pt x="48527" y="89958"/>
                      <a:pt x="54004" y="81742"/>
                    </a:cubicBezTo>
                    <a:cubicBezTo>
                      <a:pt x="59481" y="73540"/>
                      <a:pt x="62220" y="61628"/>
                      <a:pt x="62220" y="46004"/>
                    </a:cubicBezTo>
                    <a:cubicBezTo>
                      <a:pt x="62220" y="30420"/>
                      <a:pt x="59481" y="18520"/>
                      <a:pt x="54004" y="10305"/>
                    </a:cubicBezTo>
                    <a:cubicBezTo>
                      <a:pt x="48527" y="2103"/>
                      <a:pt x="40597" y="-1998"/>
                      <a:pt x="30212" y="-1998"/>
                    </a:cubicBezTo>
                    <a:cubicBezTo>
                      <a:pt x="19840" y="-1998"/>
                      <a:pt x="11916" y="2103"/>
                      <a:pt x="6439" y="10305"/>
                    </a:cubicBezTo>
                    <a:cubicBezTo>
                      <a:pt x="962" y="18520"/>
                      <a:pt x="-1776" y="30420"/>
                      <a:pt x="-1776" y="46004"/>
                    </a:cubicBezTo>
                    <a:cubicBezTo>
                      <a:pt x="-1776" y="61628"/>
                      <a:pt x="962" y="73540"/>
                      <a:pt x="6439" y="81742"/>
                    </a:cubicBezTo>
                    <a:cubicBezTo>
                      <a:pt x="11916" y="89958"/>
                      <a:pt x="19840" y="94065"/>
                      <a:pt x="30212" y="94065"/>
                    </a:cubicBez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24" name="Graphic 2">
            <a:extLst>
              <a:ext uri="{FF2B5EF4-FFF2-40B4-BE49-F238E27FC236}">
                <a16:creationId xmlns:a16="http://schemas.microsoft.com/office/drawing/2014/main" id="{F071A042-C7F2-368B-E288-4FF1E3CE78E8}"/>
              </a:ext>
            </a:extLst>
          </p:cNvPr>
          <p:cNvGrpSpPr/>
          <p:nvPr/>
        </p:nvGrpSpPr>
        <p:grpSpPr>
          <a:xfrm>
            <a:off x="5113062" y="4460141"/>
            <a:ext cx="143487" cy="187205"/>
            <a:chOff x="5113062" y="4370933"/>
            <a:chExt cx="143487" cy="187205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54C974B-2373-F336-0769-1D314ECFD49F}"/>
                </a:ext>
              </a:extLst>
            </p:cNvPr>
            <p:cNvSpPr/>
            <p:nvPr/>
          </p:nvSpPr>
          <p:spPr>
            <a:xfrm>
              <a:off x="5184182" y="4370933"/>
              <a:ext cx="12700" cy="44450"/>
            </a:xfrm>
            <a:custGeom>
              <a:avLst/>
              <a:gdLst>
                <a:gd name="csX0" fmla="*/ 336 w 12700"/>
                <a:gd name="csY0" fmla="*/ 320 h 44450"/>
                <a:gd name="csX1" fmla="*/ 336 w 12700"/>
                <a:gd name="csY1" fmla="*/ 44770 h 444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44450">
                  <a:moveTo>
                    <a:pt x="336" y="320"/>
                  </a:moveTo>
                  <a:lnTo>
                    <a:pt x="336" y="44770"/>
                  </a:lnTo>
                </a:path>
              </a:pathLst>
            </a:custGeom>
            <a:solidFill>
              <a:srgbClr val="FFFFFF"/>
            </a:solidFill>
            <a:ln w="10160" cap="flat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6" name="Graphic 2">
              <a:extLst>
                <a:ext uri="{FF2B5EF4-FFF2-40B4-BE49-F238E27FC236}">
                  <a16:creationId xmlns:a16="http://schemas.microsoft.com/office/drawing/2014/main" id="{0E49B876-1480-FC3E-E142-26EEE9B568CB}"/>
                </a:ext>
              </a:extLst>
            </p:cNvPr>
            <p:cNvGrpSpPr/>
            <p:nvPr/>
          </p:nvGrpSpPr>
          <p:grpSpPr>
            <a:xfrm>
              <a:off x="5113062" y="4462075"/>
              <a:ext cx="143487" cy="96063"/>
              <a:chOff x="5113062" y="4462075"/>
              <a:chExt cx="143487" cy="96063"/>
            </a:xfrm>
            <a:solidFill>
              <a:srgbClr val="FFFFFF"/>
            </a:solidFill>
          </p:grpSpPr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456F9FCE-1E72-AFE2-03ED-61F0E3A10B92}"/>
                  </a:ext>
                </a:extLst>
              </p:cNvPr>
              <p:cNvSpPr/>
              <p:nvPr/>
            </p:nvSpPr>
            <p:spPr>
              <a:xfrm flipV="1">
                <a:off x="5113062" y="4462075"/>
                <a:ext cx="60940" cy="96063"/>
              </a:xfrm>
              <a:custGeom>
                <a:avLst/>
                <a:gdLst>
                  <a:gd name="csX0" fmla="*/ 40160 w 60940"/>
                  <a:gd name="csY0" fmla="*/ 49735 h 96063"/>
                  <a:gd name="csX1" fmla="*/ 54190 w 60940"/>
                  <a:gd name="csY1" fmla="*/ 41718 h 96063"/>
                  <a:gd name="csX2" fmla="*/ 59250 w 60940"/>
                  <a:gd name="csY2" fmla="*/ 26716 h 96063"/>
                  <a:gd name="csX3" fmla="*/ 49824 w 60940"/>
                  <a:gd name="csY3" fmla="*/ 5503 h 96063"/>
                  <a:gd name="csX4" fmla="*/ 23035 w 60940"/>
                  <a:gd name="csY4" fmla="*/ -1998 h 96063"/>
                  <a:gd name="csX5" fmla="*/ 11049 w 60940"/>
                  <a:gd name="csY5" fmla="*/ -847 h 96063"/>
                  <a:gd name="csX6" fmla="*/ -1690 w 60940"/>
                  <a:gd name="csY6" fmla="*/ 2606 h 96063"/>
                  <a:gd name="csX7" fmla="*/ -1690 w 60940"/>
                  <a:gd name="csY7" fmla="*/ 14690 h 96063"/>
                  <a:gd name="csX8" fmla="*/ 9700 w 60940"/>
                  <a:gd name="csY8" fmla="*/ 10107 h 96063"/>
                  <a:gd name="csX9" fmla="*/ 22678 w 60940"/>
                  <a:gd name="csY9" fmla="*/ 8559 h 96063"/>
                  <a:gd name="csX10" fmla="*/ 40616 w 60940"/>
                  <a:gd name="csY10" fmla="*/ 13202 h 96063"/>
                  <a:gd name="csX11" fmla="*/ 46788 w 60940"/>
                  <a:gd name="csY11" fmla="*/ 26716 h 96063"/>
                  <a:gd name="csX12" fmla="*/ 41053 w 60940"/>
                  <a:gd name="csY12" fmla="*/ 39515 h 96063"/>
                  <a:gd name="csX13" fmla="*/ 25099 w 60940"/>
                  <a:gd name="csY13" fmla="*/ 44139 h 96063"/>
                  <a:gd name="csX14" fmla="*/ 14304 w 60940"/>
                  <a:gd name="csY14" fmla="*/ 44139 h 96063"/>
                  <a:gd name="csX15" fmla="*/ 14304 w 60940"/>
                  <a:gd name="csY15" fmla="*/ 54437 h 96063"/>
                  <a:gd name="csX16" fmla="*/ 25595 w 60940"/>
                  <a:gd name="csY16" fmla="*/ 54437 h 96063"/>
                  <a:gd name="csX17" fmla="*/ 39723 w 60940"/>
                  <a:gd name="csY17" fmla="*/ 58128 h 96063"/>
                  <a:gd name="csX18" fmla="*/ 44625 w 60940"/>
                  <a:gd name="csY18" fmla="*/ 68765 h 96063"/>
                  <a:gd name="csX19" fmla="*/ 39565 w 60940"/>
                  <a:gd name="csY19" fmla="*/ 79699 h 96063"/>
                  <a:gd name="csX20" fmla="*/ 25099 w 60940"/>
                  <a:gd name="csY20" fmla="*/ 83528 h 96063"/>
                  <a:gd name="csX21" fmla="*/ 14046 w 60940"/>
                  <a:gd name="csY21" fmla="*/ 82397 h 96063"/>
                  <a:gd name="csX22" fmla="*/ 1088 w 60940"/>
                  <a:gd name="csY22" fmla="*/ 78945 h 96063"/>
                  <a:gd name="csX23" fmla="*/ 1088 w 60940"/>
                  <a:gd name="csY23" fmla="*/ 90097 h 96063"/>
                  <a:gd name="csX24" fmla="*/ 14462 w 60940"/>
                  <a:gd name="csY24" fmla="*/ 93073 h 96063"/>
                  <a:gd name="csX25" fmla="*/ 26210 w 60940"/>
                  <a:gd name="csY25" fmla="*/ 94065 h 96063"/>
                  <a:gd name="csX26" fmla="*/ 48772 w 60940"/>
                  <a:gd name="csY26" fmla="*/ 87577 h 96063"/>
                  <a:gd name="csX27" fmla="*/ 57087 w 60940"/>
                  <a:gd name="csY27" fmla="*/ 70074 h 96063"/>
                  <a:gd name="csX28" fmla="*/ 52681 w 60940"/>
                  <a:gd name="csY28" fmla="*/ 57077 h 96063"/>
                  <a:gd name="csX29" fmla="*/ 40160 w 60940"/>
                  <a:gd name="csY29" fmla="*/ 49735 h 9606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</a:cxnLst>
                <a:rect l="l" t="t" r="r" b="b"/>
                <a:pathLst>
                  <a:path w="60940" h="96063">
                    <a:moveTo>
                      <a:pt x="40160" y="49735"/>
                    </a:moveTo>
                    <a:cubicBezTo>
                      <a:pt x="46153" y="48451"/>
                      <a:pt x="50829" y="45779"/>
                      <a:pt x="54190" y="41718"/>
                    </a:cubicBezTo>
                    <a:cubicBezTo>
                      <a:pt x="57563" y="37670"/>
                      <a:pt x="59250" y="32669"/>
                      <a:pt x="59250" y="26716"/>
                    </a:cubicBezTo>
                    <a:cubicBezTo>
                      <a:pt x="59250" y="17588"/>
                      <a:pt x="56108" y="10517"/>
                      <a:pt x="49824" y="5503"/>
                    </a:cubicBezTo>
                    <a:cubicBezTo>
                      <a:pt x="43540" y="502"/>
                      <a:pt x="34610" y="-1998"/>
                      <a:pt x="23035" y="-1998"/>
                    </a:cubicBezTo>
                    <a:cubicBezTo>
                      <a:pt x="19159" y="-1998"/>
                      <a:pt x="15163" y="-1614"/>
                      <a:pt x="11049" y="-847"/>
                    </a:cubicBezTo>
                    <a:cubicBezTo>
                      <a:pt x="6935" y="-80"/>
                      <a:pt x="2688" y="1071"/>
                      <a:pt x="-1690" y="2606"/>
                    </a:cubicBezTo>
                    <a:lnTo>
                      <a:pt x="-1690" y="14690"/>
                    </a:lnTo>
                    <a:cubicBezTo>
                      <a:pt x="1776" y="12666"/>
                      <a:pt x="5572" y="11138"/>
                      <a:pt x="9700" y="10107"/>
                    </a:cubicBezTo>
                    <a:cubicBezTo>
                      <a:pt x="13841" y="9075"/>
                      <a:pt x="18166" y="8559"/>
                      <a:pt x="22678" y="8559"/>
                    </a:cubicBezTo>
                    <a:cubicBezTo>
                      <a:pt x="30523" y="8559"/>
                      <a:pt x="36502" y="10107"/>
                      <a:pt x="40616" y="13202"/>
                    </a:cubicBezTo>
                    <a:cubicBezTo>
                      <a:pt x="44731" y="16298"/>
                      <a:pt x="46788" y="20802"/>
                      <a:pt x="46788" y="26716"/>
                    </a:cubicBezTo>
                    <a:cubicBezTo>
                      <a:pt x="46788" y="32179"/>
                      <a:pt x="44876" y="36446"/>
                      <a:pt x="41053" y="39515"/>
                    </a:cubicBezTo>
                    <a:cubicBezTo>
                      <a:pt x="37230" y="42597"/>
                      <a:pt x="31912" y="44139"/>
                      <a:pt x="25099" y="44139"/>
                    </a:cubicBezTo>
                    <a:lnTo>
                      <a:pt x="14304" y="44139"/>
                    </a:lnTo>
                    <a:lnTo>
                      <a:pt x="14304" y="54437"/>
                    </a:lnTo>
                    <a:lnTo>
                      <a:pt x="25595" y="54437"/>
                    </a:lnTo>
                    <a:cubicBezTo>
                      <a:pt x="31746" y="54437"/>
                      <a:pt x="36456" y="55668"/>
                      <a:pt x="39723" y="58128"/>
                    </a:cubicBezTo>
                    <a:cubicBezTo>
                      <a:pt x="42991" y="60589"/>
                      <a:pt x="44625" y="64134"/>
                      <a:pt x="44625" y="68765"/>
                    </a:cubicBezTo>
                    <a:cubicBezTo>
                      <a:pt x="44625" y="73514"/>
                      <a:pt x="42938" y="77159"/>
                      <a:pt x="39565" y="79699"/>
                    </a:cubicBezTo>
                    <a:cubicBezTo>
                      <a:pt x="36204" y="82252"/>
                      <a:pt x="31382" y="83528"/>
                      <a:pt x="25099" y="83528"/>
                    </a:cubicBezTo>
                    <a:cubicBezTo>
                      <a:pt x="21659" y="83528"/>
                      <a:pt x="17975" y="83151"/>
                      <a:pt x="14046" y="82397"/>
                    </a:cubicBezTo>
                    <a:cubicBezTo>
                      <a:pt x="10117" y="81656"/>
                      <a:pt x="5797" y="80506"/>
                      <a:pt x="1088" y="78945"/>
                    </a:cubicBezTo>
                    <a:lnTo>
                      <a:pt x="1088" y="90097"/>
                    </a:lnTo>
                    <a:cubicBezTo>
                      <a:pt x="5850" y="91420"/>
                      <a:pt x="10308" y="92412"/>
                      <a:pt x="14462" y="93073"/>
                    </a:cubicBezTo>
                    <a:cubicBezTo>
                      <a:pt x="18616" y="93735"/>
                      <a:pt x="22532" y="94065"/>
                      <a:pt x="26210" y="94065"/>
                    </a:cubicBezTo>
                    <a:cubicBezTo>
                      <a:pt x="35722" y="94065"/>
                      <a:pt x="43242" y="91902"/>
                      <a:pt x="48772" y="87577"/>
                    </a:cubicBezTo>
                    <a:cubicBezTo>
                      <a:pt x="54315" y="83264"/>
                      <a:pt x="57087" y="77430"/>
                      <a:pt x="57087" y="70074"/>
                    </a:cubicBezTo>
                    <a:cubicBezTo>
                      <a:pt x="57087" y="64941"/>
                      <a:pt x="55618" y="60609"/>
                      <a:pt x="52681" y="57077"/>
                    </a:cubicBezTo>
                    <a:cubicBezTo>
                      <a:pt x="49745" y="53545"/>
                      <a:pt x="45571" y="51097"/>
                      <a:pt x="40160" y="497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4A01AE48-68B8-0786-3136-665D10B44D50}"/>
                  </a:ext>
                </a:extLst>
              </p:cNvPr>
              <p:cNvSpPr/>
              <p:nvPr/>
            </p:nvSpPr>
            <p:spPr>
              <a:xfrm flipV="1">
                <a:off x="5192554" y="4462075"/>
                <a:ext cx="63996" cy="96063"/>
              </a:xfrm>
              <a:custGeom>
                <a:avLst/>
                <a:gdLst>
                  <a:gd name="csX0" fmla="*/ 30293 w 63996"/>
                  <a:gd name="csY0" fmla="*/ 84144 h 96063"/>
                  <a:gd name="csX1" fmla="*/ 15748 w 63996"/>
                  <a:gd name="csY1" fmla="*/ 74619 h 96063"/>
                  <a:gd name="csX2" fmla="*/ 10886 w 63996"/>
                  <a:gd name="csY2" fmla="*/ 46004 h 96063"/>
                  <a:gd name="csX3" fmla="*/ 15748 w 63996"/>
                  <a:gd name="csY3" fmla="*/ 17449 h 96063"/>
                  <a:gd name="csX4" fmla="*/ 30293 w 63996"/>
                  <a:gd name="csY4" fmla="*/ 7924 h 96063"/>
                  <a:gd name="csX5" fmla="*/ 44898 w 63996"/>
                  <a:gd name="csY5" fmla="*/ 17449 h 96063"/>
                  <a:gd name="csX6" fmla="*/ 49780 w 63996"/>
                  <a:gd name="csY6" fmla="*/ 46004 h 96063"/>
                  <a:gd name="csX7" fmla="*/ 44898 w 63996"/>
                  <a:gd name="csY7" fmla="*/ 74619 h 96063"/>
                  <a:gd name="csX8" fmla="*/ 30293 w 63996"/>
                  <a:gd name="csY8" fmla="*/ 84144 h 96063"/>
                  <a:gd name="csX9" fmla="*/ 30293 w 63996"/>
                  <a:gd name="csY9" fmla="*/ 94065 h 96063"/>
                  <a:gd name="csX10" fmla="*/ 54086 w 63996"/>
                  <a:gd name="csY10" fmla="*/ 81742 h 96063"/>
                  <a:gd name="csX11" fmla="*/ 62301 w 63996"/>
                  <a:gd name="csY11" fmla="*/ 46004 h 96063"/>
                  <a:gd name="csX12" fmla="*/ 54086 w 63996"/>
                  <a:gd name="csY12" fmla="*/ 10305 h 96063"/>
                  <a:gd name="csX13" fmla="*/ 30293 w 63996"/>
                  <a:gd name="csY13" fmla="*/ -1998 h 96063"/>
                  <a:gd name="csX14" fmla="*/ 6520 w 63996"/>
                  <a:gd name="csY14" fmla="*/ 10305 h 96063"/>
                  <a:gd name="csX15" fmla="*/ -1695 w 63996"/>
                  <a:gd name="csY15" fmla="*/ 46004 h 96063"/>
                  <a:gd name="csX16" fmla="*/ 6520 w 63996"/>
                  <a:gd name="csY16" fmla="*/ 81742 h 96063"/>
                  <a:gd name="csX17" fmla="*/ 30293 w 63996"/>
                  <a:gd name="csY17" fmla="*/ 94065 h 9606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</a:cxnLst>
                <a:rect l="l" t="t" r="r" b="b"/>
                <a:pathLst>
                  <a:path w="63996" h="96063">
                    <a:moveTo>
                      <a:pt x="30293" y="84144"/>
                    </a:moveTo>
                    <a:cubicBezTo>
                      <a:pt x="23850" y="84144"/>
                      <a:pt x="19002" y="80969"/>
                      <a:pt x="15748" y="74619"/>
                    </a:cubicBezTo>
                    <a:cubicBezTo>
                      <a:pt x="12506" y="68282"/>
                      <a:pt x="10886" y="58744"/>
                      <a:pt x="10886" y="46004"/>
                    </a:cubicBezTo>
                    <a:cubicBezTo>
                      <a:pt x="10886" y="33317"/>
                      <a:pt x="12506" y="23799"/>
                      <a:pt x="15748" y="17449"/>
                    </a:cubicBezTo>
                    <a:cubicBezTo>
                      <a:pt x="19002" y="11099"/>
                      <a:pt x="23850" y="7924"/>
                      <a:pt x="30293" y="7924"/>
                    </a:cubicBezTo>
                    <a:cubicBezTo>
                      <a:pt x="36789" y="7924"/>
                      <a:pt x="41657" y="11099"/>
                      <a:pt x="44898" y="17449"/>
                    </a:cubicBezTo>
                    <a:cubicBezTo>
                      <a:pt x="48152" y="23799"/>
                      <a:pt x="49780" y="33317"/>
                      <a:pt x="49780" y="46004"/>
                    </a:cubicBezTo>
                    <a:cubicBezTo>
                      <a:pt x="49780" y="58744"/>
                      <a:pt x="48152" y="68282"/>
                      <a:pt x="44898" y="74619"/>
                    </a:cubicBezTo>
                    <a:cubicBezTo>
                      <a:pt x="41657" y="80969"/>
                      <a:pt x="36789" y="84144"/>
                      <a:pt x="30293" y="84144"/>
                    </a:cubicBezTo>
                    <a:close/>
                    <a:moveTo>
                      <a:pt x="30293" y="94065"/>
                    </a:moveTo>
                    <a:cubicBezTo>
                      <a:pt x="40678" y="94065"/>
                      <a:pt x="48609" y="89958"/>
                      <a:pt x="54086" y="81742"/>
                    </a:cubicBezTo>
                    <a:cubicBezTo>
                      <a:pt x="59563" y="73540"/>
                      <a:pt x="62301" y="61628"/>
                      <a:pt x="62301" y="46004"/>
                    </a:cubicBezTo>
                    <a:cubicBezTo>
                      <a:pt x="62301" y="30420"/>
                      <a:pt x="59563" y="18520"/>
                      <a:pt x="54086" y="10305"/>
                    </a:cubicBezTo>
                    <a:cubicBezTo>
                      <a:pt x="48609" y="2103"/>
                      <a:pt x="40678" y="-1998"/>
                      <a:pt x="30293" y="-1998"/>
                    </a:cubicBezTo>
                    <a:cubicBezTo>
                      <a:pt x="19921" y="-1998"/>
                      <a:pt x="11997" y="2103"/>
                      <a:pt x="6520" y="10305"/>
                    </a:cubicBezTo>
                    <a:cubicBezTo>
                      <a:pt x="1043" y="18520"/>
                      <a:pt x="-1695" y="30420"/>
                      <a:pt x="-1695" y="46004"/>
                    </a:cubicBezTo>
                    <a:cubicBezTo>
                      <a:pt x="-1695" y="61628"/>
                      <a:pt x="1043" y="73540"/>
                      <a:pt x="6520" y="81742"/>
                    </a:cubicBezTo>
                    <a:cubicBezTo>
                      <a:pt x="11997" y="89958"/>
                      <a:pt x="19921" y="94065"/>
                      <a:pt x="30293" y="94065"/>
                    </a:cubicBez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29" name="Graphic 2">
            <a:extLst>
              <a:ext uri="{FF2B5EF4-FFF2-40B4-BE49-F238E27FC236}">
                <a16:creationId xmlns:a16="http://schemas.microsoft.com/office/drawing/2014/main" id="{6EAE3AE1-524C-96CA-0588-21DF6FE72F1B}"/>
              </a:ext>
            </a:extLst>
          </p:cNvPr>
          <p:cNvGrpSpPr/>
          <p:nvPr/>
        </p:nvGrpSpPr>
        <p:grpSpPr>
          <a:xfrm>
            <a:off x="6142152" y="4460141"/>
            <a:ext cx="146960" cy="187205"/>
            <a:chOff x="6142152" y="4370933"/>
            <a:chExt cx="146960" cy="187205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40A50BE-B8F2-1EF6-5AFF-ABC6882187B1}"/>
                </a:ext>
              </a:extLst>
            </p:cNvPr>
            <p:cNvSpPr/>
            <p:nvPr/>
          </p:nvSpPr>
          <p:spPr>
            <a:xfrm>
              <a:off x="6216745" y="4370933"/>
              <a:ext cx="12700" cy="44450"/>
            </a:xfrm>
            <a:custGeom>
              <a:avLst/>
              <a:gdLst>
                <a:gd name="csX0" fmla="*/ 418 w 12700"/>
                <a:gd name="csY0" fmla="*/ 320 h 44450"/>
                <a:gd name="csX1" fmla="*/ 418 w 12700"/>
                <a:gd name="csY1" fmla="*/ 44770 h 444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44450">
                  <a:moveTo>
                    <a:pt x="418" y="320"/>
                  </a:moveTo>
                  <a:lnTo>
                    <a:pt x="418" y="44770"/>
                  </a:lnTo>
                </a:path>
              </a:pathLst>
            </a:custGeom>
            <a:solidFill>
              <a:srgbClr val="FFFFFF"/>
            </a:solidFill>
            <a:ln w="10160" cap="flat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31" name="Graphic 2">
              <a:extLst>
                <a:ext uri="{FF2B5EF4-FFF2-40B4-BE49-F238E27FC236}">
                  <a16:creationId xmlns:a16="http://schemas.microsoft.com/office/drawing/2014/main" id="{F0700C44-6DFD-CA25-65D4-C9F46F596C92}"/>
                </a:ext>
              </a:extLst>
            </p:cNvPr>
            <p:cNvGrpSpPr/>
            <p:nvPr/>
          </p:nvGrpSpPr>
          <p:grpSpPr>
            <a:xfrm>
              <a:off x="6142152" y="4462075"/>
              <a:ext cx="146960" cy="96063"/>
              <a:chOff x="6142152" y="4462075"/>
              <a:chExt cx="146960" cy="96063"/>
            </a:xfrm>
            <a:solidFill>
              <a:srgbClr val="FFFFFF"/>
            </a:solidFill>
          </p:grpSpPr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E4D5353D-D008-2264-9AC3-B9E52230BF07}"/>
                  </a:ext>
                </a:extLst>
              </p:cNvPr>
              <p:cNvSpPr/>
              <p:nvPr/>
            </p:nvSpPr>
            <p:spPr>
              <a:xfrm flipV="1">
                <a:off x="6142152" y="4463742"/>
                <a:ext cx="67468" cy="92590"/>
              </a:xfrm>
              <a:custGeom>
                <a:avLst/>
                <a:gdLst>
                  <a:gd name="csX0" fmla="*/ 40192 w 67468"/>
                  <a:gd name="csY0" fmla="*/ 79675 h 92590"/>
                  <a:gd name="csX1" fmla="*/ 8561 w 67468"/>
                  <a:gd name="csY1" fmla="*/ 30244 h 92590"/>
                  <a:gd name="csX2" fmla="*/ 40192 w 67468"/>
                  <a:gd name="csY2" fmla="*/ 30244 h 92590"/>
                  <a:gd name="csX3" fmla="*/ 40192 w 67468"/>
                  <a:gd name="csY3" fmla="*/ 79675 h 92590"/>
                  <a:gd name="csX4" fmla="*/ 36898 w 67468"/>
                  <a:gd name="csY4" fmla="*/ 90589 h 92590"/>
                  <a:gd name="csX5" fmla="*/ 52654 w 67468"/>
                  <a:gd name="csY5" fmla="*/ 90589 h 92590"/>
                  <a:gd name="csX6" fmla="*/ 52654 w 67468"/>
                  <a:gd name="csY6" fmla="*/ 30244 h 92590"/>
                  <a:gd name="csX7" fmla="*/ 65870 w 67468"/>
                  <a:gd name="csY7" fmla="*/ 30244 h 92590"/>
                  <a:gd name="csX8" fmla="*/ 65870 w 67468"/>
                  <a:gd name="csY8" fmla="*/ 19826 h 92590"/>
                  <a:gd name="csX9" fmla="*/ 52654 w 67468"/>
                  <a:gd name="csY9" fmla="*/ 19826 h 92590"/>
                  <a:gd name="csX10" fmla="*/ 52654 w 67468"/>
                  <a:gd name="csY10" fmla="*/ -2002 h 92590"/>
                  <a:gd name="csX11" fmla="*/ 40192 w 67468"/>
                  <a:gd name="csY11" fmla="*/ -2002 h 92590"/>
                  <a:gd name="csX12" fmla="*/ 40192 w 67468"/>
                  <a:gd name="csY12" fmla="*/ 19826 h 92590"/>
                  <a:gd name="csX13" fmla="*/ -1599 w 67468"/>
                  <a:gd name="csY13" fmla="*/ 19826 h 92590"/>
                  <a:gd name="csX14" fmla="*/ -1599 w 67468"/>
                  <a:gd name="csY14" fmla="*/ 31911 h 92590"/>
                  <a:gd name="csX15" fmla="*/ 36898 w 67468"/>
                  <a:gd name="csY15" fmla="*/ 90589 h 925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67468" h="92590">
                    <a:moveTo>
                      <a:pt x="40192" y="79675"/>
                    </a:moveTo>
                    <a:lnTo>
                      <a:pt x="8561" y="30244"/>
                    </a:lnTo>
                    <a:lnTo>
                      <a:pt x="40192" y="30244"/>
                    </a:lnTo>
                    <a:lnTo>
                      <a:pt x="40192" y="79675"/>
                    </a:lnTo>
                    <a:close/>
                    <a:moveTo>
                      <a:pt x="36898" y="90589"/>
                    </a:moveTo>
                    <a:lnTo>
                      <a:pt x="52654" y="90589"/>
                    </a:lnTo>
                    <a:lnTo>
                      <a:pt x="52654" y="30244"/>
                    </a:lnTo>
                    <a:lnTo>
                      <a:pt x="65870" y="30244"/>
                    </a:lnTo>
                    <a:lnTo>
                      <a:pt x="65870" y="19826"/>
                    </a:lnTo>
                    <a:lnTo>
                      <a:pt x="52654" y="19826"/>
                    </a:lnTo>
                    <a:lnTo>
                      <a:pt x="52654" y="-2002"/>
                    </a:lnTo>
                    <a:lnTo>
                      <a:pt x="40192" y="-2002"/>
                    </a:lnTo>
                    <a:lnTo>
                      <a:pt x="40192" y="19826"/>
                    </a:lnTo>
                    <a:lnTo>
                      <a:pt x="-1599" y="19826"/>
                    </a:lnTo>
                    <a:lnTo>
                      <a:pt x="-1599" y="31911"/>
                    </a:lnTo>
                    <a:lnTo>
                      <a:pt x="36898" y="90589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EB90E85A-3957-2333-63EF-663FB5984963}"/>
                  </a:ext>
                </a:extLst>
              </p:cNvPr>
              <p:cNvSpPr/>
              <p:nvPr/>
            </p:nvSpPr>
            <p:spPr>
              <a:xfrm flipV="1">
                <a:off x="6225116" y="4462075"/>
                <a:ext cx="63996" cy="96063"/>
              </a:xfrm>
              <a:custGeom>
                <a:avLst/>
                <a:gdLst>
                  <a:gd name="csX0" fmla="*/ 30374 w 63996"/>
                  <a:gd name="csY0" fmla="*/ 84144 h 96063"/>
                  <a:gd name="csX1" fmla="*/ 15829 w 63996"/>
                  <a:gd name="csY1" fmla="*/ 74619 h 96063"/>
                  <a:gd name="csX2" fmla="*/ 10967 w 63996"/>
                  <a:gd name="csY2" fmla="*/ 46004 h 96063"/>
                  <a:gd name="csX3" fmla="*/ 15829 w 63996"/>
                  <a:gd name="csY3" fmla="*/ 17449 h 96063"/>
                  <a:gd name="csX4" fmla="*/ 30374 w 63996"/>
                  <a:gd name="csY4" fmla="*/ 7924 h 96063"/>
                  <a:gd name="csX5" fmla="*/ 44979 w 63996"/>
                  <a:gd name="csY5" fmla="*/ 17449 h 96063"/>
                  <a:gd name="csX6" fmla="*/ 49861 w 63996"/>
                  <a:gd name="csY6" fmla="*/ 46004 h 96063"/>
                  <a:gd name="csX7" fmla="*/ 44979 w 63996"/>
                  <a:gd name="csY7" fmla="*/ 74619 h 96063"/>
                  <a:gd name="csX8" fmla="*/ 30374 w 63996"/>
                  <a:gd name="csY8" fmla="*/ 84144 h 96063"/>
                  <a:gd name="csX9" fmla="*/ 30374 w 63996"/>
                  <a:gd name="csY9" fmla="*/ 94065 h 96063"/>
                  <a:gd name="csX10" fmla="*/ 54167 w 63996"/>
                  <a:gd name="csY10" fmla="*/ 81742 h 96063"/>
                  <a:gd name="csX11" fmla="*/ 62382 w 63996"/>
                  <a:gd name="csY11" fmla="*/ 46004 h 96063"/>
                  <a:gd name="csX12" fmla="*/ 54167 w 63996"/>
                  <a:gd name="csY12" fmla="*/ 10305 h 96063"/>
                  <a:gd name="csX13" fmla="*/ 30374 w 63996"/>
                  <a:gd name="csY13" fmla="*/ -1998 h 96063"/>
                  <a:gd name="csX14" fmla="*/ 6601 w 63996"/>
                  <a:gd name="csY14" fmla="*/ 10305 h 96063"/>
                  <a:gd name="csX15" fmla="*/ -1614 w 63996"/>
                  <a:gd name="csY15" fmla="*/ 46004 h 96063"/>
                  <a:gd name="csX16" fmla="*/ 6601 w 63996"/>
                  <a:gd name="csY16" fmla="*/ 81742 h 96063"/>
                  <a:gd name="csX17" fmla="*/ 30374 w 63996"/>
                  <a:gd name="csY17" fmla="*/ 94065 h 9606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</a:cxnLst>
                <a:rect l="l" t="t" r="r" b="b"/>
                <a:pathLst>
                  <a:path w="63996" h="96063">
                    <a:moveTo>
                      <a:pt x="30374" y="84144"/>
                    </a:moveTo>
                    <a:cubicBezTo>
                      <a:pt x="23932" y="84144"/>
                      <a:pt x="19083" y="80969"/>
                      <a:pt x="15829" y="74619"/>
                    </a:cubicBezTo>
                    <a:cubicBezTo>
                      <a:pt x="12588" y="68282"/>
                      <a:pt x="10967" y="58744"/>
                      <a:pt x="10967" y="46004"/>
                    </a:cubicBezTo>
                    <a:cubicBezTo>
                      <a:pt x="10967" y="33317"/>
                      <a:pt x="12588" y="23799"/>
                      <a:pt x="15829" y="17449"/>
                    </a:cubicBezTo>
                    <a:cubicBezTo>
                      <a:pt x="19083" y="11099"/>
                      <a:pt x="23932" y="7924"/>
                      <a:pt x="30374" y="7924"/>
                    </a:cubicBezTo>
                    <a:cubicBezTo>
                      <a:pt x="36870" y="7924"/>
                      <a:pt x="41738" y="11099"/>
                      <a:pt x="44979" y="17449"/>
                    </a:cubicBezTo>
                    <a:cubicBezTo>
                      <a:pt x="48234" y="23799"/>
                      <a:pt x="49861" y="33317"/>
                      <a:pt x="49861" y="46004"/>
                    </a:cubicBezTo>
                    <a:cubicBezTo>
                      <a:pt x="49861" y="58744"/>
                      <a:pt x="48234" y="68282"/>
                      <a:pt x="44979" y="74619"/>
                    </a:cubicBezTo>
                    <a:cubicBezTo>
                      <a:pt x="41738" y="80969"/>
                      <a:pt x="36870" y="84144"/>
                      <a:pt x="30374" y="84144"/>
                    </a:cubicBezTo>
                    <a:close/>
                    <a:moveTo>
                      <a:pt x="30374" y="94065"/>
                    </a:moveTo>
                    <a:cubicBezTo>
                      <a:pt x="40759" y="94065"/>
                      <a:pt x="48690" y="89958"/>
                      <a:pt x="54167" y="81742"/>
                    </a:cubicBezTo>
                    <a:cubicBezTo>
                      <a:pt x="59644" y="73540"/>
                      <a:pt x="62382" y="61628"/>
                      <a:pt x="62382" y="46004"/>
                    </a:cubicBezTo>
                    <a:cubicBezTo>
                      <a:pt x="62382" y="30420"/>
                      <a:pt x="59644" y="18520"/>
                      <a:pt x="54167" y="10305"/>
                    </a:cubicBezTo>
                    <a:cubicBezTo>
                      <a:pt x="48690" y="2103"/>
                      <a:pt x="40759" y="-1998"/>
                      <a:pt x="30374" y="-1998"/>
                    </a:cubicBezTo>
                    <a:cubicBezTo>
                      <a:pt x="20003" y="-1998"/>
                      <a:pt x="12078" y="2103"/>
                      <a:pt x="6601" y="10305"/>
                    </a:cubicBezTo>
                    <a:cubicBezTo>
                      <a:pt x="1125" y="18520"/>
                      <a:pt x="-1614" y="30420"/>
                      <a:pt x="-1614" y="46004"/>
                    </a:cubicBezTo>
                    <a:cubicBezTo>
                      <a:pt x="-1614" y="61628"/>
                      <a:pt x="1125" y="73540"/>
                      <a:pt x="6601" y="81742"/>
                    </a:cubicBezTo>
                    <a:cubicBezTo>
                      <a:pt x="12078" y="89958"/>
                      <a:pt x="20003" y="94065"/>
                      <a:pt x="30374" y="94065"/>
                    </a:cubicBez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34" name="Graphic 2">
            <a:extLst>
              <a:ext uri="{FF2B5EF4-FFF2-40B4-BE49-F238E27FC236}">
                <a16:creationId xmlns:a16="http://schemas.microsoft.com/office/drawing/2014/main" id="{FFDD32D1-A240-A5ED-81CE-C9AC46676EA4}"/>
              </a:ext>
            </a:extLst>
          </p:cNvPr>
          <p:cNvGrpSpPr/>
          <p:nvPr/>
        </p:nvGrpSpPr>
        <p:grpSpPr>
          <a:xfrm>
            <a:off x="7178306" y="4460141"/>
            <a:ext cx="143368" cy="187205"/>
            <a:chOff x="7178306" y="4370933"/>
            <a:chExt cx="143368" cy="187205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B61D1F1D-6DDD-3554-11F7-1B79DC135213}"/>
                </a:ext>
              </a:extLst>
            </p:cNvPr>
            <p:cNvSpPr/>
            <p:nvPr/>
          </p:nvSpPr>
          <p:spPr>
            <a:xfrm>
              <a:off x="7249307" y="4370933"/>
              <a:ext cx="12700" cy="44450"/>
            </a:xfrm>
            <a:custGeom>
              <a:avLst/>
              <a:gdLst>
                <a:gd name="csX0" fmla="*/ 499 w 12700"/>
                <a:gd name="csY0" fmla="*/ 320 h 44450"/>
                <a:gd name="csX1" fmla="*/ 499 w 12700"/>
                <a:gd name="csY1" fmla="*/ 44770 h 444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44450">
                  <a:moveTo>
                    <a:pt x="499" y="320"/>
                  </a:moveTo>
                  <a:lnTo>
                    <a:pt x="499" y="44770"/>
                  </a:lnTo>
                </a:path>
              </a:pathLst>
            </a:custGeom>
            <a:solidFill>
              <a:srgbClr val="FFFFFF"/>
            </a:solidFill>
            <a:ln w="10160" cap="flat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36" name="Graphic 2">
              <a:extLst>
                <a:ext uri="{FF2B5EF4-FFF2-40B4-BE49-F238E27FC236}">
                  <a16:creationId xmlns:a16="http://schemas.microsoft.com/office/drawing/2014/main" id="{64B6B0A3-34E9-F2B4-739D-1639330912FD}"/>
                </a:ext>
              </a:extLst>
            </p:cNvPr>
            <p:cNvGrpSpPr/>
            <p:nvPr/>
          </p:nvGrpSpPr>
          <p:grpSpPr>
            <a:xfrm>
              <a:off x="7178306" y="4462075"/>
              <a:ext cx="143368" cy="96063"/>
              <a:chOff x="7178306" y="4462075"/>
              <a:chExt cx="143368" cy="96063"/>
            </a:xfrm>
            <a:solidFill>
              <a:srgbClr val="FFFFFF"/>
            </a:solidFill>
          </p:grpSpPr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7B17ABE4-4DDF-C0D8-07D5-1EACB8EC464A}"/>
                  </a:ext>
                </a:extLst>
              </p:cNvPr>
              <p:cNvSpPr/>
              <p:nvPr/>
            </p:nvSpPr>
            <p:spPr>
              <a:xfrm flipV="1">
                <a:off x="7178306" y="4463742"/>
                <a:ext cx="59908" cy="94396"/>
              </a:xfrm>
              <a:custGeom>
                <a:avLst/>
                <a:gdLst>
                  <a:gd name="csX0" fmla="*/ 2401 w 59908"/>
                  <a:gd name="csY0" fmla="*/ 92441 h 94396"/>
                  <a:gd name="csX1" fmla="*/ 51574 w 59908"/>
                  <a:gd name="csY1" fmla="*/ 92441 h 94396"/>
                  <a:gd name="csX2" fmla="*/ 51574 w 59908"/>
                  <a:gd name="csY2" fmla="*/ 81884 h 94396"/>
                  <a:gd name="csX3" fmla="*/ 13871 w 59908"/>
                  <a:gd name="csY3" fmla="*/ 81884 h 94396"/>
                  <a:gd name="csX4" fmla="*/ 13871 w 59908"/>
                  <a:gd name="csY4" fmla="*/ 59202 h 94396"/>
                  <a:gd name="csX5" fmla="*/ 19308 w 59908"/>
                  <a:gd name="csY5" fmla="*/ 60591 h 94396"/>
                  <a:gd name="csX6" fmla="*/ 24785 w 59908"/>
                  <a:gd name="csY6" fmla="*/ 61048 h 94396"/>
                  <a:gd name="csX7" fmla="*/ 49332 w 59908"/>
                  <a:gd name="csY7" fmla="*/ 52555 h 94396"/>
                  <a:gd name="csX8" fmla="*/ 58400 w 59908"/>
                  <a:gd name="csY8" fmla="*/ 29556 h 94396"/>
                  <a:gd name="csX9" fmla="*/ 49094 w 59908"/>
                  <a:gd name="csY9" fmla="*/ 6319 h 94396"/>
                  <a:gd name="csX10" fmla="*/ 22860 w 59908"/>
                  <a:gd name="csY10" fmla="*/ -1956 h 94396"/>
                  <a:gd name="csX11" fmla="*/ 10974 w 59908"/>
                  <a:gd name="csY11" fmla="*/ -964 h 94396"/>
                  <a:gd name="csX12" fmla="*/ -1508 w 59908"/>
                  <a:gd name="csY12" fmla="*/ 2013 h 94396"/>
                  <a:gd name="csX13" fmla="*/ -1508 w 59908"/>
                  <a:gd name="csY13" fmla="*/ 14613 h 94396"/>
                  <a:gd name="csX14" fmla="*/ 10021 w 59908"/>
                  <a:gd name="csY14" fmla="*/ 10089 h 94396"/>
                  <a:gd name="csX15" fmla="*/ 22602 w 59908"/>
                  <a:gd name="csY15" fmla="*/ 8601 h 94396"/>
                  <a:gd name="csX16" fmla="*/ 39588 w 59908"/>
                  <a:gd name="csY16" fmla="*/ 14236 h 94396"/>
                  <a:gd name="csX17" fmla="*/ 45859 w 59908"/>
                  <a:gd name="csY17" fmla="*/ 29556 h 94396"/>
                  <a:gd name="csX18" fmla="*/ 39588 w 59908"/>
                  <a:gd name="csY18" fmla="*/ 44855 h 94396"/>
                  <a:gd name="csX19" fmla="*/ 22602 w 59908"/>
                  <a:gd name="csY19" fmla="*/ 50511 h 94396"/>
                  <a:gd name="csX20" fmla="*/ 12581 w 59908"/>
                  <a:gd name="csY20" fmla="*/ 49400 h 94396"/>
                  <a:gd name="csX21" fmla="*/ 2401 w 59908"/>
                  <a:gd name="csY21" fmla="*/ 45927 h 94396"/>
                  <a:gd name="csX22" fmla="*/ 2401 w 59908"/>
                  <a:gd name="csY22" fmla="*/ 92441 h 9439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</a:cxnLst>
                <a:rect l="l" t="t" r="r" b="b"/>
                <a:pathLst>
                  <a:path w="59908" h="94396">
                    <a:moveTo>
                      <a:pt x="2401" y="92441"/>
                    </a:moveTo>
                    <a:lnTo>
                      <a:pt x="51574" y="92441"/>
                    </a:lnTo>
                    <a:lnTo>
                      <a:pt x="51574" y="81884"/>
                    </a:lnTo>
                    <a:lnTo>
                      <a:pt x="13871" y="81884"/>
                    </a:lnTo>
                    <a:lnTo>
                      <a:pt x="13871" y="59202"/>
                    </a:lnTo>
                    <a:cubicBezTo>
                      <a:pt x="15683" y="59824"/>
                      <a:pt x="17496" y="60287"/>
                      <a:pt x="19308" y="60591"/>
                    </a:cubicBezTo>
                    <a:cubicBezTo>
                      <a:pt x="21134" y="60896"/>
                      <a:pt x="22959" y="61048"/>
                      <a:pt x="24785" y="61048"/>
                    </a:cubicBezTo>
                    <a:cubicBezTo>
                      <a:pt x="35117" y="61048"/>
                      <a:pt x="43299" y="58217"/>
                      <a:pt x="49332" y="52555"/>
                    </a:cubicBezTo>
                    <a:cubicBezTo>
                      <a:pt x="55377" y="46893"/>
                      <a:pt x="58400" y="39226"/>
                      <a:pt x="58400" y="29556"/>
                    </a:cubicBezTo>
                    <a:cubicBezTo>
                      <a:pt x="58400" y="19594"/>
                      <a:pt x="55298" y="11849"/>
                      <a:pt x="49094" y="6319"/>
                    </a:cubicBezTo>
                    <a:cubicBezTo>
                      <a:pt x="42889" y="802"/>
                      <a:pt x="34145" y="-1956"/>
                      <a:pt x="22860" y="-1956"/>
                    </a:cubicBezTo>
                    <a:cubicBezTo>
                      <a:pt x="18971" y="-1956"/>
                      <a:pt x="15009" y="-1625"/>
                      <a:pt x="10974" y="-964"/>
                    </a:cubicBezTo>
                    <a:cubicBezTo>
                      <a:pt x="6952" y="-302"/>
                      <a:pt x="2792" y="690"/>
                      <a:pt x="-1508" y="2013"/>
                    </a:cubicBezTo>
                    <a:lnTo>
                      <a:pt x="-1508" y="14613"/>
                    </a:lnTo>
                    <a:cubicBezTo>
                      <a:pt x="2209" y="12589"/>
                      <a:pt x="6053" y="11081"/>
                      <a:pt x="10021" y="10089"/>
                    </a:cubicBezTo>
                    <a:cubicBezTo>
                      <a:pt x="13990" y="9097"/>
                      <a:pt x="18184" y="8601"/>
                      <a:pt x="22602" y="8601"/>
                    </a:cubicBezTo>
                    <a:cubicBezTo>
                      <a:pt x="29759" y="8601"/>
                      <a:pt x="35421" y="10479"/>
                      <a:pt x="39588" y="14236"/>
                    </a:cubicBezTo>
                    <a:cubicBezTo>
                      <a:pt x="43769" y="17994"/>
                      <a:pt x="45859" y="23100"/>
                      <a:pt x="45859" y="29556"/>
                    </a:cubicBezTo>
                    <a:cubicBezTo>
                      <a:pt x="45859" y="35998"/>
                      <a:pt x="43769" y="41098"/>
                      <a:pt x="39588" y="44855"/>
                    </a:cubicBezTo>
                    <a:cubicBezTo>
                      <a:pt x="35421" y="48626"/>
                      <a:pt x="29759" y="50511"/>
                      <a:pt x="22602" y="50511"/>
                    </a:cubicBezTo>
                    <a:cubicBezTo>
                      <a:pt x="19255" y="50511"/>
                      <a:pt x="15915" y="50140"/>
                      <a:pt x="12581" y="49400"/>
                    </a:cubicBezTo>
                    <a:cubicBezTo>
                      <a:pt x="9261" y="48659"/>
                      <a:pt x="5867" y="47501"/>
                      <a:pt x="2401" y="45927"/>
                    </a:cubicBezTo>
                    <a:lnTo>
                      <a:pt x="2401" y="92441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69F2E3B1-7CED-0A57-5990-4C0CE9396F36}"/>
                  </a:ext>
                </a:extLst>
              </p:cNvPr>
              <p:cNvSpPr/>
              <p:nvPr/>
            </p:nvSpPr>
            <p:spPr>
              <a:xfrm flipV="1">
                <a:off x="7257679" y="4462075"/>
                <a:ext cx="63996" cy="96063"/>
              </a:xfrm>
              <a:custGeom>
                <a:avLst/>
                <a:gdLst>
                  <a:gd name="csX0" fmla="*/ 30456 w 63996"/>
                  <a:gd name="csY0" fmla="*/ 84144 h 96063"/>
                  <a:gd name="csX1" fmla="*/ 15910 w 63996"/>
                  <a:gd name="csY1" fmla="*/ 74619 h 96063"/>
                  <a:gd name="csX2" fmla="*/ 11048 w 63996"/>
                  <a:gd name="csY2" fmla="*/ 46004 h 96063"/>
                  <a:gd name="csX3" fmla="*/ 15910 w 63996"/>
                  <a:gd name="csY3" fmla="*/ 17449 h 96063"/>
                  <a:gd name="csX4" fmla="*/ 30456 w 63996"/>
                  <a:gd name="csY4" fmla="*/ 7924 h 96063"/>
                  <a:gd name="csX5" fmla="*/ 45061 w 63996"/>
                  <a:gd name="csY5" fmla="*/ 17449 h 96063"/>
                  <a:gd name="csX6" fmla="*/ 49942 w 63996"/>
                  <a:gd name="csY6" fmla="*/ 46004 h 96063"/>
                  <a:gd name="csX7" fmla="*/ 45061 w 63996"/>
                  <a:gd name="csY7" fmla="*/ 74619 h 96063"/>
                  <a:gd name="csX8" fmla="*/ 30456 w 63996"/>
                  <a:gd name="csY8" fmla="*/ 84144 h 96063"/>
                  <a:gd name="csX9" fmla="*/ 30456 w 63996"/>
                  <a:gd name="csY9" fmla="*/ 94065 h 96063"/>
                  <a:gd name="csX10" fmla="*/ 54248 w 63996"/>
                  <a:gd name="csY10" fmla="*/ 81742 h 96063"/>
                  <a:gd name="csX11" fmla="*/ 62464 w 63996"/>
                  <a:gd name="csY11" fmla="*/ 46004 h 96063"/>
                  <a:gd name="csX12" fmla="*/ 54248 w 63996"/>
                  <a:gd name="csY12" fmla="*/ 10305 h 96063"/>
                  <a:gd name="csX13" fmla="*/ 30456 w 63996"/>
                  <a:gd name="csY13" fmla="*/ -1998 h 96063"/>
                  <a:gd name="csX14" fmla="*/ 6683 w 63996"/>
                  <a:gd name="csY14" fmla="*/ 10305 h 96063"/>
                  <a:gd name="csX15" fmla="*/ -1533 w 63996"/>
                  <a:gd name="csY15" fmla="*/ 46004 h 96063"/>
                  <a:gd name="csX16" fmla="*/ 6683 w 63996"/>
                  <a:gd name="csY16" fmla="*/ 81742 h 96063"/>
                  <a:gd name="csX17" fmla="*/ 30456 w 63996"/>
                  <a:gd name="csY17" fmla="*/ 94065 h 9606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</a:cxnLst>
                <a:rect l="l" t="t" r="r" b="b"/>
                <a:pathLst>
                  <a:path w="63996" h="96063">
                    <a:moveTo>
                      <a:pt x="30456" y="84144"/>
                    </a:moveTo>
                    <a:cubicBezTo>
                      <a:pt x="24013" y="84144"/>
                      <a:pt x="19165" y="80969"/>
                      <a:pt x="15910" y="74619"/>
                    </a:cubicBezTo>
                    <a:cubicBezTo>
                      <a:pt x="12669" y="68282"/>
                      <a:pt x="11048" y="58744"/>
                      <a:pt x="11048" y="46004"/>
                    </a:cubicBezTo>
                    <a:cubicBezTo>
                      <a:pt x="11048" y="33317"/>
                      <a:pt x="12669" y="23799"/>
                      <a:pt x="15910" y="17449"/>
                    </a:cubicBezTo>
                    <a:cubicBezTo>
                      <a:pt x="19165" y="11099"/>
                      <a:pt x="24013" y="7924"/>
                      <a:pt x="30456" y="7924"/>
                    </a:cubicBezTo>
                    <a:cubicBezTo>
                      <a:pt x="36951" y="7924"/>
                      <a:pt x="41819" y="11099"/>
                      <a:pt x="45061" y="17449"/>
                    </a:cubicBezTo>
                    <a:cubicBezTo>
                      <a:pt x="48315" y="23799"/>
                      <a:pt x="49942" y="33317"/>
                      <a:pt x="49942" y="46004"/>
                    </a:cubicBezTo>
                    <a:cubicBezTo>
                      <a:pt x="49942" y="58744"/>
                      <a:pt x="48315" y="68282"/>
                      <a:pt x="45061" y="74619"/>
                    </a:cubicBezTo>
                    <a:cubicBezTo>
                      <a:pt x="41819" y="80969"/>
                      <a:pt x="36951" y="84144"/>
                      <a:pt x="30456" y="84144"/>
                    </a:cubicBezTo>
                    <a:close/>
                    <a:moveTo>
                      <a:pt x="30456" y="94065"/>
                    </a:moveTo>
                    <a:cubicBezTo>
                      <a:pt x="40841" y="94065"/>
                      <a:pt x="48771" y="89958"/>
                      <a:pt x="54248" y="81742"/>
                    </a:cubicBezTo>
                    <a:cubicBezTo>
                      <a:pt x="59725" y="73540"/>
                      <a:pt x="62464" y="61628"/>
                      <a:pt x="62464" y="46004"/>
                    </a:cubicBezTo>
                    <a:cubicBezTo>
                      <a:pt x="62464" y="30420"/>
                      <a:pt x="59725" y="18520"/>
                      <a:pt x="54248" y="10305"/>
                    </a:cubicBezTo>
                    <a:cubicBezTo>
                      <a:pt x="48771" y="2103"/>
                      <a:pt x="40841" y="-1998"/>
                      <a:pt x="30456" y="-1998"/>
                    </a:cubicBezTo>
                    <a:cubicBezTo>
                      <a:pt x="20084" y="-1998"/>
                      <a:pt x="12160" y="2103"/>
                      <a:pt x="6683" y="10305"/>
                    </a:cubicBezTo>
                    <a:cubicBezTo>
                      <a:pt x="1206" y="18520"/>
                      <a:pt x="-1533" y="30420"/>
                      <a:pt x="-1533" y="46004"/>
                    </a:cubicBezTo>
                    <a:cubicBezTo>
                      <a:pt x="-1533" y="61628"/>
                      <a:pt x="1206" y="73540"/>
                      <a:pt x="6683" y="81742"/>
                    </a:cubicBezTo>
                    <a:cubicBezTo>
                      <a:pt x="12160" y="89958"/>
                      <a:pt x="20084" y="94065"/>
                      <a:pt x="30456" y="94065"/>
                    </a:cubicBez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39" name="Graphic 2">
            <a:extLst>
              <a:ext uri="{FF2B5EF4-FFF2-40B4-BE49-F238E27FC236}">
                <a16:creationId xmlns:a16="http://schemas.microsoft.com/office/drawing/2014/main" id="{F59B1D48-2034-9B08-E869-EE3A635A4D81}"/>
              </a:ext>
            </a:extLst>
          </p:cNvPr>
          <p:cNvGrpSpPr/>
          <p:nvPr/>
        </p:nvGrpSpPr>
        <p:grpSpPr>
          <a:xfrm>
            <a:off x="1879982" y="939701"/>
            <a:ext cx="0" cy="3545839"/>
            <a:chOff x="1879982" y="850493"/>
            <a:chExt cx="0" cy="3545839"/>
          </a:xfrm>
        </p:grpSpPr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CCF104B1-8DEA-F481-C281-C46616A10F4E}"/>
                </a:ext>
              </a:extLst>
            </p:cNvPr>
            <p:cNvSpPr/>
            <p:nvPr/>
          </p:nvSpPr>
          <p:spPr>
            <a:xfrm>
              <a:off x="1879982" y="850493"/>
              <a:ext cx="12700" cy="3520439"/>
            </a:xfrm>
            <a:custGeom>
              <a:avLst/>
              <a:gdLst>
                <a:gd name="csX0" fmla="*/ 0 w 12700"/>
                <a:gd name="csY0" fmla="*/ 3520440 h 3520439"/>
                <a:gd name="csX1" fmla="*/ 0 w 12700"/>
                <a:gd name="csY1" fmla="*/ 0 h 35204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3520439">
                  <a:moveTo>
                    <a:pt x="0" y="3520440"/>
                  </a:moveTo>
                  <a:lnTo>
                    <a:pt x="0" y="0"/>
                  </a:lnTo>
                </a:path>
              </a:pathLst>
            </a:custGeom>
            <a:noFill/>
            <a:ln w="10160" cap="flat">
              <a:solidFill>
                <a:srgbClr val="FFFFFF">
                  <a:alpha val="20000"/>
                </a:srgbClr>
              </a:solidFill>
              <a:custDash>
                <a:ds d="60000" sp="99000"/>
              </a:custDash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3C56B511-6D17-D122-B8F0-D9AD4EBDD719}"/>
                </a:ext>
              </a:extLst>
            </p:cNvPr>
            <p:cNvSpPr/>
            <p:nvPr/>
          </p:nvSpPr>
          <p:spPr>
            <a:xfrm>
              <a:off x="1879982" y="4370933"/>
              <a:ext cx="12700" cy="25400"/>
            </a:xfrm>
            <a:custGeom>
              <a:avLst/>
              <a:gdLst>
                <a:gd name="csX0" fmla="*/ 76 w 12700"/>
                <a:gd name="csY0" fmla="*/ 320 h 25400"/>
                <a:gd name="csX1" fmla="*/ 76 w 12700"/>
                <a:gd name="csY1" fmla="*/ 25720 h 25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25400">
                  <a:moveTo>
                    <a:pt x="76" y="320"/>
                  </a:moveTo>
                  <a:lnTo>
                    <a:pt x="76" y="25720"/>
                  </a:lnTo>
                </a:path>
              </a:pathLst>
            </a:custGeom>
            <a:solidFill>
              <a:srgbClr val="FFFFFF"/>
            </a:solidFill>
            <a:ln w="7620" cap="flat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2" name="Graphic 2">
            <a:extLst>
              <a:ext uri="{FF2B5EF4-FFF2-40B4-BE49-F238E27FC236}">
                <a16:creationId xmlns:a16="http://schemas.microsoft.com/office/drawing/2014/main" id="{5F521161-065B-0D6A-4C37-C61CF248D179}"/>
              </a:ext>
            </a:extLst>
          </p:cNvPr>
          <p:cNvGrpSpPr/>
          <p:nvPr/>
        </p:nvGrpSpPr>
        <p:grpSpPr>
          <a:xfrm>
            <a:off x="1983238" y="939701"/>
            <a:ext cx="0" cy="3545839"/>
            <a:chOff x="1983238" y="850493"/>
            <a:chExt cx="0" cy="3545839"/>
          </a:xfrm>
        </p:grpSpPr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A520F6AE-1863-CBDD-0DCF-D6E3E34A02C6}"/>
                </a:ext>
              </a:extLst>
            </p:cNvPr>
            <p:cNvSpPr/>
            <p:nvPr/>
          </p:nvSpPr>
          <p:spPr>
            <a:xfrm>
              <a:off x="1983238" y="850493"/>
              <a:ext cx="12700" cy="3520439"/>
            </a:xfrm>
            <a:custGeom>
              <a:avLst/>
              <a:gdLst>
                <a:gd name="csX0" fmla="*/ 0 w 12700"/>
                <a:gd name="csY0" fmla="*/ 3520440 h 3520439"/>
                <a:gd name="csX1" fmla="*/ 0 w 12700"/>
                <a:gd name="csY1" fmla="*/ 0 h 35204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3520439">
                  <a:moveTo>
                    <a:pt x="0" y="3520440"/>
                  </a:moveTo>
                  <a:lnTo>
                    <a:pt x="0" y="0"/>
                  </a:lnTo>
                </a:path>
              </a:pathLst>
            </a:custGeom>
            <a:noFill/>
            <a:ln w="10160" cap="flat">
              <a:solidFill>
                <a:srgbClr val="FFFFFF">
                  <a:alpha val="20000"/>
                </a:srgbClr>
              </a:solidFill>
              <a:custDash>
                <a:ds d="60000" sp="99000"/>
              </a:custDash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4D3B227E-178E-8881-FF2A-DCCC8EB8F3EA}"/>
                </a:ext>
              </a:extLst>
            </p:cNvPr>
            <p:cNvSpPr/>
            <p:nvPr/>
          </p:nvSpPr>
          <p:spPr>
            <a:xfrm>
              <a:off x="1983238" y="4370933"/>
              <a:ext cx="12700" cy="25400"/>
            </a:xfrm>
            <a:custGeom>
              <a:avLst/>
              <a:gdLst>
                <a:gd name="csX0" fmla="*/ 84 w 12700"/>
                <a:gd name="csY0" fmla="*/ 320 h 25400"/>
                <a:gd name="csX1" fmla="*/ 84 w 12700"/>
                <a:gd name="csY1" fmla="*/ 25720 h 25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25400">
                  <a:moveTo>
                    <a:pt x="84" y="320"/>
                  </a:moveTo>
                  <a:lnTo>
                    <a:pt x="84" y="25720"/>
                  </a:lnTo>
                </a:path>
              </a:pathLst>
            </a:custGeom>
            <a:solidFill>
              <a:srgbClr val="FFFFFF"/>
            </a:solidFill>
            <a:ln w="7620" cap="flat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5" name="Graphic 2">
            <a:extLst>
              <a:ext uri="{FF2B5EF4-FFF2-40B4-BE49-F238E27FC236}">
                <a16:creationId xmlns:a16="http://schemas.microsoft.com/office/drawing/2014/main" id="{DA052679-E02B-8AE8-809C-3AC3685AD12E}"/>
              </a:ext>
            </a:extLst>
          </p:cNvPr>
          <p:cNvGrpSpPr/>
          <p:nvPr/>
        </p:nvGrpSpPr>
        <p:grpSpPr>
          <a:xfrm>
            <a:off x="2189750" y="939701"/>
            <a:ext cx="0" cy="3545839"/>
            <a:chOff x="2189750" y="850493"/>
            <a:chExt cx="0" cy="3545839"/>
          </a:xfrm>
        </p:grpSpPr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733BD55B-0ED6-E326-56E9-FEBE1ECB5AD3}"/>
                </a:ext>
              </a:extLst>
            </p:cNvPr>
            <p:cNvSpPr/>
            <p:nvPr/>
          </p:nvSpPr>
          <p:spPr>
            <a:xfrm>
              <a:off x="2189750" y="850493"/>
              <a:ext cx="12700" cy="3520439"/>
            </a:xfrm>
            <a:custGeom>
              <a:avLst/>
              <a:gdLst>
                <a:gd name="csX0" fmla="*/ 0 w 12700"/>
                <a:gd name="csY0" fmla="*/ 3520440 h 3520439"/>
                <a:gd name="csX1" fmla="*/ 0 w 12700"/>
                <a:gd name="csY1" fmla="*/ 0 h 35204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3520439">
                  <a:moveTo>
                    <a:pt x="0" y="3520440"/>
                  </a:moveTo>
                  <a:lnTo>
                    <a:pt x="0" y="0"/>
                  </a:lnTo>
                </a:path>
              </a:pathLst>
            </a:custGeom>
            <a:noFill/>
            <a:ln w="10160" cap="flat">
              <a:solidFill>
                <a:srgbClr val="FFFFFF">
                  <a:alpha val="20000"/>
                </a:srgbClr>
              </a:solidFill>
              <a:custDash>
                <a:ds d="60000" sp="99000"/>
              </a:custDash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841D7E4-146C-C22C-AFC7-F9A62A55A0EE}"/>
                </a:ext>
              </a:extLst>
            </p:cNvPr>
            <p:cNvSpPr/>
            <p:nvPr/>
          </p:nvSpPr>
          <p:spPr>
            <a:xfrm>
              <a:off x="2189750" y="4370933"/>
              <a:ext cx="12700" cy="25400"/>
            </a:xfrm>
            <a:custGeom>
              <a:avLst/>
              <a:gdLst>
                <a:gd name="csX0" fmla="*/ 100 w 12700"/>
                <a:gd name="csY0" fmla="*/ 320 h 25400"/>
                <a:gd name="csX1" fmla="*/ 100 w 12700"/>
                <a:gd name="csY1" fmla="*/ 25720 h 25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25400">
                  <a:moveTo>
                    <a:pt x="100" y="320"/>
                  </a:moveTo>
                  <a:lnTo>
                    <a:pt x="100" y="25720"/>
                  </a:lnTo>
                </a:path>
              </a:pathLst>
            </a:custGeom>
            <a:solidFill>
              <a:srgbClr val="FFFFFF"/>
            </a:solidFill>
            <a:ln w="7620" cap="flat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8" name="Graphic 2">
            <a:extLst>
              <a:ext uri="{FF2B5EF4-FFF2-40B4-BE49-F238E27FC236}">
                <a16:creationId xmlns:a16="http://schemas.microsoft.com/office/drawing/2014/main" id="{2F1EF7BE-7449-ED6F-DCF5-10D2B2A49EC9}"/>
              </a:ext>
            </a:extLst>
          </p:cNvPr>
          <p:cNvGrpSpPr/>
          <p:nvPr/>
        </p:nvGrpSpPr>
        <p:grpSpPr>
          <a:xfrm>
            <a:off x="2293007" y="939701"/>
            <a:ext cx="0" cy="3545839"/>
            <a:chOff x="2293007" y="850493"/>
            <a:chExt cx="0" cy="3545839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980E5B56-B449-20FD-20CC-C6848E464B5E}"/>
                </a:ext>
              </a:extLst>
            </p:cNvPr>
            <p:cNvSpPr/>
            <p:nvPr/>
          </p:nvSpPr>
          <p:spPr>
            <a:xfrm>
              <a:off x="2293007" y="850493"/>
              <a:ext cx="12700" cy="3520439"/>
            </a:xfrm>
            <a:custGeom>
              <a:avLst/>
              <a:gdLst>
                <a:gd name="csX0" fmla="*/ 0 w 12700"/>
                <a:gd name="csY0" fmla="*/ 3520440 h 3520439"/>
                <a:gd name="csX1" fmla="*/ 0 w 12700"/>
                <a:gd name="csY1" fmla="*/ 0 h 35204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3520439">
                  <a:moveTo>
                    <a:pt x="0" y="3520440"/>
                  </a:moveTo>
                  <a:lnTo>
                    <a:pt x="0" y="0"/>
                  </a:lnTo>
                </a:path>
              </a:pathLst>
            </a:custGeom>
            <a:noFill/>
            <a:ln w="10160" cap="flat">
              <a:solidFill>
                <a:srgbClr val="FFFFFF">
                  <a:alpha val="20000"/>
                </a:srgbClr>
              </a:solidFill>
              <a:custDash>
                <a:ds d="60000" sp="99000"/>
              </a:custDash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29931FB0-4A77-47BE-147E-318879539A4E}"/>
                </a:ext>
              </a:extLst>
            </p:cNvPr>
            <p:cNvSpPr/>
            <p:nvPr/>
          </p:nvSpPr>
          <p:spPr>
            <a:xfrm>
              <a:off x="2293007" y="4370933"/>
              <a:ext cx="12700" cy="25400"/>
            </a:xfrm>
            <a:custGeom>
              <a:avLst/>
              <a:gdLst>
                <a:gd name="csX0" fmla="*/ 109 w 12700"/>
                <a:gd name="csY0" fmla="*/ 320 h 25400"/>
                <a:gd name="csX1" fmla="*/ 109 w 12700"/>
                <a:gd name="csY1" fmla="*/ 25720 h 25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25400">
                  <a:moveTo>
                    <a:pt x="109" y="320"/>
                  </a:moveTo>
                  <a:lnTo>
                    <a:pt x="109" y="25720"/>
                  </a:lnTo>
                </a:path>
              </a:pathLst>
            </a:custGeom>
            <a:solidFill>
              <a:srgbClr val="FFFFFF"/>
            </a:solidFill>
            <a:ln w="7620" cap="flat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1" name="Graphic 2">
            <a:extLst>
              <a:ext uri="{FF2B5EF4-FFF2-40B4-BE49-F238E27FC236}">
                <a16:creationId xmlns:a16="http://schemas.microsoft.com/office/drawing/2014/main" id="{C4976190-AF84-2F1E-C097-A4F3B4FA3CD2}"/>
              </a:ext>
            </a:extLst>
          </p:cNvPr>
          <p:cNvGrpSpPr/>
          <p:nvPr/>
        </p:nvGrpSpPr>
        <p:grpSpPr>
          <a:xfrm>
            <a:off x="2396263" y="939701"/>
            <a:ext cx="0" cy="3545839"/>
            <a:chOff x="2396263" y="850493"/>
            <a:chExt cx="0" cy="3545839"/>
          </a:xfrm>
        </p:grpSpPr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9BC5E163-927C-0657-75D9-E97206311D1C}"/>
                </a:ext>
              </a:extLst>
            </p:cNvPr>
            <p:cNvSpPr/>
            <p:nvPr/>
          </p:nvSpPr>
          <p:spPr>
            <a:xfrm>
              <a:off x="2396263" y="850493"/>
              <a:ext cx="12700" cy="3520439"/>
            </a:xfrm>
            <a:custGeom>
              <a:avLst/>
              <a:gdLst>
                <a:gd name="csX0" fmla="*/ 0 w 12700"/>
                <a:gd name="csY0" fmla="*/ 3520440 h 3520439"/>
                <a:gd name="csX1" fmla="*/ 0 w 12700"/>
                <a:gd name="csY1" fmla="*/ 0 h 35204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3520439">
                  <a:moveTo>
                    <a:pt x="0" y="3520440"/>
                  </a:moveTo>
                  <a:lnTo>
                    <a:pt x="0" y="0"/>
                  </a:lnTo>
                </a:path>
              </a:pathLst>
            </a:custGeom>
            <a:noFill/>
            <a:ln w="10160" cap="flat">
              <a:solidFill>
                <a:srgbClr val="FFFFFF">
                  <a:alpha val="20000"/>
                </a:srgbClr>
              </a:solidFill>
              <a:custDash>
                <a:ds d="60000" sp="99000"/>
              </a:custDash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C9101CBB-1AB2-8BA7-4EA6-E1750D96CC92}"/>
                </a:ext>
              </a:extLst>
            </p:cNvPr>
            <p:cNvSpPr/>
            <p:nvPr/>
          </p:nvSpPr>
          <p:spPr>
            <a:xfrm>
              <a:off x="2396263" y="4370933"/>
              <a:ext cx="12700" cy="25400"/>
            </a:xfrm>
            <a:custGeom>
              <a:avLst/>
              <a:gdLst>
                <a:gd name="csX0" fmla="*/ 117 w 12700"/>
                <a:gd name="csY0" fmla="*/ 320 h 25400"/>
                <a:gd name="csX1" fmla="*/ 117 w 12700"/>
                <a:gd name="csY1" fmla="*/ 25720 h 25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25400">
                  <a:moveTo>
                    <a:pt x="117" y="320"/>
                  </a:moveTo>
                  <a:lnTo>
                    <a:pt x="117" y="25720"/>
                  </a:lnTo>
                </a:path>
              </a:pathLst>
            </a:custGeom>
            <a:solidFill>
              <a:srgbClr val="FFFFFF"/>
            </a:solidFill>
            <a:ln w="7620" cap="flat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4" name="Graphic 2">
            <a:extLst>
              <a:ext uri="{FF2B5EF4-FFF2-40B4-BE49-F238E27FC236}">
                <a16:creationId xmlns:a16="http://schemas.microsoft.com/office/drawing/2014/main" id="{979C8A7A-2B38-10A8-A3A7-F78003BE5039}"/>
              </a:ext>
            </a:extLst>
          </p:cNvPr>
          <p:cNvGrpSpPr/>
          <p:nvPr/>
        </p:nvGrpSpPr>
        <p:grpSpPr>
          <a:xfrm>
            <a:off x="2499519" y="939701"/>
            <a:ext cx="0" cy="3545839"/>
            <a:chOff x="2499519" y="850493"/>
            <a:chExt cx="0" cy="3545839"/>
          </a:xfrm>
        </p:grpSpPr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3319735-C03E-F421-3B0A-ECA6E55F47AA}"/>
                </a:ext>
              </a:extLst>
            </p:cNvPr>
            <p:cNvSpPr/>
            <p:nvPr/>
          </p:nvSpPr>
          <p:spPr>
            <a:xfrm>
              <a:off x="2499519" y="850493"/>
              <a:ext cx="12700" cy="3520439"/>
            </a:xfrm>
            <a:custGeom>
              <a:avLst/>
              <a:gdLst>
                <a:gd name="csX0" fmla="*/ 0 w 12700"/>
                <a:gd name="csY0" fmla="*/ 3520440 h 3520439"/>
                <a:gd name="csX1" fmla="*/ 0 w 12700"/>
                <a:gd name="csY1" fmla="*/ 0 h 35204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3520439">
                  <a:moveTo>
                    <a:pt x="0" y="3520440"/>
                  </a:moveTo>
                  <a:lnTo>
                    <a:pt x="0" y="0"/>
                  </a:lnTo>
                </a:path>
              </a:pathLst>
            </a:custGeom>
            <a:noFill/>
            <a:ln w="10160" cap="flat">
              <a:solidFill>
                <a:srgbClr val="FFFFFF">
                  <a:alpha val="20000"/>
                </a:srgbClr>
              </a:solidFill>
              <a:custDash>
                <a:ds d="60000" sp="99000"/>
              </a:custDash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5A8F3779-4FD6-E070-FA5A-E7B140399E44}"/>
                </a:ext>
              </a:extLst>
            </p:cNvPr>
            <p:cNvSpPr/>
            <p:nvPr/>
          </p:nvSpPr>
          <p:spPr>
            <a:xfrm>
              <a:off x="2499519" y="4370933"/>
              <a:ext cx="12700" cy="25400"/>
            </a:xfrm>
            <a:custGeom>
              <a:avLst/>
              <a:gdLst>
                <a:gd name="csX0" fmla="*/ 125 w 12700"/>
                <a:gd name="csY0" fmla="*/ 320 h 25400"/>
                <a:gd name="csX1" fmla="*/ 125 w 12700"/>
                <a:gd name="csY1" fmla="*/ 25720 h 25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25400">
                  <a:moveTo>
                    <a:pt x="125" y="320"/>
                  </a:moveTo>
                  <a:lnTo>
                    <a:pt x="125" y="25720"/>
                  </a:lnTo>
                </a:path>
              </a:pathLst>
            </a:custGeom>
            <a:solidFill>
              <a:srgbClr val="FFFFFF"/>
            </a:solidFill>
            <a:ln w="7620" cap="flat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7" name="Graphic 2">
            <a:extLst>
              <a:ext uri="{FF2B5EF4-FFF2-40B4-BE49-F238E27FC236}">
                <a16:creationId xmlns:a16="http://schemas.microsoft.com/office/drawing/2014/main" id="{2D5B63A3-A39D-FA16-8B2E-C2BA5789C773}"/>
              </a:ext>
            </a:extLst>
          </p:cNvPr>
          <p:cNvGrpSpPr/>
          <p:nvPr/>
        </p:nvGrpSpPr>
        <p:grpSpPr>
          <a:xfrm>
            <a:off x="2602775" y="939701"/>
            <a:ext cx="0" cy="3545839"/>
            <a:chOff x="2602775" y="850493"/>
            <a:chExt cx="0" cy="3545839"/>
          </a:xfrm>
        </p:grpSpPr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838CF54-310F-261A-24CA-F943940BECC7}"/>
                </a:ext>
              </a:extLst>
            </p:cNvPr>
            <p:cNvSpPr/>
            <p:nvPr/>
          </p:nvSpPr>
          <p:spPr>
            <a:xfrm>
              <a:off x="2602775" y="850493"/>
              <a:ext cx="12700" cy="3520439"/>
            </a:xfrm>
            <a:custGeom>
              <a:avLst/>
              <a:gdLst>
                <a:gd name="csX0" fmla="*/ 0 w 12700"/>
                <a:gd name="csY0" fmla="*/ 3520440 h 3520439"/>
                <a:gd name="csX1" fmla="*/ 0 w 12700"/>
                <a:gd name="csY1" fmla="*/ 0 h 35204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3520439">
                  <a:moveTo>
                    <a:pt x="0" y="3520440"/>
                  </a:moveTo>
                  <a:lnTo>
                    <a:pt x="0" y="0"/>
                  </a:lnTo>
                </a:path>
              </a:pathLst>
            </a:custGeom>
            <a:noFill/>
            <a:ln w="10160" cap="flat">
              <a:solidFill>
                <a:srgbClr val="FFFFFF">
                  <a:alpha val="20000"/>
                </a:srgbClr>
              </a:solidFill>
              <a:custDash>
                <a:ds d="60000" sp="99000"/>
              </a:custDash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15FD2CC3-D65C-31AD-6EC0-B78797E95C09}"/>
                </a:ext>
              </a:extLst>
            </p:cNvPr>
            <p:cNvSpPr/>
            <p:nvPr/>
          </p:nvSpPr>
          <p:spPr>
            <a:xfrm>
              <a:off x="2602775" y="4370933"/>
              <a:ext cx="12700" cy="25400"/>
            </a:xfrm>
            <a:custGeom>
              <a:avLst/>
              <a:gdLst>
                <a:gd name="csX0" fmla="*/ 133 w 12700"/>
                <a:gd name="csY0" fmla="*/ 320 h 25400"/>
                <a:gd name="csX1" fmla="*/ 133 w 12700"/>
                <a:gd name="csY1" fmla="*/ 25720 h 25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25400">
                  <a:moveTo>
                    <a:pt x="133" y="320"/>
                  </a:moveTo>
                  <a:lnTo>
                    <a:pt x="133" y="25720"/>
                  </a:lnTo>
                </a:path>
              </a:pathLst>
            </a:custGeom>
            <a:solidFill>
              <a:srgbClr val="FFFFFF"/>
            </a:solidFill>
            <a:ln w="7620" cap="flat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0" name="Graphic 2">
            <a:extLst>
              <a:ext uri="{FF2B5EF4-FFF2-40B4-BE49-F238E27FC236}">
                <a16:creationId xmlns:a16="http://schemas.microsoft.com/office/drawing/2014/main" id="{4347BC80-B217-1C1B-9EDE-655A48F72366}"/>
              </a:ext>
            </a:extLst>
          </p:cNvPr>
          <p:cNvGrpSpPr/>
          <p:nvPr/>
        </p:nvGrpSpPr>
        <p:grpSpPr>
          <a:xfrm>
            <a:off x="2706032" y="939701"/>
            <a:ext cx="0" cy="3545839"/>
            <a:chOff x="2706032" y="850493"/>
            <a:chExt cx="0" cy="3545839"/>
          </a:xfrm>
        </p:grpSpPr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88E32E97-99B6-4555-7EDB-C847D26F5D20}"/>
                </a:ext>
              </a:extLst>
            </p:cNvPr>
            <p:cNvSpPr/>
            <p:nvPr/>
          </p:nvSpPr>
          <p:spPr>
            <a:xfrm>
              <a:off x="2706032" y="850493"/>
              <a:ext cx="12700" cy="3520439"/>
            </a:xfrm>
            <a:custGeom>
              <a:avLst/>
              <a:gdLst>
                <a:gd name="csX0" fmla="*/ 0 w 12700"/>
                <a:gd name="csY0" fmla="*/ 3520440 h 3520439"/>
                <a:gd name="csX1" fmla="*/ 0 w 12700"/>
                <a:gd name="csY1" fmla="*/ 0 h 35204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3520439">
                  <a:moveTo>
                    <a:pt x="0" y="3520440"/>
                  </a:moveTo>
                  <a:lnTo>
                    <a:pt x="0" y="0"/>
                  </a:lnTo>
                </a:path>
              </a:pathLst>
            </a:custGeom>
            <a:noFill/>
            <a:ln w="10160" cap="flat">
              <a:solidFill>
                <a:srgbClr val="FFFFFF">
                  <a:alpha val="20000"/>
                </a:srgbClr>
              </a:solidFill>
              <a:custDash>
                <a:ds d="60000" sp="99000"/>
              </a:custDash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8C1DFD1-7C58-D2B0-20E7-716F54423601}"/>
                </a:ext>
              </a:extLst>
            </p:cNvPr>
            <p:cNvSpPr/>
            <p:nvPr/>
          </p:nvSpPr>
          <p:spPr>
            <a:xfrm>
              <a:off x="2706032" y="4370933"/>
              <a:ext cx="12700" cy="25400"/>
            </a:xfrm>
            <a:custGeom>
              <a:avLst/>
              <a:gdLst>
                <a:gd name="csX0" fmla="*/ 141 w 12700"/>
                <a:gd name="csY0" fmla="*/ 320 h 25400"/>
                <a:gd name="csX1" fmla="*/ 141 w 12700"/>
                <a:gd name="csY1" fmla="*/ 25720 h 25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25400">
                  <a:moveTo>
                    <a:pt x="141" y="320"/>
                  </a:moveTo>
                  <a:lnTo>
                    <a:pt x="141" y="25720"/>
                  </a:lnTo>
                </a:path>
              </a:pathLst>
            </a:custGeom>
            <a:solidFill>
              <a:srgbClr val="FFFFFF"/>
            </a:solidFill>
            <a:ln w="7620" cap="flat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3" name="Graphic 2">
            <a:extLst>
              <a:ext uri="{FF2B5EF4-FFF2-40B4-BE49-F238E27FC236}">
                <a16:creationId xmlns:a16="http://schemas.microsoft.com/office/drawing/2014/main" id="{A95F3853-5302-0A2B-E82B-95DB98EA789A}"/>
              </a:ext>
            </a:extLst>
          </p:cNvPr>
          <p:cNvGrpSpPr/>
          <p:nvPr/>
        </p:nvGrpSpPr>
        <p:grpSpPr>
          <a:xfrm>
            <a:off x="2809288" y="939701"/>
            <a:ext cx="0" cy="3545839"/>
            <a:chOff x="2809288" y="850493"/>
            <a:chExt cx="0" cy="3545839"/>
          </a:xfrm>
        </p:grpSpPr>
        <p:sp>
          <p:nvSpPr>
            <p:cNvPr id="982" name="Freeform: Shape 981">
              <a:extLst>
                <a:ext uri="{FF2B5EF4-FFF2-40B4-BE49-F238E27FC236}">
                  <a16:creationId xmlns:a16="http://schemas.microsoft.com/office/drawing/2014/main" id="{E1BE5BCA-8C96-B59C-28DE-36F1E19C106A}"/>
                </a:ext>
              </a:extLst>
            </p:cNvPr>
            <p:cNvSpPr/>
            <p:nvPr/>
          </p:nvSpPr>
          <p:spPr>
            <a:xfrm>
              <a:off x="2809288" y="850493"/>
              <a:ext cx="12700" cy="3520439"/>
            </a:xfrm>
            <a:custGeom>
              <a:avLst/>
              <a:gdLst>
                <a:gd name="csX0" fmla="*/ 0 w 12700"/>
                <a:gd name="csY0" fmla="*/ 3520440 h 3520439"/>
                <a:gd name="csX1" fmla="*/ 0 w 12700"/>
                <a:gd name="csY1" fmla="*/ 0 h 35204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3520439">
                  <a:moveTo>
                    <a:pt x="0" y="3520440"/>
                  </a:moveTo>
                  <a:lnTo>
                    <a:pt x="0" y="0"/>
                  </a:lnTo>
                </a:path>
              </a:pathLst>
            </a:custGeom>
            <a:noFill/>
            <a:ln w="10160" cap="flat">
              <a:solidFill>
                <a:srgbClr val="FFFFFF">
                  <a:alpha val="20000"/>
                </a:srgbClr>
              </a:solidFill>
              <a:custDash>
                <a:ds d="60000" sp="99000"/>
              </a:custDash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83" name="Freeform: Shape 982">
              <a:extLst>
                <a:ext uri="{FF2B5EF4-FFF2-40B4-BE49-F238E27FC236}">
                  <a16:creationId xmlns:a16="http://schemas.microsoft.com/office/drawing/2014/main" id="{1693B4BB-B5E6-CABB-B67A-54A469102BC8}"/>
                </a:ext>
              </a:extLst>
            </p:cNvPr>
            <p:cNvSpPr/>
            <p:nvPr/>
          </p:nvSpPr>
          <p:spPr>
            <a:xfrm>
              <a:off x="2809288" y="4370933"/>
              <a:ext cx="12700" cy="25400"/>
            </a:xfrm>
            <a:custGeom>
              <a:avLst/>
              <a:gdLst>
                <a:gd name="csX0" fmla="*/ 149 w 12700"/>
                <a:gd name="csY0" fmla="*/ 320 h 25400"/>
                <a:gd name="csX1" fmla="*/ 149 w 12700"/>
                <a:gd name="csY1" fmla="*/ 25720 h 25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25400">
                  <a:moveTo>
                    <a:pt x="149" y="320"/>
                  </a:moveTo>
                  <a:lnTo>
                    <a:pt x="149" y="25720"/>
                  </a:lnTo>
                </a:path>
              </a:pathLst>
            </a:custGeom>
            <a:solidFill>
              <a:srgbClr val="FFFFFF"/>
            </a:solidFill>
            <a:ln w="7620" cap="flat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84" name="Graphic 2">
            <a:extLst>
              <a:ext uri="{FF2B5EF4-FFF2-40B4-BE49-F238E27FC236}">
                <a16:creationId xmlns:a16="http://schemas.microsoft.com/office/drawing/2014/main" id="{A2501BE0-EB5F-5049-3478-F4CA43F39DE9}"/>
              </a:ext>
            </a:extLst>
          </p:cNvPr>
          <p:cNvGrpSpPr/>
          <p:nvPr/>
        </p:nvGrpSpPr>
        <p:grpSpPr>
          <a:xfrm>
            <a:off x="2912544" y="939701"/>
            <a:ext cx="0" cy="3545839"/>
            <a:chOff x="2912544" y="850493"/>
            <a:chExt cx="0" cy="3545839"/>
          </a:xfrm>
        </p:grpSpPr>
        <p:sp>
          <p:nvSpPr>
            <p:cNvPr id="985" name="Freeform: Shape 984">
              <a:extLst>
                <a:ext uri="{FF2B5EF4-FFF2-40B4-BE49-F238E27FC236}">
                  <a16:creationId xmlns:a16="http://schemas.microsoft.com/office/drawing/2014/main" id="{66740DB5-FBC6-503F-E8C0-35D83C3DAEFF}"/>
                </a:ext>
              </a:extLst>
            </p:cNvPr>
            <p:cNvSpPr/>
            <p:nvPr/>
          </p:nvSpPr>
          <p:spPr>
            <a:xfrm>
              <a:off x="2912544" y="850493"/>
              <a:ext cx="12700" cy="3520439"/>
            </a:xfrm>
            <a:custGeom>
              <a:avLst/>
              <a:gdLst>
                <a:gd name="csX0" fmla="*/ 0 w 12700"/>
                <a:gd name="csY0" fmla="*/ 3520440 h 3520439"/>
                <a:gd name="csX1" fmla="*/ 0 w 12700"/>
                <a:gd name="csY1" fmla="*/ 0 h 35204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3520439">
                  <a:moveTo>
                    <a:pt x="0" y="3520440"/>
                  </a:moveTo>
                  <a:lnTo>
                    <a:pt x="0" y="0"/>
                  </a:lnTo>
                </a:path>
              </a:pathLst>
            </a:custGeom>
            <a:noFill/>
            <a:ln w="10160" cap="flat">
              <a:solidFill>
                <a:srgbClr val="FFFFFF">
                  <a:alpha val="20000"/>
                </a:srgbClr>
              </a:solidFill>
              <a:custDash>
                <a:ds d="60000" sp="99000"/>
              </a:custDash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86" name="Freeform: Shape 985">
              <a:extLst>
                <a:ext uri="{FF2B5EF4-FFF2-40B4-BE49-F238E27FC236}">
                  <a16:creationId xmlns:a16="http://schemas.microsoft.com/office/drawing/2014/main" id="{9DE0684F-BA37-C5E2-EBAD-0968C5C2CD0A}"/>
                </a:ext>
              </a:extLst>
            </p:cNvPr>
            <p:cNvSpPr/>
            <p:nvPr/>
          </p:nvSpPr>
          <p:spPr>
            <a:xfrm>
              <a:off x="2912544" y="4370933"/>
              <a:ext cx="12700" cy="25400"/>
            </a:xfrm>
            <a:custGeom>
              <a:avLst/>
              <a:gdLst>
                <a:gd name="csX0" fmla="*/ 157 w 12700"/>
                <a:gd name="csY0" fmla="*/ 320 h 25400"/>
                <a:gd name="csX1" fmla="*/ 157 w 12700"/>
                <a:gd name="csY1" fmla="*/ 25720 h 25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25400">
                  <a:moveTo>
                    <a:pt x="157" y="320"/>
                  </a:moveTo>
                  <a:lnTo>
                    <a:pt x="157" y="25720"/>
                  </a:lnTo>
                </a:path>
              </a:pathLst>
            </a:custGeom>
            <a:solidFill>
              <a:srgbClr val="FFFFFF"/>
            </a:solidFill>
            <a:ln w="7620" cap="flat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87" name="Graphic 2">
            <a:extLst>
              <a:ext uri="{FF2B5EF4-FFF2-40B4-BE49-F238E27FC236}">
                <a16:creationId xmlns:a16="http://schemas.microsoft.com/office/drawing/2014/main" id="{B8EBFB4B-1CD0-5F3A-45B1-4065FF9C5525}"/>
              </a:ext>
            </a:extLst>
          </p:cNvPr>
          <p:cNvGrpSpPr/>
          <p:nvPr/>
        </p:nvGrpSpPr>
        <p:grpSpPr>
          <a:xfrm>
            <a:off x="3015800" y="939701"/>
            <a:ext cx="0" cy="3545839"/>
            <a:chOff x="3015800" y="850493"/>
            <a:chExt cx="0" cy="3545839"/>
          </a:xfrm>
        </p:grpSpPr>
        <p:sp>
          <p:nvSpPr>
            <p:cNvPr id="988" name="Freeform: Shape 987">
              <a:extLst>
                <a:ext uri="{FF2B5EF4-FFF2-40B4-BE49-F238E27FC236}">
                  <a16:creationId xmlns:a16="http://schemas.microsoft.com/office/drawing/2014/main" id="{0E7C0A94-D4BD-908C-DCDB-E44C9A2BF769}"/>
                </a:ext>
              </a:extLst>
            </p:cNvPr>
            <p:cNvSpPr/>
            <p:nvPr/>
          </p:nvSpPr>
          <p:spPr>
            <a:xfrm>
              <a:off x="3015800" y="850493"/>
              <a:ext cx="12700" cy="3520439"/>
            </a:xfrm>
            <a:custGeom>
              <a:avLst/>
              <a:gdLst>
                <a:gd name="csX0" fmla="*/ 0 w 12700"/>
                <a:gd name="csY0" fmla="*/ 3520440 h 3520439"/>
                <a:gd name="csX1" fmla="*/ 0 w 12700"/>
                <a:gd name="csY1" fmla="*/ 0 h 35204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3520439">
                  <a:moveTo>
                    <a:pt x="0" y="3520440"/>
                  </a:moveTo>
                  <a:lnTo>
                    <a:pt x="0" y="0"/>
                  </a:lnTo>
                </a:path>
              </a:pathLst>
            </a:custGeom>
            <a:noFill/>
            <a:ln w="10160" cap="flat">
              <a:solidFill>
                <a:srgbClr val="FFFFFF">
                  <a:alpha val="20000"/>
                </a:srgbClr>
              </a:solidFill>
              <a:custDash>
                <a:ds d="60000" sp="99000"/>
              </a:custDash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89" name="Freeform: Shape 988">
              <a:extLst>
                <a:ext uri="{FF2B5EF4-FFF2-40B4-BE49-F238E27FC236}">
                  <a16:creationId xmlns:a16="http://schemas.microsoft.com/office/drawing/2014/main" id="{1FDD72D5-8C24-1A2B-57A1-EB83FA0EA8D8}"/>
                </a:ext>
              </a:extLst>
            </p:cNvPr>
            <p:cNvSpPr/>
            <p:nvPr/>
          </p:nvSpPr>
          <p:spPr>
            <a:xfrm>
              <a:off x="3015800" y="4370933"/>
              <a:ext cx="12700" cy="25400"/>
            </a:xfrm>
            <a:custGeom>
              <a:avLst/>
              <a:gdLst>
                <a:gd name="csX0" fmla="*/ 165 w 12700"/>
                <a:gd name="csY0" fmla="*/ 320 h 25400"/>
                <a:gd name="csX1" fmla="*/ 165 w 12700"/>
                <a:gd name="csY1" fmla="*/ 25720 h 25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25400">
                  <a:moveTo>
                    <a:pt x="165" y="320"/>
                  </a:moveTo>
                  <a:lnTo>
                    <a:pt x="165" y="25720"/>
                  </a:lnTo>
                </a:path>
              </a:pathLst>
            </a:custGeom>
            <a:solidFill>
              <a:srgbClr val="FFFFFF"/>
            </a:solidFill>
            <a:ln w="7620" cap="flat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90" name="Graphic 2">
            <a:extLst>
              <a:ext uri="{FF2B5EF4-FFF2-40B4-BE49-F238E27FC236}">
                <a16:creationId xmlns:a16="http://schemas.microsoft.com/office/drawing/2014/main" id="{A5B2B0A3-664F-2193-10E3-B310979468E0}"/>
              </a:ext>
            </a:extLst>
          </p:cNvPr>
          <p:cNvGrpSpPr/>
          <p:nvPr/>
        </p:nvGrpSpPr>
        <p:grpSpPr>
          <a:xfrm>
            <a:off x="3222313" y="939701"/>
            <a:ext cx="0" cy="3545839"/>
            <a:chOff x="3222313" y="850493"/>
            <a:chExt cx="0" cy="3545839"/>
          </a:xfrm>
        </p:grpSpPr>
        <p:sp>
          <p:nvSpPr>
            <p:cNvPr id="991" name="Freeform: Shape 990">
              <a:extLst>
                <a:ext uri="{FF2B5EF4-FFF2-40B4-BE49-F238E27FC236}">
                  <a16:creationId xmlns:a16="http://schemas.microsoft.com/office/drawing/2014/main" id="{C3DB34EB-D7AE-9B46-8864-BFCD736908F3}"/>
                </a:ext>
              </a:extLst>
            </p:cNvPr>
            <p:cNvSpPr/>
            <p:nvPr/>
          </p:nvSpPr>
          <p:spPr>
            <a:xfrm>
              <a:off x="3222313" y="850493"/>
              <a:ext cx="12700" cy="3520439"/>
            </a:xfrm>
            <a:custGeom>
              <a:avLst/>
              <a:gdLst>
                <a:gd name="csX0" fmla="*/ 0 w 12700"/>
                <a:gd name="csY0" fmla="*/ 3520440 h 3520439"/>
                <a:gd name="csX1" fmla="*/ 0 w 12700"/>
                <a:gd name="csY1" fmla="*/ 0 h 35204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3520439">
                  <a:moveTo>
                    <a:pt x="0" y="3520440"/>
                  </a:moveTo>
                  <a:lnTo>
                    <a:pt x="0" y="0"/>
                  </a:lnTo>
                </a:path>
              </a:pathLst>
            </a:custGeom>
            <a:noFill/>
            <a:ln w="10160" cap="flat">
              <a:solidFill>
                <a:srgbClr val="FFFFFF">
                  <a:alpha val="20000"/>
                </a:srgbClr>
              </a:solidFill>
              <a:custDash>
                <a:ds d="60000" sp="99000"/>
              </a:custDash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92" name="Freeform: Shape 991">
              <a:extLst>
                <a:ext uri="{FF2B5EF4-FFF2-40B4-BE49-F238E27FC236}">
                  <a16:creationId xmlns:a16="http://schemas.microsoft.com/office/drawing/2014/main" id="{55D50653-271A-3A5A-C650-41343F1E25A8}"/>
                </a:ext>
              </a:extLst>
            </p:cNvPr>
            <p:cNvSpPr/>
            <p:nvPr/>
          </p:nvSpPr>
          <p:spPr>
            <a:xfrm>
              <a:off x="3222313" y="4370933"/>
              <a:ext cx="12700" cy="25400"/>
            </a:xfrm>
            <a:custGeom>
              <a:avLst/>
              <a:gdLst>
                <a:gd name="csX0" fmla="*/ 182 w 12700"/>
                <a:gd name="csY0" fmla="*/ 320 h 25400"/>
                <a:gd name="csX1" fmla="*/ 182 w 12700"/>
                <a:gd name="csY1" fmla="*/ 25720 h 25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25400">
                  <a:moveTo>
                    <a:pt x="182" y="320"/>
                  </a:moveTo>
                  <a:lnTo>
                    <a:pt x="182" y="25720"/>
                  </a:lnTo>
                </a:path>
              </a:pathLst>
            </a:custGeom>
            <a:solidFill>
              <a:srgbClr val="FFFFFF"/>
            </a:solidFill>
            <a:ln w="7620" cap="flat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93" name="Graphic 2">
            <a:extLst>
              <a:ext uri="{FF2B5EF4-FFF2-40B4-BE49-F238E27FC236}">
                <a16:creationId xmlns:a16="http://schemas.microsoft.com/office/drawing/2014/main" id="{35CE4FC3-6D3E-9EDE-1938-6F9CCCDE9DD4}"/>
              </a:ext>
            </a:extLst>
          </p:cNvPr>
          <p:cNvGrpSpPr/>
          <p:nvPr/>
        </p:nvGrpSpPr>
        <p:grpSpPr>
          <a:xfrm>
            <a:off x="3325569" y="939701"/>
            <a:ext cx="0" cy="3545839"/>
            <a:chOff x="3325569" y="850493"/>
            <a:chExt cx="0" cy="3545839"/>
          </a:xfrm>
        </p:grpSpPr>
        <p:sp>
          <p:nvSpPr>
            <p:cNvPr id="994" name="Freeform: Shape 993">
              <a:extLst>
                <a:ext uri="{FF2B5EF4-FFF2-40B4-BE49-F238E27FC236}">
                  <a16:creationId xmlns:a16="http://schemas.microsoft.com/office/drawing/2014/main" id="{CD772836-1DC6-2DA6-DD72-07E9D649D279}"/>
                </a:ext>
              </a:extLst>
            </p:cNvPr>
            <p:cNvSpPr/>
            <p:nvPr/>
          </p:nvSpPr>
          <p:spPr>
            <a:xfrm>
              <a:off x="3325569" y="850493"/>
              <a:ext cx="12700" cy="3520439"/>
            </a:xfrm>
            <a:custGeom>
              <a:avLst/>
              <a:gdLst>
                <a:gd name="csX0" fmla="*/ 0 w 12700"/>
                <a:gd name="csY0" fmla="*/ 3520440 h 3520439"/>
                <a:gd name="csX1" fmla="*/ 0 w 12700"/>
                <a:gd name="csY1" fmla="*/ 0 h 35204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3520439">
                  <a:moveTo>
                    <a:pt x="0" y="3520440"/>
                  </a:moveTo>
                  <a:lnTo>
                    <a:pt x="0" y="0"/>
                  </a:lnTo>
                </a:path>
              </a:pathLst>
            </a:custGeom>
            <a:noFill/>
            <a:ln w="28575" cap="flat">
              <a:solidFill>
                <a:schemeClr val="accent3"/>
              </a:solidFill>
              <a:custDash>
                <a:ds d="60000" sp="99000"/>
              </a:custDash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95" name="Freeform: Shape 994">
              <a:extLst>
                <a:ext uri="{FF2B5EF4-FFF2-40B4-BE49-F238E27FC236}">
                  <a16:creationId xmlns:a16="http://schemas.microsoft.com/office/drawing/2014/main" id="{DFEC6A1D-5176-BB35-BBB1-8413B0D01EC9}"/>
                </a:ext>
              </a:extLst>
            </p:cNvPr>
            <p:cNvSpPr/>
            <p:nvPr/>
          </p:nvSpPr>
          <p:spPr>
            <a:xfrm>
              <a:off x="3325569" y="4370933"/>
              <a:ext cx="12700" cy="25400"/>
            </a:xfrm>
            <a:custGeom>
              <a:avLst/>
              <a:gdLst>
                <a:gd name="csX0" fmla="*/ 190 w 12700"/>
                <a:gd name="csY0" fmla="*/ 320 h 25400"/>
                <a:gd name="csX1" fmla="*/ 190 w 12700"/>
                <a:gd name="csY1" fmla="*/ 25720 h 25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25400">
                  <a:moveTo>
                    <a:pt x="190" y="320"/>
                  </a:moveTo>
                  <a:lnTo>
                    <a:pt x="190" y="25720"/>
                  </a:lnTo>
                </a:path>
              </a:pathLst>
            </a:custGeom>
            <a:solidFill>
              <a:srgbClr val="FFFFFF"/>
            </a:solidFill>
            <a:ln w="28575" cap="flat">
              <a:solidFill>
                <a:schemeClr val="accent3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96" name="Graphic 2">
            <a:extLst>
              <a:ext uri="{FF2B5EF4-FFF2-40B4-BE49-F238E27FC236}">
                <a16:creationId xmlns:a16="http://schemas.microsoft.com/office/drawing/2014/main" id="{236EA851-2506-57ED-5AC4-B6ABDDC9FFF1}"/>
              </a:ext>
            </a:extLst>
          </p:cNvPr>
          <p:cNvGrpSpPr/>
          <p:nvPr/>
        </p:nvGrpSpPr>
        <p:grpSpPr>
          <a:xfrm>
            <a:off x="3428825" y="939701"/>
            <a:ext cx="0" cy="3545839"/>
            <a:chOff x="3428825" y="850493"/>
            <a:chExt cx="0" cy="3545839"/>
          </a:xfrm>
        </p:grpSpPr>
        <p:sp>
          <p:nvSpPr>
            <p:cNvPr id="997" name="Freeform: Shape 996">
              <a:extLst>
                <a:ext uri="{FF2B5EF4-FFF2-40B4-BE49-F238E27FC236}">
                  <a16:creationId xmlns:a16="http://schemas.microsoft.com/office/drawing/2014/main" id="{352C4B65-400C-0B4E-9C3F-4FE4DE89F4CD}"/>
                </a:ext>
              </a:extLst>
            </p:cNvPr>
            <p:cNvSpPr/>
            <p:nvPr/>
          </p:nvSpPr>
          <p:spPr>
            <a:xfrm>
              <a:off x="3428825" y="850493"/>
              <a:ext cx="12700" cy="3520439"/>
            </a:xfrm>
            <a:custGeom>
              <a:avLst/>
              <a:gdLst>
                <a:gd name="csX0" fmla="*/ 0 w 12700"/>
                <a:gd name="csY0" fmla="*/ 3520440 h 3520439"/>
                <a:gd name="csX1" fmla="*/ 0 w 12700"/>
                <a:gd name="csY1" fmla="*/ 0 h 35204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3520439">
                  <a:moveTo>
                    <a:pt x="0" y="3520440"/>
                  </a:moveTo>
                  <a:lnTo>
                    <a:pt x="0" y="0"/>
                  </a:lnTo>
                </a:path>
              </a:pathLst>
            </a:custGeom>
            <a:noFill/>
            <a:ln w="10160" cap="flat">
              <a:solidFill>
                <a:srgbClr val="FFFFFF">
                  <a:alpha val="20000"/>
                </a:srgbClr>
              </a:solidFill>
              <a:custDash>
                <a:ds d="60000" sp="99000"/>
              </a:custDash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98" name="Freeform: Shape 997">
              <a:extLst>
                <a:ext uri="{FF2B5EF4-FFF2-40B4-BE49-F238E27FC236}">
                  <a16:creationId xmlns:a16="http://schemas.microsoft.com/office/drawing/2014/main" id="{07924122-0343-1444-E534-9A100F39D848}"/>
                </a:ext>
              </a:extLst>
            </p:cNvPr>
            <p:cNvSpPr/>
            <p:nvPr/>
          </p:nvSpPr>
          <p:spPr>
            <a:xfrm>
              <a:off x="3428825" y="4370933"/>
              <a:ext cx="12700" cy="25400"/>
            </a:xfrm>
            <a:custGeom>
              <a:avLst/>
              <a:gdLst>
                <a:gd name="csX0" fmla="*/ 198 w 12700"/>
                <a:gd name="csY0" fmla="*/ 320 h 25400"/>
                <a:gd name="csX1" fmla="*/ 198 w 12700"/>
                <a:gd name="csY1" fmla="*/ 25720 h 25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25400">
                  <a:moveTo>
                    <a:pt x="198" y="320"/>
                  </a:moveTo>
                  <a:lnTo>
                    <a:pt x="198" y="25720"/>
                  </a:lnTo>
                </a:path>
              </a:pathLst>
            </a:custGeom>
            <a:solidFill>
              <a:srgbClr val="FFFFFF"/>
            </a:solidFill>
            <a:ln w="7620" cap="flat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99" name="Graphic 2">
            <a:extLst>
              <a:ext uri="{FF2B5EF4-FFF2-40B4-BE49-F238E27FC236}">
                <a16:creationId xmlns:a16="http://schemas.microsoft.com/office/drawing/2014/main" id="{1BD3FD0A-84D9-DF9A-4AC4-685ECD7D2319}"/>
              </a:ext>
            </a:extLst>
          </p:cNvPr>
          <p:cNvGrpSpPr/>
          <p:nvPr/>
        </p:nvGrpSpPr>
        <p:grpSpPr>
          <a:xfrm>
            <a:off x="3532082" y="939701"/>
            <a:ext cx="0" cy="3545839"/>
            <a:chOff x="3532082" y="850493"/>
            <a:chExt cx="0" cy="3545839"/>
          </a:xfrm>
        </p:grpSpPr>
        <p:sp>
          <p:nvSpPr>
            <p:cNvPr id="1000" name="Freeform: Shape 999">
              <a:extLst>
                <a:ext uri="{FF2B5EF4-FFF2-40B4-BE49-F238E27FC236}">
                  <a16:creationId xmlns:a16="http://schemas.microsoft.com/office/drawing/2014/main" id="{2A585FDB-FE6A-EC2E-574C-3E9C305B5B92}"/>
                </a:ext>
              </a:extLst>
            </p:cNvPr>
            <p:cNvSpPr/>
            <p:nvPr/>
          </p:nvSpPr>
          <p:spPr>
            <a:xfrm>
              <a:off x="3532082" y="850493"/>
              <a:ext cx="12700" cy="3520439"/>
            </a:xfrm>
            <a:custGeom>
              <a:avLst/>
              <a:gdLst>
                <a:gd name="csX0" fmla="*/ 0 w 12700"/>
                <a:gd name="csY0" fmla="*/ 3520440 h 3520439"/>
                <a:gd name="csX1" fmla="*/ 0 w 12700"/>
                <a:gd name="csY1" fmla="*/ 0 h 35204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3520439">
                  <a:moveTo>
                    <a:pt x="0" y="3520440"/>
                  </a:moveTo>
                  <a:lnTo>
                    <a:pt x="0" y="0"/>
                  </a:lnTo>
                </a:path>
              </a:pathLst>
            </a:custGeom>
            <a:noFill/>
            <a:ln w="10160" cap="flat">
              <a:solidFill>
                <a:srgbClr val="FFFFFF">
                  <a:alpha val="20000"/>
                </a:srgbClr>
              </a:solidFill>
              <a:custDash>
                <a:ds d="60000" sp="99000"/>
              </a:custDash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01" name="Freeform: Shape 1000">
              <a:extLst>
                <a:ext uri="{FF2B5EF4-FFF2-40B4-BE49-F238E27FC236}">
                  <a16:creationId xmlns:a16="http://schemas.microsoft.com/office/drawing/2014/main" id="{31AC95AE-CB5F-93A8-724D-CC1EDB90E32A}"/>
                </a:ext>
              </a:extLst>
            </p:cNvPr>
            <p:cNvSpPr/>
            <p:nvPr/>
          </p:nvSpPr>
          <p:spPr>
            <a:xfrm>
              <a:off x="3532082" y="4370933"/>
              <a:ext cx="12700" cy="25400"/>
            </a:xfrm>
            <a:custGeom>
              <a:avLst/>
              <a:gdLst>
                <a:gd name="csX0" fmla="*/ 206 w 12700"/>
                <a:gd name="csY0" fmla="*/ 320 h 25400"/>
                <a:gd name="csX1" fmla="*/ 206 w 12700"/>
                <a:gd name="csY1" fmla="*/ 25720 h 25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25400">
                  <a:moveTo>
                    <a:pt x="206" y="320"/>
                  </a:moveTo>
                  <a:lnTo>
                    <a:pt x="206" y="25720"/>
                  </a:lnTo>
                </a:path>
              </a:pathLst>
            </a:custGeom>
            <a:solidFill>
              <a:srgbClr val="FFFFFF"/>
            </a:solidFill>
            <a:ln w="7620" cap="flat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02" name="Graphic 2">
            <a:extLst>
              <a:ext uri="{FF2B5EF4-FFF2-40B4-BE49-F238E27FC236}">
                <a16:creationId xmlns:a16="http://schemas.microsoft.com/office/drawing/2014/main" id="{6BE05976-FB68-29F8-CAC3-EE94F601D39E}"/>
              </a:ext>
            </a:extLst>
          </p:cNvPr>
          <p:cNvGrpSpPr/>
          <p:nvPr/>
        </p:nvGrpSpPr>
        <p:grpSpPr>
          <a:xfrm>
            <a:off x="3635338" y="939701"/>
            <a:ext cx="0" cy="3545839"/>
            <a:chOff x="3635338" y="850493"/>
            <a:chExt cx="0" cy="3545839"/>
          </a:xfrm>
        </p:grpSpPr>
        <p:sp>
          <p:nvSpPr>
            <p:cNvPr id="1003" name="Freeform: Shape 1002">
              <a:extLst>
                <a:ext uri="{FF2B5EF4-FFF2-40B4-BE49-F238E27FC236}">
                  <a16:creationId xmlns:a16="http://schemas.microsoft.com/office/drawing/2014/main" id="{0D0C726E-2784-DD3C-0E84-EE834C5EF5FA}"/>
                </a:ext>
              </a:extLst>
            </p:cNvPr>
            <p:cNvSpPr/>
            <p:nvPr/>
          </p:nvSpPr>
          <p:spPr>
            <a:xfrm>
              <a:off x="3635338" y="850493"/>
              <a:ext cx="12700" cy="3520439"/>
            </a:xfrm>
            <a:custGeom>
              <a:avLst/>
              <a:gdLst>
                <a:gd name="csX0" fmla="*/ 0 w 12700"/>
                <a:gd name="csY0" fmla="*/ 3520440 h 3520439"/>
                <a:gd name="csX1" fmla="*/ 0 w 12700"/>
                <a:gd name="csY1" fmla="*/ 0 h 35204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3520439">
                  <a:moveTo>
                    <a:pt x="0" y="3520440"/>
                  </a:moveTo>
                  <a:lnTo>
                    <a:pt x="0" y="0"/>
                  </a:lnTo>
                </a:path>
              </a:pathLst>
            </a:custGeom>
            <a:noFill/>
            <a:ln w="10160" cap="flat">
              <a:solidFill>
                <a:srgbClr val="FFFFFF">
                  <a:alpha val="20000"/>
                </a:srgbClr>
              </a:solidFill>
              <a:custDash>
                <a:ds d="60000" sp="99000"/>
              </a:custDash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04" name="Freeform: Shape 1003">
              <a:extLst>
                <a:ext uri="{FF2B5EF4-FFF2-40B4-BE49-F238E27FC236}">
                  <a16:creationId xmlns:a16="http://schemas.microsoft.com/office/drawing/2014/main" id="{FED56599-13EC-859E-FDE2-52C9C197EE56}"/>
                </a:ext>
              </a:extLst>
            </p:cNvPr>
            <p:cNvSpPr/>
            <p:nvPr/>
          </p:nvSpPr>
          <p:spPr>
            <a:xfrm>
              <a:off x="3635338" y="4370933"/>
              <a:ext cx="12700" cy="25400"/>
            </a:xfrm>
            <a:custGeom>
              <a:avLst/>
              <a:gdLst>
                <a:gd name="csX0" fmla="*/ 214 w 12700"/>
                <a:gd name="csY0" fmla="*/ 320 h 25400"/>
                <a:gd name="csX1" fmla="*/ 214 w 12700"/>
                <a:gd name="csY1" fmla="*/ 25720 h 25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25400">
                  <a:moveTo>
                    <a:pt x="214" y="320"/>
                  </a:moveTo>
                  <a:lnTo>
                    <a:pt x="214" y="25720"/>
                  </a:lnTo>
                </a:path>
              </a:pathLst>
            </a:custGeom>
            <a:solidFill>
              <a:srgbClr val="FFFFFF"/>
            </a:solidFill>
            <a:ln w="7620" cap="flat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05" name="Graphic 2">
            <a:extLst>
              <a:ext uri="{FF2B5EF4-FFF2-40B4-BE49-F238E27FC236}">
                <a16:creationId xmlns:a16="http://schemas.microsoft.com/office/drawing/2014/main" id="{53B2A0E0-D952-6E86-2E06-8CFAEDAC5FFC}"/>
              </a:ext>
            </a:extLst>
          </p:cNvPr>
          <p:cNvGrpSpPr/>
          <p:nvPr/>
        </p:nvGrpSpPr>
        <p:grpSpPr>
          <a:xfrm>
            <a:off x="3738594" y="939701"/>
            <a:ext cx="0" cy="3545839"/>
            <a:chOff x="3738594" y="850493"/>
            <a:chExt cx="0" cy="3545839"/>
          </a:xfrm>
        </p:grpSpPr>
        <p:sp>
          <p:nvSpPr>
            <p:cNvPr id="1006" name="Freeform: Shape 1005">
              <a:extLst>
                <a:ext uri="{FF2B5EF4-FFF2-40B4-BE49-F238E27FC236}">
                  <a16:creationId xmlns:a16="http://schemas.microsoft.com/office/drawing/2014/main" id="{84FC402E-177C-18BD-B773-8E3C6D1DDE18}"/>
                </a:ext>
              </a:extLst>
            </p:cNvPr>
            <p:cNvSpPr/>
            <p:nvPr/>
          </p:nvSpPr>
          <p:spPr>
            <a:xfrm>
              <a:off x="3738594" y="850493"/>
              <a:ext cx="12700" cy="3520439"/>
            </a:xfrm>
            <a:custGeom>
              <a:avLst/>
              <a:gdLst>
                <a:gd name="csX0" fmla="*/ 0 w 12700"/>
                <a:gd name="csY0" fmla="*/ 3520440 h 3520439"/>
                <a:gd name="csX1" fmla="*/ 0 w 12700"/>
                <a:gd name="csY1" fmla="*/ 0 h 35204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3520439">
                  <a:moveTo>
                    <a:pt x="0" y="3520440"/>
                  </a:moveTo>
                  <a:lnTo>
                    <a:pt x="0" y="0"/>
                  </a:lnTo>
                </a:path>
              </a:pathLst>
            </a:custGeom>
            <a:noFill/>
            <a:ln w="10160" cap="flat">
              <a:solidFill>
                <a:srgbClr val="FFFFFF">
                  <a:alpha val="20000"/>
                </a:srgbClr>
              </a:solidFill>
              <a:custDash>
                <a:ds d="60000" sp="99000"/>
              </a:custDash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07" name="Freeform: Shape 1006">
              <a:extLst>
                <a:ext uri="{FF2B5EF4-FFF2-40B4-BE49-F238E27FC236}">
                  <a16:creationId xmlns:a16="http://schemas.microsoft.com/office/drawing/2014/main" id="{4533BC90-D6D3-6B7E-E20D-8C1DDF3472EC}"/>
                </a:ext>
              </a:extLst>
            </p:cNvPr>
            <p:cNvSpPr/>
            <p:nvPr/>
          </p:nvSpPr>
          <p:spPr>
            <a:xfrm>
              <a:off x="3738594" y="4370933"/>
              <a:ext cx="12700" cy="25400"/>
            </a:xfrm>
            <a:custGeom>
              <a:avLst/>
              <a:gdLst>
                <a:gd name="csX0" fmla="*/ 222 w 12700"/>
                <a:gd name="csY0" fmla="*/ 320 h 25400"/>
                <a:gd name="csX1" fmla="*/ 222 w 12700"/>
                <a:gd name="csY1" fmla="*/ 25720 h 25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25400">
                  <a:moveTo>
                    <a:pt x="222" y="320"/>
                  </a:moveTo>
                  <a:lnTo>
                    <a:pt x="222" y="25720"/>
                  </a:lnTo>
                </a:path>
              </a:pathLst>
            </a:custGeom>
            <a:solidFill>
              <a:srgbClr val="FFFFFF"/>
            </a:solidFill>
            <a:ln w="7620" cap="flat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08" name="Graphic 2">
            <a:extLst>
              <a:ext uri="{FF2B5EF4-FFF2-40B4-BE49-F238E27FC236}">
                <a16:creationId xmlns:a16="http://schemas.microsoft.com/office/drawing/2014/main" id="{CA2591F0-C403-B9D8-EB5A-E67D055A7886}"/>
              </a:ext>
            </a:extLst>
          </p:cNvPr>
          <p:cNvGrpSpPr/>
          <p:nvPr/>
        </p:nvGrpSpPr>
        <p:grpSpPr>
          <a:xfrm>
            <a:off x="3841850" y="939701"/>
            <a:ext cx="0" cy="3545839"/>
            <a:chOff x="3841850" y="850493"/>
            <a:chExt cx="0" cy="3545839"/>
          </a:xfrm>
        </p:grpSpPr>
        <p:sp>
          <p:nvSpPr>
            <p:cNvPr id="1009" name="Freeform: Shape 1008">
              <a:extLst>
                <a:ext uri="{FF2B5EF4-FFF2-40B4-BE49-F238E27FC236}">
                  <a16:creationId xmlns:a16="http://schemas.microsoft.com/office/drawing/2014/main" id="{5EBCCFA6-0B74-2D1E-3E7E-6F6F116C3DE4}"/>
                </a:ext>
              </a:extLst>
            </p:cNvPr>
            <p:cNvSpPr/>
            <p:nvPr/>
          </p:nvSpPr>
          <p:spPr>
            <a:xfrm>
              <a:off x="3841850" y="850493"/>
              <a:ext cx="12700" cy="3520439"/>
            </a:xfrm>
            <a:custGeom>
              <a:avLst/>
              <a:gdLst>
                <a:gd name="csX0" fmla="*/ 0 w 12700"/>
                <a:gd name="csY0" fmla="*/ 3520440 h 3520439"/>
                <a:gd name="csX1" fmla="*/ 0 w 12700"/>
                <a:gd name="csY1" fmla="*/ 0 h 35204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3520439">
                  <a:moveTo>
                    <a:pt x="0" y="3520440"/>
                  </a:moveTo>
                  <a:lnTo>
                    <a:pt x="0" y="0"/>
                  </a:lnTo>
                </a:path>
              </a:pathLst>
            </a:custGeom>
            <a:noFill/>
            <a:ln w="10160" cap="flat">
              <a:solidFill>
                <a:srgbClr val="FFFFFF">
                  <a:alpha val="20000"/>
                </a:srgbClr>
              </a:solidFill>
              <a:custDash>
                <a:ds d="60000" sp="99000"/>
              </a:custDash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0" name="Freeform: Shape 1009">
              <a:extLst>
                <a:ext uri="{FF2B5EF4-FFF2-40B4-BE49-F238E27FC236}">
                  <a16:creationId xmlns:a16="http://schemas.microsoft.com/office/drawing/2014/main" id="{6C71C08E-A88E-8AEC-751D-630374D46458}"/>
                </a:ext>
              </a:extLst>
            </p:cNvPr>
            <p:cNvSpPr/>
            <p:nvPr/>
          </p:nvSpPr>
          <p:spPr>
            <a:xfrm>
              <a:off x="3841851" y="4370933"/>
              <a:ext cx="12700" cy="25400"/>
            </a:xfrm>
            <a:custGeom>
              <a:avLst/>
              <a:gdLst>
                <a:gd name="csX0" fmla="*/ 231 w 12700"/>
                <a:gd name="csY0" fmla="*/ 320 h 25400"/>
                <a:gd name="csX1" fmla="*/ 231 w 12700"/>
                <a:gd name="csY1" fmla="*/ 25720 h 25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25400">
                  <a:moveTo>
                    <a:pt x="231" y="320"/>
                  </a:moveTo>
                  <a:lnTo>
                    <a:pt x="231" y="25720"/>
                  </a:lnTo>
                </a:path>
              </a:pathLst>
            </a:custGeom>
            <a:solidFill>
              <a:srgbClr val="FFFFFF"/>
            </a:solidFill>
            <a:ln w="7620" cap="flat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11" name="Graphic 2">
            <a:extLst>
              <a:ext uri="{FF2B5EF4-FFF2-40B4-BE49-F238E27FC236}">
                <a16:creationId xmlns:a16="http://schemas.microsoft.com/office/drawing/2014/main" id="{E05DE4B1-9D6C-99F4-AFC7-DD4864E6A98D}"/>
              </a:ext>
            </a:extLst>
          </p:cNvPr>
          <p:cNvGrpSpPr/>
          <p:nvPr/>
        </p:nvGrpSpPr>
        <p:grpSpPr>
          <a:xfrm>
            <a:off x="3945107" y="939701"/>
            <a:ext cx="0" cy="3545839"/>
            <a:chOff x="3945107" y="850493"/>
            <a:chExt cx="0" cy="3545839"/>
          </a:xfrm>
        </p:grpSpPr>
        <p:sp>
          <p:nvSpPr>
            <p:cNvPr id="1012" name="Freeform: Shape 1011">
              <a:extLst>
                <a:ext uri="{FF2B5EF4-FFF2-40B4-BE49-F238E27FC236}">
                  <a16:creationId xmlns:a16="http://schemas.microsoft.com/office/drawing/2014/main" id="{5792A2C1-6251-E7BA-43B2-31B351F581EE}"/>
                </a:ext>
              </a:extLst>
            </p:cNvPr>
            <p:cNvSpPr/>
            <p:nvPr/>
          </p:nvSpPr>
          <p:spPr>
            <a:xfrm>
              <a:off x="3945107" y="850493"/>
              <a:ext cx="12700" cy="3520439"/>
            </a:xfrm>
            <a:custGeom>
              <a:avLst/>
              <a:gdLst>
                <a:gd name="csX0" fmla="*/ 0 w 12700"/>
                <a:gd name="csY0" fmla="*/ 3520440 h 3520439"/>
                <a:gd name="csX1" fmla="*/ 0 w 12700"/>
                <a:gd name="csY1" fmla="*/ 0 h 35204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3520439">
                  <a:moveTo>
                    <a:pt x="0" y="3520440"/>
                  </a:moveTo>
                  <a:lnTo>
                    <a:pt x="0" y="0"/>
                  </a:lnTo>
                </a:path>
              </a:pathLst>
            </a:custGeom>
            <a:noFill/>
            <a:ln w="10160" cap="flat">
              <a:solidFill>
                <a:srgbClr val="FFFFFF">
                  <a:alpha val="20000"/>
                </a:srgbClr>
              </a:solidFill>
              <a:custDash>
                <a:ds d="60000" sp="99000"/>
              </a:custDash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3" name="Freeform: Shape 1012">
              <a:extLst>
                <a:ext uri="{FF2B5EF4-FFF2-40B4-BE49-F238E27FC236}">
                  <a16:creationId xmlns:a16="http://schemas.microsoft.com/office/drawing/2014/main" id="{D979A669-9EC8-B7F5-7BCB-2EF6130E1591}"/>
                </a:ext>
              </a:extLst>
            </p:cNvPr>
            <p:cNvSpPr/>
            <p:nvPr/>
          </p:nvSpPr>
          <p:spPr>
            <a:xfrm>
              <a:off x="3945107" y="4370933"/>
              <a:ext cx="12700" cy="25400"/>
            </a:xfrm>
            <a:custGeom>
              <a:avLst/>
              <a:gdLst>
                <a:gd name="csX0" fmla="*/ 239 w 12700"/>
                <a:gd name="csY0" fmla="*/ 320 h 25400"/>
                <a:gd name="csX1" fmla="*/ 239 w 12700"/>
                <a:gd name="csY1" fmla="*/ 25720 h 25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25400">
                  <a:moveTo>
                    <a:pt x="239" y="320"/>
                  </a:moveTo>
                  <a:lnTo>
                    <a:pt x="239" y="25720"/>
                  </a:lnTo>
                </a:path>
              </a:pathLst>
            </a:custGeom>
            <a:solidFill>
              <a:srgbClr val="FFFFFF"/>
            </a:solidFill>
            <a:ln w="7620" cap="flat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14" name="Graphic 2">
            <a:extLst>
              <a:ext uri="{FF2B5EF4-FFF2-40B4-BE49-F238E27FC236}">
                <a16:creationId xmlns:a16="http://schemas.microsoft.com/office/drawing/2014/main" id="{23DFB109-4072-7F22-3B7F-3310146DFFC5}"/>
              </a:ext>
            </a:extLst>
          </p:cNvPr>
          <p:cNvGrpSpPr/>
          <p:nvPr/>
        </p:nvGrpSpPr>
        <p:grpSpPr>
          <a:xfrm>
            <a:off x="4048363" y="939701"/>
            <a:ext cx="0" cy="3545839"/>
            <a:chOff x="4048363" y="850493"/>
            <a:chExt cx="0" cy="3545839"/>
          </a:xfrm>
        </p:grpSpPr>
        <p:sp>
          <p:nvSpPr>
            <p:cNvPr id="1015" name="Freeform: Shape 1014">
              <a:extLst>
                <a:ext uri="{FF2B5EF4-FFF2-40B4-BE49-F238E27FC236}">
                  <a16:creationId xmlns:a16="http://schemas.microsoft.com/office/drawing/2014/main" id="{34635F09-5845-73E0-AC1B-37AC91CD383E}"/>
                </a:ext>
              </a:extLst>
            </p:cNvPr>
            <p:cNvSpPr/>
            <p:nvPr/>
          </p:nvSpPr>
          <p:spPr>
            <a:xfrm>
              <a:off x="4048363" y="850493"/>
              <a:ext cx="12700" cy="3520439"/>
            </a:xfrm>
            <a:custGeom>
              <a:avLst/>
              <a:gdLst>
                <a:gd name="csX0" fmla="*/ 0 w 12700"/>
                <a:gd name="csY0" fmla="*/ 3520440 h 3520439"/>
                <a:gd name="csX1" fmla="*/ 0 w 12700"/>
                <a:gd name="csY1" fmla="*/ 0 h 35204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3520439">
                  <a:moveTo>
                    <a:pt x="0" y="3520440"/>
                  </a:moveTo>
                  <a:lnTo>
                    <a:pt x="0" y="0"/>
                  </a:lnTo>
                </a:path>
              </a:pathLst>
            </a:custGeom>
            <a:noFill/>
            <a:ln w="10160" cap="flat">
              <a:solidFill>
                <a:srgbClr val="FFFFFF">
                  <a:alpha val="20000"/>
                </a:srgbClr>
              </a:solidFill>
              <a:custDash>
                <a:ds d="60000" sp="99000"/>
              </a:custDash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6" name="Freeform: Shape 1015">
              <a:extLst>
                <a:ext uri="{FF2B5EF4-FFF2-40B4-BE49-F238E27FC236}">
                  <a16:creationId xmlns:a16="http://schemas.microsoft.com/office/drawing/2014/main" id="{F9D14E76-79C3-21D4-F1BB-D7DBA7DE9541}"/>
                </a:ext>
              </a:extLst>
            </p:cNvPr>
            <p:cNvSpPr/>
            <p:nvPr/>
          </p:nvSpPr>
          <p:spPr>
            <a:xfrm>
              <a:off x="4048363" y="4370933"/>
              <a:ext cx="12700" cy="25400"/>
            </a:xfrm>
            <a:custGeom>
              <a:avLst/>
              <a:gdLst>
                <a:gd name="csX0" fmla="*/ 247 w 12700"/>
                <a:gd name="csY0" fmla="*/ 320 h 25400"/>
                <a:gd name="csX1" fmla="*/ 247 w 12700"/>
                <a:gd name="csY1" fmla="*/ 25720 h 25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25400">
                  <a:moveTo>
                    <a:pt x="247" y="320"/>
                  </a:moveTo>
                  <a:lnTo>
                    <a:pt x="247" y="25720"/>
                  </a:lnTo>
                </a:path>
              </a:pathLst>
            </a:custGeom>
            <a:solidFill>
              <a:srgbClr val="FFFFFF"/>
            </a:solidFill>
            <a:ln w="7620" cap="flat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17" name="Graphic 2">
            <a:extLst>
              <a:ext uri="{FF2B5EF4-FFF2-40B4-BE49-F238E27FC236}">
                <a16:creationId xmlns:a16="http://schemas.microsoft.com/office/drawing/2014/main" id="{99C3A4E7-373C-2F0A-3316-6AF034DEF5C0}"/>
              </a:ext>
            </a:extLst>
          </p:cNvPr>
          <p:cNvGrpSpPr/>
          <p:nvPr/>
        </p:nvGrpSpPr>
        <p:grpSpPr>
          <a:xfrm>
            <a:off x="4254875" y="939701"/>
            <a:ext cx="0" cy="3545839"/>
            <a:chOff x="4254875" y="850493"/>
            <a:chExt cx="0" cy="3545839"/>
          </a:xfrm>
        </p:grpSpPr>
        <p:sp>
          <p:nvSpPr>
            <p:cNvPr id="1018" name="Freeform: Shape 1017">
              <a:extLst>
                <a:ext uri="{FF2B5EF4-FFF2-40B4-BE49-F238E27FC236}">
                  <a16:creationId xmlns:a16="http://schemas.microsoft.com/office/drawing/2014/main" id="{918DE399-1658-524E-B51E-19893436A84B}"/>
                </a:ext>
              </a:extLst>
            </p:cNvPr>
            <p:cNvSpPr/>
            <p:nvPr/>
          </p:nvSpPr>
          <p:spPr>
            <a:xfrm>
              <a:off x="4254875" y="850493"/>
              <a:ext cx="12700" cy="3520439"/>
            </a:xfrm>
            <a:custGeom>
              <a:avLst/>
              <a:gdLst>
                <a:gd name="csX0" fmla="*/ 0 w 12700"/>
                <a:gd name="csY0" fmla="*/ 3520440 h 3520439"/>
                <a:gd name="csX1" fmla="*/ 0 w 12700"/>
                <a:gd name="csY1" fmla="*/ 0 h 35204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3520439">
                  <a:moveTo>
                    <a:pt x="0" y="3520440"/>
                  </a:moveTo>
                  <a:lnTo>
                    <a:pt x="0" y="0"/>
                  </a:lnTo>
                </a:path>
              </a:pathLst>
            </a:custGeom>
            <a:noFill/>
            <a:ln w="10160" cap="flat">
              <a:solidFill>
                <a:srgbClr val="FFFFFF">
                  <a:alpha val="20000"/>
                </a:srgbClr>
              </a:solidFill>
              <a:custDash>
                <a:ds d="60000" sp="99000"/>
              </a:custDash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19" name="Freeform: Shape 1018">
              <a:extLst>
                <a:ext uri="{FF2B5EF4-FFF2-40B4-BE49-F238E27FC236}">
                  <a16:creationId xmlns:a16="http://schemas.microsoft.com/office/drawing/2014/main" id="{AC190ED4-842D-8FE8-A749-731F72EDE6E1}"/>
                </a:ext>
              </a:extLst>
            </p:cNvPr>
            <p:cNvSpPr/>
            <p:nvPr/>
          </p:nvSpPr>
          <p:spPr>
            <a:xfrm>
              <a:off x="4254876" y="4370933"/>
              <a:ext cx="12700" cy="25400"/>
            </a:xfrm>
            <a:custGeom>
              <a:avLst/>
              <a:gdLst>
                <a:gd name="csX0" fmla="*/ 263 w 12700"/>
                <a:gd name="csY0" fmla="*/ 320 h 25400"/>
                <a:gd name="csX1" fmla="*/ 263 w 12700"/>
                <a:gd name="csY1" fmla="*/ 25720 h 25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25400">
                  <a:moveTo>
                    <a:pt x="263" y="320"/>
                  </a:moveTo>
                  <a:lnTo>
                    <a:pt x="263" y="25720"/>
                  </a:lnTo>
                </a:path>
              </a:pathLst>
            </a:custGeom>
            <a:solidFill>
              <a:srgbClr val="FFFFFF"/>
            </a:solidFill>
            <a:ln w="7620" cap="flat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20" name="Graphic 2">
            <a:extLst>
              <a:ext uri="{FF2B5EF4-FFF2-40B4-BE49-F238E27FC236}">
                <a16:creationId xmlns:a16="http://schemas.microsoft.com/office/drawing/2014/main" id="{5A9745EE-A3EE-2FC0-606C-C0AE665A2976}"/>
              </a:ext>
            </a:extLst>
          </p:cNvPr>
          <p:cNvGrpSpPr/>
          <p:nvPr/>
        </p:nvGrpSpPr>
        <p:grpSpPr>
          <a:xfrm>
            <a:off x="4358132" y="939701"/>
            <a:ext cx="0" cy="3545839"/>
            <a:chOff x="4358132" y="850493"/>
            <a:chExt cx="0" cy="3545839"/>
          </a:xfrm>
        </p:grpSpPr>
        <p:sp>
          <p:nvSpPr>
            <p:cNvPr id="1021" name="Freeform: Shape 1020">
              <a:extLst>
                <a:ext uri="{FF2B5EF4-FFF2-40B4-BE49-F238E27FC236}">
                  <a16:creationId xmlns:a16="http://schemas.microsoft.com/office/drawing/2014/main" id="{F2AB31AA-54D7-AAF6-7D0F-E8943A662485}"/>
                </a:ext>
              </a:extLst>
            </p:cNvPr>
            <p:cNvSpPr/>
            <p:nvPr/>
          </p:nvSpPr>
          <p:spPr>
            <a:xfrm>
              <a:off x="4358132" y="850493"/>
              <a:ext cx="12700" cy="3520439"/>
            </a:xfrm>
            <a:custGeom>
              <a:avLst/>
              <a:gdLst>
                <a:gd name="csX0" fmla="*/ 0 w 12700"/>
                <a:gd name="csY0" fmla="*/ 3520440 h 3520439"/>
                <a:gd name="csX1" fmla="*/ 0 w 12700"/>
                <a:gd name="csY1" fmla="*/ 0 h 35204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3520439">
                  <a:moveTo>
                    <a:pt x="0" y="3520440"/>
                  </a:moveTo>
                  <a:lnTo>
                    <a:pt x="0" y="0"/>
                  </a:lnTo>
                </a:path>
              </a:pathLst>
            </a:custGeom>
            <a:noFill/>
            <a:ln w="10160" cap="flat">
              <a:solidFill>
                <a:srgbClr val="FFFFFF">
                  <a:alpha val="20000"/>
                </a:srgbClr>
              </a:solidFill>
              <a:custDash>
                <a:ds d="60000" sp="99000"/>
              </a:custDash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2" name="Freeform: Shape 1021">
              <a:extLst>
                <a:ext uri="{FF2B5EF4-FFF2-40B4-BE49-F238E27FC236}">
                  <a16:creationId xmlns:a16="http://schemas.microsoft.com/office/drawing/2014/main" id="{74FA6BB6-99A0-0732-49A1-C8BD024F7371}"/>
                </a:ext>
              </a:extLst>
            </p:cNvPr>
            <p:cNvSpPr/>
            <p:nvPr/>
          </p:nvSpPr>
          <p:spPr>
            <a:xfrm>
              <a:off x="4358132" y="4370933"/>
              <a:ext cx="12700" cy="25400"/>
            </a:xfrm>
            <a:custGeom>
              <a:avLst/>
              <a:gdLst>
                <a:gd name="csX0" fmla="*/ 271 w 12700"/>
                <a:gd name="csY0" fmla="*/ 320 h 25400"/>
                <a:gd name="csX1" fmla="*/ 271 w 12700"/>
                <a:gd name="csY1" fmla="*/ 25720 h 25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25400">
                  <a:moveTo>
                    <a:pt x="271" y="320"/>
                  </a:moveTo>
                  <a:lnTo>
                    <a:pt x="271" y="25720"/>
                  </a:lnTo>
                </a:path>
              </a:pathLst>
            </a:custGeom>
            <a:solidFill>
              <a:srgbClr val="FFFFFF"/>
            </a:solidFill>
            <a:ln w="7620" cap="flat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23" name="Graphic 2">
            <a:extLst>
              <a:ext uri="{FF2B5EF4-FFF2-40B4-BE49-F238E27FC236}">
                <a16:creationId xmlns:a16="http://schemas.microsoft.com/office/drawing/2014/main" id="{CF751491-F440-8863-C9ED-A649975911E4}"/>
              </a:ext>
            </a:extLst>
          </p:cNvPr>
          <p:cNvGrpSpPr/>
          <p:nvPr/>
        </p:nvGrpSpPr>
        <p:grpSpPr>
          <a:xfrm>
            <a:off x="4461388" y="939701"/>
            <a:ext cx="0" cy="3545839"/>
            <a:chOff x="4461388" y="850493"/>
            <a:chExt cx="0" cy="3545839"/>
          </a:xfrm>
        </p:grpSpPr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20699868-1A68-5849-F8D6-890A8889233A}"/>
                </a:ext>
              </a:extLst>
            </p:cNvPr>
            <p:cNvSpPr/>
            <p:nvPr/>
          </p:nvSpPr>
          <p:spPr>
            <a:xfrm>
              <a:off x="4461388" y="850493"/>
              <a:ext cx="12700" cy="3520439"/>
            </a:xfrm>
            <a:custGeom>
              <a:avLst/>
              <a:gdLst>
                <a:gd name="csX0" fmla="*/ 0 w 12700"/>
                <a:gd name="csY0" fmla="*/ 3520440 h 3520439"/>
                <a:gd name="csX1" fmla="*/ 0 w 12700"/>
                <a:gd name="csY1" fmla="*/ 0 h 35204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3520439">
                  <a:moveTo>
                    <a:pt x="0" y="3520440"/>
                  </a:moveTo>
                  <a:lnTo>
                    <a:pt x="0" y="0"/>
                  </a:lnTo>
                </a:path>
              </a:pathLst>
            </a:custGeom>
            <a:noFill/>
            <a:ln w="10160" cap="flat">
              <a:solidFill>
                <a:srgbClr val="FFFFFF">
                  <a:alpha val="20000"/>
                </a:srgbClr>
              </a:solidFill>
              <a:custDash>
                <a:ds d="60000" sp="99000"/>
              </a:custDash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3C8DBAD1-E3BB-D43A-41F6-0B11581D1970}"/>
                </a:ext>
              </a:extLst>
            </p:cNvPr>
            <p:cNvSpPr/>
            <p:nvPr/>
          </p:nvSpPr>
          <p:spPr>
            <a:xfrm>
              <a:off x="4461388" y="4370933"/>
              <a:ext cx="12700" cy="25400"/>
            </a:xfrm>
            <a:custGeom>
              <a:avLst/>
              <a:gdLst>
                <a:gd name="csX0" fmla="*/ 279 w 12700"/>
                <a:gd name="csY0" fmla="*/ 320 h 25400"/>
                <a:gd name="csX1" fmla="*/ 279 w 12700"/>
                <a:gd name="csY1" fmla="*/ 25720 h 25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25400">
                  <a:moveTo>
                    <a:pt x="279" y="320"/>
                  </a:moveTo>
                  <a:lnTo>
                    <a:pt x="279" y="25720"/>
                  </a:lnTo>
                </a:path>
              </a:pathLst>
            </a:custGeom>
            <a:solidFill>
              <a:srgbClr val="FFFFFF"/>
            </a:solidFill>
            <a:ln w="7620" cap="flat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8" name="Graphic 2">
            <a:extLst>
              <a:ext uri="{FF2B5EF4-FFF2-40B4-BE49-F238E27FC236}">
                <a16:creationId xmlns:a16="http://schemas.microsoft.com/office/drawing/2014/main" id="{AAFB7ED6-2350-7296-39E5-A9F9D19C6B4F}"/>
              </a:ext>
            </a:extLst>
          </p:cNvPr>
          <p:cNvGrpSpPr/>
          <p:nvPr/>
        </p:nvGrpSpPr>
        <p:grpSpPr>
          <a:xfrm>
            <a:off x="4564644" y="939701"/>
            <a:ext cx="0" cy="3545839"/>
            <a:chOff x="4564644" y="850493"/>
            <a:chExt cx="0" cy="3545839"/>
          </a:xfrm>
        </p:grpSpPr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15AB2832-374C-9450-5A8D-193DE4DF35C4}"/>
                </a:ext>
              </a:extLst>
            </p:cNvPr>
            <p:cNvSpPr/>
            <p:nvPr/>
          </p:nvSpPr>
          <p:spPr>
            <a:xfrm>
              <a:off x="4564645" y="850493"/>
              <a:ext cx="12700" cy="3520439"/>
            </a:xfrm>
            <a:custGeom>
              <a:avLst/>
              <a:gdLst>
                <a:gd name="csX0" fmla="*/ 0 w 12700"/>
                <a:gd name="csY0" fmla="*/ 3520440 h 3520439"/>
                <a:gd name="csX1" fmla="*/ 0 w 12700"/>
                <a:gd name="csY1" fmla="*/ 0 h 35204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3520439">
                  <a:moveTo>
                    <a:pt x="0" y="3520440"/>
                  </a:moveTo>
                  <a:lnTo>
                    <a:pt x="0" y="0"/>
                  </a:lnTo>
                </a:path>
              </a:pathLst>
            </a:custGeom>
            <a:noFill/>
            <a:ln w="10160" cap="flat">
              <a:solidFill>
                <a:srgbClr val="FFFFFF">
                  <a:alpha val="20000"/>
                </a:srgbClr>
              </a:solidFill>
              <a:custDash>
                <a:ds d="60000" sp="99000"/>
              </a:custDash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AD8B9FA7-6AB5-42AC-B0F5-21FACE69A8D0}"/>
                </a:ext>
              </a:extLst>
            </p:cNvPr>
            <p:cNvSpPr/>
            <p:nvPr/>
          </p:nvSpPr>
          <p:spPr>
            <a:xfrm>
              <a:off x="4564644" y="4370933"/>
              <a:ext cx="12700" cy="25400"/>
            </a:xfrm>
            <a:custGeom>
              <a:avLst/>
              <a:gdLst>
                <a:gd name="csX0" fmla="*/ 287 w 12700"/>
                <a:gd name="csY0" fmla="*/ 320 h 25400"/>
                <a:gd name="csX1" fmla="*/ 287 w 12700"/>
                <a:gd name="csY1" fmla="*/ 25720 h 25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25400">
                  <a:moveTo>
                    <a:pt x="287" y="320"/>
                  </a:moveTo>
                  <a:lnTo>
                    <a:pt x="287" y="25720"/>
                  </a:lnTo>
                </a:path>
              </a:pathLst>
            </a:custGeom>
            <a:solidFill>
              <a:srgbClr val="FFFFFF"/>
            </a:solidFill>
            <a:ln w="7620" cap="flat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1" name="Graphic 2">
            <a:extLst>
              <a:ext uri="{FF2B5EF4-FFF2-40B4-BE49-F238E27FC236}">
                <a16:creationId xmlns:a16="http://schemas.microsoft.com/office/drawing/2014/main" id="{0DFEA3BA-AB1F-2ABD-5EC1-6ED81C376C3D}"/>
              </a:ext>
            </a:extLst>
          </p:cNvPr>
          <p:cNvGrpSpPr/>
          <p:nvPr/>
        </p:nvGrpSpPr>
        <p:grpSpPr>
          <a:xfrm>
            <a:off x="4667901" y="939701"/>
            <a:ext cx="0" cy="3545839"/>
            <a:chOff x="4667901" y="850493"/>
            <a:chExt cx="0" cy="3545839"/>
          </a:xfrm>
        </p:grpSpPr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15B93F22-9AA2-30E8-A281-A894AEDFA7C7}"/>
                </a:ext>
              </a:extLst>
            </p:cNvPr>
            <p:cNvSpPr/>
            <p:nvPr/>
          </p:nvSpPr>
          <p:spPr>
            <a:xfrm>
              <a:off x="4667901" y="850493"/>
              <a:ext cx="12700" cy="3520439"/>
            </a:xfrm>
            <a:custGeom>
              <a:avLst/>
              <a:gdLst>
                <a:gd name="csX0" fmla="*/ 0 w 12700"/>
                <a:gd name="csY0" fmla="*/ 3520440 h 3520439"/>
                <a:gd name="csX1" fmla="*/ 0 w 12700"/>
                <a:gd name="csY1" fmla="*/ 0 h 35204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3520439">
                  <a:moveTo>
                    <a:pt x="0" y="3520440"/>
                  </a:moveTo>
                  <a:lnTo>
                    <a:pt x="0" y="0"/>
                  </a:lnTo>
                </a:path>
              </a:pathLst>
            </a:custGeom>
            <a:noFill/>
            <a:ln w="10160" cap="flat">
              <a:solidFill>
                <a:srgbClr val="FFFFFF">
                  <a:alpha val="20000"/>
                </a:srgbClr>
              </a:solidFill>
              <a:custDash>
                <a:ds d="60000" sp="99000"/>
              </a:custDash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30F3ED5B-A36D-BFE9-E2F8-53328056D755}"/>
                </a:ext>
              </a:extLst>
            </p:cNvPr>
            <p:cNvSpPr/>
            <p:nvPr/>
          </p:nvSpPr>
          <p:spPr>
            <a:xfrm>
              <a:off x="4667901" y="4370933"/>
              <a:ext cx="12700" cy="25400"/>
            </a:xfrm>
            <a:custGeom>
              <a:avLst/>
              <a:gdLst>
                <a:gd name="csX0" fmla="*/ 296 w 12700"/>
                <a:gd name="csY0" fmla="*/ 320 h 25400"/>
                <a:gd name="csX1" fmla="*/ 296 w 12700"/>
                <a:gd name="csY1" fmla="*/ 25720 h 25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25400">
                  <a:moveTo>
                    <a:pt x="296" y="320"/>
                  </a:moveTo>
                  <a:lnTo>
                    <a:pt x="296" y="25720"/>
                  </a:lnTo>
                </a:path>
              </a:pathLst>
            </a:custGeom>
            <a:solidFill>
              <a:srgbClr val="FFFFFF"/>
            </a:solidFill>
            <a:ln w="7620" cap="flat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4" name="Graphic 2">
            <a:extLst>
              <a:ext uri="{FF2B5EF4-FFF2-40B4-BE49-F238E27FC236}">
                <a16:creationId xmlns:a16="http://schemas.microsoft.com/office/drawing/2014/main" id="{5E5B32BA-C8ED-9AFD-8452-A6AF7A53B8F9}"/>
              </a:ext>
            </a:extLst>
          </p:cNvPr>
          <p:cNvGrpSpPr/>
          <p:nvPr/>
        </p:nvGrpSpPr>
        <p:grpSpPr>
          <a:xfrm>
            <a:off x="4771157" y="939701"/>
            <a:ext cx="0" cy="3545839"/>
            <a:chOff x="4771157" y="850493"/>
            <a:chExt cx="0" cy="3545839"/>
          </a:xfrm>
        </p:grpSpPr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160BD9E6-2D57-0533-A20C-F57B032D5730}"/>
                </a:ext>
              </a:extLst>
            </p:cNvPr>
            <p:cNvSpPr/>
            <p:nvPr/>
          </p:nvSpPr>
          <p:spPr>
            <a:xfrm>
              <a:off x="4771157" y="850493"/>
              <a:ext cx="12700" cy="3520439"/>
            </a:xfrm>
            <a:custGeom>
              <a:avLst/>
              <a:gdLst>
                <a:gd name="csX0" fmla="*/ 0 w 12700"/>
                <a:gd name="csY0" fmla="*/ 3520440 h 3520439"/>
                <a:gd name="csX1" fmla="*/ 0 w 12700"/>
                <a:gd name="csY1" fmla="*/ 0 h 35204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3520439">
                  <a:moveTo>
                    <a:pt x="0" y="3520440"/>
                  </a:moveTo>
                  <a:lnTo>
                    <a:pt x="0" y="0"/>
                  </a:lnTo>
                </a:path>
              </a:pathLst>
            </a:custGeom>
            <a:noFill/>
            <a:ln w="10160" cap="flat">
              <a:solidFill>
                <a:srgbClr val="FFFFFF">
                  <a:alpha val="20000"/>
                </a:srgbClr>
              </a:solidFill>
              <a:custDash>
                <a:ds d="60000" sp="99000"/>
              </a:custDash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AD1BF078-F47D-E182-A5C5-DBB0A8FD227B}"/>
                </a:ext>
              </a:extLst>
            </p:cNvPr>
            <p:cNvSpPr/>
            <p:nvPr/>
          </p:nvSpPr>
          <p:spPr>
            <a:xfrm>
              <a:off x="4771157" y="4370933"/>
              <a:ext cx="12700" cy="25400"/>
            </a:xfrm>
            <a:custGeom>
              <a:avLst/>
              <a:gdLst>
                <a:gd name="csX0" fmla="*/ 304 w 12700"/>
                <a:gd name="csY0" fmla="*/ 320 h 25400"/>
                <a:gd name="csX1" fmla="*/ 304 w 12700"/>
                <a:gd name="csY1" fmla="*/ 25720 h 25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25400">
                  <a:moveTo>
                    <a:pt x="304" y="320"/>
                  </a:moveTo>
                  <a:lnTo>
                    <a:pt x="304" y="25720"/>
                  </a:lnTo>
                </a:path>
              </a:pathLst>
            </a:custGeom>
            <a:solidFill>
              <a:srgbClr val="FFFFFF"/>
            </a:solidFill>
            <a:ln w="7620" cap="flat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7" name="Graphic 2">
            <a:extLst>
              <a:ext uri="{FF2B5EF4-FFF2-40B4-BE49-F238E27FC236}">
                <a16:creationId xmlns:a16="http://schemas.microsoft.com/office/drawing/2014/main" id="{FB61DA65-36BB-73FF-CFEF-5E7CF476D2E6}"/>
              </a:ext>
            </a:extLst>
          </p:cNvPr>
          <p:cNvGrpSpPr/>
          <p:nvPr/>
        </p:nvGrpSpPr>
        <p:grpSpPr>
          <a:xfrm>
            <a:off x="4874413" y="939701"/>
            <a:ext cx="0" cy="3545839"/>
            <a:chOff x="4874413" y="850493"/>
            <a:chExt cx="0" cy="3545839"/>
          </a:xfrm>
        </p:grpSpPr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B9C62D07-B919-6705-6DC2-03806D815DD5}"/>
                </a:ext>
              </a:extLst>
            </p:cNvPr>
            <p:cNvSpPr/>
            <p:nvPr/>
          </p:nvSpPr>
          <p:spPr>
            <a:xfrm>
              <a:off x="4874413" y="850493"/>
              <a:ext cx="12700" cy="3520439"/>
            </a:xfrm>
            <a:custGeom>
              <a:avLst/>
              <a:gdLst>
                <a:gd name="csX0" fmla="*/ 0 w 12700"/>
                <a:gd name="csY0" fmla="*/ 3520440 h 3520439"/>
                <a:gd name="csX1" fmla="*/ 0 w 12700"/>
                <a:gd name="csY1" fmla="*/ 0 h 35204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3520439">
                  <a:moveTo>
                    <a:pt x="0" y="3520440"/>
                  </a:moveTo>
                  <a:lnTo>
                    <a:pt x="0" y="0"/>
                  </a:lnTo>
                </a:path>
              </a:pathLst>
            </a:custGeom>
            <a:noFill/>
            <a:ln w="10160" cap="flat">
              <a:solidFill>
                <a:srgbClr val="FFFFFF">
                  <a:alpha val="20000"/>
                </a:srgbClr>
              </a:solidFill>
              <a:custDash>
                <a:ds d="60000" sp="99000"/>
              </a:custDash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26423562-B2D6-F0E4-AC09-C2ACDE25FE44}"/>
                </a:ext>
              </a:extLst>
            </p:cNvPr>
            <p:cNvSpPr/>
            <p:nvPr/>
          </p:nvSpPr>
          <p:spPr>
            <a:xfrm>
              <a:off x="4874413" y="4370933"/>
              <a:ext cx="12700" cy="25400"/>
            </a:xfrm>
            <a:custGeom>
              <a:avLst/>
              <a:gdLst>
                <a:gd name="csX0" fmla="*/ 312 w 12700"/>
                <a:gd name="csY0" fmla="*/ 320 h 25400"/>
                <a:gd name="csX1" fmla="*/ 312 w 12700"/>
                <a:gd name="csY1" fmla="*/ 25720 h 25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25400">
                  <a:moveTo>
                    <a:pt x="312" y="320"/>
                  </a:moveTo>
                  <a:lnTo>
                    <a:pt x="312" y="25720"/>
                  </a:lnTo>
                </a:path>
              </a:pathLst>
            </a:custGeom>
            <a:solidFill>
              <a:srgbClr val="FFFFFF"/>
            </a:solidFill>
            <a:ln w="7620" cap="flat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0" name="Graphic 2">
            <a:extLst>
              <a:ext uri="{FF2B5EF4-FFF2-40B4-BE49-F238E27FC236}">
                <a16:creationId xmlns:a16="http://schemas.microsoft.com/office/drawing/2014/main" id="{82DD1B38-96CB-1FF3-C67B-D7FC562D9A50}"/>
              </a:ext>
            </a:extLst>
          </p:cNvPr>
          <p:cNvGrpSpPr/>
          <p:nvPr/>
        </p:nvGrpSpPr>
        <p:grpSpPr>
          <a:xfrm>
            <a:off x="4977669" y="939701"/>
            <a:ext cx="0" cy="3545839"/>
            <a:chOff x="4977669" y="850493"/>
            <a:chExt cx="0" cy="3545839"/>
          </a:xfrm>
        </p:grpSpPr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06CA0AF6-081D-863A-86A3-C773E7041FF6}"/>
                </a:ext>
              </a:extLst>
            </p:cNvPr>
            <p:cNvSpPr/>
            <p:nvPr/>
          </p:nvSpPr>
          <p:spPr>
            <a:xfrm>
              <a:off x="4977669" y="850493"/>
              <a:ext cx="12700" cy="3520439"/>
            </a:xfrm>
            <a:custGeom>
              <a:avLst/>
              <a:gdLst>
                <a:gd name="csX0" fmla="*/ 0 w 12700"/>
                <a:gd name="csY0" fmla="*/ 3520440 h 3520439"/>
                <a:gd name="csX1" fmla="*/ 0 w 12700"/>
                <a:gd name="csY1" fmla="*/ 0 h 35204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3520439">
                  <a:moveTo>
                    <a:pt x="0" y="3520440"/>
                  </a:moveTo>
                  <a:lnTo>
                    <a:pt x="0" y="0"/>
                  </a:lnTo>
                </a:path>
              </a:pathLst>
            </a:custGeom>
            <a:noFill/>
            <a:ln w="10160" cap="flat">
              <a:solidFill>
                <a:srgbClr val="FFFFFF">
                  <a:alpha val="20000"/>
                </a:srgbClr>
              </a:solidFill>
              <a:custDash>
                <a:ds d="60000" sp="99000"/>
              </a:custDash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888F8C2F-E228-E573-1BD5-21E8601E9148}"/>
                </a:ext>
              </a:extLst>
            </p:cNvPr>
            <p:cNvSpPr/>
            <p:nvPr/>
          </p:nvSpPr>
          <p:spPr>
            <a:xfrm>
              <a:off x="4977669" y="4370933"/>
              <a:ext cx="12700" cy="25400"/>
            </a:xfrm>
            <a:custGeom>
              <a:avLst/>
              <a:gdLst>
                <a:gd name="csX0" fmla="*/ 320 w 12700"/>
                <a:gd name="csY0" fmla="*/ 320 h 25400"/>
                <a:gd name="csX1" fmla="*/ 320 w 12700"/>
                <a:gd name="csY1" fmla="*/ 25720 h 25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25400">
                  <a:moveTo>
                    <a:pt x="320" y="320"/>
                  </a:moveTo>
                  <a:lnTo>
                    <a:pt x="320" y="25720"/>
                  </a:lnTo>
                </a:path>
              </a:pathLst>
            </a:custGeom>
            <a:solidFill>
              <a:srgbClr val="FFFFFF"/>
            </a:solidFill>
            <a:ln w="7620" cap="flat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3" name="Graphic 2">
            <a:extLst>
              <a:ext uri="{FF2B5EF4-FFF2-40B4-BE49-F238E27FC236}">
                <a16:creationId xmlns:a16="http://schemas.microsoft.com/office/drawing/2014/main" id="{6C2C86C5-967A-19BB-BC9C-F657579B81F3}"/>
              </a:ext>
            </a:extLst>
          </p:cNvPr>
          <p:cNvGrpSpPr/>
          <p:nvPr/>
        </p:nvGrpSpPr>
        <p:grpSpPr>
          <a:xfrm>
            <a:off x="5080926" y="939701"/>
            <a:ext cx="0" cy="3545839"/>
            <a:chOff x="5080926" y="850493"/>
            <a:chExt cx="0" cy="3545839"/>
          </a:xfrm>
        </p:grpSpPr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7D1664E5-E263-3AF4-9FA9-DE1DCF6B93F5}"/>
                </a:ext>
              </a:extLst>
            </p:cNvPr>
            <p:cNvSpPr/>
            <p:nvPr/>
          </p:nvSpPr>
          <p:spPr>
            <a:xfrm>
              <a:off x="5080926" y="850493"/>
              <a:ext cx="12700" cy="3520439"/>
            </a:xfrm>
            <a:custGeom>
              <a:avLst/>
              <a:gdLst>
                <a:gd name="csX0" fmla="*/ 0 w 12700"/>
                <a:gd name="csY0" fmla="*/ 3520440 h 3520439"/>
                <a:gd name="csX1" fmla="*/ 0 w 12700"/>
                <a:gd name="csY1" fmla="*/ 0 h 35204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3520439">
                  <a:moveTo>
                    <a:pt x="0" y="3520440"/>
                  </a:moveTo>
                  <a:lnTo>
                    <a:pt x="0" y="0"/>
                  </a:lnTo>
                </a:path>
              </a:pathLst>
            </a:custGeom>
            <a:noFill/>
            <a:ln w="10160" cap="flat">
              <a:solidFill>
                <a:srgbClr val="FFFFFF">
                  <a:alpha val="20000"/>
                </a:srgbClr>
              </a:solidFill>
              <a:custDash>
                <a:ds d="60000" sp="99000"/>
              </a:custDash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1C1B141E-2422-9483-B69D-781E486A09A0}"/>
                </a:ext>
              </a:extLst>
            </p:cNvPr>
            <p:cNvSpPr/>
            <p:nvPr/>
          </p:nvSpPr>
          <p:spPr>
            <a:xfrm>
              <a:off x="5080926" y="4370933"/>
              <a:ext cx="12700" cy="25400"/>
            </a:xfrm>
            <a:custGeom>
              <a:avLst/>
              <a:gdLst>
                <a:gd name="csX0" fmla="*/ 328 w 12700"/>
                <a:gd name="csY0" fmla="*/ 320 h 25400"/>
                <a:gd name="csX1" fmla="*/ 328 w 12700"/>
                <a:gd name="csY1" fmla="*/ 25720 h 25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25400">
                  <a:moveTo>
                    <a:pt x="328" y="320"/>
                  </a:moveTo>
                  <a:lnTo>
                    <a:pt x="328" y="25720"/>
                  </a:lnTo>
                </a:path>
              </a:pathLst>
            </a:custGeom>
            <a:solidFill>
              <a:srgbClr val="FFFFFF"/>
            </a:solidFill>
            <a:ln w="7620" cap="flat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6" name="Graphic 2">
            <a:extLst>
              <a:ext uri="{FF2B5EF4-FFF2-40B4-BE49-F238E27FC236}">
                <a16:creationId xmlns:a16="http://schemas.microsoft.com/office/drawing/2014/main" id="{0F6BCC20-C036-FCB4-D16E-945553018357}"/>
              </a:ext>
            </a:extLst>
          </p:cNvPr>
          <p:cNvGrpSpPr/>
          <p:nvPr/>
        </p:nvGrpSpPr>
        <p:grpSpPr>
          <a:xfrm>
            <a:off x="5287438" y="939701"/>
            <a:ext cx="0" cy="3545839"/>
            <a:chOff x="5287438" y="850493"/>
            <a:chExt cx="0" cy="3545839"/>
          </a:xfrm>
        </p:grpSpPr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4CE65B2F-5433-56F9-FE74-5F2B13F95B6A}"/>
                </a:ext>
              </a:extLst>
            </p:cNvPr>
            <p:cNvSpPr/>
            <p:nvPr/>
          </p:nvSpPr>
          <p:spPr>
            <a:xfrm>
              <a:off x="5287438" y="850493"/>
              <a:ext cx="12700" cy="3520439"/>
            </a:xfrm>
            <a:custGeom>
              <a:avLst/>
              <a:gdLst>
                <a:gd name="csX0" fmla="*/ 0 w 12700"/>
                <a:gd name="csY0" fmla="*/ 3520440 h 3520439"/>
                <a:gd name="csX1" fmla="*/ 0 w 12700"/>
                <a:gd name="csY1" fmla="*/ 0 h 35204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3520439">
                  <a:moveTo>
                    <a:pt x="0" y="3520440"/>
                  </a:moveTo>
                  <a:lnTo>
                    <a:pt x="0" y="0"/>
                  </a:lnTo>
                </a:path>
              </a:pathLst>
            </a:custGeom>
            <a:noFill/>
            <a:ln w="10160" cap="flat">
              <a:solidFill>
                <a:srgbClr val="FFFFFF">
                  <a:alpha val="20000"/>
                </a:srgbClr>
              </a:solidFill>
              <a:custDash>
                <a:ds d="60000" sp="99000"/>
              </a:custDash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FFCE3E48-ABCF-B615-752B-034B6651055F}"/>
                </a:ext>
              </a:extLst>
            </p:cNvPr>
            <p:cNvSpPr/>
            <p:nvPr/>
          </p:nvSpPr>
          <p:spPr>
            <a:xfrm>
              <a:off x="5287438" y="4370933"/>
              <a:ext cx="12700" cy="25400"/>
            </a:xfrm>
            <a:custGeom>
              <a:avLst/>
              <a:gdLst>
                <a:gd name="csX0" fmla="*/ 344 w 12700"/>
                <a:gd name="csY0" fmla="*/ 320 h 25400"/>
                <a:gd name="csX1" fmla="*/ 344 w 12700"/>
                <a:gd name="csY1" fmla="*/ 25720 h 25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25400">
                  <a:moveTo>
                    <a:pt x="344" y="320"/>
                  </a:moveTo>
                  <a:lnTo>
                    <a:pt x="344" y="25720"/>
                  </a:lnTo>
                </a:path>
              </a:pathLst>
            </a:custGeom>
            <a:solidFill>
              <a:srgbClr val="FFFFFF"/>
            </a:solidFill>
            <a:ln w="7620" cap="flat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9" name="Graphic 2">
            <a:extLst>
              <a:ext uri="{FF2B5EF4-FFF2-40B4-BE49-F238E27FC236}">
                <a16:creationId xmlns:a16="http://schemas.microsoft.com/office/drawing/2014/main" id="{54E2C164-5B3C-3988-5639-DB4F1FF23C08}"/>
              </a:ext>
            </a:extLst>
          </p:cNvPr>
          <p:cNvGrpSpPr/>
          <p:nvPr/>
        </p:nvGrpSpPr>
        <p:grpSpPr>
          <a:xfrm>
            <a:off x="5390694" y="939701"/>
            <a:ext cx="0" cy="3545839"/>
            <a:chOff x="5390694" y="850493"/>
            <a:chExt cx="0" cy="3545839"/>
          </a:xfrm>
        </p:grpSpPr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B0D5D5C4-C56F-F624-08CE-BB3AFBC0B486}"/>
                </a:ext>
              </a:extLst>
            </p:cNvPr>
            <p:cNvSpPr/>
            <p:nvPr/>
          </p:nvSpPr>
          <p:spPr>
            <a:xfrm>
              <a:off x="5390694" y="850493"/>
              <a:ext cx="12700" cy="3520439"/>
            </a:xfrm>
            <a:custGeom>
              <a:avLst/>
              <a:gdLst>
                <a:gd name="csX0" fmla="*/ 0 w 12700"/>
                <a:gd name="csY0" fmla="*/ 3520440 h 3520439"/>
                <a:gd name="csX1" fmla="*/ 0 w 12700"/>
                <a:gd name="csY1" fmla="*/ 0 h 35204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3520439">
                  <a:moveTo>
                    <a:pt x="0" y="3520440"/>
                  </a:moveTo>
                  <a:lnTo>
                    <a:pt x="0" y="0"/>
                  </a:lnTo>
                </a:path>
              </a:pathLst>
            </a:custGeom>
            <a:noFill/>
            <a:ln w="10160" cap="flat">
              <a:solidFill>
                <a:srgbClr val="FFFFFF">
                  <a:alpha val="20000"/>
                </a:srgbClr>
              </a:solidFill>
              <a:custDash>
                <a:ds d="60000" sp="99000"/>
              </a:custDash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D7A2A979-06C9-439F-6393-B9BEC95EB5D8}"/>
                </a:ext>
              </a:extLst>
            </p:cNvPr>
            <p:cNvSpPr/>
            <p:nvPr/>
          </p:nvSpPr>
          <p:spPr>
            <a:xfrm>
              <a:off x="5390694" y="4370933"/>
              <a:ext cx="12700" cy="25400"/>
            </a:xfrm>
            <a:custGeom>
              <a:avLst/>
              <a:gdLst>
                <a:gd name="csX0" fmla="*/ 352 w 12700"/>
                <a:gd name="csY0" fmla="*/ 320 h 25400"/>
                <a:gd name="csX1" fmla="*/ 352 w 12700"/>
                <a:gd name="csY1" fmla="*/ 25720 h 25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25400">
                  <a:moveTo>
                    <a:pt x="352" y="320"/>
                  </a:moveTo>
                  <a:lnTo>
                    <a:pt x="352" y="25720"/>
                  </a:lnTo>
                </a:path>
              </a:pathLst>
            </a:custGeom>
            <a:solidFill>
              <a:srgbClr val="FFFFFF"/>
            </a:solidFill>
            <a:ln w="7620" cap="flat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2" name="Graphic 2">
            <a:extLst>
              <a:ext uri="{FF2B5EF4-FFF2-40B4-BE49-F238E27FC236}">
                <a16:creationId xmlns:a16="http://schemas.microsoft.com/office/drawing/2014/main" id="{FB1D7B61-5F32-5871-0DC6-6B005DE574C8}"/>
              </a:ext>
            </a:extLst>
          </p:cNvPr>
          <p:cNvGrpSpPr/>
          <p:nvPr/>
        </p:nvGrpSpPr>
        <p:grpSpPr>
          <a:xfrm>
            <a:off x="5493951" y="939701"/>
            <a:ext cx="0" cy="3545839"/>
            <a:chOff x="5493951" y="850493"/>
            <a:chExt cx="0" cy="3545839"/>
          </a:xfrm>
        </p:grpSpPr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53F1359E-8172-DBBE-D334-0B437A1AC76C}"/>
                </a:ext>
              </a:extLst>
            </p:cNvPr>
            <p:cNvSpPr/>
            <p:nvPr/>
          </p:nvSpPr>
          <p:spPr>
            <a:xfrm>
              <a:off x="5493951" y="850493"/>
              <a:ext cx="12700" cy="3520439"/>
            </a:xfrm>
            <a:custGeom>
              <a:avLst/>
              <a:gdLst>
                <a:gd name="csX0" fmla="*/ 0 w 12700"/>
                <a:gd name="csY0" fmla="*/ 3520440 h 3520439"/>
                <a:gd name="csX1" fmla="*/ 0 w 12700"/>
                <a:gd name="csY1" fmla="*/ 0 h 35204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3520439">
                  <a:moveTo>
                    <a:pt x="0" y="3520440"/>
                  </a:moveTo>
                  <a:lnTo>
                    <a:pt x="0" y="0"/>
                  </a:lnTo>
                </a:path>
              </a:pathLst>
            </a:custGeom>
            <a:noFill/>
            <a:ln w="10160" cap="flat">
              <a:solidFill>
                <a:srgbClr val="FFFFFF">
                  <a:alpha val="20000"/>
                </a:srgbClr>
              </a:solidFill>
              <a:custDash>
                <a:ds d="60000" sp="99000"/>
              </a:custDash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B32D0E7D-601F-6A91-62BB-8F0AFF3D45A5}"/>
                </a:ext>
              </a:extLst>
            </p:cNvPr>
            <p:cNvSpPr/>
            <p:nvPr/>
          </p:nvSpPr>
          <p:spPr>
            <a:xfrm>
              <a:off x="5493951" y="4370933"/>
              <a:ext cx="12700" cy="25400"/>
            </a:xfrm>
            <a:custGeom>
              <a:avLst/>
              <a:gdLst>
                <a:gd name="csX0" fmla="*/ 361 w 12700"/>
                <a:gd name="csY0" fmla="*/ 320 h 25400"/>
                <a:gd name="csX1" fmla="*/ 361 w 12700"/>
                <a:gd name="csY1" fmla="*/ 25720 h 25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25400">
                  <a:moveTo>
                    <a:pt x="361" y="320"/>
                  </a:moveTo>
                  <a:lnTo>
                    <a:pt x="361" y="25720"/>
                  </a:lnTo>
                </a:path>
              </a:pathLst>
            </a:custGeom>
            <a:solidFill>
              <a:srgbClr val="FFFFFF"/>
            </a:solidFill>
            <a:ln w="7620" cap="flat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5" name="Graphic 2">
            <a:extLst>
              <a:ext uri="{FF2B5EF4-FFF2-40B4-BE49-F238E27FC236}">
                <a16:creationId xmlns:a16="http://schemas.microsoft.com/office/drawing/2014/main" id="{7B876240-FF30-34D2-C98B-F9FF46DF7D04}"/>
              </a:ext>
            </a:extLst>
          </p:cNvPr>
          <p:cNvGrpSpPr/>
          <p:nvPr/>
        </p:nvGrpSpPr>
        <p:grpSpPr>
          <a:xfrm>
            <a:off x="5597207" y="939701"/>
            <a:ext cx="0" cy="3545839"/>
            <a:chOff x="5597207" y="850493"/>
            <a:chExt cx="0" cy="3545839"/>
          </a:xfrm>
        </p:grpSpPr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9717B96F-6537-99D8-B42B-B613981AF0D0}"/>
                </a:ext>
              </a:extLst>
            </p:cNvPr>
            <p:cNvSpPr/>
            <p:nvPr/>
          </p:nvSpPr>
          <p:spPr>
            <a:xfrm>
              <a:off x="5597207" y="850493"/>
              <a:ext cx="12700" cy="3520439"/>
            </a:xfrm>
            <a:custGeom>
              <a:avLst/>
              <a:gdLst>
                <a:gd name="csX0" fmla="*/ 0 w 12700"/>
                <a:gd name="csY0" fmla="*/ 3520440 h 3520439"/>
                <a:gd name="csX1" fmla="*/ 0 w 12700"/>
                <a:gd name="csY1" fmla="*/ 0 h 35204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3520439">
                  <a:moveTo>
                    <a:pt x="0" y="3520440"/>
                  </a:moveTo>
                  <a:lnTo>
                    <a:pt x="0" y="0"/>
                  </a:lnTo>
                </a:path>
              </a:pathLst>
            </a:custGeom>
            <a:noFill/>
            <a:ln w="10160" cap="flat">
              <a:solidFill>
                <a:srgbClr val="FFFFFF">
                  <a:alpha val="20000"/>
                </a:srgbClr>
              </a:solidFill>
              <a:custDash>
                <a:ds d="60000" sp="99000"/>
              </a:custDash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7CE74A43-EADE-30D4-B63F-2E028BBE25F2}"/>
                </a:ext>
              </a:extLst>
            </p:cNvPr>
            <p:cNvSpPr/>
            <p:nvPr/>
          </p:nvSpPr>
          <p:spPr>
            <a:xfrm>
              <a:off x="5597207" y="4370933"/>
              <a:ext cx="12700" cy="25400"/>
            </a:xfrm>
            <a:custGeom>
              <a:avLst/>
              <a:gdLst>
                <a:gd name="csX0" fmla="*/ 369 w 12700"/>
                <a:gd name="csY0" fmla="*/ 320 h 25400"/>
                <a:gd name="csX1" fmla="*/ 369 w 12700"/>
                <a:gd name="csY1" fmla="*/ 25720 h 25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25400">
                  <a:moveTo>
                    <a:pt x="369" y="320"/>
                  </a:moveTo>
                  <a:lnTo>
                    <a:pt x="369" y="25720"/>
                  </a:lnTo>
                </a:path>
              </a:pathLst>
            </a:custGeom>
            <a:solidFill>
              <a:srgbClr val="FFFFFF"/>
            </a:solidFill>
            <a:ln w="7620" cap="flat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8" name="Graphic 2">
            <a:extLst>
              <a:ext uri="{FF2B5EF4-FFF2-40B4-BE49-F238E27FC236}">
                <a16:creationId xmlns:a16="http://schemas.microsoft.com/office/drawing/2014/main" id="{D6C3F6EA-3277-E304-BDF9-E47367BA0F45}"/>
              </a:ext>
            </a:extLst>
          </p:cNvPr>
          <p:cNvGrpSpPr/>
          <p:nvPr/>
        </p:nvGrpSpPr>
        <p:grpSpPr>
          <a:xfrm>
            <a:off x="5700463" y="939701"/>
            <a:ext cx="0" cy="3545839"/>
            <a:chOff x="5700463" y="850493"/>
            <a:chExt cx="0" cy="3545839"/>
          </a:xfrm>
        </p:grpSpPr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CC22C393-AFA5-F7EF-B730-F4558FA58FDF}"/>
                </a:ext>
              </a:extLst>
            </p:cNvPr>
            <p:cNvSpPr/>
            <p:nvPr/>
          </p:nvSpPr>
          <p:spPr>
            <a:xfrm>
              <a:off x="5700463" y="850493"/>
              <a:ext cx="12700" cy="3520439"/>
            </a:xfrm>
            <a:custGeom>
              <a:avLst/>
              <a:gdLst>
                <a:gd name="csX0" fmla="*/ 0 w 12700"/>
                <a:gd name="csY0" fmla="*/ 3520440 h 3520439"/>
                <a:gd name="csX1" fmla="*/ 0 w 12700"/>
                <a:gd name="csY1" fmla="*/ 0 h 35204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3520439">
                  <a:moveTo>
                    <a:pt x="0" y="3520440"/>
                  </a:moveTo>
                  <a:lnTo>
                    <a:pt x="0" y="0"/>
                  </a:lnTo>
                </a:path>
              </a:pathLst>
            </a:custGeom>
            <a:noFill/>
            <a:ln w="10160" cap="flat">
              <a:solidFill>
                <a:srgbClr val="FFFFFF">
                  <a:alpha val="20000"/>
                </a:srgbClr>
              </a:solidFill>
              <a:custDash>
                <a:ds d="60000" sp="99000"/>
              </a:custDash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B05C431F-36B2-CE21-04EC-279E03B137DA}"/>
                </a:ext>
              </a:extLst>
            </p:cNvPr>
            <p:cNvSpPr/>
            <p:nvPr/>
          </p:nvSpPr>
          <p:spPr>
            <a:xfrm>
              <a:off x="5700463" y="4370933"/>
              <a:ext cx="12700" cy="25400"/>
            </a:xfrm>
            <a:custGeom>
              <a:avLst/>
              <a:gdLst>
                <a:gd name="csX0" fmla="*/ 377 w 12700"/>
                <a:gd name="csY0" fmla="*/ 320 h 25400"/>
                <a:gd name="csX1" fmla="*/ 377 w 12700"/>
                <a:gd name="csY1" fmla="*/ 25720 h 25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25400">
                  <a:moveTo>
                    <a:pt x="377" y="320"/>
                  </a:moveTo>
                  <a:lnTo>
                    <a:pt x="377" y="25720"/>
                  </a:lnTo>
                </a:path>
              </a:pathLst>
            </a:custGeom>
            <a:solidFill>
              <a:srgbClr val="FFFFFF"/>
            </a:solidFill>
            <a:ln w="7620" cap="flat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91" name="Graphic 2">
            <a:extLst>
              <a:ext uri="{FF2B5EF4-FFF2-40B4-BE49-F238E27FC236}">
                <a16:creationId xmlns:a16="http://schemas.microsoft.com/office/drawing/2014/main" id="{E4B0C124-9D88-27B9-FB7D-F8B4E057F5C9}"/>
              </a:ext>
            </a:extLst>
          </p:cNvPr>
          <p:cNvGrpSpPr/>
          <p:nvPr/>
        </p:nvGrpSpPr>
        <p:grpSpPr>
          <a:xfrm>
            <a:off x="5803720" y="939701"/>
            <a:ext cx="0" cy="3545839"/>
            <a:chOff x="5803720" y="850493"/>
            <a:chExt cx="0" cy="3545839"/>
          </a:xfrm>
        </p:grpSpPr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D313D64B-EC0D-AD96-1517-F58379113A89}"/>
                </a:ext>
              </a:extLst>
            </p:cNvPr>
            <p:cNvSpPr/>
            <p:nvPr/>
          </p:nvSpPr>
          <p:spPr>
            <a:xfrm>
              <a:off x="5803720" y="850493"/>
              <a:ext cx="12700" cy="3520439"/>
            </a:xfrm>
            <a:custGeom>
              <a:avLst/>
              <a:gdLst>
                <a:gd name="csX0" fmla="*/ 0 w 12700"/>
                <a:gd name="csY0" fmla="*/ 3520440 h 3520439"/>
                <a:gd name="csX1" fmla="*/ 0 w 12700"/>
                <a:gd name="csY1" fmla="*/ 0 h 35204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3520439">
                  <a:moveTo>
                    <a:pt x="0" y="3520440"/>
                  </a:moveTo>
                  <a:lnTo>
                    <a:pt x="0" y="0"/>
                  </a:lnTo>
                </a:path>
              </a:pathLst>
            </a:custGeom>
            <a:noFill/>
            <a:ln w="10160" cap="flat">
              <a:solidFill>
                <a:srgbClr val="FFFFFF">
                  <a:alpha val="20000"/>
                </a:srgbClr>
              </a:solidFill>
              <a:custDash>
                <a:ds d="60000" sp="99000"/>
              </a:custDash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DED656EF-B808-7141-BB4D-4495ACE6BE5D}"/>
                </a:ext>
              </a:extLst>
            </p:cNvPr>
            <p:cNvSpPr/>
            <p:nvPr/>
          </p:nvSpPr>
          <p:spPr>
            <a:xfrm>
              <a:off x="5803720" y="4370933"/>
              <a:ext cx="12700" cy="25400"/>
            </a:xfrm>
            <a:custGeom>
              <a:avLst/>
              <a:gdLst>
                <a:gd name="csX0" fmla="*/ 385 w 12700"/>
                <a:gd name="csY0" fmla="*/ 320 h 25400"/>
                <a:gd name="csX1" fmla="*/ 385 w 12700"/>
                <a:gd name="csY1" fmla="*/ 25720 h 25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25400">
                  <a:moveTo>
                    <a:pt x="385" y="320"/>
                  </a:moveTo>
                  <a:lnTo>
                    <a:pt x="385" y="25720"/>
                  </a:lnTo>
                </a:path>
              </a:pathLst>
            </a:custGeom>
            <a:solidFill>
              <a:srgbClr val="FFFFFF"/>
            </a:solidFill>
            <a:ln w="7620" cap="flat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04" name="Graphic 2">
            <a:extLst>
              <a:ext uri="{FF2B5EF4-FFF2-40B4-BE49-F238E27FC236}">
                <a16:creationId xmlns:a16="http://schemas.microsoft.com/office/drawing/2014/main" id="{A31D8AE2-8E75-1462-7217-BA2A86767366}"/>
              </a:ext>
            </a:extLst>
          </p:cNvPr>
          <p:cNvGrpSpPr/>
          <p:nvPr/>
        </p:nvGrpSpPr>
        <p:grpSpPr>
          <a:xfrm>
            <a:off x="5906976" y="939701"/>
            <a:ext cx="0" cy="3545839"/>
            <a:chOff x="5906976" y="850493"/>
            <a:chExt cx="0" cy="3545839"/>
          </a:xfrm>
        </p:grpSpPr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13815AAB-A13F-0063-61AE-4931143362DF}"/>
                </a:ext>
              </a:extLst>
            </p:cNvPr>
            <p:cNvSpPr/>
            <p:nvPr/>
          </p:nvSpPr>
          <p:spPr>
            <a:xfrm>
              <a:off x="5906976" y="850493"/>
              <a:ext cx="12700" cy="3520439"/>
            </a:xfrm>
            <a:custGeom>
              <a:avLst/>
              <a:gdLst>
                <a:gd name="csX0" fmla="*/ 0 w 12700"/>
                <a:gd name="csY0" fmla="*/ 3520440 h 3520439"/>
                <a:gd name="csX1" fmla="*/ 0 w 12700"/>
                <a:gd name="csY1" fmla="*/ 0 h 35204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3520439">
                  <a:moveTo>
                    <a:pt x="0" y="3520440"/>
                  </a:moveTo>
                  <a:lnTo>
                    <a:pt x="0" y="0"/>
                  </a:lnTo>
                </a:path>
              </a:pathLst>
            </a:custGeom>
            <a:noFill/>
            <a:ln w="10160" cap="flat">
              <a:solidFill>
                <a:srgbClr val="FFFFFF">
                  <a:alpha val="20000"/>
                </a:srgbClr>
              </a:solidFill>
              <a:custDash>
                <a:ds d="60000" sp="99000"/>
              </a:custDash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4A50C434-83D1-30AF-1BD8-3297F35CB068}"/>
                </a:ext>
              </a:extLst>
            </p:cNvPr>
            <p:cNvSpPr/>
            <p:nvPr/>
          </p:nvSpPr>
          <p:spPr>
            <a:xfrm>
              <a:off x="5906976" y="4370933"/>
              <a:ext cx="12700" cy="25400"/>
            </a:xfrm>
            <a:custGeom>
              <a:avLst/>
              <a:gdLst>
                <a:gd name="csX0" fmla="*/ 393 w 12700"/>
                <a:gd name="csY0" fmla="*/ 320 h 25400"/>
                <a:gd name="csX1" fmla="*/ 393 w 12700"/>
                <a:gd name="csY1" fmla="*/ 25720 h 25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25400">
                  <a:moveTo>
                    <a:pt x="393" y="320"/>
                  </a:moveTo>
                  <a:lnTo>
                    <a:pt x="393" y="25720"/>
                  </a:lnTo>
                </a:path>
              </a:pathLst>
            </a:custGeom>
            <a:solidFill>
              <a:srgbClr val="FFFFFF"/>
            </a:solidFill>
            <a:ln w="7620" cap="flat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07" name="Graphic 2">
            <a:extLst>
              <a:ext uri="{FF2B5EF4-FFF2-40B4-BE49-F238E27FC236}">
                <a16:creationId xmlns:a16="http://schemas.microsoft.com/office/drawing/2014/main" id="{B19009B7-EC67-5F3B-55AD-E87C3B0D8426}"/>
              </a:ext>
            </a:extLst>
          </p:cNvPr>
          <p:cNvGrpSpPr/>
          <p:nvPr/>
        </p:nvGrpSpPr>
        <p:grpSpPr>
          <a:xfrm>
            <a:off x="6010232" y="939701"/>
            <a:ext cx="0" cy="3545839"/>
            <a:chOff x="6010232" y="850493"/>
            <a:chExt cx="0" cy="3545839"/>
          </a:xfrm>
        </p:grpSpPr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7AC71FD2-EA5B-C020-C2E9-883337131F0C}"/>
                </a:ext>
              </a:extLst>
            </p:cNvPr>
            <p:cNvSpPr/>
            <p:nvPr/>
          </p:nvSpPr>
          <p:spPr>
            <a:xfrm>
              <a:off x="6010232" y="850493"/>
              <a:ext cx="12700" cy="3520439"/>
            </a:xfrm>
            <a:custGeom>
              <a:avLst/>
              <a:gdLst>
                <a:gd name="csX0" fmla="*/ 0 w 12700"/>
                <a:gd name="csY0" fmla="*/ 3520440 h 3520439"/>
                <a:gd name="csX1" fmla="*/ 0 w 12700"/>
                <a:gd name="csY1" fmla="*/ 0 h 35204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3520439">
                  <a:moveTo>
                    <a:pt x="0" y="3520440"/>
                  </a:moveTo>
                  <a:lnTo>
                    <a:pt x="0" y="0"/>
                  </a:lnTo>
                </a:path>
              </a:pathLst>
            </a:custGeom>
            <a:noFill/>
            <a:ln w="10160" cap="flat">
              <a:solidFill>
                <a:srgbClr val="FFFFFF">
                  <a:alpha val="20000"/>
                </a:srgbClr>
              </a:solidFill>
              <a:custDash>
                <a:ds d="60000" sp="99000"/>
              </a:custDash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9" name="Freeform: Shape 708">
              <a:extLst>
                <a:ext uri="{FF2B5EF4-FFF2-40B4-BE49-F238E27FC236}">
                  <a16:creationId xmlns:a16="http://schemas.microsoft.com/office/drawing/2014/main" id="{E69670DC-A4F3-1C5D-DE92-56B4AC04F214}"/>
                </a:ext>
              </a:extLst>
            </p:cNvPr>
            <p:cNvSpPr/>
            <p:nvPr/>
          </p:nvSpPr>
          <p:spPr>
            <a:xfrm>
              <a:off x="6010232" y="4370933"/>
              <a:ext cx="12700" cy="25400"/>
            </a:xfrm>
            <a:custGeom>
              <a:avLst/>
              <a:gdLst>
                <a:gd name="csX0" fmla="*/ 401 w 12700"/>
                <a:gd name="csY0" fmla="*/ 320 h 25400"/>
                <a:gd name="csX1" fmla="*/ 401 w 12700"/>
                <a:gd name="csY1" fmla="*/ 25720 h 25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25400">
                  <a:moveTo>
                    <a:pt x="401" y="320"/>
                  </a:moveTo>
                  <a:lnTo>
                    <a:pt x="401" y="25720"/>
                  </a:lnTo>
                </a:path>
              </a:pathLst>
            </a:custGeom>
            <a:solidFill>
              <a:srgbClr val="FFFFFF"/>
            </a:solidFill>
            <a:ln w="7620" cap="flat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60" name="Graphic 2">
            <a:extLst>
              <a:ext uri="{FF2B5EF4-FFF2-40B4-BE49-F238E27FC236}">
                <a16:creationId xmlns:a16="http://schemas.microsoft.com/office/drawing/2014/main" id="{D924596C-D9C6-5FFD-E4C6-A31BD4C2B4EF}"/>
              </a:ext>
            </a:extLst>
          </p:cNvPr>
          <p:cNvGrpSpPr/>
          <p:nvPr/>
        </p:nvGrpSpPr>
        <p:grpSpPr>
          <a:xfrm>
            <a:off x="6113488" y="939701"/>
            <a:ext cx="0" cy="3545839"/>
            <a:chOff x="6113488" y="850493"/>
            <a:chExt cx="0" cy="3545839"/>
          </a:xfrm>
        </p:grpSpPr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EDBAB13A-4EE5-BCF0-A401-8FDA7FCAC9B8}"/>
                </a:ext>
              </a:extLst>
            </p:cNvPr>
            <p:cNvSpPr/>
            <p:nvPr/>
          </p:nvSpPr>
          <p:spPr>
            <a:xfrm>
              <a:off x="6113488" y="850493"/>
              <a:ext cx="12700" cy="3520439"/>
            </a:xfrm>
            <a:custGeom>
              <a:avLst/>
              <a:gdLst>
                <a:gd name="csX0" fmla="*/ 0 w 12700"/>
                <a:gd name="csY0" fmla="*/ 3520440 h 3520439"/>
                <a:gd name="csX1" fmla="*/ 0 w 12700"/>
                <a:gd name="csY1" fmla="*/ 0 h 35204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3520439">
                  <a:moveTo>
                    <a:pt x="0" y="3520440"/>
                  </a:moveTo>
                  <a:lnTo>
                    <a:pt x="0" y="0"/>
                  </a:lnTo>
                </a:path>
              </a:pathLst>
            </a:custGeom>
            <a:noFill/>
            <a:ln w="10160" cap="flat">
              <a:solidFill>
                <a:srgbClr val="FFFFFF">
                  <a:alpha val="20000"/>
                </a:srgbClr>
              </a:solidFill>
              <a:custDash>
                <a:ds d="60000" sp="99000"/>
              </a:custDash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43BF1972-2581-2E6B-C6B3-20AC0BB22D5E}"/>
                </a:ext>
              </a:extLst>
            </p:cNvPr>
            <p:cNvSpPr/>
            <p:nvPr/>
          </p:nvSpPr>
          <p:spPr>
            <a:xfrm>
              <a:off x="6113488" y="4370933"/>
              <a:ext cx="12700" cy="25400"/>
            </a:xfrm>
            <a:custGeom>
              <a:avLst/>
              <a:gdLst>
                <a:gd name="csX0" fmla="*/ 409 w 12700"/>
                <a:gd name="csY0" fmla="*/ 320 h 25400"/>
                <a:gd name="csX1" fmla="*/ 409 w 12700"/>
                <a:gd name="csY1" fmla="*/ 25720 h 25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25400">
                  <a:moveTo>
                    <a:pt x="409" y="320"/>
                  </a:moveTo>
                  <a:lnTo>
                    <a:pt x="409" y="25720"/>
                  </a:lnTo>
                </a:path>
              </a:pathLst>
            </a:custGeom>
            <a:solidFill>
              <a:srgbClr val="FFFFFF"/>
            </a:solidFill>
            <a:ln w="7620" cap="flat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63" name="Graphic 2">
            <a:extLst>
              <a:ext uri="{FF2B5EF4-FFF2-40B4-BE49-F238E27FC236}">
                <a16:creationId xmlns:a16="http://schemas.microsoft.com/office/drawing/2014/main" id="{37634B51-71D4-42CD-844C-1BF036B23A6F}"/>
              </a:ext>
            </a:extLst>
          </p:cNvPr>
          <p:cNvGrpSpPr/>
          <p:nvPr/>
        </p:nvGrpSpPr>
        <p:grpSpPr>
          <a:xfrm>
            <a:off x="6320001" y="939701"/>
            <a:ext cx="0" cy="3545839"/>
            <a:chOff x="6320001" y="850493"/>
            <a:chExt cx="0" cy="3545839"/>
          </a:xfrm>
        </p:grpSpPr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237F955E-AF34-7FC1-BA7B-E5324EC9D0C3}"/>
                </a:ext>
              </a:extLst>
            </p:cNvPr>
            <p:cNvSpPr/>
            <p:nvPr/>
          </p:nvSpPr>
          <p:spPr>
            <a:xfrm>
              <a:off x="6320001" y="850493"/>
              <a:ext cx="12700" cy="3520439"/>
            </a:xfrm>
            <a:custGeom>
              <a:avLst/>
              <a:gdLst>
                <a:gd name="csX0" fmla="*/ 0 w 12700"/>
                <a:gd name="csY0" fmla="*/ 3520440 h 3520439"/>
                <a:gd name="csX1" fmla="*/ 0 w 12700"/>
                <a:gd name="csY1" fmla="*/ 0 h 35204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3520439">
                  <a:moveTo>
                    <a:pt x="0" y="3520440"/>
                  </a:moveTo>
                  <a:lnTo>
                    <a:pt x="0" y="0"/>
                  </a:lnTo>
                </a:path>
              </a:pathLst>
            </a:custGeom>
            <a:noFill/>
            <a:ln w="10160" cap="flat">
              <a:solidFill>
                <a:srgbClr val="FFFFFF">
                  <a:alpha val="20000"/>
                </a:srgbClr>
              </a:solidFill>
              <a:custDash>
                <a:ds d="60000" sp="99000"/>
              </a:custDash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B08FEC58-D905-5550-AB6D-2138008252AC}"/>
                </a:ext>
              </a:extLst>
            </p:cNvPr>
            <p:cNvSpPr/>
            <p:nvPr/>
          </p:nvSpPr>
          <p:spPr>
            <a:xfrm>
              <a:off x="6320001" y="4370933"/>
              <a:ext cx="12700" cy="25400"/>
            </a:xfrm>
            <a:custGeom>
              <a:avLst/>
              <a:gdLst>
                <a:gd name="csX0" fmla="*/ 426 w 12700"/>
                <a:gd name="csY0" fmla="*/ 320 h 25400"/>
                <a:gd name="csX1" fmla="*/ 426 w 12700"/>
                <a:gd name="csY1" fmla="*/ 25720 h 25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25400">
                  <a:moveTo>
                    <a:pt x="426" y="320"/>
                  </a:moveTo>
                  <a:lnTo>
                    <a:pt x="426" y="25720"/>
                  </a:lnTo>
                </a:path>
              </a:pathLst>
            </a:custGeom>
            <a:solidFill>
              <a:srgbClr val="FFFFFF"/>
            </a:solidFill>
            <a:ln w="7620" cap="flat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66" name="Graphic 2">
            <a:extLst>
              <a:ext uri="{FF2B5EF4-FFF2-40B4-BE49-F238E27FC236}">
                <a16:creationId xmlns:a16="http://schemas.microsoft.com/office/drawing/2014/main" id="{8311E281-2B68-E2B6-21CB-157D4274A4C5}"/>
              </a:ext>
            </a:extLst>
          </p:cNvPr>
          <p:cNvGrpSpPr/>
          <p:nvPr/>
        </p:nvGrpSpPr>
        <p:grpSpPr>
          <a:xfrm>
            <a:off x="6423257" y="939701"/>
            <a:ext cx="0" cy="3545839"/>
            <a:chOff x="6423257" y="850493"/>
            <a:chExt cx="0" cy="3545839"/>
          </a:xfrm>
        </p:grpSpPr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2BB50D79-C37B-3842-E652-307234D0525C}"/>
                </a:ext>
              </a:extLst>
            </p:cNvPr>
            <p:cNvSpPr/>
            <p:nvPr/>
          </p:nvSpPr>
          <p:spPr>
            <a:xfrm>
              <a:off x="6423257" y="850493"/>
              <a:ext cx="12700" cy="3520439"/>
            </a:xfrm>
            <a:custGeom>
              <a:avLst/>
              <a:gdLst>
                <a:gd name="csX0" fmla="*/ 0 w 12700"/>
                <a:gd name="csY0" fmla="*/ 3520440 h 3520439"/>
                <a:gd name="csX1" fmla="*/ 0 w 12700"/>
                <a:gd name="csY1" fmla="*/ 0 h 35204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3520439">
                  <a:moveTo>
                    <a:pt x="0" y="3520440"/>
                  </a:moveTo>
                  <a:lnTo>
                    <a:pt x="0" y="0"/>
                  </a:lnTo>
                </a:path>
              </a:pathLst>
            </a:custGeom>
            <a:noFill/>
            <a:ln w="10160" cap="flat">
              <a:solidFill>
                <a:srgbClr val="FFFFFF">
                  <a:alpha val="20000"/>
                </a:srgbClr>
              </a:solidFill>
              <a:custDash>
                <a:ds d="60000" sp="99000"/>
              </a:custDash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6BAAB0BD-0822-A2A9-BB67-B1400E9C1F5C}"/>
                </a:ext>
              </a:extLst>
            </p:cNvPr>
            <p:cNvSpPr/>
            <p:nvPr/>
          </p:nvSpPr>
          <p:spPr>
            <a:xfrm>
              <a:off x="6423257" y="4370933"/>
              <a:ext cx="12700" cy="25400"/>
            </a:xfrm>
            <a:custGeom>
              <a:avLst/>
              <a:gdLst>
                <a:gd name="csX0" fmla="*/ 434 w 12700"/>
                <a:gd name="csY0" fmla="*/ 320 h 25400"/>
                <a:gd name="csX1" fmla="*/ 434 w 12700"/>
                <a:gd name="csY1" fmla="*/ 25720 h 25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25400">
                  <a:moveTo>
                    <a:pt x="434" y="320"/>
                  </a:moveTo>
                  <a:lnTo>
                    <a:pt x="434" y="25720"/>
                  </a:lnTo>
                </a:path>
              </a:pathLst>
            </a:custGeom>
            <a:solidFill>
              <a:srgbClr val="FFFFFF"/>
            </a:solidFill>
            <a:ln w="7620" cap="flat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69" name="Graphic 2">
            <a:extLst>
              <a:ext uri="{FF2B5EF4-FFF2-40B4-BE49-F238E27FC236}">
                <a16:creationId xmlns:a16="http://schemas.microsoft.com/office/drawing/2014/main" id="{35B6AC63-B59B-C03A-DBD0-093088B20F7E}"/>
              </a:ext>
            </a:extLst>
          </p:cNvPr>
          <p:cNvGrpSpPr/>
          <p:nvPr/>
        </p:nvGrpSpPr>
        <p:grpSpPr>
          <a:xfrm>
            <a:off x="6526513" y="939701"/>
            <a:ext cx="0" cy="3545839"/>
            <a:chOff x="6526513" y="850493"/>
            <a:chExt cx="0" cy="3545839"/>
          </a:xfrm>
        </p:grpSpPr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C05828A1-A7BF-DD0C-B10B-50398524CB9C}"/>
                </a:ext>
              </a:extLst>
            </p:cNvPr>
            <p:cNvSpPr/>
            <p:nvPr/>
          </p:nvSpPr>
          <p:spPr>
            <a:xfrm>
              <a:off x="6526514" y="850493"/>
              <a:ext cx="12700" cy="3520439"/>
            </a:xfrm>
            <a:custGeom>
              <a:avLst/>
              <a:gdLst>
                <a:gd name="csX0" fmla="*/ 0 w 12700"/>
                <a:gd name="csY0" fmla="*/ 3520440 h 3520439"/>
                <a:gd name="csX1" fmla="*/ 0 w 12700"/>
                <a:gd name="csY1" fmla="*/ 0 h 35204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3520439">
                  <a:moveTo>
                    <a:pt x="0" y="3520440"/>
                  </a:moveTo>
                  <a:lnTo>
                    <a:pt x="0" y="0"/>
                  </a:lnTo>
                </a:path>
              </a:pathLst>
            </a:custGeom>
            <a:noFill/>
            <a:ln w="10160" cap="flat">
              <a:solidFill>
                <a:srgbClr val="FFFFFF">
                  <a:alpha val="20000"/>
                </a:srgbClr>
              </a:solidFill>
              <a:custDash>
                <a:ds d="60000" sp="99000"/>
              </a:custDash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9331F4C5-68F9-8E65-CAE6-7CB95DA2A93E}"/>
                </a:ext>
              </a:extLst>
            </p:cNvPr>
            <p:cNvSpPr/>
            <p:nvPr/>
          </p:nvSpPr>
          <p:spPr>
            <a:xfrm>
              <a:off x="6526513" y="4370933"/>
              <a:ext cx="12700" cy="25400"/>
            </a:xfrm>
            <a:custGeom>
              <a:avLst/>
              <a:gdLst>
                <a:gd name="csX0" fmla="*/ 442 w 12700"/>
                <a:gd name="csY0" fmla="*/ 320 h 25400"/>
                <a:gd name="csX1" fmla="*/ 442 w 12700"/>
                <a:gd name="csY1" fmla="*/ 25720 h 25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25400">
                  <a:moveTo>
                    <a:pt x="442" y="320"/>
                  </a:moveTo>
                  <a:lnTo>
                    <a:pt x="442" y="25720"/>
                  </a:lnTo>
                </a:path>
              </a:pathLst>
            </a:custGeom>
            <a:solidFill>
              <a:srgbClr val="FFFFFF"/>
            </a:solidFill>
            <a:ln w="7620" cap="flat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72" name="Graphic 2">
            <a:extLst>
              <a:ext uri="{FF2B5EF4-FFF2-40B4-BE49-F238E27FC236}">
                <a16:creationId xmlns:a16="http://schemas.microsoft.com/office/drawing/2014/main" id="{F0AB08C4-2526-3951-379D-47078AFB9013}"/>
              </a:ext>
            </a:extLst>
          </p:cNvPr>
          <p:cNvGrpSpPr/>
          <p:nvPr/>
        </p:nvGrpSpPr>
        <p:grpSpPr>
          <a:xfrm>
            <a:off x="6629770" y="939701"/>
            <a:ext cx="0" cy="3545839"/>
            <a:chOff x="6629770" y="850493"/>
            <a:chExt cx="0" cy="3545839"/>
          </a:xfrm>
        </p:grpSpPr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9A1CE8E6-F516-7109-7F5C-E4DF9A1E9CB8}"/>
                </a:ext>
              </a:extLst>
            </p:cNvPr>
            <p:cNvSpPr/>
            <p:nvPr/>
          </p:nvSpPr>
          <p:spPr>
            <a:xfrm>
              <a:off x="6629770" y="850493"/>
              <a:ext cx="12700" cy="3520439"/>
            </a:xfrm>
            <a:custGeom>
              <a:avLst/>
              <a:gdLst>
                <a:gd name="csX0" fmla="*/ 0 w 12700"/>
                <a:gd name="csY0" fmla="*/ 3520440 h 3520439"/>
                <a:gd name="csX1" fmla="*/ 0 w 12700"/>
                <a:gd name="csY1" fmla="*/ 0 h 35204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3520439">
                  <a:moveTo>
                    <a:pt x="0" y="3520440"/>
                  </a:moveTo>
                  <a:lnTo>
                    <a:pt x="0" y="0"/>
                  </a:lnTo>
                </a:path>
              </a:pathLst>
            </a:custGeom>
            <a:noFill/>
            <a:ln w="10160" cap="flat">
              <a:solidFill>
                <a:srgbClr val="FFFFFF">
                  <a:alpha val="20000"/>
                </a:srgbClr>
              </a:solidFill>
              <a:custDash>
                <a:ds d="60000" sp="99000"/>
              </a:custDash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2C90BA8A-DF73-6684-9756-6BCA1CDE49B2}"/>
                </a:ext>
              </a:extLst>
            </p:cNvPr>
            <p:cNvSpPr/>
            <p:nvPr/>
          </p:nvSpPr>
          <p:spPr>
            <a:xfrm>
              <a:off x="6629770" y="4370933"/>
              <a:ext cx="12700" cy="25400"/>
            </a:xfrm>
            <a:custGeom>
              <a:avLst/>
              <a:gdLst>
                <a:gd name="csX0" fmla="*/ 450 w 12700"/>
                <a:gd name="csY0" fmla="*/ 320 h 25400"/>
                <a:gd name="csX1" fmla="*/ 450 w 12700"/>
                <a:gd name="csY1" fmla="*/ 25720 h 25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25400">
                  <a:moveTo>
                    <a:pt x="450" y="320"/>
                  </a:moveTo>
                  <a:lnTo>
                    <a:pt x="450" y="25720"/>
                  </a:lnTo>
                </a:path>
              </a:pathLst>
            </a:custGeom>
            <a:solidFill>
              <a:srgbClr val="FFFFFF"/>
            </a:solidFill>
            <a:ln w="7620" cap="flat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75" name="Graphic 2">
            <a:extLst>
              <a:ext uri="{FF2B5EF4-FFF2-40B4-BE49-F238E27FC236}">
                <a16:creationId xmlns:a16="http://schemas.microsoft.com/office/drawing/2014/main" id="{A6E7F893-CDDC-232B-8116-4D3EC689716D}"/>
              </a:ext>
            </a:extLst>
          </p:cNvPr>
          <p:cNvGrpSpPr/>
          <p:nvPr/>
        </p:nvGrpSpPr>
        <p:grpSpPr>
          <a:xfrm>
            <a:off x="6733026" y="939701"/>
            <a:ext cx="0" cy="3545839"/>
            <a:chOff x="6733026" y="850493"/>
            <a:chExt cx="0" cy="3545839"/>
          </a:xfrm>
        </p:grpSpPr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339B08D1-2381-F801-8648-B8E60F87C368}"/>
                </a:ext>
              </a:extLst>
            </p:cNvPr>
            <p:cNvSpPr/>
            <p:nvPr/>
          </p:nvSpPr>
          <p:spPr>
            <a:xfrm>
              <a:off x="6733026" y="850493"/>
              <a:ext cx="12700" cy="3520439"/>
            </a:xfrm>
            <a:custGeom>
              <a:avLst/>
              <a:gdLst>
                <a:gd name="csX0" fmla="*/ 0 w 12700"/>
                <a:gd name="csY0" fmla="*/ 3520440 h 3520439"/>
                <a:gd name="csX1" fmla="*/ 0 w 12700"/>
                <a:gd name="csY1" fmla="*/ 0 h 35204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3520439">
                  <a:moveTo>
                    <a:pt x="0" y="3520440"/>
                  </a:moveTo>
                  <a:lnTo>
                    <a:pt x="0" y="0"/>
                  </a:lnTo>
                </a:path>
              </a:pathLst>
            </a:custGeom>
            <a:noFill/>
            <a:ln w="10160" cap="flat">
              <a:solidFill>
                <a:srgbClr val="FFFFFF">
                  <a:alpha val="20000"/>
                </a:srgbClr>
              </a:solidFill>
              <a:custDash>
                <a:ds d="60000" sp="99000"/>
              </a:custDash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18E38C2E-8ABE-C95A-F84F-16509FF002CD}"/>
                </a:ext>
              </a:extLst>
            </p:cNvPr>
            <p:cNvSpPr/>
            <p:nvPr/>
          </p:nvSpPr>
          <p:spPr>
            <a:xfrm>
              <a:off x="6733026" y="4370933"/>
              <a:ext cx="12700" cy="25400"/>
            </a:xfrm>
            <a:custGeom>
              <a:avLst/>
              <a:gdLst>
                <a:gd name="csX0" fmla="*/ 458 w 12700"/>
                <a:gd name="csY0" fmla="*/ 320 h 25400"/>
                <a:gd name="csX1" fmla="*/ 458 w 12700"/>
                <a:gd name="csY1" fmla="*/ 25720 h 25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25400">
                  <a:moveTo>
                    <a:pt x="458" y="320"/>
                  </a:moveTo>
                  <a:lnTo>
                    <a:pt x="458" y="25720"/>
                  </a:lnTo>
                </a:path>
              </a:pathLst>
            </a:custGeom>
            <a:solidFill>
              <a:srgbClr val="FFFFFF"/>
            </a:solidFill>
            <a:ln w="7620" cap="flat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78" name="Graphic 2">
            <a:extLst>
              <a:ext uri="{FF2B5EF4-FFF2-40B4-BE49-F238E27FC236}">
                <a16:creationId xmlns:a16="http://schemas.microsoft.com/office/drawing/2014/main" id="{59E2E47E-6414-EFB3-8420-7E653BE674B2}"/>
              </a:ext>
            </a:extLst>
          </p:cNvPr>
          <p:cNvGrpSpPr/>
          <p:nvPr/>
        </p:nvGrpSpPr>
        <p:grpSpPr>
          <a:xfrm>
            <a:off x="6836282" y="939701"/>
            <a:ext cx="0" cy="3545839"/>
            <a:chOff x="6836282" y="850493"/>
            <a:chExt cx="0" cy="3545839"/>
          </a:xfrm>
        </p:grpSpPr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A78814D8-EC8D-9D1E-6747-9EBB7D36EE83}"/>
                </a:ext>
              </a:extLst>
            </p:cNvPr>
            <p:cNvSpPr/>
            <p:nvPr/>
          </p:nvSpPr>
          <p:spPr>
            <a:xfrm>
              <a:off x="6836282" y="850493"/>
              <a:ext cx="12700" cy="3520439"/>
            </a:xfrm>
            <a:custGeom>
              <a:avLst/>
              <a:gdLst>
                <a:gd name="csX0" fmla="*/ 0 w 12700"/>
                <a:gd name="csY0" fmla="*/ 3520440 h 3520439"/>
                <a:gd name="csX1" fmla="*/ 0 w 12700"/>
                <a:gd name="csY1" fmla="*/ 0 h 35204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3520439">
                  <a:moveTo>
                    <a:pt x="0" y="3520440"/>
                  </a:moveTo>
                  <a:lnTo>
                    <a:pt x="0" y="0"/>
                  </a:lnTo>
                </a:path>
              </a:pathLst>
            </a:custGeom>
            <a:noFill/>
            <a:ln w="10160" cap="flat">
              <a:solidFill>
                <a:srgbClr val="FFFFFF">
                  <a:alpha val="20000"/>
                </a:srgbClr>
              </a:solidFill>
              <a:custDash>
                <a:ds d="60000" sp="99000"/>
              </a:custDash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765C697E-5989-8D30-45DF-7ECA601738D1}"/>
                </a:ext>
              </a:extLst>
            </p:cNvPr>
            <p:cNvSpPr/>
            <p:nvPr/>
          </p:nvSpPr>
          <p:spPr>
            <a:xfrm>
              <a:off x="6836282" y="4370933"/>
              <a:ext cx="12700" cy="25400"/>
            </a:xfrm>
            <a:custGeom>
              <a:avLst/>
              <a:gdLst>
                <a:gd name="csX0" fmla="*/ 466 w 12700"/>
                <a:gd name="csY0" fmla="*/ 320 h 25400"/>
                <a:gd name="csX1" fmla="*/ 466 w 12700"/>
                <a:gd name="csY1" fmla="*/ 25720 h 25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25400">
                  <a:moveTo>
                    <a:pt x="466" y="320"/>
                  </a:moveTo>
                  <a:lnTo>
                    <a:pt x="466" y="25720"/>
                  </a:lnTo>
                </a:path>
              </a:pathLst>
            </a:custGeom>
            <a:solidFill>
              <a:srgbClr val="FFFFFF"/>
            </a:solidFill>
            <a:ln w="7620" cap="flat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81" name="Graphic 2">
            <a:extLst>
              <a:ext uri="{FF2B5EF4-FFF2-40B4-BE49-F238E27FC236}">
                <a16:creationId xmlns:a16="http://schemas.microsoft.com/office/drawing/2014/main" id="{6971019C-24C6-C3A6-99D8-F1FAA8D38A85}"/>
              </a:ext>
            </a:extLst>
          </p:cNvPr>
          <p:cNvGrpSpPr/>
          <p:nvPr/>
        </p:nvGrpSpPr>
        <p:grpSpPr>
          <a:xfrm>
            <a:off x="6939538" y="939701"/>
            <a:ext cx="0" cy="3545839"/>
            <a:chOff x="6939538" y="850493"/>
            <a:chExt cx="0" cy="3545839"/>
          </a:xfrm>
        </p:grpSpPr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6836BC00-1796-3409-EDB7-30860A60BE68}"/>
                </a:ext>
              </a:extLst>
            </p:cNvPr>
            <p:cNvSpPr/>
            <p:nvPr/>
          </p:nvSpPr>
          <p:spPr>
            <a:xfrm>
              <a:off x="6939538" y="850493"/>
              <a:ext cx="12700" cy="3520439"/>
            </a:xfrm>
            <a:custGeom>
              <a:avLst/>
              <a:gdLst>
                <a:gd name="csX0" fmla="*/ 0 w 12700"/>
                <a:gd name="csY0" fmla="*/ 3520440 h 3520439"/>
                <a:gd name="csX1" fmla="*/ 0 w 12700"/>
                <a:gd name="csY1" fmla="*/ 0 h 35204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3520439">
                  <a:moveTo>
                    <a:pt x="0" y="3520440"/>
                  </a:moveTo>
                  <a:lnTo>
                    <a:pt x="0" y="0"/>
                  </a:lnTo>
                </a:path>
              </a:pathLst>
            </a:custGeom>
            <a:noFill/>
            <a:ln w="10160" cap="flat">
              <a:solidFill>
                <a:srgbClr val="FFFFFF">
                  <a:alpha val="20000"/>
                </a:srgbClr>
              </a:solidFill>
              <a:custDash>
                <a:ds d="60000" sp="99000"/>
              </a:custDash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54C7BB77-5814-31AD-4AF9-382654844D4B}"/>
                </a:ext>
              </a:extLst>
            </p:cNvPr>
            <p:cNvSpPr/>
            <p:nvPr/>
          </p:nvSpPr>
          <p:spPr>
            <a:xfrm>
              <a:off x="6939538" y="4370933"/>
              <a:ext cx="12700" cy="25400"/>
            </a:xfrm>
            <a:custGeom>
              <a:avLst/>
              <a:gdLst>
                <a:gd name="csX0" fmla="*/ 474 w 12700"/>
                <a:gd name="csY0" fmla="*/ 320 h 25400"/>
                <a:gd name="csX1" fmla="*/ 474 w 12700"/>
                <a:gd name="csY1" fmla="*/ 25720 h 25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25400">
                  <a:moveTo>
                    <a:pt x="474" y="320"/>
                  </a:moveTo>
                  <a:lnTo>
                    <a:pt x="474" y="25720"/>
                  </a:lnTo>
                </a:path>
              </a:pathLst>
            </a:custGeom>
            <a:solidFill>
              <a:srgbClr val="FFFFFF"/>
            </a:solidFill>
            <a:ln w="7620" cap="flat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24" name="Graphic 2">
            <a:extLst>
              <a:ext uri="{FF2B5EF4-FFF2-40B4-BE49-F238E27FC236}">
                <a16:creationId xmlns:a16="http://schemas.microsoft.com/office/drawing/2014/main" id="{DF964AAE-9C95-B12E-7A8C-E3453AA54D41}"/>
              </a:ext>
            </a:extLst>
          </p:cNvPr>
          <p:cNvGrpSpPr/>
          <p:nvPr/>
        </p:nvGrpSpPr>
        <p:grpSpPr>
          <a:xfrm>
            <a:off x="7042795" y="939701"/>
            <a:ext cx="0" cy="3545839"/>
            <a:chOff x="7042795" y="850493"/>
            <a:chExt cx="0" cy="3545839"/>
          </a:xfrm>
        </p:grpSpPr>
        <p:sp>
          <p:nvSpPr>
            <p:cNvPr id="1025" name="Freeform: Shape 1024">
              <a:extLst>
                <a:ext uri="{FF2B5EF4-FFF2-40B4-BE49-F238E27FC236}">
                  <a16:creationId xmlns:a16="http://schemas.microsoft.com/office/drawing/2014/main" id="{9A58FF09-2624-DF03-3D44-2A2B971D062F}"/>
                </a:ext>
              </a:extLst>
            </p:cNvPr>
            <p:cNvSpPr/>
            <p:nvPr/>
          </p:nvSpPr>
          <p:spPr>
            <a:xfrm>
              <a:off x="7042795" y="850493"/>
              <a:ext cx="12700" cy="3520439"/>
            </a:xfrm>
            <a:custGeom>
              <a:avLst/>
              <a:gdLst>
                <a:gd name="csX0" fmla="*/ 0 w 12700"/>
                <a:gd name="csY0" fmla="*/ 3520440 h 3520439"/>
                <a:gd name="csX1" fmla="*/ 0 w 12700"/>
                <a:gd name="csY1" fmla="*/ 0 h 35204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3520439">
                  <a:moveTo>
                    <a:pt x="0" y="3520440"/>
                  </a:moveTo>
                  <a:lnTo>
                    <a:pt x="0" y="0"/>
                  </a:lnTo>
                </a:path>
              </a:pathLst>
            </a:custGeom>
            <a:noFill/>
            <a:ln w="10160" cap="flat">
              <a:solidFill>
                <a:srgbClr val="FFFFFF">
                  <a:alpha val="20000"/>
                </a:srgbClr>
              </a:solidFill>
              <a:custDash>
                <a:ds d="60000" sp="99000"/>
              </a:custDash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6" name="Freeform: Shape 1025">
              <a:extLst>
                <a:ext uri="{FF2B5EF4-FFF2-40B4-BE49-F238E27FC236}">
                  <a16:creationId xmlns:a16="http://schemas.microsoft.com/office/drawing/2014/main" id="{295AEE64-B397-228A-BED6-1AFFA79CBE4B}"/>
                </a:ext>
              </a:extLst>
            </p:cNvPr>
            <p:cNvSpPr/>
            <p:nvPr/>
          </p:nvSpPr>
          <p:spPr>
            <a:xfrm>
              <a:off x="7042795" y="4370933"/>
              <a:ext cx="12700" cy="25400"/>
            </a:xfrm>
            <a:custGeom>
              <a:avLst/>
              <a:gdLst>
                <a:gd name="csX0" fmla="*/ 483 w 12700"/>
                <a:gd name="csY0" fmla="*/ 320 h 25400"/>
                <a:gd name="csX1" fmla="*/ 483 w 12700"/>
                <a:gd name="csY1" fmla="*/ 25720 h 25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25400">
                  <a:moveTo>
                    <a:pt x="483" y="320"/>
                  </a:moveTo>
                  <a:lnTo>
                    <a:pt x="483" y="25720"/>
                  </a:lnTo>
                </a:path>
              </a:pathLst>
            </a:custGeom>
            <a:solidFill>
              <a:srgbClr val="FFFFFF"/>
            </a:solidFill>
            <a:ln w="7620" cap="flat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27" name="Graphic 2">
            <a:extLst>
              <a:ext uri="{FF2B5EF4-FFF2-40B4-BE49-F238E27FC236}">
                <a16:creationId xmlns:a16="http://schemas.microsoft.com/office/drawing/2014/main" id="{FC2FE6B0-DE8A-251F-4435-E2BBA5186172}"/>
              </a:ext>
            </a:extLst>
          </p:cNvPr>
          <p:cNvGrpSpPr/>
          <p:nvPr/>
        </p:nvGrpSpPr>
        <p:grpSpPr>
          <a:xfrm>
            <a:off x="7146051" y="939701"/>
            <a:ext cx="0" cy="3545839"/>
            <a:chOff x="7146051" y="850493"/>
            <a:chExt cx="0" cy="3545839"/>
          </a:xfrm>
        </p:grpSpPr>
        <p:sp>
          <p:nvSpPr>
            <p:cNvPr id="1028" name="Freeform: Shape 1027">
              <a:extLst>
                <a:ext uri="{FF2B5EF4-FFF2-40B4-BE49-F238E27FC236}">
                  <a16:creationId xmlns:a16="http://schemas.microsoft.com/office/drawing/2014/main" id="{35D83DB9-5884-67DA-AB2E-5697E3044A0D}"/>
                </a:ext>
              </a:extLst>
            </p:cNvPr>
            <p:cNvSpPr/>
            <p:nvPr/>
          </p:nvSpPr>
          <p:spPr>
            <a:xfrm>
              <a:off x="7146051" y="850493"/>
              <a:ext cx="12700" cy="3520439"/>
            </a:xfrm>
            <a:custGeom>
              <a:avLst/>
              <a:gdLst>
                <a:gd name="csX0" fmla="*/ 0 w 12700"/>
                <a:gd name="csY0" fmla="*/ 3520440 h 3520439"/>
                <a:gd name="csX1" fmla="*/ 0 w 12700"/>
                <a:gd name="csY1" fmla="*/ 0 h 35204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3520439">
                  <a:moveTo>
                    <a:pt x="0" y="3520440"/>
                  </a:moveTo>
                  <a:lnTo>
                    <a:pt x="0" y="0"/>
                  </a:lnTo>
                </a:path>
              </a:pathLst>
            </a:custGeom>
            <a:noFill/>
            <a:ln w="10160" cap="flat">
              <a:solidFill>
                <a:srgbClr val="FFFFFF">
                  <a:alpha val="20000"/>
                </a:srgbClr>
              </a:solidFill>
              <a:custDash>
                <a:ds d="60000" sp="99000"/>
              </a:custDash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9" name="Freeform: Shape 1028">
              <a:extLst>
                <a:ext uri="{FF2B5EF4-FFF2-40B4-BE49-F238E27FC236}">
                  <a16:creationId xmlns:a16="http://schemas.microsoft.com/office/drawing/2014/main" id="{5A8457F6-4D6D-CC70-2085-C24075346428}"/>
                </a:ext>
              </a:extLst>
            </p:cNvPr>
            <p:cNvSpPr/>
            <p:nvPr/>
          </p:nvSpPr>
          <p:spPr>
            <a:xfrm>
              <a:off x="7146051" y="4370933"/>
              <a:ext cx="12700" cy="25400"/>
            </a:xfrm>
            <a:custGeom>
              <a:avLst/>
              <a:gdLst>
                <a:gd name="csX0" fmla="*/ 491 w 12700"/>
                <a:gd name="csY0" fmla="*/ 320 h 25400"/>
                <a:gd name="csX1" fmla="*/ 491 w 12700"/>
                <a:gd name="csY1" fmla="*/ 25720 h 25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25400">
                  <a:moveTo>
                    <a:pt x="491" y="320"/>
                  </a:moveTo>
                  <a:lnTo>
                    <a:pt x="491" y="25720"/>
                  </a:lnTo>
                </a:path>
              </a:pathLst>
            </a:custGeom>
            <a:solidFill>
              <a:srgbClr val="FFFFFF"/>
            </a:solidFill>
            <a:ln w="7620" cap="flat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30" name="Graphic 2">
            <a:extLst>
              <a:ext uri="{FF2B5EF4-FFF2-40B4-BE49-F238E27FC236}">
                <a16:creationId xmlns:a16="http://schemas.microsoft.com/office/drawing/2014/main" id="{41227629-CB81-6B3E-7323-AF864972B468}"/>
              </a:ext>
            </a:extLst>
          </p:cNvPr>
          <p:cNvGrpSpPr/>
          <p:nvPr/>
        </p:nvGrpSpPr>
        <p:grpSpPr>
          <a:xfrm>
            <a:off x="7352563" y="939701"/>
            <a:ext cx="0" cy="3545839"/>
            <a:chOff x="7352563" y="850493"/>
            <a:chExt cx="0" cy="3545839"/>
          </a:xfrm>
        </p:grpSpPr>
        <p:sp>
          <p:nvSpPr>
            <p:cNvPr id="1031" name="Freeform: Shape 1030">
              <a:extLst>
                <a:ext uri="{FF2B5EF4-FFF2-40B4-BE49-F238E27FC236}">
                  <a16:creationId xmlns:a16="http://schemas.microsoft.com/office/drawing/2014/main" id="{C8111BC1-FDF6-0C37-6BFB-515760173D6F}"/>
                </a:ext>
              </a:extLst>
            </p:cNvPr>
            <p:cNvSpPr/>
            <p:nvPr/>
          </p:nvSpPr>
          <p:spPr>
            <a:xfrm>
              <a:off x="7352563" y="850493"/>
              <a:ext cx="12700" cy="3520439"/>
            </a:xfrm>
            <a:custGeom>
              <a:avLst/>
              <a:gdLst>
                <a:gd name="csX0" fmla="*/ 0 w 12700"/>
                <a:gd name="csY0" fmla="*/ 3520440 h 3520439"/>
                <a:gd name="csX1" fmla="*/ 0 w 12700"/>
                <a:gd name="csY1" fmla="*/ 0 h 35204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3520439">
                  <a:moveTo>
                    <a:pt x="0" y="3520440"/>
                  </a:moveTo>
                  <a:lnTo>
                    <a:pt x="0" y="0"/>
                  </a:lnTo>
                </a:path>
              </a:pathLst>
            </a:custGeom>
            <a:noFill/>
            <a:ln w="10160" cap="flat">
              <a:solidFill>
                <a:srgbClr val="FFFFFF">
                  <a:alpha val="20000"/>
                </a:srgbClr>
              </a:solidFill>
              <a:custDash>
                <a:ds d="60000" sp="99000"/>
              </a:custDash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2" name="Freeform: Shape 1031">
              <a:extLst>
                <a:ext uri="{FF2B5EF4-FFF2-40B4-BE49-F238E27FC236}">
                  <a16:creationId xmlns:a16="http://schemas.microsoft.com/office/drawing/2014/main" id="{F33799A9-32A2-55C1-3821-FC24CFE732C4}"/>
                </a:ext>
              </a:extLst>
            </p:cNvPr>
            <p:cNvSpPr/>
            <p:nvPr/>
          </p:nvSpPr>
          <p:spPr>
            <a:xfrm>
              <a:off x="7352563" y="4370933"/>
              <a:ext cx="12700" cy="25400"/>
            </a:xfrm>
            <a:custGeom>
              <a:avLst/>
              <a:gdLst>
                <a:gd name="csX0" fmla="*/ 507 w 12700"/>
                <a:gd name="csY0" fmla="*/ 320 h 25400"/>
                <a:gd name="csX1" fmla="*/ 507 w 12700"/>
                <a:gd name="csY1" fmla="*/ 25720 h 25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25400">
                  <a:moveTo>
                    <a:pt x="507" y="320"/>
                  </a:moveTo>
                  <a:lnTo>
                    <a:pt x="507" y="25720"/>
                  </a:lnTo>
                </a:path>
              </a:pathLst>
            </a:custGeom>
            <a:solidFill>
              <a:srgbClr val="FFFFFF"/>
            </a:solidFill>
            <a:ln w="7620" cap="flat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33" name="Graphic 2">
            <a:extLst>
              <a:ext uri="{FF2B5EF4-FFF2-40B4-BE49-F238E27FC236}">
                <a16:creationId xmlns:a16="http://schemas.microsoft.com/office/drawing/2014/main" id="{4FCA594C-8BA0-4B80-8D4C-5117EE1B18B4}"/>
              </a:ext>
            </a:extLst>
          </p:cNvPr>
          <p:cNvGrpSpPr/>
          <p:nvPr/>
        </p:nvGrpSpPr>
        <p:grpSpPr>
          <a:xfrm>
            <a:off x="7455820" y="939701"/>
            <a:ext cx="0" cy="3545839"/>
            <a:chOff x="7455820" y="850493"/>
            <a:chExt cx="0" cy="3545839"/>
          </a:xfrm>
        </p:grpSpPr>
        <p:sp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515B5104-2836-D06D-AFFB-667C7B1DF9F5}"/>
                </a:ext>
              </a:extLst>
            </p:cNvPr>
            <p:cNvSpPr/>
            <p:nvPr/>
          </p:nvSpPr>
          <p:spPr>
            <a:xfrm>
              <a:off x="7455820" y="850493"/>
              <a:ext cx="12700" cy="3520439"/>
            </a:xfrm>
            <a:custGeom>
              <a:avLst/>
              <a:gdLst>
                <a:gd name="csX0" fmla="*/ 0 w 12700"/>
                <a:gd name="csY0" fmla="*/ 3520440 h 3520439"/>
                <a:gd name="csX1" fmla="*/ 0 w 12700"/>
                <a:gd name="csY1" fmla="*/ 0 h 35204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3520439">
                  <a:moveTo>
                    <a:pt x="0" y="3520440"/>
                  </a:moveTo>
                  <a:lnTo>
                    <a:pt x="0" y="0"/>
                  </a:lnTo>
                </a:path>
              </a:pathLst>
            </a:custGeom>
            <a:noFill/>
            <a:ln w="10160" cap="flat">
              <a:solidFill>
                <a:srgbClr val="FFFFFF">
                  <a:alpha val="20000"/>
                </a:srgbClr>
              </a:solidFill>
              <a:custDash>
                <a:ds d="60000" sp="99000"/>
              </a:custDash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5" name="Freeform: Shape 1034">
              <a:extLst>
                <a:ext uri="{FF2B5EF4-FFF2-40B4-BE49-F238E27FC236}">
                  <a16:creationId xmlns:a16="http://schemas.microsoft.com/office/drawing/2014/main" id="{6F0B7973-5BA3-5354-FBBF-D8A9A7160930}"/>
                </a:ext>
              </a:extLst>
            </p:cNvPr>
            <p:cNvSpPr/>
            <p:nvPr/>
          </p:nvSpPr>
          <p:spPr>
            <a:xfrm>
              <a:off x="7455820" y="4370933"/>
              <a:ext cx="12700" cy="25400"/>
            </a:xfrm>
            <a:custGeom>
              <a:avLst/>
              <a:gdLst>
                <a:gd name="csX0" fmla="*/ 515 w 12700"/>
                <a:gd name="csY0" fmla="*/ 320 h 25400"/>
                <a:gd name="csX1" fmla="*/ 515 w 12700"/>
                <a:gd name="csY1" fmla="*/ 25720 h 25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700" h="25400">
                  <a:moveTo>
                    <a:pt x="515" y="320"/>
                  </a:moveTo>
                  <a:lnTo>
                    <a:pt x="515" y="25720"/>
                  </a:lnTo>
                </a:path>
              </a:pathLst>
            </a:custGeom>
            <a:solidFill>
              <a:srgbClr val="FFFFFF"/>
            </a:solidFill>
            <a:ln w="7620" cap="flat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36" name="Graphic 2">
            <a:extLst>
              <a:ext uri="{FF2B5EF4-FFF2-40B4-BE49-F238E27FC236}">
                <a16:creationId xmlns:a16="http://schemas.microsoft.com/office/drawing/2014/main" id="{E20D2A56-45CC-94AA-B2AF-5441E6BC7837}"/>
              </a:ext>
            </a:extLst>
          </p:cNvPr>
          <p:cNvGrpSpPr/>
          <p:nvPr/>
        </p:nvGrpSpPr>
        <p:grpSpPr>
          <a:xfrm>
            <a:off x="4301464" y="4722753"/>
            <a:ext cx="708171" cy="158547"/>
            <a:chOff x="4301464" y="4633545"/>
            <a:chExt cx="708171" cy="158547"/>
          </a:xfrm>
          <a:solidFill>
            <a:srgbClr val="FFFFFF"/>
          </a:solidFill>
        </p:grpSpPr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FC21715D-82CB-0E93-BDAF-C11ABFE39FFA}"/>
                </a:ext>
              </a:extLst>
            </p:cNvPr>
            <p:cNvSpPr/>
            <p:nvPr/>
          </p:nvSpPr>
          <p:spPr>
            <a:xfrm flipV="1">
              <a:off x="4301464" y="4639018"/>
              <a:ext cx="109652" cy="129627"/>
            </a:xfrm>
            <a:custGeom>
              <a:avLst/>
              <a:gdLst>
                <a:gd name="csX0" fmla="*/ -1683 w 109652"/>
                <a:gd name="csY0" fmla="*/ 127641 h 129627"/>
                <a:gd name="csX1" fmla="*/ 107969 w 109652"/>
                <a:gd name="csY1" fmla="*/ 127641 h 129627"/>
                <a:gd name="csX2" fmla="*/ 107969 w 109652"/>
                <a:gd name="csY2" fmla="*/ 112861 h 129627"/>
                <a:gd name="csX3" fmla="*/ 61963 w 109652"/>
                <a:gd name="csY3" fmla="*/ 112861 h 129627"/>
                <a:gd name="csX4" fmla="*/ 61963 w 109652"/>
                <a:gd name="csY4" fmla="*/ -1986 h 129627"/>
                <a:gd name="csX5" fmla="*/ 44350 w 109652"/>
                <a:gd name="csY5" fmla="*/ -1986 h 129627"/>
                <a:gd name="csX6" fmla="*/ 44350 w 109652"/>
                <a:gd name="csY6" fmla="*/ 112861 h 129627"/>
                <a:gd name="csX7" fmla="*/ -1683 w 109652"/>
                <a:gd name="csY7" fmla="*/ 112861 h 129627"/>
                <a:gd name="csX8" fmla="*/ -1683 w 109652"/>
                <a:gd name="csY8" fmla="*/ 127641 h 1296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09652" h="129627">
                  <a:moveTo>
                    <a:pt x="-1683" y="127641"/>
                  </a:moveTo>
                  <a:lnTo>
                    <a:pt x="107969" y="127641"/>
                  </a:lnTo>
                  <a:lnTo>
                    <a:pt x="107969" y="112861"/>
                  </a:lnTo>
                  <a:lnTo>
                    <a:pt x="61963" y="112861"/>
                  </a:lnTo>
                  <a:lnTo>
                    <a:pt x="61963" y="-1986"/>
                  </a:lnTo>
                  <a:lnTo>
                    <a:pt x="44350" y="-1986"/>
                  </a:lnTo>
                  <a:lnTo>
                    <a:pt x="44350" y="112861"/>
                  </a:lnTo>
                  <a:lnTo>
                    <a:pt x="-1683" y="112861"/>
                  </a:lnTo>
                  <a:lnTo>
                    <a:pt x="-1683" y="127641"/>
                  </a:lnTo>
                  <a:close/>
                </a:path>
              </a:pathLst>
            </a:custGeom>
            <a:solidFill>
              <a:srgbClr val="FFFFFF"/>
            </a:solidFill>
            <a:ln w="28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98AB38CC-94D7-5F81-BC52-AD318E4AF794}"/>
                </a:ext>
              </a:extLst>
            </p:cNvPr>
            <p:cNvSpPr/>
            <p:nvPr/>
          </p:nvSpPr>
          <p:spPr>
            <a:xfrm flipV="1">
              <a:off x="4421795" y="4633545"/>
              <a:ext cx="15974" cy="135100"/>
            </a:xfrm>
            <a:custGeom>
              <a:avLst/>
              <a:gdLst>
                <a:gd name="csX0" fmla="*/ -614 w 15974"/>
                <a:gd name="csY0" fmla="*/ 95149 h 135100"/>
                <a:gd name="csX1" fmla="*/ 15361 w 15974"/>
                <a:gd name="csY1" fmla="*/ 95149 h 135100"/>
                <a:gd name="csX2" fmla="*/ 15361 w 15974"/>
                <a:gd name="csY2" fmla="*/ -2085 h 135100"/>
                <a:gd name="csX3" fmla="*/ -614 w 15974"/>
                <a:gd name="csY3" fmla="*/ -2085 h 135100"/>
                <a:gd name="csX4" fmla="*/ -614 w 15974"/>
                <a:gd name="csY4" fmla="*/ 95149 h 135100"/>
                <a:gd name="csX5" fmla="*/ -614 w 15974"/>
                <a:gd name="csY5" fmla="*/ 133015 h 135100"/>
                <a:gd name="csX6" fmla="*/ 15361 w 15974"/>
                <a:gd name="csY6" fmla="*/ 133015 h 135100"/>
                <a:gd name="csX7" fmla="*/ 15361 w 15974"/>
                <a:gd name="csY7" fmla="*/ 112763 h 135100"/>
                <a:gd name="csX8" fmla="*/ -614 w 15974"/>
                <a:gd name="csY8" fmla="*/ 112763 h 135100"/>
                <a:gd name="csX9" fmla="*/ -614 w 15974"/>
                <a:gd name="csY9" fmla="*/ 133015 h 135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5974" h="135100">
                  <a:moveTo>
                    <a:pt x="-614" y="95149"/>
                  </a:moveTo>
                  <a:lnTo>
                    <a:pt x="15361" y="95149"/>
                  </a:lnTo>
                  <a:lnTo>
                    <a:pt x="15361" y="-2085"/>
                  </a:lnTo>
                  <a:lnTo>
                    <a:pt x="-614" y="-2085"/>
                  </a:lnTo>
                  <a:lnTo>
                    <a:pt x="-614" y="95149"/>
                  </a:lnTo>
                  <a:close/>
                  <a:moveTo>
                    <a:pt x="-614" y="133015"/>
                  </a:moveTo>
                  <a:lnTo>
                    <a:pt x="15361" y="133015"/>
                  </a:lnTo>
                  <a:lnTo>
                    <a:pt x="15361" y="112763"/>
                  </a:lnTo>
                  <a:lnTo>
                    <a:pt x="-614" y="112763"/>
                  </a:lnTo>
                  <a:lnTo>
                    <a:pt x="-614" y="133015"/>
                  </a:lnTo>
                  <a:close/>
                </a:path>
              </a:pathLst>
            </a:custGeom>
            <a:solidFill>
              <a:srgbClr val="FFFFFF"/>
            </a:solidFill>
            <a:ln w="28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8207B2E5-F7F1-79C9-F41C-DCD1FD4C0718}"/>
                </a:ext>
              </a:extLst>
            </p:cNvPr>
            <p:cNvSpPr/>
            <p:nvPr/>
          </p:nvSpPr>
          <p:spPr>
            <a:xfrm flipV="1">
              <a:off x="4470582" y="4669077"/>
              <a:ext cx="141962" cy="99568"/>
            </a:xfrm>
            <a:custGeom>
              <a:avLst/>
              <a:gdLst>
                <a:gd name="csX0" fmla="*/ 73465 w 141962"/>
                <a:gd name="csY0" fmla="*/ 77121 h 99568"/>
                <a:gd name="csX1" fmla="*/ 87800 w 141962"/>
                <a:gd name="csY1" fmla="*/ 93012 h 99568"/>
                <a:gd name="csX2" fmla="*/ 107413 w 141962"/>
                <a:gd name="csY2" fmla="*/ 98124 h 99568"/>
                <a:gd name="csX3" fmla="*/ 130861 w 141962"/>
                <a:gd name="csY3" fmla="*/ 87484 h 99568"/>
                <a:gd name="csX4" fmla="*/ 139112 w 141962"/>
                <a:gd name="csY4" fmla="*/ 57258 h 99568"/>
                <a:gd name="csX5" fmla="*/ 139112 w 141962"/>
                <a:gd name="csY5" fmla="*/ -1444 h 99568"/>
                <a:gd name="csX6" fmla="*/ 123054 w 141962"/>
                <a:gd name="csY6" fmla="*/ -1444 h 99568"/>
                <a:gd name="csX7" fmla="*/ 123054 w 141962"/>
                <a:gd name="csY7" fmla="*/ 56730 h 99568"/>
                <a:gd name="csX8" fmla="*/ 118081 w 141962"/>
                <a:gd name="csY8" fmla="*/ 77455 h 99568"/>
                <a:gd name="csX9" fmla="*/ 102996 w 141962"/>
                <a:gd name="csY9" fmla="*/ 84233 h 99568"/>
                <a:gd name="csX10" fmla="*/ 83355 w 141962"/>
                <a:gd name="csY10" fmla="*/ 75982 h 99568"/>
                <a:gd name="csX11" fmla="*/ 76159 w 141962"/>
                <a:gd name="csY11" fmla="*/ 53507 h 99568"/>
                <a:gd name="csX12" fmla="*/ 76159 w 141962"/>
                <a:gd name="csY12" fmla="*/ -1444 h 99568"/>
                <a:gd name="csX13" fmla="*/ 60102 w 141962"/>
                <a:gd name="csY13" fmla="*/ -1444 h 99568"/>
                <a:gd name="csX14" fmla="*/ 60102 w 141962"/>
                <a:gd name="csY14" fmla="*/ 56730 h 99568"/>
                <a:gd name="csX15" fmla="*/ 55157 w 141962"/>
                <a:gd name="csY15" fmla="*/ 77510 h 99568"/>
                <a:gd name="csX16" fmla="*/ 39877 w 141962"/>
                <a:gd name="csY16" fmla="*/ 84233 h 99568"/>
                <a:gd name="csX17" fmla="*/ 20403 w 141962"/>
                <a:gd name="csY17" fmla="*/ 75954 h 99568"/>
                <a:gd name="csX18" fmla="*/ 13207 w 141962"/>
                <a:gd name="csY18" fmla="*/ 53507 h 99568"/>
                <a:gd name="csX19" fmla="*/ 13207 w 141962"/>
                <a:gd name="csY19" fmla="*/ -1444 h 99568"/>
                <a:gd name="csX20" fmla="*/ -2850 w 141962"/>
                <a:gd name="csY20" fmla="*/ -1444 h 99568"/>
                <a:gd name="csX21" fmla="*/ -2850 w 141962"/>
                <a:gd name="csY21" fmla="*/ 95790 h 99568"/>
                <a:gd name="csX22" fmla="*/ 13207 w 141962"/>
                <a:gd name="csY22" fmla="*/ 95790 h 99568"/>
                <a:gd name="csX23" fmla="*/ 13207 w 141962"/>
                <a:gd name="csY23" fmla="*/ 80677 h 99568"/>
                <a:gd name="csX24" fmla="*/ 26320 w 141962"/>
                <a:gd name="csY24" fmla="*/ 93873 h 99568"/>
                <a:gd name="csX25" fmla="*/ 44461 w 141962"/>
                <a:gd name="csY25" fmla="*/ 98124 h 99568"/>
                <a:gd name="csX26" fmla="*/ 62491 w 141962"/>
                <a:gd name="csY26" fmla="*/ 92734 h 99568"/>
                <a:gd name="csX27" fmla="*/ 73465 w 141962"/>
                <a:gd name="csY27" fmla="*/ 77121 h 9956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141962" h="99568">
                  <a:moveTo>
                    <a:pt x="73465" y="77121"/>
                  </a:moveTo>
                  <a:cubicBezTo>
                    <a:pt x="77465" y="84307"/>
                    <a:pt x="82244" y="89604"/>
                    <a:pt x="87800" y="93012"/>
                  </a:cubicBezTo>
                  <a:cubicBezTo>
                    <a:pt x="93356" y="96420"/>
                    <a:pt x="99894" y="98124"/>
                    <a:pt x="107413" y="98124"/>
                  </a:cubicBezTo>
                  <a:cubicBezTo>
                    <a:pt x="117544" y="98124"/>
                    <a:pt x="125360" y="94577"/>
                    <a:pt x="130861" y="87484"/>
                  </a:cubicBezTo>
                  <a:cubicBezTo>
                    <a:pt x="136361" y="80409"/>
                    <a:pt x="139112" y="70333"/>
                    <a:pt x="139112" y="57258"/>
                  </a:cubicBezTo>
                  <a:lnTo>
                    <a:pt x="139112" y="-1444"/>
                  </a:lnTo>
                  <a:lnTo>
                    <a:pt x="123054" y="-1444"/>
                  </a:lnTo>
                  <a:lnTo>
                    <a:pt x="123054" y="56730"/>
                  </a:lnTo>
                  <a:cubicBezTo>
                    <a:pt x="123054" y="66046"/>
                    <a:pt x="121397" y="72954"/>
                    <a:pt x="118081" y="77455"/>
                  </a:cubicBezTo>
                  <a:cubicBezTo>
                    <a:pt x="114785" y="81974"/>
                    <a:pt x="109756" y="84233"/>
                    <a:pt x="102996" y="84233"/>
                  </a:cubicBezTo>
                  <a:cubicBezTo>
                    <a:pt x="94717" y="84233"/>
                    <a:pt x="88170" y="81483"/>
                    <a:pt x="83355" y="75982"/>
                  </a:cubicBezTo>
                  <a:cubicBezTo>
                    <a:pt x="78558" y="70500"/>
                    <a:pt x="76159" y="63008"/>
                    <a:pt x="76159" y="53507"/>
                  </a:cubicBezTo>
                  <a:lnTo>
                    <a:pt x="76159" y="-1444"/>
                  </a:lnTo>
                  <a:lnTo>
                    <a:pt x="60102" y="-1444"/>
                  </a:lnTo>
                  <a:lnTo>
                    <a:pt x="60102" y="56730"/>
                  </a:lnTo>
                  <a:cubicBezTo>
                    <a:pt x="60102" y="66101"/>
                    <a:pt x="58454" y="73028"/>
                    <a:pt x="55157" y="77510"/>
                  </a:cubicBezTo>
                  <a:cubicBezTo>
                    <a:pt x="51860" y="81992"/>
                    <a:pt x="46767" y="84233"/>
                    <a:pt x="39877" y="84233"/>
                  </a:cubicBezTo>
                  <a:cubicBezTo>
                    <a:pt x="31709" y="84233"/>
                    <a:pt x="25218" y="81474"/>
                    <a:pt x="20403" y="75954"/>
                  </a:cubicBezTo>
                  <a:cubicBezTo>
                    <a:pt x="15606" y="70435"/>
                    <a:pt x="13207" y="62953"/>
                    <a:pt x="13207" y="53507"/>
                  </a:cubicBezTo>
                  <a:lnTo>
                    <a:pt x="13207" y="-1444"/>
                  </a:lnTo>
                  <a:lnTo>
                    <a:pt x="-2850" y="-1444"/>
                  </a:lnTo>
                  <a:lnTo>
                    <a:pt x="-2850" y="95790"/>
                  </a:lnTo>
                  <a:lnTo>
                    <a:pt x="13207" y="95790"/>
                  </a:lnTo>
                  <a:lnTo>
                    <a:pt x="13207" y="80677"/>
                  </a:lnTo>
                  <a:cubicBezTo>
                    <a:pt x="16856" y="86641"/>
                    <a:pt x="21227" y="91040"/>
                    <a:pt x="26320" y="93873"/>
                  </a:cubicBezTo>
                  <a:cubicBezTo>
                    <a:pt x="31413" y="96707"/>
                    <a:pt x="37460" y="98124"/>
                    <a:pt x="44461" y="98124"/>
                  </a:cubicBezTo>
                  <a:cubicBezTo>
                    <a:pt x="51536" y="98124"/>
                    <a:pt x="57546" y="96327"/>
                    <a:pt x="62491" y="92734"/>
                  </a:cubicBezTo>
                  <a:cubicBezTo>
                    <a:pt x="67436" y="89160"/>
                    <a:pt x="71094" y="83955"/>
                    <a:pt x="73465" y="77121"/>
                  </a:cubicBezTo>
                  <a:close/>
                </a:path>
              </a:pathLst>
            </a:custGeom>
            <a:solidFill>
              <a:srgbClr val="FFFFFF"/>
            </a:solidFill>
            <a:ln w="28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F58CEB77-0BC0-ACE4-CD67-8E196418721B}"/>
                </a:ext>
              </a:extLst>
            </p:cNvPr>
            <p:cNvSpPr/>
            <p:nvPr/>
          </p:nvSpPr>
          <p:spPr>
            <a:xfrm flipV="1">
              <a:off x="4637447" y="4669077"/>
              <a:ext cx="90122" cy="102096"/>
            </a:xfrm>
            <a:custGeom>
              <a:avLst/>
              <a:gdLst>
                <a:gd name="csX0" fmla="*/ 88444 w 90122"/>
                <a:gd name="csY0" fmla="*/ 53747 h 102096"/>
                <a:gd name="csX1" fmla="*/ 88444 w 90122"/>
                <a:gd name="csY1" fmla="*/ 45941 h 102096"/>
                <a:gd name="csX2" fmla="*/ 14990 w 90122"/>
                <a:gd name="csY2" fmla="*/ 45941 h 102096"/>
                <a:gd name="csX3" fmla="*/ 24936 w 90122"/>
                <a:gd name="csY3" fmla="*/ 20799 h 102096"/>
                <a:gd name="csX4" fmla="*/ 49717 w 90122"/>
                <a:gd name="csY4" fmla="*/ 12159 h 102096"/>
                <a:gd name="csX5" fmla="*/ 67553 w 90122"/>
                <a:gd name="csY5" fmla="*/ 14409 h 102096"/>
                <a:gd name="csX6" fmla="*/ 84721 w 90122"/>
                <a:gd name="csY6" fmla="*/ 21188 h 102096"/>
                <a:gd name="csX7" fmla="*/ 84721 w 90122"/>
                <a:gd name="csY7" fmla="*/ 6075 h 102096"/>
                <a:gd name="csX8" fmla="*/ 67080 w 90122"/>
                <a:gd name="csY8" fmla="*/ 518 h 102096"/>
                <a:gd name="csX9" fmla="*/ 48772 w 90122"/>
                <a:gd name="csY9" fmla="*/ -1399 h 102096"/>
                <a:gd name="csX10" fmla="*/ 11907 w 90122"/>
                <a:gd name="csY10" fmla="*/ 12131 h 102096"/>
                <a:gd name="csX11" fmla="*/ -1678 w 90122"/>
                <a:gd name="csY11" fmla="*/ 48802 h 102096"/>
                <a:gd name="csX12" fmla="*/ 11212 w 90122"/>
                <a:gd name="csY12" fmla="*/ 86668 h 102096"/>
                <a:gd name="csX13" fmla="*/ 45994 w 90122"/>
                <a:gd name="csY13" fmla="*/ 100697 h 102096"/>
                <a:gd name="csX14" fmla="*/ 77026 w 90122"/>
                <a:gd name="csY14" fmla="*/ 88057 h 102096"/>
                <a:gd name="csX15" fmla="*/ 88444 w 90122"/>
                <a:gd name="csY15" fmla="*/ 53747 h 102096"/>
                <a:gd name="csX16" fmla="*/ 72470 w 90122"/>
                <a:gd name="csY16" fmla="*/ 58442 h 102096"/>
                <a:gd name="csX17" fmla="*/ 65136 w 90122"/>
                <a:gd name="csY17" fmla="*/ 79334 h 102096"/>
                <a:gd name="csX18" fmla="*/ 46161 w 90122"/>
                <a:gd name="csY18" fmla="*/ 87168 h 102096"/>
                <a:gd name="csX19" fmla="*/ 24769 w 90122"/>
                <a:gd name="csY19" fmla="*/ 79612 h 102096"/>
                <a:gd name="csX20" fmla="*/ 15518 w 90122"/>
                <a:gd name="csY20" fmla="*/ 58331 h 102096"/>
                <a:gd name="csX21" fmla="*/ 72470 w 90122"/>
                <a:gd name="csY21" fmla="*/ 58442 h 1020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90122" h="102096">
                  <a:moveTo>
                    <a:pt x="88444" y="53747"/>
                  </a:moveTo>
                  <a:lnTo>
                    <a:pt x="88444" y="45941"/>
                  </a:lnTo>
                  <a:lnTo>
                    <a:pt x="14990" y="45941"/>
                  </a:lnTo>
                  <a:cubicBezTo>
                    <a:pt x="15694" y="34939"/>
                    <a:pt x="19009" y="26559"/>
                    <a:pt x="24936" y="20799"/>
                  </a:cubicBezTo>
                  <a:cubicBezTo>
                    <a:pt x="30863" y="15039"/>
                    <a:pt x="39123" y="12159"/>
                    <a:pt x="49717" y="12159"/>
                  </a:cubicBezTo>
                  <a:cubicBezTo>
                    <a:pt x="55847" y="12159"/>
                    <a:pt x="61793" y="12909"/>
                    <a:pt x="67553" y="14409"/>
                  </a:cubicBezTo>
                  <a:cubicBezTo>
                    <a:pt x="73313" y="15909"/>
                    <a:pt x="79035" y="18169"/>
                    <a:pt x="84721" y="21188"/>
                  </a:cubicBezTo>
                  <a:lnTo>
                    <a:pt x="84721" y="6075"/>
                  </a:lnTo>
                  <a:cubicBezTo>
                    <a:pt x="78980" y="3648"/>
                    <a:pt x="73100" y="1796"/>
                    <a:pt x="67080" y="518"/>
                  </a:cubicBezTo>
                  <a:cubicBezTo>
                    <a:pt x="61061" y="-760"/>
                    <a:pt x="54958" y="-1399"/>
                    <a:pt x="48772" y="-1399"/>
                  </a:cubicBezTo>
                  <a:cubicBezTo>
                    <a:pt x="33252" y="-1399"/>
                    <a:pt x="20963" y="3111"/>
                    <a:pt x="11907" y="12131"/>
                  </a:cubicBezTo>
                  <a:cubicBezTo>
                    <a:pt x="2850" y="21169"/>
                    <a:pt x="-1678" y="33393"/>
                    <a:pt x="-1678" y="48802"/>
                  </a:cubicBezTo>
                  <a:cubicBezTo>
                    <a:pt x="-1678" y="64712"/>
                    <a:pt x="2619" y="77333"/>
                    <a:pt x="11212" y="86668"/>
                  </a:cubicBezTo>
                  <a:cubicBezTo>
                    <a:pt x="19806" y="96021"/>
                    <a:pt x="31400" y="100697"/>
                    <a:pt x="45994" y="100697"/>
                  </a:cubicBezTo>
                  <a:cubicBezTo>
                    <a:pt x="59070" y="100697"/>
                    <a:pt x="69414" y="96484"/>
                    <a:pt x="77026" y="88057"/>
                  </a:cubicBezTo>
                  <a:cubicBezTo>
                    <a:pt x="84638" y="79649"/>
                    <a:pt x="88444" y="68212"/>
                    <a:pt x="88444" y="53747"/>
                  </a:cubicBezTo>
                  <a:close/>
                  <a:moveTo>
                    <a:pt x="72470" y="58442"/>
                  </a:moveTo>
                  <a:cubicBezTo>
                    <a:pt x="72359" y="67166"/>
                    <a:pt x="69914" y="74129"/>
                    <a:pt x="65136" y="79334"/>
                  </a:cubicBezTo>
                  <a:cubicBezTo>
                    <a:pt x="60357" y="84557"/>
                    <a:pt x="54032" y="87168"/>
                    <a:pt x="46161" y="87168"/>
                  </a:cubicBezTo>
                  <a:cubicBezTo>
                    <a:pt x="37252" y="87168"/>
                    <a:pt x="30122" y="84649"/>
                    <a:pt x="24769" y="79612"/>
                  </a:cubicBezTo>
                  <a:cubicBezTo>
                    <a:pt x="19417" y="74574"/>
                    <a:pt x="16333" y="67480"/>
                    <a:pt x="15518" y="58331"/>
                  </a:cubicBezTo>
                  <a:lnTo>
                    <a:pt x="72470" y="58442"/>
                  </a:lnTo>
                  <a:close/>
                </a:path>
              </a:pathLst>
            </a:custGeom>
            <a:solidFill>
              <a:srgbClr val="FFFFFF"/>
            </a:solidFill>
            <a:ln w="28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ED43BB70-2073-BCB9-583C-BC4E45C14EEE}"/>
                </a:ext>
              </a:extLst>
            </p:cNvPr>
            <p:cNvSpPr/>
            <p:nvPr/>
          </p:nvSpPr>
          <p:spPr>
            <a:xfrm flipV="1">
              <a:off x="4737029" y="4768645"/>
              <a:ext cx="12700" cy="12700"/>
            </a:xfrm>
            <a:custGeom>
              <a:avLst/>
              <a:gdLst/>
              <a:ahLst/>
              <a:cxnLst/>
              <a:rect l="l" t="t" r="r" b="b"/>
              <a:pathLst>
                <a:path w="12700" h="12700"/>
              </a:pathLst>
            </a:custGeom>
            <a:solidFill>
              <a:srgbClr val="FFFFFF"/>
            </a:solidFill>
            <a:ln w="28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88E54E2C-D349-6CE0-E138-8B91FCE954A8}"/>
                </a:ext>
              </a:extLst>
            </p:cNvPr>
            <p:cNvSpPr/>
            <p:nvPr/>
          </p:nvSpPr>
          <p:spPr>
            <a:xfrm flipV="1">
              <a:off x="4808826" y="4633739"/>
              <a:ext cx="39838" cy="158353"/>
            </a:xfrm>
            <a:custGeom>
              <a:avLst/>
              <a:gdLst>
                <a:gd name="csX0" fmla="*/ 38880 w 39838"/>
                <a:gd name="csY0" fmla="*/ 156694 h 158353"/>
                <a:gd name="csX1" fmla="*/ 21600 w 39838"/>
                <a:gd name="csY1" fmla="*/ 117190 h 158353"/>
                <a:gd name="csX2" fmla="*/ 15960 w 39838"/>
                <a:gd name="csY2" fmla="*/ 77601 h 158353"/>
                <a:gd name="csX3" fmla="*/ 21655 w 39838"/>
                <a:gd name="csY3" fmla="*/ 37902 h 158353"/>
                <a:gd name="csX4" fmla="*/ 38880 w 39838"/>
                <a:gd name="csY4" fmla="*/ -1659 h 158353"/>
                <a:gd name="csX5" fmla="*/ 24989 w 39838"/>
                <a:gd name="csY5" fmla="*/ -1659 h 158353"/>
                <a:gd name="csX6" fmla="*/ 5514 w 39838"/>
                <a:gd name="csY6" fmla="*/ 38457 h 158353"/>
                <a:gd name="csX7" fmla="*/ -959 w 39838"/>
                <a:gd name="csY7" fmla="*/ 77601 h 158353"/>
                <a:gd name="csX8" fmla="*/ 5459 w 39838"/>
                <a:gd name="csY8" fmla="*/ 116578 h 158353"/>
                <a:gd name="csX9" fmla="*/ 24989 w 39838"/>
                <a:gd name="csY9" fmla="*/ 156694 h 158353"/>
                <a:gd name="csX10" fmla="*/ 38880 w 39838"/>
                <a:gd name="csY10" fmla="*/ 156694 h 1583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9838" h="158353">
                  <a:moveTo>
                    <a:pt x="38880" y="156694"/>
                  </a:moveTo>
                  <a:cubicBezTo>
                    <a:pt x="31138" y="143397"/>
                    <a:pt x="25378" y="130228"/>
                    <a:pt x="21600" y="117190"/>
                  </a:cubicBezTo>
                  <a:cubicBezTo>
                    <a:pt x="17840" y="104169"/>
                    <a:pt x="15960" y="90973"/>
                    <a:pt x="15960" y="77601"/>
                  </a:cubicBezTo>
                  <a:cubicBezTo>
                    <a:pt x="15960" y="64248"/>
                    <a:pt x="17858" y="51015"/>
                    <a:pt x="21655" y="37902"/>
                  </a:cubicBezTo>
                  <a:cubicBezTo>
                    <a:pt x="25452" y="24789"/>
                    <a:pt x="31193" y="11602"/>
                    <a:pt x="38880" y="-1659"/>
                  </a:cubicBezTo>
                  <a:lnTo>
                    <a:pt x="24989" y="-1659"/>
                  </a:lnTo>
                  <a:cubicBezTo>
                    <a:pt x="16321" y="11954"/>
                    <a:pt x="9830" y="25326"/>
                    <a:pt x="5514" y="38457"/>
                  </a:cubicBezTo>
                  <a:cubicBezTo>
                    <a:pt x="1199" y="51589"/>
                    <a:pt x="-959" y="64637"/>
                    <a:pt x="-959" y="77601"/>
                  </a:cubicBezTo>
                  <a:cubicBezTo>
                    <a:pt x="-959" y="90510"/>
                    <a:pt x="1180" y="103503"/>
                    <a:pt x="5459" y="116578"/>
                  </a:cubicBezTo>
                  <a:cubicBezTo>
                    <a:pt x="9756" y="129673"/>
                    <a:pt x="16266" y="143045"/>
                    <a:pt x="24989" y="156694"/>
                  </a:cubicBezTo>
                  <a:lnTo>
                    <a:pt x="38880" y="156694"/>
                  </a:lnTo>
                  <a:close/>
                </a:path>
              </a:pathLst>
            </a:custGeom>
            <a:solidFill>
              <a:srgbClr val="FFFFFF"/>
            </a:solidFill>
            <a:ln w="28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AC2A2670-D566-1AE9-7B30-3BE5493E3F43}"/>
                </a:ext>
              </a:extLst>
            </p:cNvPr>
            <p:cNvSpPr/>
            <p:nvPr/>
          </p:nvSpPr>
          <p:spPr>
            <a:xfrm flipV="1">
              <a:off x="4872552" y="4669077"/>
              <a:ext cx="74314" cy="102096"/>
            </a:xfrm>
            <a:custGeom>
              <a:avLst/>
              <a:gdLst>
                <a:gd name="csX0" fmla="*/ 67722 w 74314"/>
                <a:gd name="csY0" fmla="*/ 95502 h 102096"/>
                <a:gd name="csX1" fmla="*/ 67722 w 74314"/>
                <a:gd name="csY1" fmla="*/ 80389 h 102096"/>
                <a:gd name="csX2" fmla="*/ 53665 w 74314"/>
                <a:gd name="csY2" fmla="*/ 85584 h 102096"/>
                <a:gd name="csX3" fmla="*/ 38552 w 74314"/>
                <a:gd name="csY3" fmla="*/ 87335 h 102096"/>
                <a:gd name="csX4" fmla="*/ 20716 w 74314"/>
                <a:gd name="csY4" fmla="*/ 83695 h 102096"/>
                <a:gd name="csX5" fmla="*/ 14771 w 74314"/>
                <a:gd name="csY5" fmla="*/ 72750 h 102096"/>
                <a:gd name="csX6" fmla="*/ 19022 w 74314"/>
                <a:gd name="csY6" fmla="*/ 64026 h 102096"/>
                <a:gd name="csX7" fmla="*/ 36135 w 74314"/>
                <a:gd name="csY7" fmla="*/ 57998 h 102096"/>
                <a:gd name="csX8" fmla="*/ 41608 w 74314"/>
                <a:gd name="csY8" fmla="*/ 56775 h 102096"/>
                <a:gd name="csX9" fmla="*/ 65777 w 74314"/>
                <a:gd name="csY9" fmla="*/ 46496 h 102096"/>
                <a:gd name="csX10" fmla="*/ 72945 w 74314"/>
                <a:gd name="csY10" fmla="*/ 27966 h 102096"/>
                <a:gd name="csX11" fmla="*/ 62221 w 74314"/>
                <a:gd name="csY11" fmla="*/ 6491 h 102096"/>
                <a:gd name="csX12" fmla="*/ 32745 w 74314"/>
                <a:gd name="csY12" fmla="*/ -1399 h 102096"/>
                <a:gd name="csX13" fmla="*/ 16466 w 74314"/>
                <a:gd name="csY13" fmla="*/ 129 h 102096"/>
                <a:gd name="csX14" fmla="*/ -1370 w 74314"/>
                <a:gd name="csY14" fmla="*/ 4685 h 102096"/>
                <a:gd name="csX15" fmla="*/ -1370 w 74314"/>
                <a:gd name="csY15" fmla="*/ 21188 h 102096"/>
                <a:gd name="csX16" fmla="*/ 16077 w 74314"/>
                <a:gd name="csY16" fmla="*/ 14270 h 102096"/>
                <a:gd name="csX17" fmla="*/ 33107 w 74314"/>
                <a:gd name="csY17" fmla="*/ 11992 h 102096"/>
                <a:gd name="csX18" fmla="*/ 50442 w 74314"/>
                <a:gd name="csY18" fmla="*/ 15854 h 102096"/>
                <a:gd name="csX19" fmla="*/ 56526 w 74314"/>
                <a:gd name="csY19" fmla="*/ 26744 h 102096"/>
                <a:gd name="csX20" fmla="*/ 52137 w 74314"/>
                <a:gd name="csY20" fmla="*/ 36717 h 102096"/>
                <a:gd name="csX21" fmla="*/ 32912 w 74314"/>
                <a:gd name="csY21" fmla="*/ 43413 h 102096"/>
                <a:gd name="csX22" fmla="*/ 27356 w 74314"/>
                <a:gd name="csY22" fmla="*/ 44718 h 102096"/>
                <a:gd name="csX23" fmla="*/ 5909 w 74314"/>
                <a:gd name="csY23" fmla="*/ 54303 h 102096"/>
                <a:gd name="csX24" fmla="*/ -675 w 74314"/>
                <a:gd name="csY24" fmla="*/ 72055 h 102096"/>
                <a:gd name="csX25" fmla="*/ 9048 w 74314"/>
                <a:gd name="csY25" fmla="*/ 93224 h 102096"/>
                <a:gd name="csX26" fmla="*/ 36663 w 74314"/>
                <a:gd name="csY26" fmla="*/ 100697 h 102096"/>
                <a:gd name="csX27" fmla="*/ 53304 w 74314"/>
                <a:gd name="csY27" fmla="*/ 99392 h 102096"/>
                <a:gd name="csX28" fmla="*/ 67722 w 74314"/>
                <a:gd name="csY28" fmla="*/ 95502 h 1020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</a:cxnLst>
              <a:rect l="l" t="t" r="r" b="b"/>
              <a:pathLst>
                <a:path w="74314" h="102096">
                  <a:moveTo>
                    <a:pt x="67722" y="95502"/>
                  </a:moveTo>
                  <a:lnTo>
                    <a:pt x="67722" y="80389"/>
                  </a:lnTo>
                  <a:cubicBezTo>
                    <a:pt x="63221" y="82705"/>
                    <a:pt x="58536" y="84436"/>
                    <a:pt x="53665" y="85584"/>
                  </a:cubicBezTo>
                  <a:cubicBezTo>
                    <a:pt x="48812" y="86751"/>
                    <a:pt x="43775" y="87335"/>
                    <a:pt x="38552" y="87335"/>
                  </a:cubicBezTo>
                  <a:cubicBezTo>
                    <a:pt x="30625" y="87335"/>
                    <a:pt x="24680" y="86122"/>
                    <a:pt x="20716" y="83695"/>
                  </a:cubicBezTo>
                  <a:cubicBezTo>
                    <a:pt x="16753" y="81269"/>
                    <a:pt x="14771" y="77621"/>
                    <a:pt x="14771" y="72750"/>
                  </a:cubicBezTo>
                  <a:cubicBezTo>
                    <a:pt x="14771" y="69045"/>
                    <a:pt x="16188" y="66138"/>
                    <a:pt x="19022" y="64026"/>
                  </a:cubicBezTo>
                  <a:cubicBezTo>
                    <a:pt x="21855" y="61915"/>
                    <a:pt x="27560" y="59905"/>
                    <a:pt x="36135" y="57998"/>
                  </a:cubicBezTo>
                  <a:lnTo>
                    <a:pt x="41608" y="56775"/>
                  </a:lnTo>
                  <a:cubicBezTo>
                    <a:pt x="52942" y="54349"/>
                    <a:pt x="60999" y="50923"/>
                    <a:pt x="65777" y="46496"/>
                  </a:cubicBezTo>
                  <a:cubicBezTo>
                    <a:pt x="70556" y="42070"/>
                    <a:pt x="72945" y="35893"/>
                    <a:pt x="72945" y="27966"/>
                  </a:cubicBezTo>
                  <a:cubicBezTo>
                    <a:pt x="72945" y="18928"/>
                    <a:pt x="69370" y="11770"/>
                    <a:pt x="62221" y="6491"/>
                  </a:cubicBezTo>
                  <a:cubicBezTo>
                    <a:pt x="55072" y="1231"/>
                    <a:pt x="45247" y="-1399"/>
                    <a:pt x="32745" y="-1399"/>
                  </a:cubicBezTo>
                  <a:cubicBezTo>
                    <a:pt x="27541" y="-1399"/>
                    <a:pt x="22115" y="-889"/>
                    <a:pt x="16466" y="129"/>
                  </a:cubicBezTo>
                  <a:cubicBezTo>
                    <a:pt x="10817" y="1148"/>
                    <a:pt x="4872" y="2667"/>
                    <a:pt x="-1370" y="4685"/>
                  </a:cubicBezTo>
                  <a:lnTo>
                    <a:pt x="-1370" y="21188"/>
                  </a:lnTo>
                  <a:cubicBezTo>
                    <a:pt x="4538" y="18113"/>
                    <a:pt x="10354" y="15807"/>
                    <a:pt x="16077" y="14270"/>
                  </a:cubicBezTo>
                  <a:cubicBezTo>
                    <a:pt x="21800" y="12751"/>
                    <a:pt x="27476" y="11992"/>
                    <a:pt x="33107" y="11992"/>
                  </a:cubicBezTo>
                  <a:cubicBezTo>
                    <a:pt x="40626" y="11992"/>
                    <a:pt x="46405" y="13279"/>
                    <a:pt x="50442" y="15854"/>
                  </a:cubicBezTo>
                  <a:cubicBezTo>
                    <a:pt x="54498" y="18428"/>
                    <a:pt x="56526" y="22058"/>
                    <a:pt x="56526" y="26744"/>
                  </a:cubicBezTo>
                  <a:cubicBezTo>
                    <a:pt x="56526" y="31078"/>
                    <a:pt x="55063" y="34402"/>
                    <a:pt x="52137" y="36717"/>
                  </a:cubicBezTo>
                  <a:cubicBezTo>
                    <a:pt x="49229" y="39032"/>
                    <a:pt x="42821" y="41264"/>
                    <a:pt x="32912" y="43413"/>
                  </a:cubicBezTo>
                  <a:lnTo>
                    <a:pt x="27356" y="44718"/>
                  </a:lnTo>
                  <a:cubicBezTo>
                    <a:pt x="17466" y="46793"/>
                    <a:pt x="10317" y="49987"/>
                    <a:pt x="5909" y="54303"/>
                  </a:cubicBezTo>
                  <a:cubicBezTo>
                    <a:pt x="1519" y="58618"/>
                    <a:pt x="-675" y="64536"/>
                    <a:pt x="-675" y="72055"/>
                  </a:cubicBezTo>
                  <a:cubicBezTo>
                    <a:pt x="-675" y="81204"/>
                    <a:pt x="2566" y="88261"/>
                    <a:pt x="9048" y="93224"/>
                  </a:cubicBezTo>
                  <a:cubicBezTo>
                    <a:pt x="15530" y="98206"/>
                    <a:pt x="24735" y="100697"/>
                    <a:pt x="36663" y="100697"/>
                  </a:cubicBezTo>
                  <a:cubicBezTo>
                    <a:pt x="42552" y="100697"/>
                    <a:pt x="48099" y="100262"/>
                    <a:pt x="53304" y="99392"/>
                  </a:cubicBezTo>
                  <a:cubicBezTo>
                    <a:pt x="58526" y="98540"/>
                    <a:pt x="63333" y="97243"/>
                    <a:pt x="67722" y="95502"/>
                  </a:cubicBezTo>
                  <a:close/>
                </a:path>
              </a:pathLst>
            </a:custGeom>
            <a:solidFill>
              <a:srgbClr val="FFFFFF"/>
            </a:solidFill>
            <a:ln w="28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0E4FB5CA-B776-D6F7-95B4-233AB030CA69}"/>
                </a:ext>
              </a:extLst>
            </p:cNvPr>
            <p:cNvSpPr/>
            <p:nvPr/>
          </p:nvSpPr>
          <p:spPr>
            <a:xfrm flipV="1">
              <a:off x="4969797" y="4633739"/>
              <a:ext cx="39838" cy="158353"/>
            </a:xfrm>
            <a:custGeom>
              <a:avLst/>
              <a:gdLst>
                <a:gd name="csX0" fmla="*/ -909 w 39838"/>
                <a:gd name="csY0" fmla="*/ 156694 h 158353"/>
                <a:gd name="csX1" fmla="*/ 12982 w 39838"/>
                <a:gd name="csY1" fmla="*/ 156694 h 158353"/>
                <a:gd name="csX2" fmla="*/ 32456 w 39838"/>
                <a:gd name="csY2" fmla="*/ 116578 h 158353"/>
                <a:gd name="csX3" fmla="*/ 38929 w 39838"/>
                <a:gd name="csY3" fmla="*/ 77601 h 158353"/>
                <a:gd name="csX4" fmla="*/ 32456 w 39838"/>
                <a:gd name="csY4" fmla="*/ 38457 h 158353"/>
                <a:gd name="csX5" fmla="*/ 12982 w 39838"/>
                <a:gd name="csY5" fmla="*/ -1659 h 158353"/>
                <a:gd name="csX6" fmla="*/ -909 w 39838"/>
                <a:gd name="csY6" fmla="*/ -1659 h 158353"/>
                <a:gd name="csX7" fmla="*/ 16315 w 39838"/>
                <a:gd name="csY7" fmla="*/ 37902 h 158353"/>
                <a:gd name="csX8" fmla="*/ 22010 w 39838"/>
                <a:gd name="csY8" fmla="*/ 77601 h 158353"/>
                <a:gd name="csX9" fmla="*/ 16315 w 39838"/>
                <a:gd name="csY9" fmla="*/ 117190 h 158353"/>
                <a:gd name="csX10" fmla="*/ -909 w 39838"/>
                <a:gd name="csY10" fmla="*/ 156694 h 1583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9838" h="158353">
                  <a:moveTo>
                    <a:pt x="-909" y="156694"/>
                  </a:moveTo>
                  <a:lnTo>
                    <a:pt x="12982" y="156694"/>
                  </a:lnTo>
                  <a:cubicBezTo>
                    <a:pt x="21649" y="143045"/>
                    <a:pt x="28141" y="129673"/>
                    <a:pt x="32456" y="116578"/>
                  </a:cubicBezTo>
                  <a:cubicBezTo>
                    <a:pt x="36772" y="103503"/>
                    <a:pt x="38929" y="90510"/>
                    <a:pt x="38929" y="77601"/>
                  </a:cubicBezTo>
                  <a:cubicBezTo>
                    <a:pt x="38929" y="64637"/>
                    <a:pt x="36772" y="51589"/>
                    <a:pt x="32456" y="38457"/>
                  </a:cubicBezTo>
                  <a:cubicBezTo>
                    <a:pt x="28141" y="25326"/>
                    <a:pt x="21649" y="11954"/>
                    <a:pt x="12982" y="-1659"/>
                  </a:cubicBezTo>
                  <a:lnTo>
                    <a:pt x="-909" y="-1659"/>
                  </a:lnTo>
                  <a:cubicBezTo>
                    <a:pt x="6777" y="11602"/>
                    <a:pt x="12518" y="24789"/>
                    <a:pt x="16315" y="37902"/>
                  </a:cubicBezTo>
                  <a:cubicBezTo>
                    <a:pt x="20112" y="51015"/>
                    <a:pt x="22010" y="64248"/>
                    <a:pt x="22010" y="77601"/>
                  </a:cubicBezTo>
                  <a:cubicBezTo>
                    <a:pt x="22010" y="90973"/>
                    <a:pt x="20112" y="104169"/>
                    <a:pt x="16315" y="117190"/>
                  </a:cubicBezTo>
                  <a:cubicBezTo>
                    <a:pt x="12518" y="130228"/>
                    <a:pt x="6777" y="143397"/>
                    <a:pt x="-909" y="156694"/>
                  </a:cubicBezTo>
                  <a:close/>
                </a:path>
              </a:pathLst>
            </a:custGeom>
            <a:solidFill>
              <a:srgbClr val="FFFFFF"/>
            </a:solidFill>
            <a:ln w="28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45" name="Graphic 2">
            <a:extLst>
              <a:ext uri="{FF2B5EF4-FFF2-40B4-BE49-F238E27FC236}">
                <a16:creationId xmlns:a16="http://schemas.microsoft.com/office/drawing/2014/main" id="{49701438-543C-7CCE-3FDC-E95DE729B276}"/>
              </a:ext>
            </a:extLst>
          </p:cNvPr>
          <p:cNvGrpSpPr/>
          <p:nvPr/>
        </p:nvGrpSpPr>
        <p:grpSpPr>
          <a:xfrm>
            <a:off x="1355415" y="1090035"/>
            <a:ext cx="6142664" cy="3260141"/>
            <a:chOff x="1355415" y="1000827"/>
            <a:chExt cx="6142664" cy="3260141"/>
          </a:xfrm>
        </p:grpSpPr>
        <p:grpSp>
          <p:nvGrpSpPr>
            <p:cNvPr id="1046" name="Graphic 2">
              <a:extLst>
                <a:ext uri="{FF2B5EF4-FFF2-40B4-BE49-F238E27FC236}">
                  <a16:creationId xmlns:a16="http://schemas.microsoft.com/office/drawing/2014/main" id="{ED79EEF5-8660-2F93-512D-DBB17AB31776}"/>
                </a:ext>
              </a:extLst>
            </p:cNvPr>
            <p:cNvGrpSpPr/>
            <p:nvPr/>
          </p:nvGrpSpPr>
          <p:grpSpPr>
            <a:xfrm>
              <a:off x="1667470" y="4164905"/>
              <a:ext cx="5830609" cy="96063"/>
              <a:chOff x="1667470" y="4164905"/>
              <a:chExt cx="5830609" cy="96063"/>
            </a:xfrm>
          </p:grpSpPr>
          <p:sp>
            <p:nvSpPr>
              <p:cNvPr id="1047" name="Freeform: Shape 1046">
                <a:extLst>
                  <a:ext uri="{FF2B5EF4-FFF2-40B4-BE49-F238E27FC236}">
                    <a16:creationId xmlns:a16="http://schemas.microsoft.com/office/drawing/2014/main" id="{CF1653C2-39DF-CCA1-A6B3-8BDACDC5C534}"/>
                  </a:ext>
                </a:extLst>
              </p:cNvPr>
              <p:cNvSpPr/>
              <p:nvPr/>
            </p:nvSpPr>
            <p:spPr>
              <a:xfrm>
                <a:off x="1828800" y="4210912"/>
                <a:ext cx="5669280" cy="12700"/>
              </a:xfrm>
              <a:custGeom>
                <a:avLst/>
                <a:gdLst>
                  <a:gd name="csX0" fmla="*/ 0 w 5669280"/>
                  <a:gd name="csY0" fmla="*/ 0 h 12700"/>
                  <a:gd name="csX1" fmla="*/ 5669281 w 5669280"/>
                  <a:gd name="csY1" fmla="*/ 0 h 127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5669280" h="12700">
                    <a:moveTo>
                      <a:pt x="0" y="0"/>
                    </a:moveTo>
                    <a:lnTo>
                      <a:pt x="5669281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30000"/>
                  </a:srgbClr>
                </a:solidFill>
                <a:custDash>
                  <a:ds d="222000" sp="96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8" name="Freeform: Shape 1047">
                <a:extLst>
                  <a:ext uri="{FF2B5EF4-FFF2-40B4-BE49-F238E27FC236}">
                    <a16:creationId xmlns:a16="http://schemas.microsoft.com/office/drawing/2014/main" id="{7DFFE9BF-BBBB-BC5C-6F80-18615B87FC77}"/>
                  </a:ext>
                </a:extLst>
              </p:cNvPr>
              <p:cNvSpPr/>
              <p:nvPr/>
            </p:nvSpPr>
            <p:spPr>
              <a:xfrm>
                <a:off x="1784350" y="4210913"/>
                <a:ext cx="44450" cy="12700"/>
              </a:xfrm>
              <a:custGeom>
                <a:avLst/>
                <a:gdLst>
                  <a:gd name="csX0" fmla="*/ 44522 w 44450"/>
                  <a:gd name="csY0" fmla="*/ 308 h 12700"/>
                  <a:gd name="csX1" fmla="*/ 72 w 44450"/>
                  <a:gd name="csY1" fmla="*/ 308 h 127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4450" h="12700">
                    <a:moveTo>
                      <a:pt x="44522" y="308"/>
                    </a:moveTo>
                    <a:lnTo>
                      <a:pt x="72" y="308"/>
                    </a:lnTo>
                  </a:path>
                </a:pathLst>
              </a:custGeom>
              <a:solidFill>
                <a:srgbClr val="FFFFFF"/>
              </a:solidFill>
              <a:ln w="1016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9" name="Freeform: Shape 1048">
                <a:extLst>
                  <a:ext uri="{FF2B5EF4-FFF2-40B4-BE49-F238E27FC236}">
                    <a16:creationId xmlns:a16="http://schemas.microsoft.com/office/drawing/2014/main" id="{186E45A5-797C-484E-0827-AF9F3D0D38F1}"/>
                  </a:ext>
                </a:extLst>
              </p:cNvPr>
              <p:cNvSpPr/>
              <p:nvPr/>
            </p:nvSpPr>
            <p:spPr>
              <a:xfrm flipV="1">
                <a:off x="1667470" y="4164905"/>
                <a:ext cx="63996" cy="96063"/>
              </a:xfrm>
              <a:custGeom>
                <a:avLst/>
                <a:gdLst>
                  <a:gd name="csX0" fmla="*/ 30015 w 63996"/>
                  <a:gd name="csY0" fmla="*/ 84120 h 96063"/>
                  <a:gd name="csX1" fmla="*/ 15470 w 63996"/>
                  <a:gd name="csY1" fmla="*/ 74595 h 96063"/>
                  <a:gd name="csX2" fmla="*/ 10608 w 63996"/>
                  <a:gd name="csY2" fmla="*/ 45980 h 96063"/>
                  <a:gd name="csX3" fmla="*/ 15470 w 63996"/>
                  <a:gd name="csY3" fmla="*/ 17425 h 96063"/>
                  <a:gd name="csX4" fmla="*/ 30015 w 63996"/>
                  <a:gd name="csY4" fmla="*/ 7900 h 96063"/>
                  <a:gd name="csX5" fmla="*/ 44620 w 63996"/>
                  <a:gd name="csY5" fmla="*/ 17425 h 96063"/>
                  <a:gd name="csX6" fmla="*/ 49502 w 63996"/>
                  <a:gd name="csY6" fmla="*/ 45980 h 96063"/>
                  <a:gd name="csX7" fmla="*/ 44620 w 63996"/>
                  <a:gd name="csY7" fmla="*/ 74595 h 96063"/>
                  <a:gd name="csX8" fmla="*/ 30015 w 63996"/>
                  <a:gd name="csY8" fmla="*/ 84120 h 96063"/>
                  <a:gd name="csX9" fmla="*/ 30015 w 63996"/>
                  <a:gd name="csY9" fmla="*/ 94042 h 96063"/>
                  <a:gd name="csX10" fmla="*/ 53808 w 63996"/>
                  <a:gd name="csY10" fmla="*/ 81719 h 96063"/>
                  <a:gd name="csX11" fmla="*/ 62023 w 63996"/>
                  <a:gd name="csY11" fmla="*/ 45980 h 96063"/>
                  <a:gd name="csX12" fmla="*/ 53808 w 63996"/>
                  <a:gd name="csY12" fmla="*/ 10282 h 96063"/>
                  <a:gd name="csX13" fmla="*/ 30015 w 63996"/>
                  <a:gd name="csY13" fmla="*/ -2022 h 96063"/>
                  <a:gd name="csX14" fmla="*/ 6243 w 63996"/>
                  <a:gd name="csY14" fmla="*/ 10282 h 96063"/>
                  <a:gd name="csX15" fmla="*/ -1973 w 63996"/>
                  <a:gd name="csY15" fmla="*/ 45980 h 96063"/>
                  <a:gd name="csX16" fmla="*/ 6243 w 63996"/>
                  <a:gd name="csY16" fmla="*/ 81719 h 96063"/>
                  <a:gd name="csX17" fmla="*/ 30015 w 63996"/>
                  <a:gd name="csY17" fmla="*/ 94042 h 9606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</a:cxnLst>
                <a:rect l="l" t="t" r="r" b="b"/>
                <a:pathLst>
                  <a:path w="63996" h="96063">
                    <a:moveTo>
                      <a:pt x="30015" y="84120"/>
                    </a:moveTo>
                    <a:cubicBezTo>
                      <a:pt x="23573" y="84120"/>
                      <a:pt x="18724" y="80945"/>
                      <a:pt x="15470" y="74595"/>
                    </a:cubicBezTo>
                    <a:cubicBezTo>
                      <a:pt x="12229" y="68258"/>
                      <a:pt x="10608" y="58720"/>
                      <a:pt x="10608" y="45980"/>
                    </a:cubicBezTo>
                    <a:cubicBezTo>
                      <a:pt x="10608" y="33294"/>
                      <a:pt x="12229" y="23775"/>
                      <a:pt x="15470" y="17425"/>
                    </a:cubicBezTo>
                    <a:cubicBezTo>
                      <a:pt x="18724" y="11075"/>
                      <a:pt x="23573" y="7900"/>
                      <a:pt x="30015" y="7900"/>
                    </a:cubicBezTo>
                    <a:cubicBezTo>
                      <a:pt x="36511" y="7900"/>
                      <a:pt x="41379" y="11075"/>
                      <a:pt x="44620" y="17425"/>
                    </a:cubicBezTo>
                    <a:cubicBezTo>
                      <a:pt x="47875" y="23775"/>
                      <a:pt x="49502" y="33294"/>
                      <a:pt x="49502" y="45980"/>
                    </a:cubicBezTo>
                    <a:cubicBezTo>
                      <a:pt x="49502" y="58720"/>
                      <a:pt x="47875" y="68258"/>
                      <a:pt x="44620" y="74595"/>
                    </a:cubicBezTo>
                    <a:cubicBezTo>
                      <a:pt x="41379" y="80945"/>
                      <a:pt x="36511" y="84120"/>
                      <a:pt x="30015" y="84120"/>
                    </a:cubicBezTo>
                    <a:close/>
                    <a:moveTo>
                      <a:pt x="30015" y="94042"/>
                    </a:moveTo>
                    <a:cubicBezTo>
                      <a:pt x="40400" y="94042"/>
                      <a:pt x="48331" y="89934"/>
                      <a:pt x="53808" y="81719"/>
                    </a:cubicBezTo>
                    <a:cubicBezTo>
                      <a:pt x="59285" y="73517"/>
                      <a:pt x="62023" y="61604"/>
                      <a:pt x="62023" y="45980"/>
                    </a:cubicBezTo>
                    <a:cubicBezTo>
                      <a:pt x="62023" y="30397"/>
                      <a:pt x="59285" y="18497"/>
                      <a:pt x="53808" y="10282"/>
                    </a:cubicBezTo>
                    <a:cubicBezTo>
                      <a:pt x="48331" y="2080"/>
                      <a:pt x="40400" y="-2022"/>
                      <a:pt x="30015" y="-2022"/>
                    </a:cubicBezTo>
                    <a:cubicBezTo>
                      <a:pt x="19644" y="-2022"/>
                      <a:pt x="11720" y="2080"/>
                      <a:pt x="6243" y="10282"/>
                    </a:cubicBezTo>
                    <a:cubicBezTo>
                      <a:pt x="766" y="18497"/>
                      <a:pt x="-1973" y="30397"/>
                      <a:pt x="-1973" y="45980"/>
                    </a:cubicBezTo>
                    <a:cubicBezTo>
                      <a:pt x="-1973" y="61604"/>
                      <a:pt x="766" y="73517"/>
                      <a:pt x="6243" y="81719"/>
                    </a:cubicBezTo>
                    <a:cubicBezTo>
                      <a:pt x="11720" y="89934"/>
                      <a:pt x="19644" y="94042"/>
                      <a:pt x="30015" y="9404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50" name="Graphic 2">
              <a:extLst>
                <a:ext uri="{FF2B5EF4-FFF2-40B4-BE49-F238E27FC236}">
                  <a16:creationId xmlns:a16="http://schemas.microsoft.com/office/drawing/2014/main" id="{FC597242-9926-980F-336F-E4469CFF3594}"/>
                </a:ext>
              </a:extLst>
            </p:cNvPr>
            <p:cNvGrpSpPr/>
            <p:nvPr/>
          </p:nvGrpSpPr>
          <p:grpSpPr>
            <a:xfrm>
              <a:off x="1668402" y="3532089"/>
              <a:ext cx="5829677" cy="94257"/>
              <a:chOff x="1668402" y="3532089"/>
              <a:chExt cx="5829677" cy="94257"/>
            </a:xfrm>
          </p:grpSpPr>
          <p:sp>
            <p:nvSpPr>
              <p:cNvPr id="1051" name="Freeform: Shape 1050">
                <a:extLst>
                  <a:ext uri="{FF2B5EF4-FFF2-40B4-BE49-F238E27FC236}">
                    <a16:creationId xmlns:a16="http://schemas.microsoft.com/office/drawing/2014/main" id="{5C9C4BC2-DF63-5511-DFB0-B59D20FF5CE5}"/>
                  </a:ext>
                </a:extLst>
              </p:cNvPr>
              <p:cNvSpPr/>
              <p:nvPr/>
            </p:nvSpPr>
            <p:spPr>
              <a:xfrm>
                <a:off x="1828800" y="3578097"/>
                <a:ext cx="5669280" cy="12700"/>
              </a:xfrm>
              <a:custGeom>
                <a:avLst/>
                <a:gdLst>
                  <a:gd name="csX0" fmla="*/ 0 w 5669280"/>
                  <a:gd name="csY0" fmla="*/ 0 h 12700"/>
                  <a:gd name="csX1" fmla="*/ 5669281 w 5669280"/>
                  <a:gd name="csY1" fmla="*/ 0 h 127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5669280" h="12700">
                    <a:moveTo>
                      <a:pt x="0" y="0"/>
                    </a:moveTo>
                    <a:lnTo>
                      <a:pt x="5669281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30000"/>
                  </a:srgbClr>
                </a:solidFill>
                <a:custDash>
                  <a:ds d="222000" sp="96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2" name="Freeform: Shape 1051">
                <a:extLst>
                  <a:ext uri="{FF2B5EF4-FFF2-40B4-BE49-F238E27FC236}">
                    <a16:creationId xmlns:a16="http://schemas.microsoft.com/office/drawing/2014/main" id="{F8858398-FC10-E060-0D84-E73E0456CAEA}"/>
                  </a:ext>
                </a:extLst>
              </p:cNvPr>
              <p:cNvSpPr/>
              <p:nvPr/>
            </p:nvSpPr>
            <p:spPr>
              <a:xfrm>
                <a:off x="1784350" y="3578097"/>
                <a:ext cx="44450" cy="12700"/>
              </a:xfrm>
              <a:custGeom>
                <a:avLst/>
                <a:gdLst>
                  <a:gd name="csX0" fmla="*/ 44522 w 44450"/>
                  <a:gd name="csY0" fmla="*/ 258 h 12700"/>
                  <a:gd name="csX1" fmla="*/ 72 w 44450"/>
                  <a:gd name="csY1" fmla="*/ 258 h 127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4450" h="12700">
                    <a:moveTo>
                      <a:pt x="44522" y="258"/>
                    </a:moveTo>
                    <a:lnTo>
                      <a:pt x="72" y="258"/>
                    </a:lnTo>
                  </a:path>
                </a:pathLst>
              </a:custGeom>
              <a:solidFill>
                <a:srgbClr val="FFFFFF"/>
              </a:solidFill>
              <a:ln w="1016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3" name="Freeform: Shape 1052">
                <a:extLst>
                  <a:ext uri="{FF2B5EF4-FFF2-40B4-BE49-F238E27FC236}">
                    <a16:creationId xmlns:a16="http://schemas.microsoft.com/office/drawing/2014/main" id="{70FCA444-6204-11F7-6D2E-C1933607ED58}"/>
                  </a:ext>
                </a:extLst>
              </p:cNvPr>
              <p:cNvSpPr/>
              <p:nvPr/>
            </p:nvSpPr>
            <p:spPr>
              <a:xfrm flipV="1">
                <a:off x="1668402" y="3532089"/>
                <a:ext cx="58777" cy="94257"/>
              </a:xfrm>
              <a:custGeom>
                <a:avLst/>
                <a:gdLst>
                  <a:gd name="csX0" fmla="*/ 13173 w 58777"/>
                  <a:gd name="csY0" fmla="*/ 8420 h 94257"/>
                  <a:gd name="csX1" fmla="*/ 56889 w 58777"/>
                  <a:gd name="csY1" fmla="*/ 8420 h 94257"/>
                  <a:gd name="csX2" fmla="*/ 56889 w 58777"/>
                  <a:gd name="csY2" fmla="*/ -2117 h 94257"/>
                  <a:gd name="csX3" fmla="*/ -1888 w 58777"/>
                  <a:gd name="csY3" fmla="*/ -2117 h 94257"/>
                  <a:gd name="csX4" fmla="*/ -1888 w 58777"/>
                  <a:gd name="csY4" fmla="*/ 8420 h 94257"/>
                  <a:gd name="csX5" fmla="*/ 17539 w 58777"/>
                  <a:gd name="csY5" fmla="*/ 28224 h 94257"/>
                  <a:gd name="csX6" fmla="*/ 33017 w 58777"/>
                  <a:gd name="csY6" fmla="*/ 44278 h 94257"/>
                  <a:gd name="csX7" fmla="*/ 41411 w 58777"/>
                  <a:gd name="csY7" fmla="*/ 55708 h 94257"/>
                  <a:gd name="csX8" fmla="*/ 43812 w 58777"/>
                  <a:gd name="csY8" fmla="*/ 64915 h 94257"/>
                  <a:gd name="csX9" fmla="*/ 38633 w 58777"/>
                  <a:gd name="csY9" fmla="*/ 76941 h 94257"/>
                  <a:gd name="csX10" fmla="*/ 25139 w 58777"/>
                  <a:gd name="csY10" fmla="*/ 81604 h 94257"/>
                  <a:gd name="csX11" fmla="*/ 12697 w 58777"/>
                  <a:gd name="csY11" fmla="*/ 79560 h 94257"/>
                  <a:gd name="csX12" fmla="*/ -1273 w 58777"/>
                  <a:gd name="csY12" fmla="*/ 73349 h 94257"/>
                  <a:gd name="csX13" fmla="*/ -1273 w 58777"/>
                  <a:gd name="csY13" fmla="*/ 86009 h 94257"/>
                  <a:gd name="csX14" fmla="*/ 12856 w 58777"/>
                  <a:gd name="csY14" fmla="*/ 90593 h 94257"/>
                  <a:gd name="csX15" fmla="*/ 24901 w 58777"/>
                  <a:gd name="csY15" fmla="*/ 92141 h 94257"/>
                  <a:gd name="csX16" fmla="*/ 47840 w 58777"/>
                  <a:gd name="csY16" fmla="*/ 84938 h 94257"/>
                  <a:gd name="csX17" fmla="*/ 56393 w 58777"/>
                  <a:gd name="csY17" fmla="*/ 65729 h 94257"/>
                  <a:gd name="csX18" fmla="*/ 54250 w 58777"/>
                  <a:gd name="csY18" fmla="*/ 54894 h 94257"/>
                  <a:gd name="csX19" fmla="*/ 46471 w 58777"/>
                  <a:gd name="csY19" fmla="*/ 42849 h 94257"/>
                  <a:gd name="csX20" fmla="*/ 36609 w 58777"/>
                  <a:gd name="csY20" fmla="*/ 32451 h 94257"/>
                  <a:gd name="csX21" fmla="*/ 13173 w 58777"/>
                  <a:gd name="csY21" fmla="*/ 8420 h 9425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</a:cxnLst>
                <a:rect l="l" t="t" r="r" b="b"/>
                <a:pathLst>
                  <a:path w="58777" h="94257">
                    <a:moveTo>
                      <a:pt x="13173" y="8420"/>
                    </a:moveTo>
                    <a:lnTo>
                      <a:pt x="56889" y="8420"/>
                    </a:lnTo>
                    <a:lnTo>
                      <a:pt x="56889" y="-2117"/>
                    </a:lnTo>
                    <a:lnTo>
                      <a:pt x="-1888" y="-2117"/>
                    </a:lnTo>
                    <a:lnTo>
                      <a:pt x="-1888" y="8420"/>
                    </a:lnTo>
                    <a:cubicBezTo>
                      <a:pt x="2861" y="13341"/>
                      <a:pt x="9337" y="19943"/>
                      <a:pt x="17539" y="28224"/>
                    </a:cubicBezTo>
                    <a:cubicBezTo>
                      <a:pt x="25754" y="36519"/>
                      <a:pt x="30913" y="41870"/>
                      <a:pt x="33017" y="44278"/>
                    </a:cubicBezTo>
                    <a:cubicBezTo>
                      <a:pt x="37025" y="48776"/>
                      <a:pt x="39823" y="52586"/>
                      <a:pt x="41411" y="55708"/>
                    </a:cubicBezTo>
                    <a:cubicBezTo>
                      <a:pt x="43011" y="58830"/>
                      <a:pt x="43812" y="61899"/>
                      <a:pt x="43812" y="64915"/>
                    </a:cubicBezTo>
                    <a:cubicBezTo>
                      <a:pt x="43812" y="69837"/>
                      <a:pt x="42085" y="73845"/>
                      <a:pt x="38633" y="76941"/>
                    </a:cubicBezTo>
                    <a:cubicBezTo>
                      <a:pt x="35180" y="80049"/>
                      <a:pt x="30682" y="81604"/>
                      <a:pt x="25139" y="81604"/>
                    </a:cubicBezTo>
                    <a:cubicBezTo>
                      <a:pt x="21210" y="81604"/>
                      <a:pt x="17062" y="80923"/>
                      <a:pt x="12697" y="79560"/>
                    </a:cubicBezTo>
                    <a:cubicBezTo>
                      <a:pt x="8344" y="78197"/>
                      <a:pt x="3688" y="76127"/>
                      <a:pt x="-1273" y="73349"/>
                    </a:cubicBezTo>
                    <a:lnTo>
                      <a:pt x="-1273" y="86009"/>
                    </a:lnTo>
                    <a:cubicBezTo>
                      <a:pt x="3767" y="88033"/>
                      <a:pt x="8477" y="89561"/>
                      <a:pt x="12856" y="90593"/>
                    </a:cubicBezTo>
                    <a:cubicBezTo>
                      <a:pt x="17248" y="91625"/>
                      <a:pt x="21263" y="92141"/>
                      <a:pt x="24901" y="92141"/>
                    </a:cubicBezTo>
                    <a:cubicBezTo>
                      <a:pt x="34492" y="92141"/>
                      <a:pt x="42138" y="89740"/>
                      <a:pt x="47840" y="84938"/>
                    </a:cubicBezTo>
                    <a:cubicBezTo>
                      <a:pt x="53542" y="80149"/>
                      <a:pt x="56393" y="73746"/>
                      <a:pt x="56393" y="65729"/>
                    </a:cubicBezTo>
                    <a:cubicBezTo>
                      <a:pt x="56393" y="61919"/>
                      <a:pt x="55678" y="58307"/>
                      <a:pt x="54250" y="54894"/>
                    </a:cubicBezTo>
                    <a:cubicBezTo>
                      <a:pt x="52834" y="51494"/>
                      <a:pt x="50241" y="47479"/>
                      <a:pt x="46471" y="42849"/>
                    </a:cubicBezTo>
                    <a:cubicBezTo>
                      <a:pt x="45439" y="41645"/>
                      <a:pt x="42152" y="38179"/>
                      <a:pt x="36609" y="32451"/>
                    </a:cubicBezTo>
                    <a:cubicBezTo>
                      <a:pt x="31079" y="26723"/>
                      <a:pt x="23267" y="18712"/>
                      <a:pt x="13173" y="842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54" name="Graphic 2">
              <a:extLst>
                <a:ext uri="{FF2B5EF4-FFF2-40B4-BE49-F238E27FC236}">
                  <a16:creationId xmlns:a16="http://schemas.microsoft.com/office/drawing/2014/main" id="{E047F8A7-C5C2-8AED-68F2-FC0A58E84D11}"/>
                </a:ext>
              </a:extLst>
            </p:cNvPr>
            <p:cNvGrpSpPr/>
            <p:nvPr/>
          </p:nvGrpSpPr>
          <p:grpSpPr>
            <a:xfrm>
              <a:off x="1665307" y="2900941"/>
              <a:ext cx="5832772" cy="92590"/>
              <a:chOff x="1665307" y="2900941"/>
              <a:chExt cx="5832772" cy="92590"/>
            </a:xfrm>
          </p:grpSpPr>
          <p:sp>
            <p:nvSpPr>
              <p:cNvPr id="1055" name="Freeform: Shape 1054">
                <a:extLst>
                  <a:ext uri="{FF2B5EF4-FFF2-40B4-BE49-F238E27FC236}">
                    <a16:creationId xmlns:a16="http://schemas.microsoft.com/office/drawing/2014/main" id="{72A400B3-2248-82F1-85EA-BF563CB37655}"/>
                  </a:ext>
                </a:extLst>
              </p:cNvPr>
              <p:cNvSpPr/>
              <p:nvPr/>
            </p:nvSpPr>
            <p:spPr>
              <a:xfrm>
                <a:off x="1828800" y="2945281"/>
                <a:ext cx="5669280" cy="12700"/>
              </a:xfrm>
              <a:custGeom>
                <a:avLst/>
                <a:gdLst>
                  <a:gd name="csX0" fmla="*/ 0 w 5669280"/>
                  <a:gd name="csY0" fmla="*/ 0 h 12700"/>
                  <a:gd name="csX1" fmla="*/ 5669281 w 5669280"/>
                  <a:gd name="csY1" fmla="*/ 0 h 127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5669280" h="12700">
                    <a:moveTo>
                      <a:pt x="0" y="0"/>
                    </a:moveTo>
                    <a:lnTo>
                      <a:pt x="5669281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30000"/>
                  </a:srgbClr>
                </a:solidFill>
                <a:custDash>
                  <a:ds d="222000" sp="96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6" name="Freeform: Shape 1055">
                <a:extLst>
                  <a:ext uri="{FF2B5EF4-FFF2-40B4-BE49-F238E27FC236}">
                    <a16:creationId xmlns:a16="http://schemas.microsoft.com/office/drawing/2014/main" id="{83E85EDE-936A-D3A2-D7C9-38942185041E}"/>
                  </a:ext>
                </a:extLst>
              </p:cNvPr>
              <p:cNvSpPr/>
              <p:nvPr/>
            </p:nvSpPr>
            <p:spPr>
              <a:xfrm>
                <a:off x="1784350" y="2945282"/>
                <a:ext cx="44450" cy="12700"/>
              </a:xfrm>
              <a:custGeom>
                <a:avLst/>
                <a:gdLst>
                  <a:gd name="csX0" fmla="*/ 44522 w 44450"/>
                  <a:gd name="csY0" fmla="*/ 208 h 12700"/>
                  <a:gd name="csX1" fmla="*/ 72 w 44450"/>
                  <a:gd name="csY1" fmla="*/ 208 h 127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4450" h="12700">
                    <a:moveTo>
                      <a:pt x="44522" y="208"/>
                    </a:moveTo>
                    <a:lnTo>
                      <a:pt x="72" y="208"/>
                    </a:lnTo>
                  </a:path>
                </a:pathLst>
              </a:custGeom>
              <a:solidFill>
                <a:srgbClr val="FFFFFF"/>
              </a:solidFill>
              <a:ln w="1016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7" name="Freeform: Shape 1056">
                <a:extLst>
                  <a:ext uri="{FF2B5EF4-FFF2-40B4-BE49-F238E27FC236}">
                    <a16:creationId xmlns:a16="http://schemas.microsoft.com/office/drawing/2014/main" id="{1A5827BC-4833-AE84-F86F-510A46990580}"/>
                  </a:ext>
                </a:extLst>
              </p:cNvPr>
              <p:cNvSpPr/>
              <p:nvPr/>
            </p:nvSpPr>
            <p:spPr>
              <a:xfrm flipV="1">
                <a:off x="1665307" y="2900941"/>
                <a:ext cx="67468" cy="92590"/>
              </a:xfrm>
              <a:custGeom>
                <a:avLst/>
                <a:gdLst>
                  <a:gd name="csX0" fmla="*/ 39840 w 67468"/>
                  <a:gd name="csY0" fmla="*/ 79552 h 92590"/>
                  <a:gd name="csX1" fmla="*/ 8209 w 67468"/>
                  <a:gd name="csY1" fmla="*/ 30121 h 92590"/>
                  <a:gd name="csX2" fmla="*/ 39840 w 67468"/>
                  <a:gd name="csY2" fmla="*/ 30121 h 92590"/>
                  <a:gd name="csX3" fmla="*/ 39840 w 67468"/>
                  <a:gd name="csY3" fmla="*/ 79552 h 92590"/>
                  <a:gd name="csX4" fmla="*/ 36546 w 67468"/>
                  <a:gd name="csY4" fmla="*/ 90466 h 92590"/>
                  <a:gd name="csX5" fmla="*/ 52302 w 67468"/>
                  <a:gd name="csY5" fmla="*/ 90466 h 92590"/>
                  <a:gd name="csX6" fmla="*/ 52302 w 67468"/>
                  <a:gd name="csY6" fmla="*/ 30121 h 92590"/>
                  <a:gd name="csX7" fmla="*/ 65518 w 67468"/>
                  <a:gd name="csY7" fmla="*/ 30121 h 92590"/>
                  <a:gd name="csX8" fmla="*/ 65518 w 67468"/>
                  <a:gd name="csY8" fmla="*/ 19703 h 92590"/>
                  <a:gd name="csX9" fmla="*/ 52302 w 67468"/>
                  <a:gd name="csY9" fmla="*/ 19703 h 92590"/>
                  <a:gd name="csX10" fmla="*/ 52302 w 67468"/>
                  <a:gd name="csY10" fmla="*/ -2125 h 92590"/>
                  <a:gd name="csX11" fmla="*/ 39840 w 67468"/>
                  <a:gd name="csY11" fmla="*/ -2125 h 92590"/>
                  <a:gd name="csX12" fmla="*/ 39840 w 67468"/>
                  <a:gd name="csY12" fmla="*/ 19703 h 92590"/>
                  <a:gd name="csX13" fmla="*/ -1951 w 67468"/>
                  <a:gd name="csY13" fmla="*/ 19703 h 92590"/>
                  <a:gd name="csX14" fmla="*/ -1951 w 67468"/>
                  <a:gd name="csY14" fmla="*/ 31788 h 92590"/>
                  <a:gd name="csX15" fmla="*/ 36546 w 67468"/>
                  <a:gd name="csY15" fmla="*/ 90466 h 925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67468" h="92590">
                    <a:moveTo>
                      <a:pt x="39840" y="79552"/>
                    </a:moveTo>
                    <a:lnTo>
                      <a:pt x="8209" y="30121"/>
                    </a:lnTo>
                    <a:lnTo>
                      <a:pt x="39840" y="30121"/>
                    </a:lnTo>
                    <a:lnTo>
                      <a:pt x="39840" y="79552"/>
                    </a:lnTo>
                    <a:close/>
                    <a:moveTo>
                      <a:pt x="36546" y="90466"/>
                    </a:moveTo>
                    <a:lnTo>
                      <a:pt x="52302" y="90466"/>
                    </a:lnTo>
                    <a:lnTo>
                      <a:pt x="52302" y="30121"/>
                    </a:lnTo>
                    <a:lnTo>
                      <a:pt x="65518" y="30121"/>
                    </a:lnTo>
                    <a:lnTo>
                      <a:pt x="65518" y="19703"/>
                    </a:lnTo>
                    <a:lnTo>
                      <a:pt x="52302" y="19703"/>
                    </a:lnTo>
                    <a:lnTo>
                      <a:pt x="52302" y="-2125"/>
                    </a:lnTo>
                    <a:lnTo>
                      <a:pt x="39840" y="-2125"/>
                    </a:lnTo>
                    <a:lnTo>
                      <a:pt x="39840" y="19703"/>
                    </a:lnTo>
                    <a:lnTo>
                      <a:pt x="-1951" y="19703"/>
                    </a:lnTo>
                    <a:lnTo>
                      <a:pt x="-1951" y="31788"/>
                    </a:lnTo>
                    <a:lnTo>
                      <a:pt x="36546" y="90466"/>
                    </a:ln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58" name="Graphic 2">
              <a:extLst>
                <a:ext uri="{FF2B5EF4-FFF2-40B4-BE49-F238E27FC236}">
                  <a16:creationId xmlns:a16="http://schemas.microsoft.com/office/drawing/2014/main" id="{81B1DE70-EDA9-9527-E876-C247D764F5DC}"/>
                </a:ext>
              </a:extLst>
            </p:cNvPr>
            <p:cNvGrpSpPr/>
            <p:nvPr/>
          </p:nvGrpSpPr>
          <p:grpSpPr>
            <a:xfrm>
              <a:off x="1667966" y="2266458"/>
              <a:ext cx="5830113" cy="96063"/>
              <a:chOff x="1667966" y="2266458"/>
              <a:chExt cx="5830113" cy="96063"/>
            </a:xfrm>
          </p:grpSpPr>
          <p:sp>
            <p:nvSpPr>
              <p:cNvPr id="1059" name="Freeform: Shape 1058">
                <a:extLst>
                  <a:ext uri="{FF2B5EF4-FFF2-40B4-BE49-F238E27FC236}">
                    <a16:creationId xmlns:a16="http://schemas.microsoft.com/office/drawing/2014/main" id="{D7F50FFA-8689-237D-88FC-4F470515DA4E}"/>
                  </a:ext>
                </a:extLst>
              </p:cNvPr>
              <p:cNvSpPr/>
              <p:nvPr/>
            </p:nvSpPr>
            <p:spPr>
              <a:xfrm>
                <a:off x="1828800" y="2312466"/>
                <a:ext cx="5669280" cy="12700"/>
              </a:xfrm>
              <a:custGeom>
                <a:avLst/>
                <a:gdLst>
                  <a:gd name="csX0" fmla="*/ 0 w 5669280"/>
                  <a:gd name="csY0" fmla="*/ 0 h 12700"/>
                  <a:gd name="csX1" fmla="*/ 5669281 w 5669280"/>
                  <a:gd name="csY1" fmla="*/ 0 h 127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5669280" h="12700">
                    <a:moveTo>
                      <a:pt x="0" y="0"/>
                    </a:moveTo>
                    <a:lnTo>
                      <a:pt x="5669281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30000"/>
                  </a:srgbClr>
                </a:solidFill>
                <a:custDash>
                  <a:ds d="222000" sp="96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0" name="Freeform: Shape 1059">
                <a:extLst>
                  <a:ext uri="{FF2B5EF4-FFF2-40B4-BE49-F238E27FC236}">
                    <a16:creationId xmlns:a16="http://schemas.microsoft.com/office/drawing/2014/main" id="{57763C23-20D2-61C2-4CAE-33118DFE4736}"/>
                  </a:ext>
                </a:extLst>
              </p:cNvPr>
              <p:cNvSpPr/>
              <p:nvPr/>
            </p:nvSpPr>
            <p:spPr>
              <a:xfrm>
                <a:off x="1784350" y="2312466"/>
                <a:ext cx="44450" cy="12700"/>
              </a:xfrm>
              <a:custGeom>
                <a:avLst/>
                <a:gdLst>
                  <a:gd name="csX0" fmla="*/ 44522 w 44450"/>
                  <a:gd name="csY0" fmla="*/ 158 h 12700"/>
                  <a:gd name="csX1" fmla="*/ 72 w 44450"/>
                  <a:gd name="csY1" fmla="*/ 158 h 127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4450" h="12700">
                    <a:moveTo>
                      <a:pt x="44522" y="158"/>
                    </a:moveTo>
                    <a:lnTo>
                      <a:pt x="72" y="158"/>
                    </a:lnTo>
                  </a:path>
                </a:pathLst>
              </a:custGeom>
              <a:solidFill>
                <a:srgbClr val="FFFFFF"/>
              </a:solidFill>
              <a:ln w="1016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1" name="Freeform: Shape 1060">
                <a:extLst>
                  <a:ext uri="{FF2B5EF4-FFF2-40B4-BE49-F238E27FC236}">
                    <a16:creationId xmlns:a16="http://schemas.microsoft.com/office/drawing/2014/main" id="{E2E3EB07-BF3B-6CA4-C5AD-C9F7D0A4EA59}"/>
                  </a:ext>
                </a:extLst>
              </p:cNvPr>
              <p:cNvSpPr/>
              <p:nvPr/>
            </p:nvSpPr>
            <p:spPr>
              <a:xfrm flipV="1">
                <a:off x="1667966" y="2266458"/>
                <a:ext cx="63936" cy="96063"/>
              </a:xfrm>
              <a:custGeom>
                <a:avLst/>
                <a:gdLst>
                  <a:gd name="csX0" fmla="*/ 31064 w 63936"/>
                  <a:gd name="csY0" fmla="*/ 50911 h 96063"/>
                  <a:gd name="csX1" fmla="*/ 17689 w 63936"/>
                  <a:gd name="csY1" fmla="*/ 45136 h 96063"/>
                  <a:gd name="csX2" fmla="*/ 12768 w 63936"/>
                  <a:gd name="csY2" fmla="*/ 29341 h 96063"/>
                  <a:gd name="csX3" fmla="*/ 17689 w 63936"/>
                  <a:gd name="csY3" fmla="*/ 13545 h 96063"/>
                  <a:gd name="csX4" fmla="*/ 31064 w 63936"/>
                  <a:gd name="csY4" fmla="*/ 7751 h 96063"/>
                  <a:gd name="csX5" fmla="*/ 44418 w 63936"/>
                  <a:gd name="csY5" fmla="*/ 13545 h 96063"/>
                  <a:gd name="csX6" fmla="*/ 49340 w 63936"/>
                  <a:gd name="csY6" fmla="*/ 29341 h 96063"/>
                  <a:gd name="csX7" fmla="*/ 44418 w 63936"/>
                  <a:gd name="csY7" fmla="*/ 45136 h 96063"/>
                  <a:gd name="csX8" fmla="*/ 31064 w 63936"/>
                  <a:gd name="csY8" fmla="*/ 50911 h 96063"/>
                  <a:gd name="csX9" fmla="*/ 55928 w 63936"/>
                  <a:gd name="csY9" fmla="*/ 90182 h 96063"/>
                  <a:gd name="csX10" fmla="*/ 55928 w 63936"/>
                  <a:gd name="csY10" fmla="*/ 78772 h 96063"/>
                  <a:gd name="csX11" fmla="*/ 46403 w 63936"/>
                  <a:gd name="csY11" fmla="*/ 82165 h 96063"/>
                  <a:gd name="csX12" fmla="*/ 36878 w 63936"/>
                  <a:gd name="csY12" fmla="*/ 83356 h 96063"/>
                  <a:gd name="csX13" fmla="*/ 17927 w 63936"/>
                  <a:gd name="csY13" fmla="*/ 74981 h 96063"/>
                  <a:gd name="csX14" fmla="*/ 10466 w 63936"/>
                  <a:gd name="csY14" fmla="*/ 49681 h 96063"/>
                  <a:gd name="csX15" fmla="*/ 19634 w 63936"/>
                  <a:gd name="csY15" fmla="*/ 57956 h 96063"/>
                  <a:gd name="csX16" fmla="*/ 31798 w 63936"/>
                  <a:gd name="csY16" fmla="*/ 60833 h 96063"/>
                  <a:gd name="csX17" fmla="*/ 53844 w 63936"/>
                  <a:gd name="csY17" fmla="*/ 52360 h 96063"/>
                  <a:gd name="csX18" fmla="*/ 61940 w 63936"/>
                  <a:gd name="csY18" fmla="*/ 29341 h 96063"/>
                  <a:gd name="csX19" fmla="*/ 53507 w 63936"/>
                  <a:gd name="csY19" fmla="*/ 6441 h 96063"/>
                  <a:gd name="csX20" fmla="*/ 31064 w 63936"/>
                  <a:gd name="csY20" fmla="*/ -2171 h 96063"/>
                  <a:gd name="csX21" fmla="*/ 6497 w 63936"/>
                  <a:gd name="csY21" fmla="*/ 10132 h 96063"/>
                  <a:gd name="csX22" fmla="*/ -1996 w 63936"/>
                  <a:gd name="csY22" fmla="*/ 45831 h 96063"/>
                  <a:gd name="csX23" fmla="*/ 8422 w 63936"/>
                  <a:gd name="csY23" fmla="*/ 80835 h 96063"/>
                  <a:gd name="csX24" fmla="*/ 36382 w 63936"/>
                  <a:gd name="csY24" fmla="*/ 93893 h 96063"/>
                  <a:gd name="csX25" fmla="*/ 45907 w 63936"/>
                  <a:gd name="csY25" fmla="*/ 92960 h 96063"/>
                  <a:gd name="csX26" fmla="*/ 55928 w 63936"/>
                  <a:gd name="csY26" fmla="*/ 90182 h 9606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</a:cxnLst>
                <a:rect l="l" t="t" r="r" b="b"/>
                <a:pathLst>
                  <a:path w="63936" h="96063">
                    <a:moveTo>
                      <a:pt x="31064" y="50911"/>
                    </a:moveTo>
                    <a:cubicBezTo>
                      <a:pt x="25441" y="50911"/>
                      <a:pt x="20983" y="48986"/>
                      <a:pt x="17689" y="45136"/>
                    </a:cubicBezTo>
                    <a:cubicBezTo>
                      <a:pt x="14408" y="41300"/>
                      <a:pt x="12768" y="36035"/>
                      <a:pt x="12768" y="29341"/>
                    </a:cubicBezTo>
                    <a:cubicBezTo>
                      <a:pt x="12768" y="22687"/>
                      <a:pt x="14408" y="17421"/>
                      <a:pt x="17689" y="13545"/>
                    </a:cubicBezTo>
                    <a:cubicBezTo>
                      <a:pt x="20983" y="9682"/>
                      <a:pt x="25441" y="7751"/>
                      <a:pt x="31064" y="7751"/>
                    </a:cubicBezTo>
                    <a:cubicBezTo>
                      <a:pt x="36686" y="7751"/>
                      <a:pt x="41138" y="9682"/>
                      <a:pt x="44418" y="13545"/>
                    </a:cubicBezTo>
                    <a:cubicBezTo>
                      <a:pt x="47699" y="17421"/>
                      <a:pt x="49340" y="22687"/>
                      <a:pt x="49340" y="29341"/>
                    </a:cubicBezTo>
                    <a:cubicBezTo>
                      <a:pt x="49340" y="36035"/>
                      <a:pt x="47699" y="41300"/>
                      <a:pt x="44418" y="45136"/>
                    </a:cubicBezTo>
                    <a:cubicBezTo>
                      <a:pt x="41138" y="48986"/>
                      <a:pt x="36686" y="50911"/>
                      <a:pt x="31064" y="50911"/>
                    </a:cubicBezTo>
                    <a:close/>
                    <a:moveTo>
                      <a:pt x="55928" y="90182"/>
                    </a:moveTo>
                    <a:lnTo>
                      <a:pt x="55928" y="78772"/>
                    </a:lnTo>
                    <a:cubicBezTo>
                      <a:pt x="52779" y="80253"/>
                      <a:pt x="49604" y="81384"/>
                      <a:pt x="46403" y="82165"/>
                    </a:cubicBezTo>
                    <a:cubicBezTo>
                      <a:pt x="43201" y="82959"/>
                      <a:pt x="40026" y="83356"/>
                      <a:pt x="36878" y="83356"/>
                    </a:cubicBezTo>
                    <a:cubicBezTo>
                      <a:pt x="28610" y="83356"/>
                      <a:pt x="22293" y="80564"/>
                      <a:pt x="17927" y="74981"/>
                    </a:cubicBezTo>
                    <a:cubicBezTo>
                      <a:pt x="13575" y="69399"/>
                      <a:pt x="11088" y="60965"/>
                      <a:pt x="10466" y="49681"/>
                    </a:cubicBezTo>
                    <a:cubicBezTo>
                      <a:pt x="12900" y="53279"/>
                      <a:pt x="15956" y="56037"/>
                      <a:pt x="19634" y="57956"/>
                    </a:cubicBezTo>
                    <a:cubicBezTo>
                      <a:pt x="23324" y="59874"/>
                      <a:pt x="27379" y="60833"/>
                      <a:pt x="31798" y="60833"/>
                    </a:cubicBezTo>
                    <a:cubicBezTo>
                      <a:pt x="41098" y="60833"/>
                      <a:pt x="48447" y="58008"/>
                      <a:pt x="53844" y="52360"/>
                    </a:cubicBezTo>
                    <a:cubicBezTo>
                      <a:pt x="59242" y="46724"/>
                      <a:pt x="61940" y="39051"/>
                      <a:pt x="61940" y="29341"/>
                    </a:cubicBezTo>
                    <a:cubicBezTo>
                      <a:pt x="61940" y="19829"/>
                      <a:pt x="59129" y="12196"/>
                      <a:pt x="53507" y="6441"/>
                    </a:cubicBezTo>
                    <a:cubicBezTo>
                      <a:pt x="47884" y="700"/>
                      <a:pt x="40403" y="-2171"/>
                      <a:pt x="31064" y="-2171"/>
                    </a:cubicBezTo>
                    <a:cubicBezTo>
                      <a:pt x="20348" y="-2171"/>
                      <a:pt x="12159" y="1930"/>
                      <a:pt x="6497" y="10132"/>
                    </a:cubicBezTo>
                    <a:cubicBezTo>
                      <a:pt x="835" y="18347"/>
                      <a:pt x="-1996" y="30247"/>
                      <a:pt x="-1996" y="45831"/>
                    </a:cubicBezTo>
                    <a:cubicBezTo>
                      <a:pt x="-1996" y="60462"/>
                      <a:pt x="1477" y="72131"/>
                      <a:pt x="8422" y="80835"/>
                    </a:cubicBezTo>
                    <a:cubicBezTo>
                      <a:pt x="15367" y="89540"/>
                      <a:pt x="24687" y="93893"/>
                      <a:pt x="36382" y="93893"/>
                    </a:cubicBezTo>
                    <a:cubicBezTo>
                      <a:pt x="39530" y="93893"/>
                      <a:pt x="42705" y="93582"/>
                      <a:pt x="45907" y="92960"/>
                    </a:cubicBezTo>
                    <a:cubicBezTo>
                      <a:pt x="49108" y="92338"/>
                      <a:pt x="52448" y="91412"/>
                      <a:pt x="55928" y="9018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62" name="Graphic 2">
              <a:extLst>
                <a:ext uri="{FF2B5EF4-FFF2-40B4-BE49-F238E27FC236}">
                  <a16:creationId xmlns:a16="http://schemas.microsoft.com/office/drawing/2014/main" id="{A4995782-8ECE-D782-76AA-D1B2E5193BAF}"/>
                </a:ext>
              </a:extLst>
            </p:cNvPr>
            <p:cNvGrpSpPr/>
            <p:nvPr/>
          </p:nvGrpSpPr>
          <p:grpSpPr>
            <a:xfrm>
              <a:off x="1667708" y="1633643"/>
              <a:ext cx="5830371" cy="96063"/>
              <a:chOff x="1667708" y="1633643"/>
              <a:chExt cx="5830371" cy="96063"/>
            </a:xfrm>
          </p:grpSpPr>
          <p:sp>
            <p:nvSpPr>
              <p:cNvPr id="1063" name="Freeform: Shape 1062">
                <a:extLst>
                  <a:ext uri="{FF2B5EF4-FFF2-40B4-BE49-F238E27FC236}">
                    <a16:creationId xmlns:a16="http://schemas.microsoft.com/office/drawing/2014/main" id="{8A9D853B-3C7D-8082-60BA-4C687C65FB9E}"/>
                  </a:ext>
                </a:extLst>
              </p:cNvPr>
              <p:cNvSpPr/>
              <p:nvPr/>
            </p:nvSpPr>
            <p:spPr>
              <a:xfrm>
                <a:off x="1828800" y="1679650"/>
                <a:ext cx="5669280" cy="12700"/>
              </a:xfrm>
              <a:custGeom>
                <a:avLst/>
                <a:gdLst>
                  <a:gd name="csX0" fmla="*/ 0 w 5669280"/>
                  <a:gd name="csY0" fmla="*/ 0 h 12700"/>
                  <a:gd name="csX1" fmla="*/ 5669281 w 5669280"/>
                  <a:gd name="csY1" fmla="*/ 0 h 127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5669280" h="12700">
                    <a:moveTo>
                      <a:pt x="0" y="0"/>
                    </a:moveTo>
                    <a:lnTo>
                      <a:pt x="5669281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30000"/>
                  </a:srgbClr>
                </a:solidFill>
                <a:custDash>
                  <a:ds d="222000" sp="96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4" name="Freeform: Shape 1063">
                <a:extLst>
                  <a:ext uri="{FF2B5EF4-FFF2-40B4-BE49-F238E27FC236}">
                    <a16:creationId xmlns:a16="http://schemas.microsoft.com/office/drawing/2014/main" id="{5C21F71E-C66A-5FDB-520F-5F5CBC9B98C3}"/>
                  </a:ext>
                </a:extLst>
              </p:cNvPr>
              <p:cNvSpPr/>
              <p:nvPr/>
            </p:nvSpPr>
            <p:spPr>
              <a:xfrm>
                <a:off x="1784350" y="1679651"/>
                <a:ext cx="44450" cy="12700"/>
              </a:xfrm>
              <a:custGeom>
                <a:avLst/>
                <a:gdLst>
                  <a:gd name="csX0" fmla="*/ 44522 w 44450"/>
                  <a:gd name="csY0" fmla="*/ 108 h 12700"/>
                  <a:gd name="csX1" fmla="*/ 72 w 44450"/>
                  <a:gd name="csY1" fmla="*/ 108 h 127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4450" h="12700">
                    <a:moveTo>
                      <a:pt x="44522" y="108"/>
                    </a:moveTo>
                    <a:lnTo>
                      <a:pt x="72" y="108"/>
                    </a:lnTo>
                  </a:path>
                </a:pathLst>
              </a:custGeom>
              <a:solidFill>
                <a:srgbClr val="FFFFFF"/>
              </a:solidFill>
              <a:ln w="1016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5" name="Freeform: Shape 1064">
                <a:extLst>
                  <a:ext uri="{FF2B5EF4-FFF2-40B4-BE49-F238E27FC236}">
                    <a16:creationId xmlns:a16="http://schemas.microsoft.com/office/drawing/2014/main" id="{C72E5F16-A3B7-69F1-B420-D49CA16AACF3}"/>
                  </a:ext>
                </a:extLst>
              </p:cNvPr>
              <p:cNvSpPr/>
              <p:nvPr/>
            </p:nvSpPr>
            <p:spPr>
              <a:xfrm flipV="1">
                <a:off x="1667708" y="1633643"/>
                <a:ext cx="63500" cy="96063"/>
              </a:xfrm>
              <a:custGeom>
                <a:avLst/>
                <a:gdLst>
                  <a:gd name="csX0" fmla="*/ 29778 w 63500"/>
                  <a:gd name="csY0" fmla="*/ 43559 h 96063"/>
                  <a:gd name="csX1" fmla="*/ 15728 w 63500"/>
                  <a:gd name="csY1" fmla="*/ 38776 h 96063"/>
                  <a:gd name="csX2" fmla="*/ 10629 w 63500"/>
                  <a:gd name="csY2" fmla="*/ 25640 h 96063"/>
                  <a:gd name="csX3" fmla="*/ 15728 w 63500"/>
                  <a:gd name="csY3" fmla="*/ 12483 h 96063"/>
                  <a:gd name="csX4" fmla="*/ 29778 w 63500"/>
                  <a:gd name="csY4" fmla="*/ 7701 h 96063"/>
                  <a:gd name="csX5" fmla="*/ 43847 w 63500"/>
                  <a:gd name="csY5" fmla="*/ 12503 h 96063"/>
                  <a:gd name="csX6" fmla="*/ 49006 w 63500"/>
                  <a:gd name="csY6" fmla="*/ 25640 h 96063"/>
                  <a:gd name="csX7" fmla="*/ 43887 w 63500"/>
                  <a:gd name="csY7" fmla="*/ 38776 h 96063"/>
                  <a:gd name="csX8" fmla="*/ 29778 w 63500"/>
                  <a:gd name="csY8" fmla="*/ 43559 h 96063"/>
                  <a:gd name="csX9" fmla="*/ 17256 w 63500"/>
                  <a:gd name="csY9" fmla="*/ 48877 h 96063"/>
                  <a:gd name="csX10" fmla="*/ 4695 w 63500"/>
                  <a:gd name="csY10" fmla="*/ 56378 h 96063"/>
                  <a:gd name="csX11" fmla="*/ 211 w 63500"/>
                  <a:gd name="csY11" fmla="*/ 69852 h 96063"/>
                  <a:gd name="csX12" fmla="*/ 8108 w 63500"/>
                  <a:gd name="csY12" fmla="*/ 87394 h 96063"/>
                  <a:gd name="csX13" fmla="*/ 29778 w 63500"/>
                  <a:gd name="csY13" fmla="*/ 93843 h 96063"/>
                  <a:gd name="csX14" fmla="*/ 51487 w 63500"/>
                  <a:gd name="csY14" fmla="*/ 87394 h 96063"/>
                  <a:gd name="csX15" fmla="*/ 59365 w 63500"/>
                  <a:gd name="csY15" fmla="*/ 69852 h 96063"/>
                  <a:gd name="csX16" fmla="*/ 54860 w 63500"/>
                  <a:gd name="csY16" fmla="*/ 56378 h 96063"/>
                  <a:gd name="csX17" fmla="*/ 42379 w 63500"/>
                  <a:gd name="csY17" fmla="*/ 48877 h 96063"/>
                  <a:gd name="csX18" fmla="*/ 56468 w 63500"/>
                  <a:gd name="csY18" fmla="*/ 40622 h 96063"/>
                  <a:gd name="csX19" fmla="*/ 61528 w 63500"/>
                  <a:gd name="csY19" fmla="*/ 25640 h 96063"/>
                  <a:gd name="csX20" fmla="*/ 53313 w 63500"/>
                  <a:gd name="csY20" fmla="*/ 4963 h 96063"/>
                  <a:gd name="csX21" fmla="*/ 29778 w 63500"/>
                  <a:gd name="csY21" fmla="*/ -2221 h 96063"/>
                  <a:gd name="csX22" fmla="*/ 6243 w 63500"/>
                  <a:gd name="csY22" fmla="*/ 4963 h 96063"/>
                  <a:gd name="csX23" fmla="*/ -1972 w 63500"/>
                  <a:gd name="csY23" fmla="*/ 25640 h 96063"/>
                  <a:gd name="csX24" fmla="*/ 3108 w 63500"/>
                  <a:gd name="csY24" fmla="*/ 40622 h 96063"/>
                  <a:gd name="csX25" fmla="*/ 17256 w 63500"/>
                  <a:gd name="csY25" fmla="*/ 48877 h 96063"/>
                  <a:gd name="csX26" fmla="*/ 12673 w 63500"/>
                  <a:gd name="csY26" fmla="*/ 68661 h 96063"/>
                  <a:gd name="csX27" fmla="*/ 17157 w 63500"/>
                  <a:gd name="csY27" fmla="*/ 57449 h 96063"/>
                  <a:gd name="csX28" fmla="*/ 29778 w 63500"/>
                  <a:gd name="csY28" fmla="*/ 53421 h 96063"/>
                  <a:gd name="csX29" fmla="*/ 42398 w 63500"/>
                  <a:gd name="csY29" fmla="*/ 57449 h 96063"/>
                  <a:gd name="csX30" fmla="*/ 46963 w 63500"/>
                  <a:gd name="csY30" fmla="*/ 68661 h 96063"/>
                  <a:gd name="csX31" fmla="*/ 42398 w 63500"/>
                  <a:gd name="csY31" fmla="*/ 79893 h 96063"/>
                  <a:gd name="csX32" fmla="*/ 29778 w 63500"/>
                  <a:gd name="csY32" fmla="*/ 83921 h 96063"/>
                  <a:gd name="csX33" fmla="*/ 17157 w 63500"/>
                  <a:gd name="csY33" fmla="*/ 79893 h 96063"/>
                  <a:gd name="csX34" fmla="*/ 12673 w 63500"/>
                  <a:gd name="csY34" fmla="*/ 68661 h 9606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</a:cxnLst>
                <a:rect l="l" t="t" r="r" b="b"/>
                <a:pathLst>
                  <a:path w="63500" h="96063">
                    <a:moveTo>
                      <a:pt x="29778" y="43559"/>
                    </a:moveTo>
                    <a:cubicBezTo>
                      <a:pt x="23825" y="43559"/>
                      <a:pt x="19142" y="41965"/>
                      <a:pt x="15728" y="38776"/>
                    </a:cubicBezTo>
                    <a:cubicBezTo>
                      <a:pt x="12329" y="35588"/>
                      <a:pt x="10629" y="31209"/>
                      <a:pt x="10629" y="25640"/>
                    </a:cubicBezTo>
                    <a:cubicBezTo>
                      <a:pt x="10629" y="20057"/>
                      <a:pt x="12329" y="15672"/>
                      <a:pt x="15728" y="12483"/>
                    </a:cubicBezTo>
                    <a:cubicBezTo>
                      <a:pt x="19142" y="9295"/>
                      <a:pt x="23825" y="7701"/>
                      <a:pt x="29778" y="7701"/>
                    </a:cubicBezTo>
                    <a:cubicBezTo>
                      <a:pt x="35731" y="7701"/>
                      <a:pt x="40421" y="9302"/>
                      <a:pt x="43847" y="12503"/>
                    </a:cubicBezTo>
                    <a:cubicBezTo>
                      <a:pt x="47287" y="15718"/>
                      <a:pt x="49006" y="20097"/>
                      <a:pt x="49006" y="25640"/>
                    </a:cubicBezTo>
                    <a:cubicBezTo>
                      <a:pt x="49006" y="31209"/>
                      <a:pt x="47300" y="35588"/>
                      <a:pt x="43887" y="38776"/>
                    </a:cubicBezTo>
                    <a:cubicBezTo>
                      <a:pt x="40487" y="41965"/>
                      <a:pt x="35784" y="43559"/>
                      <a:pt x="29778" y="43559"/>
                    </a:cubicBezTo>
                    <a:close/>
                    <a:moveTo>
                      <a:pt x="17256" y="48877"/>
                    </a:moveTo>
                    <a:cubicBezTo>
                      <a:pt x="11885" y="50200"/>
                      <a:pt x="7698" y="52700"/>
                      <a:pt x="4695" y="56378"/>
                    </a:cubicBezTo>
                    <a:cubicBezTo>
                      <a:pt x="1706" y="60069"/>
                      <a:pt x="211" y="64560"/>
                      <a:pt x="211" y="69852"/>
                    </a:cubicBezTo>
                    <a:cubicBezTo>
                      <a:pt x="211" y="77247"/>
                      <a:pt x="2843" y="83094"/>
                      <a:pt x="8108" y="87394"/>
                    </a:cubicBezTo>
                    <a:cubicBezTo>
                      <a:pt x="13387" y="91693"/>
                      <a:pt x="20610" y="93843"/>
                      <a:pt x="29778" y="93843"/>
                    </a:cubicBezTo>
                    <a:cubicBezTo>
                      <a:pt x="38999" y="93843"/>
                      <a:pt x="46235" y="91693"/>
                      <a:pt x="51487" y="87394"/>
                    </a:cubicBezTo>
                    <a:cubicBezTo>
                      <a:pt x="56739" y="83094"/>
                      <a:pt x="59365" y="77247"/>
                      <a:pt x="59365" y="69852"/>
                    </a:cubicBezTo>
                    <a:cubicBezTo>
                      <a:pt x="59365" y="64560"/>
                      <a:pt x="57863" y="60069"/>
                      <a:pt x="54860" y="56378"/>
                    </a:cubicBezTo>
                    <a:cubicBezTo>
                      <a:pt x="51871" y="52700"/>
                      <a:pt x="47710" y="50200"/>
                      <a:pt x="42379" y="48877"/>
                    </a:cubicBezTo>
                    <a:cubicBezTo>
                      <a:pt x="48411" y="47475"/>
                      <a:pt x="53107" y="44723"/>
                      <a:pt x="56468" y="40622"/>
                    </a:cubicBezTo>
                    <a:cubicBezTo>
                      <a:pt x="59841" y="36534"/>
                      <a:pt x="61528" y="31540"/>
                      <a:pt x="61528" y="25640"/>
                    </a:cubicBezTo>
                    <a:cubicBezTo>
                      <a:pt x="61528" y="16657"/>
                      <a:pt x="58789" y="9765"/>
                      <a:pt x="53313" y="4963"/>
                    </a:cubicBezTo>
                    <a:cubicBezTo>
                      <a:pt x="47836" y="174"/>
                      <a:pt x="39991" y="-2221"/>
                      <a:pt x="29778" y="-2221"/>
                    </a:cubicBezTo>
                    <a:cubicBezTo>
                      <a:pt x="19578" y="-2221"/>
                      <a:pt x="11733" y="174"/>
                      <a:pt x="6243" y="4963"/>
                    </a:cubicBezTo>
                    <a:cubicBezTo>
                      <a:pt x="766" y="9765"/>
                      <a:pt x="-1972" y="16657"/>
                      <a:pt x="-1972" y="25640"/>
                    </a:cubicBezTo>
                    <a:cubicBezTo>
                      <a:pt x="-1972" y="31540"/>
                      <a:pt x="-279" y="36534"/>
                      <a:pt x="3108" y="40622"/>
                    </a:cubicBezTo>
                    <a:cubicBezTo>
                      <a:pt x="6508" y="44723"/>
                      <a:pt x="11224" y="47475"/>
                      <a:pt x="17256" y="48877"/>
                    </a:cubicBezTo>
                    <a:close/>
                    <a:moveTo>
                      <a:pt x="12673" y="68661"/>
                    </a:moveTo>
                    <a:cubicBezTo>
                      <a:pt x="12673" y="63872"/>
                      <a:pt x="14167" y="60135"/>
                      <a:pt x="17157" y="57449"/>
                    </a:cubicBezTo>
                    <a:cubicBezTo>
                      <a:pt x="20160" y="54764"/>
                      <a:pt x="24367" y="53421"/>
                      <a:pt x="29778" y="53421"/>
                    </a:cubicBezTo>
                    <a:cubicBezTo>
                      <a:pt x="35162" y="53421"/>
                      <a:pt x="39369" y="54764"/>
                      <a:pt x="42398" y="57449"/>
                    </a:cubicBezTo>
                    <a:cubicBezTo>
                      <a:pt x="45441" y="60135"/>
                      <a:pt x="46963" y="63872"/>
                      <a:pt x="46963" y="68661"/>
                    </a:cubicBezTo>
                    <a:cubicBezTo>
                      <a:pt x="46963" y="73463"/>
                      <a:pt x="45441" y="77207"/>
                      <a:pt x="42398" y="79893"/>
                    </a:cubicBezTo>
                    <a:cubicBezTo>
                      <a:pt x="39369" y="82578"/>
                      <a:pt x="35162" y="83921"/>
                      <a:pt x="29778" y="83921"/>
                    </a:cubicBezTo>
                    <a:cubicBezTo>
                      <a:pt x="24367" y="83921"/>
                      <a:pt x="20160" y="82578"/>
                      <a:pt x="17157" y="79893"/>
                    </a:cubicBezTo>
                    <a:cubicBezTo>
                      <a:pt x="14167" y="77207"/>
                      <a:pt x="12673" y="73463"/>
                      <a:pt x="12673" y="68661"/>
                    </a:cubicBezTo>
                    <a:close/>
                  </a:path>
                </a:pathLst>
              </a:custGeom>
              <a:solidFill>
                <a:srgbClr val="FFFFFF"/>
              </a:solidFill>
              <a:ln w="20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66" name="Graphic 2">
              <a:extLst>
                <a:ext uri="{FF2B5EF4-FFF2-40B4-BE49-F238E27FC236}">
                  <a16:creationId xmlns:a16="http://schemas.microsoft.com/office/drawing/2014/main" id="{D1E6D79A-BAA0-A736-FA5D-5147FEECE00E}"/>
                </a:ext>
              </a:extLst>
            </p:cNvPr>
            <p:cNvGrpSpPr/>
            <p:nvPr/>
          </p:nvGrpSpPr>
          <p:grpSpPr>
            <a:xfrm>
              <a:off x="1592242" y="1000827"/>
              <a:ext cx="5905837" cy="96063"/>
              <a:chOff x="1592242" y="1000827"/>
              <a:chExt cx="5905837" cy="96063"/>
            </a:xfrm>
          </p:grpSpPr>
          <p:sp>
            <p:nvSpPr>
              <p:cNvPr id="1067" name="Freeform: Shape 1066">
                <a:extLst>
                  <a:ext uri="{FF2B5EF4-FFF2-40B4-BE49-F238E27FC236}">
                    <a16:creationId xmlns:a16="http://schemas.microsoft.com/office/drawing/2014/main" id="{7B7D06E1-9D24-F3B2-F979-582F2B2FEAFC}"/>
                  </a:ext>
                </a:extLst>
              </p:cNvPr>
              <p:cNvSpPr/>
              <p:nvPr/>
            </p:nvSpPr>
            <p:spPr>
              <a:xfrm>
                <a:off x="1828800" y="1046835"/>
                <a:ext cx="5669280" cy="12700"/>
              </a:xfrm>
              <a:custGeom>
                <a:avLst/>
                <a:gdLst>
                  <a:gd name="csX0" fmla="*/ 0 w 5669280"/>
                  <a:gd name="csY0" fmla="*/ 0 h 12700"/>
                  <a:gd name="csX1" fmla="*/ 5669281 w 5669280"/>
                  <a:gd name="csY1" fmla="*/ 0 h 127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5669280" h="12700">
                    <a:moveTo>
                      <a:pt x="0" y="0"/>
                    </a:moveTo>
                    <a:lnTo>
                      <a:pt x="5669281" y="0"/>
                    </a:lnTo>
                  </a:path>
                </a:pathLst>
              </a:custGeom>
              <a:noFill/>
              <a:ln w="10160" cap="flat">
                <a:solidFill>
                  <a:srgbClr val="FFFFFF">
                    <a:alpha val="30000"/>
                  </a:srgbClr>
                </a:solidFill>
                <a:custDash>
                  <a:ds d="222000" sp="96000"/>
                </a:custDash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8" name="Freeform: Shape 1067">
                <a:extLst>
                  <a:ext uri="{FF2B5EF4-FFF2-40B4-BE49-F238E27FC236}">
                    <a16:creationId xmlns:a16="http://schemas.microsoft.com/office/drawing/2014/main" id="{B5782FBC-6883-CA5F-9F3A-E7C337D9CDA7}"/>
                  </a:ext>
                </a:extLst>
              </p:cNvPr>
              <p:cNvSpPr/>
              <p:nvPr/>
            </p:nvSpPr>
            <p:spPr>
              <a:xfrm>
                <a:off x="1784350" y="1046835"/>
                <a:ext cx="44450" cy="12700"/>
              </a:xfrm>
              <a:custGeom>
                <a:avLst/>
                <a:gdLst>
                  <a:gd name="csX0" fmla="*/ 44522 w 44450"/>
                  <a:gd name="csY0" fmla="*/ 59 h 12700"/>
                  <a:gd name="csX1" fmla="*/ 72 w 44450"/>
                  <a:gd name="csY1" fmla="*/ 59 h 127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4450" h="12700">
                    <a:moveTo>
                      <a:pt x="44522" y="59"/>
                    </a:moveTo>
                    <a:lnTo>
                      <a:pt x="72" y="59"/>
                    </a:lnTo>
                  </a:path>
                </a:pathLst>
              </a:custGeom>
              <a:solidFill>
                <a:srgbClr val="FFFFFF"/>
              </a:solidFill>
              <a:ln w="10160" cap="flat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69" name="Graphic 2">
                <a:extLst>
                  <a:ext uri="{FF2B5EF4-FFF2-40B4-BE49-F238E27FC236}">
                    <a16:creationId xmlns:a16="http://schemas.microsoft.com/office/drawing/2014/main" id="{581B0A1B-19EF-EE80-59BB-D068157A19D7}"/>
                  </a:ext>
                </a:extLst>
              </p:cNvPr>
              <p:cNvGrpSpPr/>
              <p:nvPr/>
            </p:nvGrpSpPr>
            <p:grpSpPr>
              <a:xfrm>
                <a:off x="1592242" y="1000827"/>
                <a:ext cx="139221" cy="96063"/>
                <a:chOff x="1592242" y="1000827"/>
                <a:chExt cx="139221" cy="96063"/>
              </a:xfrm>
              <a:solidFill>
                <a:srgbClr val="FFFFFF"/>
              </a:solidFill>
            </p:grpSpPr>
            <p:sp>
              <p:nvSpPr>
                <p:cNvPr id="1070" name="Freeform: Shape 1069">
                  <a:extLst>
                    <a:ext uri="{FF2B5EF4-FFF2-40B4-BE49-F238E27FC236}">
                      <a16:creationId xmlns:a16="http://schemas.microsoft.com/office/drawing/2014/main" id="{018AA4A4-1681-6735-638E-5512028ADEE2}"/>
                    </a:ext>
                  </a:extLst>
                </p:cNvPr>
                <p:cNvSpPr/>
                <p:nvPr/>
              </p:nvSpPr>
              <p:spPr>
                <a:xfrm flipV="1">
                  <a:off x="1592242" y="1002494"/>
                  <a:ext cx="55125" cy="92590"/>
                </a:xfrm>
                <a:custGeom>
                  <a:avLst/>
                  <a:gdLst>
                    <a:gd name="csX0" fmla="*/ -231 w 55125"/>
                    <a:gd name="csY0" fmla="*/ 8263 h 92590"/>
                    <a:gd name="csX1" fmla="*/ 20228 w 55125"/>
                    <a:gd name="csY1" fmla="*/ 8263 h 92590"/>
                    <a:gd name="csX2" fmla="*/ 20228 w 55125"/>
                    <a:gd name="csY2" fmla="*/ 78907 h 92590"/>
                    <a:gd name="csX3" fmla="*/ -2036 w 55125"/>
                    <a:gd name="csY3" fmla="*/ 74442 h 92590"/>
                    <a:gd name="csX4" fmla="*/ -2036 w 55125"/>
                    <a:gd name="csY4" fmla="*/ 85852 h 92590"/>
                    <a:gd name="csX5" fmla="*/ 20109 w 55125"/>
                    <a:gd name="csY5" fmla="*/ 90317 h 92590"/>
                    <a:gd name="csX6" fmla="*/ 32631 w 55125"/>
                    <a:gd name="csY6" fmla="*/ 90317 h 92590"/>
                    <a:gd name="csX7" fmla="*/ 32631 w 55125"/>
                    <a:gd name="csY7" fmla="*/ 8263 h 92590"/>
                    <a:gd name="csX8" fmla="*/ 53089 w 55125"/>
                    <a:gd name="csY8" fmla="*/ 8263 h 92590"/>
                    <a:gd name="csX9" fmla="*/ 53089 w 55125"/>
                    <a:gd name="csY9" fmla="*/ -2274 h 92590"/>
                    <a:gd name="csX10" fmla="*/ -231 w 55125"/>
                    <a:gd name="csY10" fmla="*/ -2274 h 92590"/>
                    <a:gd name="csX11" fmla="*/ -231 w 55125"/>
                    <a:gd name="csY11" fmla="*/ 8263 h 9259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</a:cxnLst>
                  <a:rect l="l" t="t" r="r" b="b"/>
                  <a:pathLst>
                    <a:path w="55125" h="92590">
                      <a:moveTo>
                        <a:pt x="-231" y="8263"/>
                      </a:moveTo>
                      <a:lnTo>
                        <a:pt x="20228" y="8263"/>
                      </a:lnTo>
                      <a:lnTo>
                        <a:pt x="20228" y="78907"/>
                      </a:lnTo>
                      <a:lnTo>
                        <a:pt x="-2036" y="74442"/>
                      </a:lnTo>
                      <a:lnTo>
                        <a:pt x="-2036" y="85852"/>
                      </a:lnTo>
                      <a:lnTo>
                        <a:pt x="20109" y="90317"/>
                      </a:lnTo>
                      <a:lnTo>
                        <a:pt x="32631" y="90317"/>
                      </a:lnTo>
                      <a:lnTo>
                        <a:pt x="32631" y="8263"/>
                      </a:lnTo>
                      <a:lnTo>
                        <a:pt x="53089" y="8263"/>
                      </a:lnTo>
                      <a:lnTo>
                        <a:pt x="53089" y="-2274"/>
                      </a:lnTo>
                      <a:lnTo>
                        <a:pt x="-231" y="-2274"/>
                      </a:lnTo>
                      <a:lnTo>
                        <a:pt x="-231" y="826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20" cap="flat">
                  <a:noFill/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1" name="Freeform: Shape 1070">
                  <a:extLst>
                    <a:ext uri="{FF2B5EF4-FFF2-40B4-BE49-F238E27FC236}">
                      <a16:creationId xmlns:a16="http://schemas.microsoft.com/office/drawing/2014/main" id="{D55CB116-061E-5487-1339-BA58393494AA}"/>
                    </a:ext>
                  </a:extLst>
                </p:cNvPr>
                <p:cNvSpPr/>
                <p:nvPr/>
              </p:nvSpPr>
              <p:spPr>
                <a:xfrm flipV="1">
                  <a:off x="1667467" y="1000827"/>
                  <a:ext cx="63996" cy="96063"/>
                </a:xfrm>
                <a:custGeom>
                  <a:avLst/>
                  <a:gdLst>
                    <a:gd name="csX0" fmla="*/ 30015 w 63996"/>
                    <a:gd name="csY0" fmla="*/ 83871 h 96063"/>
                    <a:gd name="csX1" fmla="*/ 15470 w 63996"/>
                    <a:gd name="csY1" fmla="*/ 74346 h 96063"/>
                    <a:gd name="csX2" fmla="*/ 10608 w 63996"/>
                    <a:gd name="csY2" fmla="*/ 45731 h 96063"/>
                    <a:gd name="csX3" fmla="*/ 15470 w 63996"/>
                    <a:gd name="csY3" fmla="*/ 17176 h 96063"/>
                    <a:gd name="csX4" fmla="*/ 30015 w 63996"/>
                    <a:gd name="csY4" fmla="*/ 7651 h 96063"/>
                    <a:gd name="csX5" fmla="*/ 44620 w 63996"/>
                    <a:gd name="csY5" fmla="*/ 17176 h 96063"/>
                    <a:gd name="csX6" fmla="*/ 49502 w 63996"/>
                    <a:gd name="csY6" fmla="*/ 45731 h 96063"/>
                    <a:gd name="csX7" fmla="*/ 44620 w 63996"/>
                    <a:gd name="csY7" fmla="*/ 74346 h 96063"/>
                    <a:gd name="csX8" fmla="*/ 30015 w 63996"/>
                    <a:gd name="csY8" fmla="*/ 83871 h 96063"/>
                    <a:gd name="csX9" fmla="*/ 30015 w 63996"/>
                    <a:gd name="csY9" fmla="*/ 93793 h 96063"/>
                    <a:gd name="csX10" fmla="*/ 53808 w 63996"/>
                    <a:gd name="csY10" fmla="*/ 81470 h 96063"/>
                    <a:gd name="csX11" fmla="*/ 62023 w 63996"/>
                    <a:gd name="csY11" fmla="*/ 45731 h 96063"/>
                    <a:gd name="csX12" fmla="*/ 53808 w 63996"/>
                    <a:gd name="csY12" fmla="*/ 10032 h 96063"/>
                    <a:gd name="csX13" fmla="*/ 30015 w 63996"/>
                    <a:gd name="csY13" fmla="*/ -2271 h 96063"/>
                    <a:gd name="csX14" fmla="*/ 6243 w 63996"/>
                    <a:gd name="csY14" fmla="*/ 10032 h 96063"/>
                    <a:gd name="csX15" fmla="*/ -1973 w 63996"/>
                    <a:gd name="csY15" fmla="*/ 45731 h 96063"/>
                    <a:gd name="csX16" fmla="*/ 6243 w 63996"/>
                    <a:gd name="csY16" fmla="*/ 81470 h 96063"/>
                    <a:gd name="csX17" fmla="*/ 30015 w 63996"/>
                    <a:gd name="csY17" fmla="*/ 93793 h 9606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</a:cxnLst>
                  <a:rect l="l" t="t" r="r" b="b"/>
                  <a:pathLst>
                    <a:path w="63996" h="96063">
                      <a:moveTo>
                        <a:pt x="30015" y="83871"/>
                      </a:moveTo>
                      <a:cubicBezTo>
                        <a:pt x="23573" y="83871"/>
                        <a:pt x="18724" y="80696"/>
                        <a:pt x="15470" y="74346"/>
                      </a:cubicBezTo>
                      <a:cubicBezTo>
                        <a:pt x="12229" y="68009"/>
                        <a:pt x="10608" y="58471"/>
                        <a:pt x="10608" y="45731"/>
                      </a:cubicBezTo>
                      <a:cubicBezTo>
                        <a:pt x="10608" y="33045"/>
                        <a:pt x="12229" y="23526"/>
                        <a:pt x="15470" y="17176"/>
                      </a:cubicBezTo>
                      <a:cubicBezTo>
                        <a:pt x="18724" y="10826"/>
                        <a:pt x="23573" y="7651"/>
                        <a:pt x="30015" y="7651"/>
                      </a:cubicBezTo>
                      <a:cubicBezTo>
                        <a:pt x="36511" y="7651"/>
                        <a:pt x="41379" y="10826"/>
                        <a:pt x="44620" y="17176"/>
                      </a:cubicBezTo>
                      <a:cubicBezTo>
                        <a:pt x="47875" y="23526"/>
                        <a:pt x="49502" y="33045"/>
                        <a:pt x="49502" y="45731"/>
                      </a:cubicBezTo>
                      <a:cubicBezTo>
                        <a:pt x="49502" y="58471"/>
                        <a:pt x="47875" y="68009"/>
                        <a:pt x="44620" y="74346"/>
                      </a:cubicBezTo>
                      <a:cubicBezTo>
                        <a:pt x="41379" y="80696"/>
                        <a:pt x="36511" y="83871"/>
                        <a:pt x="30015" y="83871"/>
                      </a:cubicBezTo>
                      <a:close/>
                      <a:moveTo>
                        <a:pt x="30015" y="93793"/>
                      </a:moveTo>
                      <a:cubicBezTo>
                        <a:pt x="40400" y="93793"/>
                        <a:pt x="48331" y="89685"/>
                        <a:pt x="53808" y="81470"/>
                      </a:cubicBezTo>
                      <a:cubicBezTo>
                        <a:pt x="59285" y="73268"/>
                        <a:pt x="62023" y="61355"/>
                        <a:pt x="62023" y="45731"/>
                      </a:cubicBezTo>
                      <a:cubicBezTo>
                        <a:pt x="62023" y="30147"/>
                        <a:pt x="59285" y="18248"/>
                        <a:pt x="53808" y="10032"/>
                      </a:cubicBezTo>
                      <a:cubicBezTo>
                        <a:pt x="48331" y="1830"/>
                        <a:pt x="40400" y="-2271"/>
                        <a:pt x="30015" y="-2271"/>
                      </a:cubicBezTo>
                      <a:cubicBezTo>
                        <a:pt x="19644" y="-2271"/>
                        <a:pt x="11720" y="1830"/>
                        <a:pt x="6243" y="10032"/>
                      </a:cubicBezTo>
                      <a:cubicBezTo>
                        <a:pt x="766" y="18248"/>
                        <a:pt x="-1973" y="30147"/>
                        <a:pt x="-1973" y="45731"/>
                      </a:cubicBezTo>
                      <a:cubicBezTo>
                        <a:pt x="-1973" y="61355"/>
                        <a:pt x="766" y="73268"/>
                        <a:pt x="6243" y="81470"/>
                      </a:cubicBezTo>
                      <a:cubicBezTo>
                        <a:pt x="11720" y="89685"/>
                        <a:pt x="19644" y="93793"/>
                        <a:pt x="30015" y="9379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0" cap="flat">
                  <a:noFill/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pSp>
          <p:nvGrpSpPr>
            <p:cNvPr id="1072" name="Graphic 2">
              <a:extLst>
                <a:ext uri="{FF2B5EF4-FFF2-40B4-BE49-F238E27FC236}">
                  <a16:creationId xmlns:a16="http://schemas.microsoft.com/office/drawing/2014/main" id="{14D5EB4B-69A1-E928-8AAB-138F0033E3F5}"/>
                </a:ext>
              </a:extLst>
            </p:cNvPr>
            <p:cNvGrpSpPr/>
            <p:nvPr/>
          </p:nvGrpSpPr>
          <p:grpSpPr>
            <a:xfrm>
              <a:off x="1355415" y="1819214"/>
              <a:ext cx="172077" cy="1580846"/>
              <a:chOff x="1355415" y="1819214"/>
              <a:chExt cx="172077" cy="1580846"/>
            </a:xfrm>
            <a:solidFill>
              <a:srgbClr val="FFFFFF"/>
            </a:solidFill>
          </p:grpSpPr>
          <p:sp>
            <p:nvSpPr>
              <p:cNvPr id="1073" name="Freeform: Shape 1072">
                <a:extLst>
                  <a:ext uri="{FF2B5EF4-FFF2-40B4-BE49-F238E27FC236}">
                    <a16:creationId xmlns:a16="http://schemas.microsoft.com/office/drawing/2014/main" id="{B57D5495-6D87-911B-1C87-87937C25CAE1}"/>
                  </a:ext>
                </a:extLst>
              </p:cNvPr>
              <p:cNvSpPr/>
              <p:nvPr/>
            </p:nvSpPr>
            <p:spPr>
              <a:xfrm rot="-5400000" flipV="1">
                <a:off x="1379724" y="3289270"/>
                <a:ext cx="91955" cy="129627"/>
              </a:xfrm>
              <a:custGeom>
                <a:avLst/>
                <a:gdLst>
                  <a:gd name="csX0" fmla="*/ 15287 w 91955"/>
                  <a:gd name="csY0" fmla="*/ 59804 h 129627"/>
                  <a:gd name="csX1" fmla="*/ 15287 w 91955"/>
                  <a:gd name="csY1" fmla="*/ 12326 h 129627"/>
                  <a:gd name="csX2" fmla="*/ 43430 w 91955"/>
                  <a:gd name="csY2" fmla="*/ 12326 h 129627"/>
                  <a:gd name="csX3" fmla="*/ 64377 w 91955"/>
                  <a:gd name="csY3" fmla="*/ 18188 h 129627"/>
                  <a:gd name="csX4" fmla="*/ 71211 w 91955"/>
                  <a:gd name="csY4" fmla="*/ 36107 h 129627"/>
                  <a:gd name="csX5" fmla="*/ 64377 w 91955"/>
                  <a:gd name="csY5" fmla="*/ 54025 h 129627"/>
                  <a:gd name="csX6" fmla="*/ 43430 w 91955"/>
                  <a:gd name="csY6" fmla="*/ 59804 h 129627"/>
                  <a:gd name="csX7" fmla="*/ 15287 w 91955"/>
                  <a:gd name="csY7" fmla="*/ 59804 h 129627"/>
                  <a:gd name="csX8" fmla="*/ 15287 w 91955"/>
                  <a:gd name="csY8" fmla="*/ 113116 h 129627"/>
                  <a:gd name="csX9" fmla="*/ 15287 w 91955"/>
                  <a:gd name="csY9" fmla="*/ 74056 h 129627"/>
                  <a:gd name="csX10" fmla="*/ 41263 w 91955"/>
                  <a:gd name="csY10" fmla="*/ 74056 h 129627"/>
                  <a:gd name="csX11" fmla="*/ 60376 w 91955"/>
                  <a:gd name="csY11" fmla="*/ 78862 h 129627"/>
                  <a:gd name="csX12" fmla="*/ 66683 w 91955"/>
                  <a:gd name="csY12" fmla="*/ 93586 h 129627"/>
                  <a:gd name="csX13" fmla="*/ 60376 w 91955"/>
                  <a:gd name="csY13" fmla="*/ 108254 h 129627"/>
                  <a:gd name="csX14" fmla="*/ 41263 w 91955"/>
                  <a:gd name="csY14" fmla="*/ 113116 h 129627"/>
                  <a:gd name="csX15" fmla="*/ 15287 w 91955"/>
                  <a:gd name="csY15" fmla="*/ 113116 h 129627"/>
                  <a:gd name="csX16" fmla="*/ -2243 w 91955"/>
                  <a:gd name="csY16" fmla="*/ 127535 h 129627"/>
                  <a:gd name="csX17" fmla="*/ 42568 w 91955"/>
                  <a:gd name="csY17" fmla="*/ 127535 h 129627"/>
                  <a:gd name="csX18" fmla="*/ 73461 w 91955"/>
                  <a:gd name="csY18" fmla="*/ 119200 h 129627"/>
                  <a:gd name="csX19" fmla="*/ 84324 w 91955"/>
                  <a:gd name="csY19" fmla="*/ 95503 h 129627"/>
                  <a:gd name="csX20" fmla="*/ 78767 w 91955"/>
                  <a:gd name="csY20" fmla="*/ 76556 h 129627"/>
                  <a:gd name="csX21" fmla="*/ 62432 w 91955"/>
                  <a:gd name="csY21" fmla="*/ 67805 h 129627"/>
                  <a:gd name="csX22" fmla="*/ 82546 w 91955"/>
                  <a:gd name="csY22" fmla="*/ 56192 h 129627"/>
                  <a:gd name="csX23" fmla="*/ 89713 w 91955"/>
                  <a:gd name="csY23" fmla="*/ 34190 h 129627"/>
                  <a:gd name="csX24" fmla="*/ 77906 w 91955"/>
                  <a:gd name="csY24" fmla="*/ 7353 h 129627"/>
                  <a:gd name="csX25" fmla="*/ 44291 w 91955"/>
                  <a:gd name="csY25" fmla="*/ -2093 h 129627"/>
                  <a:gd name="csX26" fmla="*/ -2243 w 91955"/>
                  <a:gd name="csY26" fmla="*/ -2093 h 129627"/>
                  <a:gd name="csX27" fmla="*/ -2243 w 91955"/>
                  <a:gd name="csY27" fmla="*/ 127535 h 12962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</a:cxnLst>
                <a:rect l="l" t="t" r="r" b="b"/>
                <a:pathLst>
                  <a:path w="91955" h="129627">
                    <a:moveTo>
                      <a:pt x="15287" y="59804"/>
                    </a:moveTo>
                    <a:lnTo>
                      <a:pt x="15287" y="12326"/>
                    </a:lnTo>
                    <a:lnTo>
                      <a:pt x="43430" y="12326"/>
                    </a:lnTo>
                    <a:cubicBezTo>
                      <a:pt x="52857" y="12326"/>
                      <a:pt x="59839" y="14280"/>
                      <a:pt x="64377" y="18188"/>
                    </a:cubicBezTo>
                    <a:cubicBezTo>
                      <a:pt x="68933" y="22096"/>
                      <a:pt x="71211" y="28069"/>
                      <a:pt x="71211" y="36107"/>
                    </a:cubicBezTo>
                    <a:cubicBezTo>
                      <a:pt x="71211" y="44219"/>
                      <a:pt x="68933" y="50192"/>
                      <a:pt x="64377" y="54025"/>
                    </a:cubicBezTo>
                    <a:cubicBezTo>
                      <a:pt x="59839" y="57878"/>
                      <a:pt x="52857" y="59804"/>
                      <a:pt x="43430" y="59804"/>
                    </a:cubicBezTo>
                    <a:lnTo>
                      <a:pt x="15287" y="59804"/>
                    </a:lnTo>
                    <a:close/>
                    <a:moveTo>
                      <a:pt x="15287" y="113116"/>
                    </a:moveTo>
                    <a:lnTo>
                      <a:pt x="15287" y="74056"/>
                    </a:lnTo>
                    <a:lnTo>
                      <a:pt x="41263" y="74056"/>
                    </a:lnTo>
                    <a:cubicBezTo>
                      <a:pt x="49819" y="74056"/>
                      <a:pt x="56190" y="75658"/>
                      <a:pt x="60376" y="78862"/>
                    </a:cubicBezTo>
                    <a:cubicBezTo>
                      <a:pt x="64580" y="82085"/>
                      <a:pt x="66683" y="86993"/>
                      <a:pt x="66683" y="93586"/>
                    </a:cubicBezTo>
                    <a:cubicBezTo>
                      <a:pt x="66683" y="100124"/>
                      <a:pt x="64580" y="105013"/>
                      <a:pt x="60376" y="108254"/>
                    </a:cubicBezTo>
                    <a:cubicBezTo>
                      <a:pt x="56190" y="111496"/>
                      <a:pt x="49819" y="113116"/>
                      <a:pt x="41263" y="113116"/>
                    </a:cubicBezTo>
                    <a:lnTo>
                      <a:pt x="15287" y="113116"/>
                    </a:lnTo>
                    <a:close/>
                    <a:moveTo>
                      <a:pt x="-2243" y="127535"/>
                    </a:moveTo>
                    <a:lnTo>
                      <a:pt x="42568" y="127535"/>
                    </a:lnTo>
                    <a:cubicBezTo>
                      <a:pt x="55940" y="127535"/>
                      <a:pt x="66238" y="124757"/>
                      <a:pt x="73461" y="119200"/>
                    </a:cubicBezTo>
                    <a:cubicBezTo>
                      <a:pt x="80703" y="113644"/>
                      <a:pt x="84324" y="105745"/>
                      <a:pt x="84324" y="95503"/>
                    </a:cubicBezTo>
                    <a:cubicBezTo>
                      <a:pt x="84324" y="87557"/>
                      <a:pt x="82472" y="81242"/>
                      <a:pt x="78767" y="76556"/>
                    </a:cubicBezTo>
                    <a:cubicBezTo>
                      <a:pt x="75063" y="71870"/>
                      <a:pt x="69618" y="68953"/>
                      <a:pt x="62432" y="67805"/>
                    </a:cubicBezTo>
                    <a:cubicBezTo>
                      <a:pt x="71063" y="65953"/>
                      <a:pt x="77767" y="62082"/>
                      <a:pt x="82546" y="56192"/>
                    </a:cubicBezTo>
                    <a:cubicBezTo>
                      <a:pt x="87324" y="50321"/>
                      <a:pt x="89713" y="42987"/>
                      <a:pt x="89713" y="34190"/>
                    </a:cubicBezTo>
                    <a:cubicBezTo>
                      <a:pt x="89713" y="22614"/>
                      <a:pt x="85778" y="13669"/>
                      <a:pt x="77906" y="7353"/>
                    </a:cubicBezTo>
                    <a:cubicBezTo>
                      <a:pt x="70035" y="1056"/>
                      <a:pt x="58830" y="-2093"/>
                      <a:pt x="44291" y="-2093"/>
                    </a:cubicBezTo>
                    <a:lnTo>
                      <a:pt x="-2243" y="-2093"/>
                    </a:lnTo>
                    <a:lnTo>
                      <a:pt x="-2243" y="127535"/>
                    </a:lnTo>
                    <a:close/>
                  </a:path>
                </a:pathLst>
              </a:custGeom>
              <a:solidFill>
                <a:srgbClr val="FFFFFF"/>
              </a:solidFill>
              <a:ln w="28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4" name="Freeform: Shape 1073">
                <a:extLst>
                  <a:ext uri="{FF2B5EF4-FFF2-40B4-BE49-F238E27FC236}">
                    <a16:creationId xmlns:a16="http://schemas.microsoft.com/office/drawing/2014/main" id="{DB5212DA-0C63-AD76-4CCF-7CA923CFAD45}"/>
                  </a:ext>
                </a:extLst>
              </p:cNvPr>
              <p:cNvSpPr/>
              <p:nvPr/>
            </p:nvSpPr>
            <p:spPr>
              <a:xfrm rot="-5400000" flipV="1">
                <a:off x="1400921" y="3192740"/>
                <a:ext cx="82149" cy="102096"/>
              </a:xfrm>
              <a:custGeom>
                <a:avLst/>
                <a:gdLst>
                  <a:gd name="csX0" fmla="*/ 48463 w 82149"/>
                  <a:gd name="csY0" fmla="*/ 49880 h 102096"/>
                  <a:gd name="csX1" fmla="*/ 21626 w 82149"/>
                  <a:gd name="csY1" fmla="*/ 45463 h 102096"/>
                  <a:gd name="csX2" fmla="*/ 14153 w 82149"/>
                  <a:gd name="csY2" fmla="*/ 30350 h 102096"/>
                  <a:gd name="csX3" fmla="*/ 19765 w 82149"/>
                  <a:gd name="csY3" fmla="*/ 16849 h 102096"/>
                  <a:gd name="csX4" fmla="*/ 34989 w 82149"/>
                  <a:gd name="csY4" fmla="*/ 11876 h 102096"/>
                  <a:gd name="csX5" fmla="*/ 56325 w 82149"/>
                  <a:gd name="csY5" fmla="*/ 21294 h 102096"/>
                  <a:gd name="csX6" fmla="*/ 64354 w 82149"/>
                  <a:gd name="csY6" fmla="*/ 46324 h 102096"/>
                  <a:gd name="csX7" fmla="*/ 64354 w 82149"/>
                  <a:gd name="csY7" fmla="*/ 49880 h 102096"/>
                  <a:gd name="csX8" fmla="*/ 48463 w 82149"/>
                  <a:gd name="csY8" fmla="*/ 49880 h 102096"/>
                  <a:gd name="csX9" fmla="*/ 80328 w 82149"/>
                  <a:gd name="csY9" fmla="*/ 56492 h 102096"/>
                  <a:gd name="csX10" fmla="*/ 80328 w 82149"/>
                  <a:gd name="csY10" fmla="*/ 1013 h 102096"/>
                  <a:gd name="csX11" fmla="*/ 64354 w 82149"/>
                  <a:gd name="csY11" fmla="*/ 1013 h 102096"/>
                  <a:gd name="csX12" fmla="*/ 64354 w 82149"/>
                  <a:gd name="csY12" fmla="*/ 15765 h 102096"/>
                  <a:gd name="csX13" fmla="*/ 50713 w 82149"/>
                  <a:gd name="csY13" fmla="*/ 2708 h 102096"/>
                  <a:gd name="csX14" fmla="*/ 30739 w 82149"/>
                  <a:gd name="csY14" fmla="*/ -1515 h 102096"/>
                  <a:gd name="csX15" fmla="*/ 6986 w 82149"/>
                  <a:gd name="csY15" fmla="*/ 6875 h 102096"/>
                  <a:gd name="csX16" fmla="*/ -1821 w 82149"/>
                  <a:gd name="csY16" fmla="*/ 29322 h 102096"/>
                  <a:gd name="csX17" fmla="*/ 9153 w 82149"/>
                  <a:gd name="csY17" fmla="*/ 54048 h 102096"/>
                  <a:gd name="csX18" fmla="*/ 41935 w 82149"/>
                  <a:gd name="csY18" fmla="*/ 62382 h 102096"/>
                  <a:gd name="csX19" fmla="*/ 64354 w 82149"/>
                  <a:gd name="csY19" fmla="*/ 62382 h 102096"/>
                  <a:gd name="csX20" fmla="*/ 64354 w 82149"/>
                  <a:gd name="csY20" fmla="*/ 63966 h 102096"/>
                  <a:gd name="csX21" fmla="*/ 57103 w 82149"/>
                  <a:gd name="csY21" fmla="*/ 81023 h 102096"/>
                  <a:gd name="csX22" fmla="*/ 36739 w 82149"/>
                  <a:gd name="csY22" fmla="*/ 87052 h 102096"/>
                  <a:gd name="csX23" fmla="*/ 20487 w 82149"/>
                  <a:gd name="csY23" fmla="*/ 85052 h 102096"/>
                  <a:gd name="csX24" fmla="*/ 5319 w 82149"/>
                  <a:gd name="csY24" fmla="*/ 79051 h 102096"/>
                  <a:gd name="csX25" fmla="*/ 5319 w 82149"/>
                  <a:gd name="csY25" fmla="*/ 93830 h 102096"/>
                  <a:gd name="csX26" fmla="*/ 22321 w 82149"/>
                  <a:gd name="csY26" fmla="*/ 98887 h 102096"/>
                  <a:gd name="csX27" fmla="*/ 38379 w 82149"/>
                  <a:gd name="csY27" fmla="*/ 100581 h 102096"/>
                  <a:gd name="csX28" fmla="*/ 69910 w 82149"/>
                  <a:gd name="csY28" fmla="*/ 89635 h 102096"/>
                  <a:gd name="csX29" fmla="*/ 80328 w 82149"/>
                  <a:gd name="csY29" fmla="*/ 56492 h 10209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</a:cxnLst>
                <a:rect l="l" t="t" r="r" b="b"/>
                <a:pathLst>
                  <a:path w="82149" h="102096">
                    <a:moveTo>
                      <a:pt x="48463" y="49880"/>
                    </a:moveTo>
                    <a:cubicBezTo>
                      <a:pt x="35554" y="49880"/>
                      <a:pt x="26609" y="48408"/>
                      <a:pt x="21626" y="45463"/>
                    </a:cubicBezTo>
                    <a:cubicBezTo>
                      <a:pt x="16644" y="42518"/>
                      <a:pt x="14153" y="37481"/>
                      <a:pt x="14153" y="30350"/>
                    </a:cubicBezTo>
                    <a:cubicBezTo>
                      <a:pt x="14153" y="24683"/>
                      <a:pt x="16024" y="20182"/>
                      <a:pt x="19765" y="16849"/>
                    </a:cubicBezTo>
                    <a:cubicBezTo>
                      <a:pt x="23506" y="13533"/>
                      <a:pt x="28581" y="11876"/>
                      <a:pt x="34989" y="11876"/>
                    </a:cubicBezTo>
                    <a:cubicBezTo>
                      <a:pt x="43861" y="11876"/>
                      <a:pt x="50973" y="15015"/>
                      <a:pt x="56325" y="21294"/>
                    </a:cubicBezTo>
                    <a:cubicBezTo>
                      <a:pt x="61678" y="27572"/>
                      <a:pt x="64354" y="35916"/>
                      <a:pt x="64354" y="46324"/>
                    </a:cubicBezTo>
                    <a:lnTo>
                      <a:pt x="64354" y="49880"/>
                    </a:lnTo>
                    <a:lnTo>
                      <a:pt x="48463" y="49880"/>
                    </a:lnTo>
                    <a:close/>
                    <a:moveTo>
                      <a:pt x="80328" y="56492"/>
                    </a:moveTo>
                    <a:lnTo>
                      <a:pt x="80328" y="1013"/>
                    </a:lnTo>
                    <a:lnTo>
                      <a:pt x="64354" y="1013"/>
                    </a:lnTo>
                    <a:lnTo>
                      <a:pt x="64354" y="15765"/>
                    </a:lnTo>
                    <a:cubicBezTo>
                      <a:pt x="60705" y="9875"/>
                      <a:pt x="56159" y="5523"/>
                      <a:pt x="50713" y="2708"/>
                    </a:cubicBezTo>
                    <a:cubicBezTo>
                      <a:pt x="45268" y="-107"/>
                      <a:pt x="38610" y="-1515"/>
                      <a:pt x="30739" y="-1515"/>
                    </a:cubicBezTo>
                    <a:cubicBezTo>
                      <a:pt x="20793" y="-1515"/>
                      <a:pt x="12875" y="1282"/>
                      <a:pt x="6986" y="6875"/>
                    </a:cubicBezTo>
                    <a:cubicBezTo>
                      <a:pt x="1115" y="12468"/>
                      <a:pt x="-1821" y="19951"/>
                      <a:pt x="-1821" y="29322"/>
                    </a:cubicBezTo>
                    <a:cubicBezTo>
                      <a:pt x="-1821" y="40250"/>
                      <a:pt x="1837" y="48491"/>
                      <a:pt x="9153" y="54048"/>
                    </a:cubicBezTo>
                    <a:cubicBezTo>
                      <a:pt x="16487" y="59604"/>
                      <a:pt x="27414" y="62382"/>
                      <a:pt x="41935" y="62382"/>
                    </a:cubicBezTo>
                    <a:lnTo>
                      <a:pt x="64354" y="62382"/>
                    </a:lnTo>
                    <a:lnTo>
                      <a:pt x="64354" y="63966"/>
                    </a:lnTo>
                    <a:cubicBezTo>
                      <a:pt x="64354" y="71318"/>
                      <a:pt x="61937" y="77004"/>
                      <a:pt x="57103" y="81023"/>
                    </a:cubicBezTo>
                    <a:cubicBezTo>
                      <a:pt x="52269" y="85042"/>
                      <a:pt x="45481" y="87052"/>
                      <a:pt x="36739" y="87052"/>
                    </a:cubicBezTo>
                    <a:cubicBezTo>
                      <a:pt x="31183" y="87052"/>
                      <a:pt x="25766" y="86385"/>
                      <a:pt x="20487" y="85052"/>
                    </a:cubicBezTo>
                    <a:cubicBezTo>
                      <a:pt x="15227" y="83718"/>
                      <a:pt x="10171" y="81718"/>
                      <a:pt x="5319" y="79051"/>
                    </a:cubicBezTo>
                    <a:lnTo>
                      <a:pt x="5319" y="93830"/>
                    </a:lnTo>
                    <a:cubicBezTo>
                      <a:pt x="11153" y="96090"/>
                      <a:pt x="16820" y="97775"/>
                      <a:pt x="22321" y="98887"/>
                    </a:cubicBezTo>
                    <a:cubicBezTo>
                      <a:pt x="27822" y="100016"/>
                      <a:pt x="33174" y="100581"/>
                      <a:pt x="38379" y="100581"/>
                    </a:cubicBezTo>
                    <a:cubicBezTo>
                      <a:pt x="52454" y="100581"/>
                      <a:pt x="62965" y="96933"/>
                      <a:pt x="69910" y="89635"/>
                    </a:cubicBezTo>
                    <a:cubicBezTo>
                      <a:pt x="76856" y="82357"/>
                      <a:pt x="80328" y="71309"/>
                      <a:pt x="80328" y="5649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5" name="Freeform: Shape 1074">
                <a:extLst>
                  <a:ext uri="{FF2B5EF4-FFF2-40B4-BE49-F238E27FC236}">
                    <a16:creationId xmlns:a16="http://schemas.microsoft.com/office/drawing/2014/main" id="{F3D22F71-42C0-7B6B-AA80-ACBC9C197EA6}"/>
                  </a:ext>
                </a:extLst>
              </p:cNvPr>
              <p:cNvSpPr/>
              <p:nvPr/>
            </p:nvSpPr>
            <p:spPr>
              <a:xfrm rot="-5400000" flipV="1">
                <a:off x="1400004" y="3079924"/>
                <a:ext cx="81454" cy="99568"/>
              </a:xfrm>
              <a:custGeom>
                <a:avLst/>
                <a:gdLst>
                  <a:gd name="csX0" fmla="*/ 79449 w 81454"/>
                  <a:gd name="csY0" fmla="*/ 57132 h 99568"/>
                  <a:gd name="csX1" fmla="*/ 79449 w 81454"/>
                  <a:gd name="csY1" fmla="*/ -1569 h 99568"/>
                  <a:gd name="csX2" fmla="*/ 63475 w 81454"/>
                  <a:gd name="csY2" fmla="*/ -1569 h 99568"/>
                  <a:gd name="csX3" fmla="*/ 63475 w 81454"/>
                  <a:gd name="csY3" fmla="*/ 56605 h 99568"/>
                  <a:gd name="csX4" fmla="*/ 58085 w 81454"/>
                  <a:gd name="csY4" fmla="*/ 77246 h 99568"/>
                  <a:gd name="csX5" fmla="*/ 41944 w 81454"/>
                  <a:gd name="csY5" fmla="*/ 84108 h 99568"/>
                  <a:gd name="csX6" fmla="*/ 21525 w 81454"/>
                  <a:gd name="csY6" fmla="*/ 75857 h 99568"/>
                  <a:gd name="csX7" fmla="*/ 14052 w 81454"/>
                  <a:gd name="csY7" fmla="*/ 53382 h 99568"/>
                  <a:gd name="csX8" fmla="*/ 14052 w 81454"/>
                  <a:gd name="csY8" fmla="*/ -1569 h 99568"/>
                  <a:gd name="csX9" fmla="*/ -2006 w 81454"/>
                  <a:gd name="csY9" fmla="*/ -1569 h 99568"/>
                  <a:gd name="csX10" fmla="*/ -2006 w 81454"/>
                  <a:gd name="csY10" fmla="*/ 95665 h 99568"/>
                  <a:gd name="csX11" fmla="*/ 14052 w 81454"/>
                  <a:gd name="csY11" fmla="*/ 95665 h 99568"/>
                  <a:gd name="csX12" fmla="*/ 14052 w 81454"/>
                  <a:gd name="csY12" fmla="*/ 80552 h 99568"/>
                  <a:gd name="csX13" fmla="*/ 27554 w 81454"/>
                  <a:gd name="csY13" fmla="*/ 93665 h 99568"/>
                  <a:gd name="csX14" fmla="*/ 45500 w 81454"/>
                  <a:gd name="csY14" fmla="*/ 97999 h 99568"/>
                  <a:gd name="csX15" fmla="*/ 70837 w 81454"/>
                  <a:gd name="csY15" fmla="*/ 87636 h 99568"/>
                  <a:gd name="csX16" fmla="*/ 79449 w 81454"/>
                  <a:gd name="csY16" fmla="*/ 57132 h 9956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81454" h="99568">
                    <a:moveTo>
                      <a:pt x="79449" y="57132"/>
                    </a:moveTo>
                    <a:lnTo>
                      <a:pt x="79449" y="-1569"/>
                    </a:lnTo>
                    <a:lnTo>
                      <a:pt x="63475" y="-1569"/>
                    </a:lnTo>
                    <a:lnTo>
                      <a:pt x="63475" y="56605"/>
                    </a:lnTo>
                    <a:cubicBezTo>
                      <a:pt x="63475" y="65809"/>
                      <a:pt x="61678" y="72690"/>
                      <a:pt x="58085" y="77246"/>
                    </a:cubicBezTo>
                    <a:cubicBezTo>
                      <a:pt x="54492" y="81821"/>
                      <a:pt x="49112" y="84108"/>
                      <a:pt x="41944" y="84108"/>
                    </a:cubicBezTo>
                    <a:cubicBezTo>
                      <a:pt x="33314" y="84108"/>
                      <a:pt x="26507" y="81358"/>
                      <a:pt x="21525" y="75857"/>
                    </a:cubicBezTo>
                    <a:cubicBezTo>
                      <a:pt x="16543" y="70375"/>
                      <a:pt x="14052" y="62883"/>
                      <a:pt x="14052" y="53382"/>
                    </a:cubicBezTo>
                    <a:lnTo>
                      <a:pt x="14052" y="-1569"/>
                    </a:lnTo>
                    <a:lnTo>
                      <a:pt x="-2006" y="-1569"/>
                    </a:lnTo>
                    <a:lnTo>
                      <a:pt x="-2006" y="95665"/>
                    </a:lnTo>
                    <a:lnTo>
                      <a:pt x="14052" y="95665"/>
                    </a:lnTo>
                    <a:lnTo>
                      <a:pt x="14052" y="80552"/>
                    </a:lnTo>
                    <a:cubicBezTo>
                      <a:pt x="17886" y="86405"/>
                      <a:pt x="22386" y="90776"/>
                      <a:pt x="27554" y="93665"/>
                    </a:cubicBezTo>
                    <a:cubicBezTo>
                      <a:pt x="32740" y="96554"/>
                      <a:pt x="38722" y="97999"/>
                      <a:pt x="45500" y="97999"/>
                    </a:cubicBezTo>
                    <a:cubicBezTo>
                      <a:pt x="56668" y="97999"/>
                      <a:pt x="65114" y="94545"/>
                      <a:pt x="70837" y="87636"/>
                    </a:cubicBezTo>
                    <a:cubicBezTo>
                      <a:pt x="76578" y="80728"/>
                      <a:pt x="79449" y="70560"/>
                      <a:pt x="79449" y="5713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6" name="Freeform: Shape 1075">
                <a:extLst>
                  <a:ext uri="{FF2B5EF4-FFF2-40B4-BE49-F238E27FC236}">
                    <a16:creationId xmlns:a16="http://schemas.microsoft.com/office/drawing/2014/main" id="{6E64B678-F911-22C5-DAB5-3A61E9F5B56C}"/>
                  </a:ext>
                </a:extLst>
              </p:cNvPr>
              <p:cNvSpPr/>
              <p:nvPr/>
            </p:nvSpPr>
            <p:spPr>
              <a:xfrm rot="-5400000" flipV="1">
                <a:off x="1380779" y="2951818"/>
                <a:ext cx="86899" cy="137628"/>
              </a:xfrm>
              <a:custGeom>
                <a:avLst/>
                <a:gdLst>
                  <a:gd name="csX0" fmla="*/ 69049 w 86899"/>
                  <a:gd name="csY0" fmla="*/ 82839 h 137628"/>
                  <a:gd name="csX1" fmla="*/ 69049 w 86899"/>
                  <a:gd name="csY1" fmla="*/ 135456 h 137628"/>
                  <a:gd name="csX2" fmla="*/ 85023 w 86899"/>
                  <a:gd name="csY2" fmla="*/ 135456 h 137628"/>
                  <a:gd name="csX3" fmla="*/ 85023 w 86899"/>
                  <a:gd name="csY3" fmla="*/ 356 h 137628"/>
                  <a:gd name="csX4" fmla="*/ 69049 w 86899"/>
                  <a:gd name="csY4" fmla="*/ 356 h 137628"/>
                  <a:gd name="csX5" fmla="*/ 69049 w 86899"/>
                  <a:gd name="csY5" fmla="*/ 14941 h 137628"/>
                  <a:gd name="csX6" fmla="*/ 56325 w 86899"/>
                  <a:gd name="csY6" fmla="*/ 2051 h 137628"/>
                  <a:gd name="csX7" fmla="*/ 37878 w 86899"/>
                  <a:gd name="csY7" fmla="*/ -2172 h 137628"/>
                  <a:gd name="csX8" fmla="*/ 9180 w 86899"/>
                  <a:gd name="csY8" fmla="*/ 11885 h 137628"/>
                  <a:gd name="csX9" fmla="*/ -1877 w 86899"/>
                  <a:gd name="csY9" fmla="*/ 48890 h 137628"/>
                  <a:gd name="csX10" fmla="*/ 9180 w 86899"/>
                  <a:gd name="csY10" fmla="*/ 85867 h 137628"/>
                  <a:gd name="csX11" fmla="*/ 37878 w 86899"/>
                  <a:gd name="csY11" fmla="*/ 99924 h 137628"/>
                  <a:gd name="csX12" fmla="*/ 56325 w 86899"/>
                  <a:gd name="csY12" fmla="*/ 95701 h 137628"/>
                  <a:gd name="csX13" fmla="*/ 69049 w 86899"/>
                  <a:gd name="csY13" fmla="*/ 82839 h 137628"/>
                  <a:gd name="csX14" fmla="*/ 14625 w 86899"/>
                  <a:gd name="csY14" fmla="*/ 48890 h 137628"/>
                  <a:gd name="csX15" fmla="*/ 21876 w 86899"/>
                  <a:gd name="csY15" fmla="*/ 21248 h 137628"/>
                  <a:gd name="csX16" fmla="*/ 41795 w 86899"/>
                  <a:gd name="csY16" fmla="*/ 11219 h 137628"/>
                  <a:gd name="csX17" fmla="*/ 61742 w 86899"/>
                  <a:gd name="csY17" fmla="*/ 21248 h 137628"/>
                  <a:gd name="csX18" fmla="*/ 69049 w 86899"/>
                  <a:gd name="csY18" fmla="*/ 48890 h 137628"/>
                  <a:gd name="csX19" fmla="*/ 61742 w 86899"/>
                  <a:gd name="csY19" fmla="*/ 76532 h 137628"/>
                  <a:gd name="csX20" fmla="*/ 41795 w 86899"/>
                  <a:gd name="csY20" fmla="*/ 86561 h 137628"/>
                  <a:gd name="csX21" fmla="*/ 21876 w 86899"/>
                  <a:gd name="csY21" fmla="*/ 76532 h 137628"/>
                  <a:gd name="csX22" fmla="*/ 14625 w 86899"/>
                  <a:gd name="csY22" fmla="*/ 48890 h 13762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</a:cxnLst>
                <a:rect l="l" t="t" r="r" b="b"/>
                <a:pathLst>
                  <a:path w="86899" h="137628">
                    <a:moveTo>
                      <a:pt x="69049" y="82839"/>
                    </a:moveTo>
                    <a:lnTo>
                      <a:pt x="69049" y="135456"/>
                    </a:lnTo>
                    <a:lnTo>
                      <a:pt x="85023" y="135456"/>
                    </a:lnTo>
                    <a:lnTo>
                      <a:pt x="85023" y="356"/>
                    </a:lnTo>
                    <a:lnTo>
                      <a:pt x="69049" y="356"/>
                    </a:lnTo>
                    <a:lnTo>
                      <a:pt x="69049" y="14941"/>
                    </a:lnTo>
                    <a:cubicBezTo>
                      <a:pt x="65696" y="9163"/>
                      <a:pt x="61455" y="4866"/>
                      <a:pt x="56325" y="2051"/>
                    </a:cubicBezTo>
                    <a:cubicBezTo>
                      <a:pt x="51213" y="-764"/>
                      <a:pt x="45064" y="-2172"/>
                      <a:pt x="37878" y="-2172"/>
                    </a:cubicBezTo>
                    <a:cubicBezTo>
                      <a:pt x="26136" y="-2172"/>
                      <a:pt x="16570" y="2514"/>
                      <a:pt x="9180" y="11885"/>
                    </a:cubicBezTo>
                    <a:cubicBezTo>
                      <a:pt x="1809" y="21275"/>
                      <a:pt x="-1877" y="33610"/>
                      <a:pt x="-1877" y="48890"/>
                    </a:cubicBezTo>
                    <a:cubicBezTo>
                      <a:pt x="-1877" y="64170"/>
                      <a:pt x="1809" y="76495"/>
                      <a:pt x="9180" y="85867"/>
                    </a:cubicBezTo>
                    <a:cubicBezTo>
                      <a:pt x="16570" y="95238"/>
                      <a:pt x="26136" y="99924"/>
                      <a:pt x="37878" y="99924"/>
                    </a:cubicBezTo>
                    <a:cubicBezTo>
                      <a:pt x="45064" y="99924"/>
                      <a:pt x="51213" y="98517"/>
                      <a:pt x="56325" y="95701"/>
                    </a:cubicBezTo>
                    <a:cubicBezTo>
                      <a:pt x="61455" y="92905"/>
                      <a:pt x="65696" y="88617"/>
                      <a:pt x="69049" y="82839"/>
                    </a:cubicBezTo>
                    <a:close/>
                    <a:moveTo>
                      <a:pt x="14625" y="48890"/>
                    </a:moveTo>
                    <a:cubicBezTo>
                      <a:pt x="14625" y="37148"/>
                      <a:pt x="17042" y="27934"/>
                      <a:pt x="21876" y="21248"/>
                    </a:cubicBezTo>
                    <a:cubicBezTo>
                      <a:pt x="26710" y="14562"/>
                      <a:pt x="33350" y="11219"/>
                      <a:pt x="41795" y="11219"/>
                    </a:cubicBezTo>
                    <a:cubicBezTo>
                      <a:pt x="50241" y="11219"/>
                      <a:pt x="56890" y="14562"/>
                      <a:pt x="61742" y="21248"/>
                    </a:cubicBezTo>
                    <a:cubicBezTo>
                      <a:pt x="66613" y="27934"/>
                      <a:pt x="69049" y="37148"/>
                      <a:pt x="69049" y="48890"/>
                    </a:cubicBezTo>
                    <a:cubicBezTo>
                      <a:pt x="69049" y="60632"/>
                      <a:pt x="66613" y="69846"/>
                      <a:pt x="61742" y="76532"/>
                    </a:cubicBezTo>
                    <a:cubicBezTo>
                      <a:pt x="56890" y="83218"/>
                      <a:pt x="50241" y="86561"/>
                      <a:pt x="41795" y="86561"/>
                    </a:cubicBezTo>
                    <a:cubicBezTo>
                      <a:pt x="33350" y="86561"/>
                      <a:pt x="26710" y="83218"/>
                      <a:pt x="21876" y="76532"/>
                    </a:cubicBezTo>
                    <a:cubicBezTo>
                      <a:pt x="17042" y="69846"/>
                      <a:pt x="14625" y="60632"/>
                      <a:pt x="14625" y="4889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7" name="Freeform: Shape 1076">
                <a:extLst>
                  <a:ext uri="{FF2B5EF4-FFF2-40B4-BE49-F238E27FC236}">
                    <a16:creationId xmlns:a16="http://schemas.microsoft.com/office/drawing/2014/main" id="{CB4C2210-0AFD-49AD-7265-112263F7BA48}"/>
                  </a:ext>
                </a:extLst>
              </p:cNvPr>
              <p:cNvSpPr/>
              <p:nvPr/>
            </p:nvSpPr>
            <p:spPr>
              <a:xfrm rot="-5400000" flipV="1">
                <a:off x="1376654" y="2839693"/>
                <a:ext cx="130488" cy="97234"/>
              </a:xfrm>
              <a:custGeom>
                <a:avLst/>
                <a:gdLst>
                  <a:gd name="csX0" fmla="*/ -2576 w 130488"/>
                  <a:gd name="csY0" fmla="*/ 95688 h 97234"/>
                  <a:gd name="csX1" fmla="*/ 13398 w 130488"/>
                  <a:gd name="csY1" fmla="*/ 95688 h 97234"/>
                  <a:gd name="csX2" fmla="*/ 33373 w 130488"/>
                  <a:gd name="csY2" fmla="*/ 19817 h 97234"/>
                  <a:gd name="csX3" fmla="*/ 53237 w 130488"/>
                  <a:gd name="csY3" fmla="*/ 95688 h 97234"/>
                  <a:gd name="csX4" fmla="*/ 72072 w 130488"/>
                  <a:gd name="csY4" fmla="*/ 95688 h 97234"/>
                  <a:gd name="csX5" fmla="*/ 92047 w 130488"/>
                  <a:gd name="csY5" fmla="*/ 19817 h 97234"/>
                  <a:gd name="csX6" fmla="*/ 111938 w 130488"/>
                  <a:gd name="csY6" fmla="*/ 95688 h 97234"/>
                  <a:gd name="csX7" fmla="*/ 127913 w 130488"/>
                  <a:gd name="csY7" fmla="*/ 95688 h 97234"/>
                  <a:gd name="csX8" fmla="*/ 102465 w 130488"/>
                  <a:gd name="csY8" fmla="*/ -1546 h 97234"/>
                  <a:gd name="csX9" fmla="*/ 83629 w 130488"/>
                  <a:gd name="csY9" fmla="*/ -1546 h 97234"/>
                  <a:gd name="csX10" fmla="*/ 62710 w 130488"/>
                  <a:gd name="csY10" fmla="*/ 78158 h 97234"/>
                  <a:gd name="csX11" fmla="*/ 41707 w 130488"/>
                  <a:gd name="csY11" fmla="*/ -1546 h 97234"/>
                  <a:gd name="csX12" fmla="*/ 22844 w 130488"/>
                  <a:gd name="csY12" fmla="*/ -1546 h 97234"/>
                  <a:gd name="csX13" fmla="*/ -2576 w 130488"/>
                  <a:gd name="csY13" fmla="*/ 95688 h 9723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130488" h="97234">
                    <a:moveTo>
                      <a:pt x="-2576" y="95688"/>
                    </a:moveTo>
                    <a:lnTo>
                      <a:pt x="13398" y="95688"/>
                    </a:lnTo>
                    <a:lnTo>
                      <a:pt x="33373" y="19817"/>
                    </a:lnTo>
                    <a:lnTo>
                      <a:pt x="53237" y="95688"/>
                    </a:lnTo>
                    <a:lnTo>
                      <a:pt x="72072" y="95688"/>
                    </a:lnTo>
                    <a:lnTo>
                      <a:pt x="92047" y="19817"/>
                    </a:lnTo>
                    <a:lnTo>
                      <a:pt x="111938" y="95688"/>
                    </a:lnTo>
                    <a:lnTo>
                      <a:pt x="127913" y="95688"/>
                    </a:lnTo>
                    <a:lnTo>
                      <a:pt x="102465" y="-1546"/>
                    </a:lnTo>
                    <a:lnTo>
                      <a:pt x="83629" y="-1546"/>
                    </a:lnTo>
                    <a:lnTo>
                      <a:pt x="62710" y="78158"/>
                    </a:lnTo>
                    <a:lnTo>
                      <a:pt x="41707" y="-1546"/>
                    </a:lnTo>
                    <a:lnTo>
                      <a:pt x="22844" y="-1546"/>
                    </a:lnTo>
                    <a:lnTo>
                      <a:pt x="-2576" y="95688"/>
                    </a:lnTo>
                    <a:close/>
                  </a:path>
                </a:pathLst>
              </a:custGeom>
              <a:solidFill>
                <a:srgbClr val="FFFFFF"/>
              </a:solidFill>
              <a:ln w="28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8" name="Freeform: Shape 1077">
                <a:extLst>
                  <a:ext uri="{FF2B5EF4-FFF2-40B4-BE49-F238E27FC236}">
                    <a16:creationId xmlns:a16="http://schemas.microsoft.com/office/drawing/2014/main" id="{8EDD85C8-BA8E-02DA-8ECF-1862F6814565}"/>
                  </a:ext>
                </a:extLst>
              </p:cNvPr>
              <p:cNvSpPr/>
              <p:nvPr/>
            </p:nvSpPr>
            <p:spPr>
              <a:xfrm rot="-5400000" flipV="1">
                <a:off x="1414978" y="2723320"/>
                <a:ext cx="15974" cy="135100"/>
              </a:xfrm>
              <a:custGeom>
                <a:avLst/>
                <a:gdLst>
                  <a:gd name="csX0" fmla="*/ -850 w 15974"/>
                  <a:gd name="csY0" fmla="*/ 94999 h 135100"/>
                  <a:gd name="csX1" fmla="*/ 15124 w 15974"/>
                  <a:gd name="csY1" fmla="*/ 94999 h 135100"/>
                  <a:gd name="csX2" fmla="*/ 15124 w 15974"/>
                  <a:gd name="csY2" fmla="*/ -2236 h 135100"/>
                  <a:gd name="csX3" fmla="*/ -850 w 15974"/>
                  <a:gd name="csY3" fmla="*/ -2236 h 135100"/>
                  <a:gd name="csX4" fmla="*/ -850 w 15974"/>
                  <a:gd name="csY4" fmla="*/ 94999 h 135100"/>
                  <a:gd name="csX5" fmla="*/ -850 w 15974"/>
                  <a:gd name="csY5" fmla="*/ 132865 h 135100"/>
                  <a:gd name="csX6" fmla="*/ 15124 w 15974"/>
                  <a:gd name="csY6" fmla="*/ 132865 h 135100"/>
                  <a:gd name="csX7" fmla="*/ 15124 w 15974"/>
                  <a:gd name="csY7" fmla="*/ 112612 h 135100"/>
                  <a:gd name="csX8" fmla="*/ -850 w 15974"/>
                  <a:gd name="csY8" fmla="*/ 112612 h 135100"/>
                  <a:gd name="csX9" fmla="*/ -850 w 15974"/>
                  <a:gd name="csY9" fmla="*/ 132865 h 1351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5974" h="135100">
                    <a:moveTo>
                      <a:pt x="-850" y="94999"/>
                    </a:moveTo>
                    <a:lnTo>
                      <a:pt x="15124" y="94999"/>
                    </a:lnTo>
                    <a:lnTo>
                      <a:pt x="15124" y="-2236"/>
                    </a:lnTo>
                    <a:lnTo>
                      <a:pt x="-850" y="-2236"/>
                    </a:lnTo>
                    <a:lnTo>
                      <a:pt x="-850" y="94999"/>
                    </a:lnTo>
                    <a:close/>
                    <a:moveTo>
                      <a:pt x="-850" y="132865"/>
                    </a:moveTo>
                    <a:lnTo>
                      <a:pt x="15124" y="132865"/>
                    </a:lnTo>
                    <a:lnTo>
                      <a:pt x="15124" y="112612"/>
                    </a:lnTo>
                    <a:lnTo>
                      <a:pt x="-850" y="112612"/>
                    </a:lnTo>
                    <a:lnTo>
                      <a:pt x="-850" y="132865"/>
                    </a:lnTo>
                    <a:close/>
                  </a:path>
                </a:pathLst>
              </a:custGeom>
              <a:solidFill>
                <a:srgbClr val="FFFFFF"/>
              </a:solidFill>
              <a:ln w="28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9" name="Freeform: Shape 1078">
                <a:extLst>
                  <a:ext uri="{FF2B5EF4-FFF2-40B4-BE49-F238E27FC236}">
                    <a16:creationId xmlns:a16="http://schemas.microsoft.com/office/drawing/2014/main" id="{56465C78-9540-B1C9-51C9-0C3629BB5837}"/>
                  </a:ext>
                </a:extLst>
              </p:cNvPr>
              <p:cNvSpPr/>
              <p:nvPr/>
            </p:nvSpPr>
            <p:spPr>
              <a:xfrm rot="-5400000" flipV="1">
                <a:off x="1380779" y="2644140"/>
                <a:ext cx="86899" cy="137628"/>
              </a:xfrm>
              <a:custGeom>
                <a:avLst/>
                <a:gdLst>
                  <a:gd name="csX0" fmla="*/ 69049 w 86899"/>
                  <a:gd name="csY0" fmla="*/ 82814 h 137628"/>
                  <a:gd name="csX1" fmla="*/ 69049 w 86899"/>
                  <a:gd name="csY1" fmla="*/ 135432 h 137628"/>
                  <a:gd name="csX2" fmla="*/ 85023 w 86899"/>
                  <a:gd name="csY2" fmla="*/ 135432 h 137628"/>
                  <a:gd name="csX3" fmla="*/ 85023 w 86899"/>
                  <a:gd name="csY3" fmla="*/ 332 h 137628"/>
                  <a:gd name="csX4" fmla="*/ 69049 w 86899"/>
                  <a:gd name="csY4" fmla="*/ 332 h 137628"/>
                  <a:gd name="csX5" fmla="*/ 69049 w 86899"/>
                  <a:gd name="csY5" fmla="*/ 14917 h 137628"/>
                  <a:gd name="csX6" fmla="*/ 56325 w 86899"/>
                  <a:gd name="csY6" fmla="*/ 2027 h 137628"/>
                  <a:gd name="csX7" fmla="*/ 37878 w 86899"/>
                  <a:gd name="csY7" fmla="*/ -2196 h 137628"/>
                  <a:gd name="csX8" fmla="*/ 9180 w 86899"/>
                  <a:gd name="csY8" fmla="*/ 11861 h 137628"/>
                  <a:gd name="csX9" fmla="*/ -1877 w 86899"/>
                  <a:gd name="csY9" fmla="*/ 48866 h 137628"/>
                  <a:gd name="csX10" fmla="*/ 9180 w 86899"/>
                  <a:gd name="csY10" fmla="*/ 85843 h 137628"/>
                  <a:gd name="csX11" fmla="*/ 37878 w 86899"/>
                  <a:gd name="csY11" fmla="*/ 99900 h 137628"/>
                  <a:gd name="csX12" fmla="*/ 56325 w 86899"/>
                  <a:gd name="csY12" fmla="*/ 95677 h 137628"/>
                  <a:gd name="csX13" fmla="*/ 69049 w 86899"/>
                  <a:gd name="csY13" fmla="*/ 82814 h 137628"/>
                  <a:gd name="csX14" fmla="*/ 14625 w 86899"/>
                  <a:gd name="csY14" fmla="*/ 48866 h 137628"/>
                  <a:gd name="csX15" fmla="*/ 21876 w 86899"/>
                  <a:gd name="csY15" fmla="*/ 21223 h 137628"/>
                  <a:gd name="csX16" fmla="*/ 41795 w 86899"/>
                  <a:gd name="csY16" fmla="*/ 11194 h 137628"/>
                  <a:gd name="csX17" fmla="*/ 61742 w 86899"/>
                  <a:gd name="csY17" fmla="*/ 21223 h 137628"/>
                  <a:gd name="csX18" fmla="*/ 69049 w 86899"/>
                  <a:gd name="csY18" fmla="*/ 48866 h 137628"/>
                  <a:gd name="csX19" fmla="*/ 61742 w 86899"/>
                  <a:gd name="csY19" fmla="*/ 76508 h 137628"/>
                  <a:gd name="csX20" fmla="*/ 41795 w 86899"/>
                  <a:gd name="csY20" fmla="*/ 86537 h 137628"/>
                  <a:gd name="csX21" fmla="*/ 21876 w 86899"/>
                  <a:gd name="csY21" fmla="*/ 76508 h 137628"/>
                  <a:gd name="csX22" fmla="*/ 14625 w 86899"/>
                  <a:gd name="csY22" fmla="*/ 48866 h 13762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</a:cxnLst>
                <a:rect l="l" t="t" r="r" b="b"/>
                <a:pathLst>
                  <a:path w="86899" h="137628">
                    <a:moveTo>
                      <a:pt x="69049" y="82814"/>
                    </a:moveTo>
                    <a:lnTo>
                      <a:pt x="69049" y="135432"/>
                    </a:lnTo>
                    <a:lnTo>
                      <a:pt x="85023" y="135432"/>
                    </a:lnTo>
                    <a:lnTo>
                      <a:pt x="85023" y="332"/>
                    </a:lnTo>
                    <a:lnTo>
                      <a:pt x="69049" y="332"/>
                    </a:lnTo>
                    <a:lnTo>
                      <a:pt x="69049" y="14917"/>
                    </a:lnTo>
                    <a:cubicBezTo>
                      <a:pt x="65696" y="9139"/>
                      <a:pt x="61455" y="4842"/>
                      <a:pt x="56325" y="2027"/>
                    </a:cubicBezTo>
                    <a:cubicBezTo>
                      <a:pt x="51213" y="-789"/>
                      <a:pt x="45064" y="-2196"/>
                      <a:pt x="37878" y="-2196"/>
                    </a:cubicBezTo>
                    <a:cubicBezTo>
                      <a:pt x="26136" y="-2196"/>
                      <a:pt x="16570" y="2490"/>
                      <a:pt x="9180" y="11861"/>
                    </a:cubicBezTo>
                    <a:cubicBezTo>
                      <a:pt x="1809" y="21251"/>
                      <a:pt x="-1877" y="33586"/>
                      <a:pt x="-1877" y="48866"/>
                    </a:cubicBezTo>
                    <a:cubicBezTo>
                      <a:pt x="-1877" y="64145"/>
                      <a:pt x="1809" y="76471"/>
                      <a:pt x="9180" y="85843"/>
                    </a:cubicBezTo>
                    <a:cubicBezTo>
                      <a:pt x="16570" y="95214"/>
                      <a:pt x="26136" y="99900"/>
                      <a:pt x="37878" y="99900"/>
                    </a:cubicBezTo>
                    <a:cubicBezTo>
                      <a:pt x="45064" y="99900"/>
                      <a:pt x="51213" y="98492"/>
                      <a:pt x="56325" y="95677"/>
                    </a:cubicBezTo>
                    <a:cubicBezTo>
                      <a:pt x="61455" y="92881"/>
                      <a:pt x="65696" y="88593"/>
                      <a:pt x="69049" y="82814"/>
                    </a:cubicBezTo>
                    <a:close/>
                    <a:moveTo>
                      <a:pt x="14625" y="48866"/>
                    </a:moveTo>
                    <a:cubicBezTo>
                      <a:pt x="14625" y="37124"/>
                      <a:pt x="17042" y="27909"/>
                      <a:pt x="21876" y="21223"/>
                    </a:cubicBezTo>
                    <a:cubicBezTo>
                      <a:pt x="26710" y="14537"/>
                      <a:pt x="33350" y="11194"/>
                      <a:pt x="41795" y="11194"/>
                    </a:cubicBezTo>
                    <a:cubicBezTo>
                      <a:pt x="50241" y="11194"/>
                      <a:pt x="56890" y="14537"/>
                      <a:pt x="61742" y="21223"/>
                    </a:cubicBezTo>
                    <a:cubicBezTo>
                      <a:pt x="66613" y="27909"/>
                      <a:pt x="69049" y="37124"/>
                      <a:pt x="69049" y="48866"/>
                    </a:cubicBezTo>
                    <a:cubicBezTo>
                      <a:pt x="69049" y="60608"/>
                      <a:pt x="66613" y="69822"/>
                      <a:pt x="61742" y="76508"/>
                    </a:cubicBezTo>
                    <a:cubicBezTo>
                      <a:pt x="56890" y="83194"/>
                      <a:pt x="50241" y="86537"/>
                      <a:pt x="41795" y="86537"/>
                    </a:cubicBezTo>
                    <a:cubicBezTo>
                      <a:pt x="33350" y="86537"/>
                      <a:pt x="26710" y="83194"/>
                      <a:pt x="21876" y="76508"/>
                    </a:cubicBezTo>
                    <a:cubicBezTo>
                      <a:pt x="17042" y="69822"/>
                      <a:pt x="14625" y="60608"/>
                      <a:pt x="14625" y="48866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0" name="Freeform: Shape 1079">
                <a:extLst>
                  <a:ext uri="{FF2B5EF4-FFF2-40B4-BE49-F238E27FC236}">
                    <a16:creationId xmlns:a16="http://schemas.microsoft.com/office/drawing/2014/main" id="{9F1367D5-4D98-E7C3-CACE-81F4088AF1FD}"/>
                  </a:ext>
                </a:extLst>
              </p:cNvPr>
              <p:cNvSpPr/>
              <p:nvPr/>
            </p:nvSpPr>
            <p:spPr>
              <a:xfrm rot="-5400000" flipV="1">
                <a:off x="1397754" y="2555810"/>
                <a:ext cx="60674" cy="124848"/>
              </a:xfrm>
              <a:custGeom>
                <a:avLst/>
                <a:gdLst>
                  <a:gd name="csX0" fmla="*/ 26558 w 60674"/>
                  <a:gd name="csY0" fmla="*/ 122784 h 124848"/>
                  <a:gd name="csX1" fmla="*/ 26558 w 60674"/>
                  <a:gd name="csY1" fmla="*/ 95170 h 124848"/>
                  <a:gd name="csX2" fmla="*/ 59451 w 60674"/>
                  <a:gd name="csY2" fmla="*/ 95170 h 124848"/>
                  <a:gd name="csX3" fmla="*/ 59451 w 60674"/>
                  <a:gd name="csY3" fmla="*/ 82752 h 124848"/>
                  <a:gd name="csX4" fmla="*/ 26558 w 60674"/>
                  <a:gd name="csY4" fmla="*/ 82752 h 124848"/>
                  <a:gd name="csX5" fmla="*/ 26558 w 60674"/>
                  <a:gd name="csY5" fmla="*/ 29967 h 124848"/>
                  <a:gd name="csX6" fmla="*/ 29808 w 60674"/>
                  <a:gd name="csY6" fmla="*/ 14687 h 124848"/>
                  <a:gd name="csX7" fmla="*/ 43060 w 60674"/>
                  <a:gd name="csY7" fmla="*/ 11298 h 124848"/>
                  <a:gd name="csX8" fmla="*/ 59451 w 60674"/>
                  <a:gd name="csY8" fmla="*/ 11298 h 124848"/>
                  <a:gd name="csX9" fmla="*/ 59451 w 60674"/>
                  <a:gd name="csY9" fmla="*/ -2065 h 124848"/>
                  <a:gd name="csX10" fmla="*/ 43060 w 60674"/>
                  <a:gd name="csY10" fmla="*/ -2065 h 124848"/>
                  <a:gd name="csX11" fmla="*/ 17529 w 60674"/>
                  <a:gd name="csY11" fmla="*/ 4825 h 124848"/>
                  <a:gd name="csX12" fmla="*/ 10500 w 60674"/>
                  <a:gd name="csY12" fmla="*/ 29967 h 124848"/>
                  <a:gd name="csX13" fmla="*/ 10500 w 60674"/>
                  <a:gd name="csY13" fmla="*/ 82752 h 124848"/>
                  <a:gd name="csX14" fmla="*/ -1224 w 60674"/>
                  <a:gd name="csY14" fmla="*/ 82752 h 124848"/>
                  <a:gd name="csX15" fmla="*/ -1224 w 60674"/>
                  <a:gd name="csY15" fmla="*/ 95170 h 124848"/>
                  <a:gd name="csX16" fmla="*/ 10500 w 60674"/>
                  <a:gd name="csY16" fmla="*/ 95170 h 124848"/>
                  <a:gd name="csX17" fmla="*/ 10500 w 60674"/>
                  <a:gd name="csY17" fmla="*/ 122784 h 124848"/>
                  <a:gd name="csX18" fmla="*/ 26558 w 60674"/>
                  <a:gd name="csY18" fmla="*/ 122784 h 12484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</a:cxnLst>
                <a:rect l="l" t="t" r="r" b="b"/>
                <a:pathLst>
                  <a:path w="60674" h="124848">
                    <a:moveTo>
                      <a:pt x="26558" y="122784"/>
                    </a:moveTo>
                    <a:lnTo>
                      <a:pt x="26558" y="95170"/>
                    </a:lnTo>
                    <a:lnTo>
                      <a:pt x="59451" y="95170"/>
                    </a:lnTo>
                    <a:lnTo>
                      <a:pt x="59451" y="82752"/>
                    </a:lnTo>
                    <a:lnTo>
                      <a:pt x="26558" y="82752"/>
                    </a:lnTo>
                    <a:lnTo>
                      <a:pt x="26558" y="29967"/>
                    </a:lnTo>
                    <a:cubicBezTo>
                      <a:pt x="26558" y="22040"/>
                      <a:pt x="27641" y="16947"/>
                      <a:pt x="29808" y="14687"/>
                    </a:cubicBezTo>
                    <a:cubicBezTo>
                      <a:pt x="31975" y="12428"/>
                      <a:pt x="36392" y="11298"/>
                      <a:pt x="43060" y="11298"/>
                    </a:cubicBezTo>
                    <a:lnTo>
                      <a:pt x="59451" y="11298"/>
                    </a:lnTo>
                    <a:lnTo>
                      <a:pt x="59451" y="-2065"/>
                    </a:lnTo>
                    <a:lnTo>
                      <a:pt x="43060" y="-2065"/>
                    </a:lnTo>
                    <a:cubicBezTo>
                      <a:pt x="30725" y="-2065"/>
                      <a:pt x="22215" y="232"/>
                      <a:pt x="17529" y="4825"/>
                    </a:cubicBezTo>
                    <a:cubicBezTo>
                      <a:pt x="12843" y="9437"/>
                      <a:pt x="10500" y="17818"/>
                      <a:pt x="10500" y="29967"/>
                    </a:cubicBezTo>
                    <a:lnTo>
                      <a:pt x="10500" y="82752"/>
                    </a:lnTo>
                    <a:lnTo>
                      <a:pt x="-1224" y="82752"/>
                    </a:lnTo>
                    <a:lnTo>
                      <a:pt x="-1224" y="95170"/>
                    </a:lnTo>
                    <a:lnTo>
                      <a:pt x="10500" y="95170"/>
                    </a:lnTo>
                    <a:lnTo>
                      <a:pt x="10500" y="122784"/>
                    </a:lnTo>
                    <a:lnTo>
                      <a:pt x="26558" y="122784"/>
                    </a:lnTo>
                    <a:close/>
                  </a:path>
                </a:pathLst>
              </a:custGeom>
              <a:solidFill>
                <a:srgbClr val="FFFFFF"/>
              </a:solidFill>
              <a:ln w="28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1" name="Freeform: Shape 1080">
                <a:extLst>
                  <a:ext uri="{FF2B5EF4-FFF2-40B4-BE49-F238E27FC236}">
                    <a16:creationId xmlns:a16="http://schemas.microsoft.com/office/drawing/2014/main" id="{2FDAC956-411A-970A-A005-28C3C52F2B5E}"/>
                  </a:ext>
                </a:extLst>
              </p:cNvPr>
              <p:cNvSpPr/>
              <p:nvPr/>
            </p:nvSpPr>
            <p:spPr>
              <a:xfrm rot="-5400000" flipV="1">
                <a:off x="1382238" y="2459218"/>
                <a:ext cx="81454" cy="135100"/>
              </a:xfrm>
              <a:custGeom>
                <a:avLst/>
                <a:gdLst>
                  <a:gd name="csX0" fmla="*/ 79448 w 81454"/>
                  <a:gd name="csY0" fmla="*/ 56445 h 135100"/>
                  <a:gd name="csX1" fmla="*/ 79448 w 81454"/>
                  <a:gd name="csY1" fmla="*/ -2256 h 135100"/>
                  <a:gd name="csX2" fmla="*/ 63473 w 81454"/>
                  <a:gd name="csY2" fmla="*/ -2256 h 135100"/>
                  <a:gd name="csX3" fmla="*/ 63473 w 81454"/>
                  <a:gd name="csY3" fmla="*/ 55918 h 135100"/>
                  <a:gd name="csX4" fmla="*/ 58084 w 81454"/>
                  <a:gd name="csY4" fmla="*/ 76559 h 135100"/>
                  <a:gd name="csX5" fmla="*/ 41943 w 81454"/>
                  <a:gd name="csY5" fmla="*/ 83421 h 135100"/>
                  <a:gd name="csX6" fmla="*/ 21524 w 81454"/>
                  <a:gd name="csY6" fmla="*/ 75170 h 135100"/>
                  <a:gd name="csX7" fmla="*/ 14051 w 81454"/>
                  <a:gd name="csY7" fmla="*/ 52695 h 135100"/>
                  <a:gd name="csX8" fmla="*/ 14051 w 81454"/>
                  <a:gd name="csY8" fmla="*/ -2256 h 135100"/>
                  <a:gd name="csX9" fmla="*/ -2007 w 81454"/>
                  <a:gd name="csY9" fmla="*/ -2256 h 135100"/>
                  <a:gd name="csX10" fmla="*/ -2007 w 81454"/>
                  <a:gd name="csY10" fmla="*/ 132844 h 135100"/>
                  <a:gd name="csX11" fmla="*/ 14051 w 81454"/>
                  <a:gd name="csY11" fmla="*/ 132844 h 135100"/>
                  <a:gd name="csX12" fmla="*/ 14051 w 81454"/>
                  <a:gd name="csY12" fmla="*/ 79865 h 135100"/>
                  <a:gd name="csX13" fmla="*/ 27552 w 81454"/>
                  <a:gd name="csY13" fmla="*/ 92978 h 135100"/>
                  <a:gd name="csX14" fmla="*/ 45499 w 81454"/>
                  <a:gd name="csY14" fmla="*/ 97312 h 135100"/>
                  <a:gd name="csX15" fmla="*/ 70835 w 81454"/>
                  <a:gd name="csY15" fmla="*/ 86949 h 135100"/>
                  <a:gd name="csX16" fmla="*/ 79448 w 81454"/>
                  <a:gd name="csY16" fmla="*/ 56445 h 1351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81454" h="135100">
                    <a:moveTo>
                      <a:pt x="79448" y="56445"/>
                    </a:moveTo>
                    <a:lnTo>
                      <a:pt x="79448" y="-2256"/>
                    </a:lnTo>
                    <a:lnTo>
                      <a:pt x="63473" y="-2256"/>
                    </a:lnTo>
                    <a:lnTo>
                      <a:pt x="63473" y="55918"/>
                    </a:lnTo>
                    <a:cubicBezTo>
                      <a:pt x="63473" y="65122"/>
                      <a:pt x="61677" y="72003"/>
                      <a:pt x="58084" y="76559"/>
                    </a:cubicBezTo>
                    <a:cubicBezTo>
                      <a:pt x="54491" y="81134"/>
                      <a:pt x="49111" y="83421"/>
                      <a:pt x="41943" y="83421"/>
                    </a:cubicBezTo>
                    <a:cubicBezTo>
                      <a:pt x="33312" y="83421"/>
                      <a:pt x="26506" y="80671"/>
                      <a:pt x="21524" y="75170"/>
                    </a:cubicBezTo>
                    <a:cubicBezTo>
                      <a:pt x="16542" y="69688"/>
                      <a:pt x="14051" y="62196"/>
                      <a:pt x="14051" y="52695"/>
                    </a:cubicBezTo>
                    <a:lnTo>
                      <a:pt x="14051" y="-2256"/>
                    </a:lnTo>
                    <a:lnTo>
                      <a:pt x="-2007" y="-2256"/>
                    </a:lnTo>
                    <a:lnTo>
                      <a:pt x="-2007" y="132844"/>
                    </a:lnTo>
                    <a:lnTo>
                      <a:pt x="14051" y="132844"/>
                    </a:lnTo>
                    <a:lnTo>
                      <a:pt x="14051" y="79865"/>
                    </a:lnTo>
                    <a:cubicBezTo>
                      <a:pt x="17884" y="85718"/>
                      <a:pt x="22385" y="90089"/>
                      <a:pt x="27552" y="92978"/>
                    </a:cubicBezTo>
                    <a:cubicBezTo>
                      <a:pt x="32738" y="95867"/>
                      <a:pt x="38720" y="97312"/>
                      <a:pt x="45499" y="97312"/>
                    </a:cubicBezTo>
                    <a:cubicBezTo>
                      <a:pt x="56667" y="97312"/>
                      <a:pt x="65113" y="93858"/>
                      <a:pt x="70835" y="86949"/>
                    </a:cubicBezTo>
                    <a:cubicBezTo>
                      <a:pt x="76577" y="80041"/>
                      <a:pt x="79448" y="69873"/>
                      <a:pt x="79448" y="56445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2" name="Freeform: Shape 1081">
                <a:extLst>
                  <a:ext uri="{FF2B5EF4-FFF2-40B4-BE49-F238E27FC236}">
                    <a16:creationId xmlns:a16="http://schemas.microsoft.com/office/drawing/2014/main" id="{CCA9132F-D68C-CB69-AD18-41F7584A17FE}"/>
                  </a:ext>
                </a:extLst>
              </p:cNvPr>
              <p:cNvSpPr/>
              <p:nvPr/>
            </p:nvSpPr>
            <p:spPr>
              <a:xfrm rot="-5400000" flipV="1">
                <a:off x="1490515" y="2470948"/>
                <a:ext cx="12700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12700"/>
                </a:pathLst>
              </a:custGeom>
              <a:solidFill>
                <a:srgbClr val="FFFFFF"/>
              </a:solidFill>
              <a:ln w="28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3" name="Freeform: Shape 1082">
                <a:extLst>
                  <a:ext uri="{FF2B5EF4-FFF2-40B4-BE49-F238E27FC236}">
                    <a16:creationId xmlns:a16="http://schemas.microsoft.com/office/drawing/2014/main" id="{71E1B608-33B4-F1DE-C538-4C2176EB4838}"/>
                  </a:ext>
                </a:extLst>
              </p:cNvPr>
              <p:cNvSpPr/>
              <p:nvPr/>
            </p:nvSpPr>
            <p:spPr>
              <a:xfrm rot="-5400000" flipV="1">
                <a:off x="1414867" y="2300056"/>
                <a:ext cx="39838" cy="158353"/>
              </a:xfrm>
              <a:custGeom>
                <a:avLst/>
                <a:gdLst>
                  <a:gd name="csX0" fmla="*/ 38612 w 39838"/>
                  <a:gd name="csY0" fmla="*/ 156511 h 158353"/>
                  <a:gd name="csX1" fmla="*/ 21332 w 39838"/>
                  <a:gd name="csY1" fmla="*/ 117006 h 158353"/>
                  <a:gd name="csX2" fmla="*/ 15693 w 39838"/>
                  <a:gd name="csY2" fmla="*/ 77417 h 158353"/>
                  <a:gd name="csX3" fmla="*/ 21388 w 39838"/>
                  <a:gd name="csY3" fmla="*/ 37718 h 158353"/>
                  <a:gd name="csX4" fmla="*/ 38612 w 39838"/>
                  <a:gd name="csY4" fmla="*/ -1842 h 158353"/>
                  <a:gd name="csX5" fmla="*/ 24722 w 39838"/>
                  <a:gd name="csY5" fmla="*/ -1842 h 158353"/>
                  <a:gd name="csX6" fmla="*/ 5247 w 39838"/>
                  <a:gd name="csY6" fmla="*/ 38274 h 158353"/>
                  <a:gd name="csX7" fmla="*/ -1226 w 39838"/>
                  <a:gd name="csY7" fmla="*/ 77417 h 158353"/>
                  <a:gd name="csX8" fmla="*/ 5191 w 39838"/>
                  <a:gd name="csY8" fmla="*/ 116395 h 158353"/>
                  <a:gd name="csX9" fmla="*/ 24722 w 39838"/>
                  <a:gd name="csY9" fmla="*/ 156511 h 158353"/>
                  <a:gd name="csX10" fmla="*/ 38612 w 39838"/>
                  <a:gd name="csY10" fmla="*/ 156511 h 15835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39838" h="158353">
                    <a:moveTo>
                      <a:pt x="38612" y="156511"/>
                    </a:moveTo>
                    <a:cubicBezTo>
                      <a:pt x="30871" y="143213"/>
                      <a:pt x="25111" y="130044"/>
                      <a:pt x="21332" y="117006"/>
                    </a:cubicBezTo>
                    <a:cubicBezTo>
                      <a:pt x="17573" y="103986"/>
                      <a:pt x="15693" y="90790"/>
                      <a:pt x="15693" y="77417"/>
                    </a:cubicBezTo>
                    <a:cubicBezTo>
                      <a:pt x="15693" y="64064"/>
                      <a:pt x="17591" y="50831"/>
                      <a:pt x="21388" y="37718"/>
                    </a:cubicBezTo>
                    <a:cubicBezTo>
                      <a:pt x="25185" y="24605"/>
                      <a:pt x="30926" y="11418"/>
                      <a:pt x="38612" y="-1842"/>
                    </a:cubicBezTo>
                    <a:lnTo>
                      <a:pt x="24722" y="-1842"/>
                    </a:lnTo>
                    <a:cubicBezTo>
                      <a:pt x="16054" y="11770"/>
                      <a:pt x="9562" y="25142"/>
                      <a:pt x="5247" y="38274"/>
                    </a:cubicBezTo>
                    <a:cubicBezTo>
                      <a:pt x="932" y="51405"/>
                      <a:pt x="-1226" y="64453"/>
                      <a:pt x="-1226" y="77417"/>
                    </a:cubicBezTo>
                    <a:cubicBezTo>
                      <a:pt x="-1226" y="90327"/>
                      <a:pt x="913" y="103319"/>
                      <a:pt x="5191" y="116395"/>
                    </a:cubicBezTo>
                    <a:cubicBezTo>
                      <a:pt x="9488" y="129489"/>
                      <a:pt x="15998" y="142861"/>
                      <a:pt x="24722" y="156511"/>
                    </a:cubicBezTo>
                    <a:lnTo>
                      <a:pt x="38612" y="156511"/>
                    </a:lnTo>
                    <a:close/>
                  </a:path>
                </a:pathLst>
              </a:custGeom>
              <a:solidFill>
                <a:srgbClr val="FFFFFF"/>
              </a:solidFill>
              <a:ln w="28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4" name="Freeform: Shape 1083">
                <a:extLst>
                  <a:ext uri="{FF2B5EF4-FFF2-40B4-BE49-F238E27FC236}">
                    <a16:creationId xmlns:a16="http://schemas.microsoft.com/office/drawing/2014/main" id="{FE57941E-307D-B2B0-76A0-069D96951034}"/>
                  </a:ext>
                </a:extLst>
              </p:cNvPr>
              <p:cNvSpPr/>
              <p:nvPr/>
            </p:nvSpPr>
            <p:spPr>
              <a:xfrm rot="-5400000" flipV="1">
                <a:off x="1366402" y="2203505"/>
                <a:ext cx="118598" cy="129627"/>
              </a:xfrm>
              <a:custGeom>
                <a:avLst/>
                <a:gdLst>
                  <a:gd name="csX0" fmla="*/ -2722 w 118598"/>
                  <a:gd name="csY0" fmla="*/ 127449 h 129627"/>
                  <a:gd name="csX1" fmla="*/ 23420 w 118598"/>
                  <a:gd name="csY1" fmla="*/ 127449 h 129627"/>
                  <a:gd name="csX2" fmla="*/ 56480 w 118598"/>
                  <a:gd name="csY2" fmla="*/ 39244 h 129627"/>
                  <a:gd name="csX3" fmla="*/ 89734 w 118598"/>
                  <a:gd name="csY3" fmla="*/ 127449 h 129627"/>
                  <a:gd name="csX4" fmla="*/ 115876 w 118598"/>
                  <a:gd name="csY4" fmla="*/ 127449 h 129627"/>
                  <a:gd name="csX5" fmla="*/ 115876 w 118598"/>
                  <a:gd name="csY5" fmla="*/ -2178 h 129627"/>
                  <a:gd name="csX6" fmla="*/ 98763 w 118598"/>
                  <a:gd name="csY6" fmla="*/ -2178 h 129627"/>
                  <a:gd name="csX7" fmla="*/ 98763 w 118598"/>
                  <a:gd name="csY7" fmla="*/ 111642 h 129627"/>
                  <a:gd name="csX8" fmla="*/ 65342 w 118598"/>
                  <a:gd name="csY8" fmla="*/ 22742 h 129627"/>
                  <a:gd name="csX9" fmla="*/ 47729 w 118598"/>
                  <a:gd name="csY9" fmla="*/ 22742 h 129627"/>
                  <a:gd name="csX10" fmla="*/ 14308 w 118598"/>
                  <a:gd name="csY10" fmla="*/ 111642 h 129627"/>
                  <a:gd name="csX11" fmla="*/ 14308 w 118598"/>
                  <a:gd name="csY11" fmla="*/ -2178 h 129627"/>
                  <a:gd name="csX12" fmla="*/ -2722 w 118598"/>
                  <a:gd name="csY12" fmla="*/ -2178 h 129627"/>
                  <a:gd name="csX13" fmla="*/ -2722 w 118598"/>
                  <a:gd name="csY13" fmla="*/ 127449 h 12962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118598" h="129627">
                    <a:moveTo>
                      <a:pt x="-2722" y="127449"/>
                    </a:moveTo>
                    <a:lnTo>
                      <a:pt x="23420" y="127449"/>
                    </a:lnTo>
                    <a:lnTo>
                      <a:pt x="56480" y="39244"/>
                    </a:lnTo>
                    <a:lnTo>
                      <a:pt x="89734" y="127449"/>
                    </a:lnTo>
                    <a:lnTo>
                      <a:pt x="115876" y="127449"/>
                    </a:lnTo>
                    <a:lnTo>
                      <a:pt x="115876" y="-2178"/>
                    </a:lnTo>
                    <a:lnTo>
                      <a:pt x="98763" y="-2178"/>
                    </a:lnTo>
                    <a:lnTo>
                      <a:pt x="98763" y="111642"/>
                    </a:lnTo>
                    <a:lnTo>
                      <a:pt x="65342" y="22742"/>
                    </a:lnTo>
                    <a:lnTo>
                      <a:pt x="47729" y="22742"/>
                    </a:lnTo>
                    <a:lnTo>
                      <a:pt x="14308" y="111642"/>
                    </a:lnTo>
                    <a:lnTo>
                      <a:pt x="14308" y="-2178"/>
                    </a:lnTo>
                    <a:lnTo>
                      <a:pt x="-2722" y="-2178"/>
                    </a:lnTo>
                    <a:lnTo>
                      <a:pt x="-2722" y="127449"/>
                    </a:lnTo>
                    <a:close/>
                  </a:path>
                </a:pathLst>
              </a:custGeom>
              <a:solidFill>
                <a:srgbClr val="FFFFFF"/>
              </a:solidFill>
              <a:ln w="28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5" name="Freeform: Shape 1084">
                <a:extLst>
                  <a:ext uri="{FF2B5EF4-FFF2-40B4-BE49-F238E27FC236}">
                    <a16:creationId xmlns:a16="http://schemas.microsoft.com/office/drawing/2014/main" id="{2ECCD331-D8F2-775D-3243-516DBFAE7E26}"/>
                  </a:ext>
                </a:extLst>
              </p:cNvPr>
              <p:cNvSpPr/>
              <p:nvPr/>
            </p:nvSpPr>
            <p:spPr>
              <a:xfrm rot="-5400000" flipV="1">
                <a:off x="1380724" y="2063200"/>
                <a:ext cx="87010" cy="137628"/>
              </a:xfrm>
              <a:custGeom>
                <a:avLst/>
                <a:gdLst>
                  <a:gd name="csX0" fmla="*/ 68319 w 87010"/>
                  <a:gd name="csY0" fmla="*/ 48820 h 137628"/>
                  <a:gd name="csX1" fmla="*/ 61068 w 87010"/>
                  <a:gd name="csY1" fmla="*/ 76462 h 137628"/>
                  <a:gd name="csX2" fmla="*/ 41149 w 87010"/>
                  <a:gd name="csY2" fmla="*/ 86491 h 137628"/>
                  <a:gd name="csX3" fmla="*/ 21202 w 87010"/>
                  <a:gd name="csY3" fmla="*/ 76462 h 137628"/>
                  <a:gd name="csX4" fmla="*/ 13951 w 87010"/>
                  <a:gd name="csY4" fmla="*/ 48820 h 137628"/>
                  <a:gd name="csX5" fmla="*/ 21202 w 87010"/>
                  <a:gd name="csY5" fmla="*/ 21178 h 137628"/>
                  <a:gd name="csX6" fmla="*/ 41149 w 87010"/>
                  <a:gd name="csY6" fmla="*/ 11149 h 137628"/>
                  <a:gd name="csX7" fmla="*/ 61068 w 87010"/>
                  <a:gd name="csY7" fmla="*/ 21178 h 137628"/>
                  <a:gd name="csX8" fmla="*/ 68319 w 87010"/>
                  <a:gd name="csY8" fmla="*/ 48820 h 137628"/>
                  <a:gd name="csX9" fmla="*/ 13951 w 87010"/>
                  <a:gd name="csY9" fmla="*/ 82769 h 137628"/>
                  <a:gd name="csX10" fmla="*/ 26675 w 87010"/>
                  <a:gd name="csY10" fmla="*/ 95631 h 137628"/>
                  <a:gd name="csX11" fmla="*/ 45038 w 87010"/>
                  <a:gd name="csY11" fmla="*/ 99854 h 137628"/>
                  <a:gd name="csX12" fmla="*/ 73819 w 87010"/>
                  <a:gd name="csY12" fmla="*/ 85797 h 137628"/>
                  <a:gd name="csX13" fmla="*/ 84904 w 87010"/>
                  <a:gd name="csY13" fmla="*/ 48820 h 137628"/>
                  <a:gd name="csX14" fmla="*/ 73819 w 87010"/>
                  <a:gd name="csY14" fmla="*/ 11815 h 137628"/>
                  <a:gd name="csX15" fmla="*/ 45038 w 87010"/>
                  <a:gd name="csY15" fmla="*/ -2242 h 137628"/>
                  <a:gd name="csX16" fmla="*/ 26675 w 87010"/>
                  <a:gd name="csY16" fmla="*/ 1981 h 137628"/>
                  <a:gd name="csX17" fmla="*/ 13951 w 87010"/>
                  <a:gd name="csY17" fmla="*/ 14871 h 137628"/>
                  <a:gd name="csX18" fmla="*/ 13951 w 87010"/>
                  <a:gd name="csY18" fmla="*/ 286 h 137628"/>
                  <a:gd name="csX19" fmla="*/ -2107 w 87010"/>
                  <a:gd name="csY19" fmla="*/ 286 h 137628"/>
                  <a:gd name="csX20" fmla="*/ -2107 w 87010"/>
                  <a:gd name="csY20" fmla="*/ 135386 h 137628"/>
                  <a:gd name="csX21" fmla="*/ 13951 w 87010"/>
                  <a:gd name="csY21" fmla="*/ 135386 h 137628"/>
                  <a:gd name="csX22" fmla="*/ 13951 w 87010"/>
                  <a:gd name="csY22" fmla="*/ 82769 h 13762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</a:cxnLst>
                <a:rect l="l" t="t" r="r" b="b"/>
                <a:pathLst>
                  <a:path w="87010" h="137628">
                    <a:moveTo>
                      <a:pt x="68319" y="48820"/>
                    </a:moveTo>
                    <a:cubicBezTo>
                      <a:pt x="68319" y="60562"/>
                      <a:pt x="65902" y="69776"/>
                      <a:pt x="61068" y="76462"/>
                    </a:cubicBezTo>
                    <a:cubicBezTo>
                      <a:pt x="56234" y="83148"/>
                      <a:pt x="49594" y="86491"/>
                      <a:pt x="41149" y="86491"/>
                    </a:cubicBezTo>
                    <a:cubicBezTo>
                      <a:pt x="32685" y="86491"/>
                      <a:pt x="26036" y="83148"/>
                      <a:pt x="21202" y="76462"/>
                    </a:cubicBezTo>
                    <a:cubicBezTo>
                      <a:pt x="16368" y="69776"/>
                      <a:pt x="13951" y="60562"/>
                      <a:pt x="13951" y="48820"/>
                    </a:cubicBezTo>
                    <a:cubicBezTo>
                      <a:pt x="13951" y="37078"/>
                      <a:pt x="16368" y="27864"/>
                      <a:pt x="21202" y="21178"/>
                    </a:cubicBezTo>
                    <a:cubicBezTo>
                      <a:pt x="26036" y="14492"/>
                      <a:pt x="32685" y="11149"/>
                      <a:pt x="41149" y="11149"/>
                    </a:cubicBezTo>
                    <a:cubicBezTo>
                      <a:pt x="49594" y="11149"/>
                      <a:pt x="56234" y="14492"/>
                      <a:pt x="61068" y="21178"/>
                    </a:cubicBezTo>
                    <a:cubicBezTo>
                      <a:pt x="65902" y="27864"/>
                      <a:pt x="68319" y="37078"/>
                      <a:pt x="68319" y="48820"/>
                    </a:cubicBezTo>
                    <a:close/>
                    <a:moveTo>
                      <a:pt x="13951" y="82769"/>
                    </a:moveTo>
                    <a:cubicBezTo>
                      <a:pt x="17322" y="88547"/>
                      <a:pt x="21563" y="92835"/>
                      <a:pt x="26675" y="95631"/>
                    </a:cubicBezTo>
                    <a:cubicBezTo>
                      <a:pt x="31805" y="98447"/>
                      <a:pt x="37926" y="99854"/>
                      <a:pt x="45038" y="99854"/>
                    </a:cubicBezTo>
                    <a:cubicBezTo>
                      <a:pt x="56854" y="99854"/>
                      <a:pt x="66448" y="95168"/>
                      <a:pt x="73819" y="85797"/>
                    </a:cubicBezTo>
                    <a:cubicBezTo>
                      <a:pt x="81209" y="76425"/>
                      <a:pt x="84904" y="64100"/>
                      <a:pt x="84904" y="48820"/>
                    </a:cubicBezTo>
                    <a:cubicBezTo>
                      <a:pt x="84904" y="33540"/>
                      <a:pt x="81209" y="21205"/>
                      <a:pt x="73819" y="11815"/>
                    </a:cubicBezTo>
                    <a:cubicBezTo>
                      <a:pt x="66448" y="2444"/>
                      <a:pt x="56854" y="-2242"/>
                      <a:pt x="45038" y="-2242"/>
                    </a:cubicBezTo>
                    <a:cubicBezTo>
                      <a:pt x="37926" y="-2242"/>
                      <a:pt x="31805" y="-834"/>
                      <a:pt x="26675" y="1981"/>
                    </a:cubicBezTo>
                    <a:cubicBezTo>
                      <a:pt x="21563" y="4796"/>
                      <a:pt x="17322" y="9093"/>
                      <a:pt x="13951" y="14871"/>
                    </a:cubicBezTo>
                    <a:lnTo>
                      <a:pt x="13951" y="286"/>
                    </a:lnTo>
                    <a:lnTo>
                      <a:pt x="-2107" y="286"/>
                    </a:lnTo>
                    <a:lnTo>
                      <a:pt x="-2107" y="135386"/>
                    </a:lnTo>
                    <a:lnTo>
                      <a:pt x="13951" y="135386"/>
                    </a:lnTo>
                    <a:lnTo>
                      <a:pt x="13951" y="82769"/>
                    </a:lnTo>
                    <a:close/>
                  </a:path>
                </a:pathLst>
              </a:custGeom>
              <a:solidFill>
                <a:srgbClr val="FFFFFF"/>
              </a:solidFill>
              <a:ln w="28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6" name="Freeform: Shape 1085">
                <a:extLst>
                  <a:ext uri="{FF2B5EF4-FFF2-40B4-BE49-F238E27FC236}">
                    <a16:creationId xmlns:a16="http://schemas.microsoft.com/office/drawing/2014/main" id="{31B1F76E-04C8-23AE-7A53-8A1732D7CC5B}"/>
                  </a:ext>
                </a:extLst>
              </p:cNvPr>
              <p:cNvSpPr/>
              <p:nvPr/>
            </p:nvSpPr>
            <p:spPr>
              <a:xfrm rot="-5400000" flipV="1">
                <a:off x="1415714" y="1950880"/>
                <a:ext cx="87010" cy="136544"/>
              </a:xfrm>
              <a:custGeom>
                <a:avLst/>
                <a:gdLst>
                  <a:gd name="csX0" fmla="*/ 13953 w 87010"/>
                  <a:gd name="csY0" fmla="*/ 50571 h 136544"/>
                  <a:gd name="csX1" fmla="*/ 13953 w 87010"/>
                  <a:gd name="csY1" fmla="*/ -991 h 136544"/>
                  <a:gd name="csX2" fmla="*/ -2104 w 87010"/>
                  <a:gd name="csY2" fmla="*/ -991 h 136544"/>
                  <a:gd name="csX3" fmla="*/ -2104 w 87010"/>
                  <a:gd name="csY3" fmla="*/ 133220 h 136544"/>
                  <a:gd name="csX4" fmla="*/ 13953 w 87010"/>
                  <a:gd name="csY4" fmla="*/ 133220 h 136544"/>
                  <a:gd name="csX5" fmla="*/ 13953 w 87010"/>
                  <a:gd name="csY5" fmla="*/ 118468 h 136544"/>
                  <a:gd name="csX6" fmla="*/ 26677 w 87010"/>
                  <a:gd name="csY6" fmla="*/ 131331 h 136544"/>
                  <a:gd name="csX7" fmla="*/ 45041 w 87010"/>
                  <a:gd name="csY7" fmla="*/ 135554 h 136544"/>
                  <a:gd name="csX8" fmla="*/ 73822 w 87010"/>
                  <a:gd name="csY8" fmla="*/ 121496 h 136544"/>
                  <a:gd name="csX9" fmla="*/ 84907 w 87010"/>
                  <a:gd name="csY9" fmla="*/ 84519 h 136544"/>
                  <a:gd name="csX10" fmla="*/ 73822 w 87010"/>
                  <a:gd name="csY10" fmla="*/ 47515 h 136544"/>
                  <a:gd name="csX11" fmla="*/ 45041 w 87010"/>
                  <a:gd name="csY11" fmla="*/ 33457 h 136544"/>
                  <a:gd name="csX12" fmla="*/ 26677 w 87010"/>
                  <a:gd name="csY12" fmla="*/ 37680 h 136544"/>
                  <a:gd name="csX13" fmla="*/ 13953 w 87010"/>
                  <a:gd name="csY13" fmla="*/ 50571 h 136544"/>
                  <a:gd name="csX14" fmla="*/ 68321 w 87010"/>
                  <a:gd name="csY14" fmla="*/ 84519 h 136544"/>
                  <a:gd name="csX15" fmla="*/ 61070 w 87010"/>
                  <a:gd name="csY15" fmla="*/ 112162 h 136544"/>
                  <a:gd name="csX16" fmla="*/ 41151 w 87010"/>
                  <a:gd name="csY16" fmla="*/ 122191 h 136544"/>
                  <a:gd name="csX17" fmla="*/ 21204 w 87010"/>
                  <a:gd name="csY17" fmla="*/ 112162 h 136544"/>
                  <a:gd name="csX18" fmla="*/ 13953 w 87010"/>
                  <a:gd name="csY18" fmla="*/ 84519 h 136544"/>
                  <a:gd name="csX19" fmla="*/ 21204 w 87010"/>
                  <a:gd name="csY19" fmla="*/ 56877 h 136544"/>
                  <a:gd name="csX20" fmla="*/ 41151 w 87010"/>
                  <a:gd name="csY20" fmla="*/ 46848 h 136544"/>
                  <a:gd name="csX21" fmla="*/ 61070 w 87010"/>
                  <a:gd name="csY21" fmla="*/ 56877 h 136544"/>
                  <a:gd name="csX22" fmla="*/ 68321 w 87010"/>
                  <a:gd name="csY22" fmla="*/ 84519 h 13654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</a:cxnLst>
                <a:rect l="l" t="t" r="r" b="b"/>
                <a:pathLst>
                  <a:path w="87010" h="136544">
                    <a:moveTo>
                      <a:pt x="13953" y="50571"/>
                    </a:moveTo>
                    <a:lnTo>
                      <a:pt x="13953" y="-991"/>
                    </a:lnTo>
                    <a:lnTo>
                      <a:pt x="-2104" y="-991"/>
                    </a:lnTo>
                    <a:lnTo>
                      <a:pt x="-2104" y="133220"/>
                    </a:lnTo>
                    <a:lnTo>
                      <a:pt x="13953" y="133220"/>
                    </a:lnTo>
                    <a:lnTo>
                      <a:pt x="13953" y="118468"/>
                    </a:lnTo>
                    <a:cubicBezTo>
                      <a:pt x="17324" y="124247"/>
                      <a:pt x="21566" y="128534"/>
                      <a:pt x="26677" y="131331"/>
                    </a:cubicBezTo>
                    <a:cubicBezTo>
                      <a:pt x="31808" y="134146"/>
                      <a:pt x="37929" y="135554"/>
                      <a:pt x="45041" y="135554"/>
                    </a:cubicBezTo>
                    <a:cubicBezTo>
                      <a:pt x="56857" y="135554"/>
                      <a:pt x="66451" y="130868"/>
                      <a:pt x="73822" y="121496"/>
                    </a:cubicBezTo>
                    <a:cubicBezTo>
                      <a:pt x="81212" y="112125"/>
                      <a:pt x="84907" y="99799"/>
                      <a:pt x="84907" y="84519"/>
                    </a:cubicBezTo>
                    <a:cubicBezTo>
                      <a:pt x="84907" y="69240"/>
                      <a:pt x="81212" y="56905"/>
                      <a:pt x="73822" y="47515"/>
                    </a:cubicBezTo>
                    <a:cubicBezTo>
                      <a:pt x="66451" y="38143"/>
                      <a:pt x="56857" y="33457"/>
                      <a:pt x="45041" y="33457"/>
                    </a:cubicBezTo>
                    <a:cubicBezTo>
                      <a:pt x="37929" y="33457"/>
                      <a:pt x="31808" y="34865"/>
                      <a:pt x="26677" y="37680"/>
                    </a:cubicBezTo>
                    <a:cubicBezTo>
                      <a:pt x="21566" y="40495"/>
                      <a:pt x="17324" y="44792"/>
                      <a:pt x="13953" y="50571"/>
                    </a:cubicBezTo>
                    <a:close/>
                    <a:moveTo>
                      <a:pt x="68321" y="84519"/>
                    </a:moveTo>
                    <a:cubicBezTo>
                      <a:pt x="68321" y="96262"/>
                      <a:pt x="65904" y="105476"/>
                      <a:pt x="61070" y="112162"/>
                    </a:cubicBezTo>
                    <a:cubicBezTo>
                      <a:pt x="56237" y="118848"/>
                      <a:pt x="49597" y="122191"/>
                      <a:pt x="41151" y="122191"/>
                    </a:cubicBezTo>
                    <a:cubicBezTo>
                      <a:pt x="32687" y="122191"/>
                      <a:pt x="26038" y="118848"/>
                      <a:pt x="21204" y="112162"/>
                    </a:cubicBezTo>
                    <a:cubicBezTo>
                      <a:pt x="16370" y="105476"/>
                      <a:pt x="13953" y="96262"/>
                      <a:pt x="13953" y="84519"/>
                    </a:cubicBezTo>
                    <a:cubicBezTo>
                      <a:pt x="13953" y="72777"/>
                      <a:pt x="16370" y="63563"/>
                      <a:pt x="21204" y="56877"/>
                    </a:cubicBezTo>
                    <a:cubicBezTo>
                      <a:pt x="26038" y="50191"/>
                      <a:pt x="32687" y="46848"/>
                      <a:pt x="41151" y="46848"/>
                    </a:cubicBezTo>
                    <a:cubicBezTo>
                      <a:pt x="49597" y="46848"/>
                      <a:pt x="56237" y="50191"/>
                      <a:pt x="61070" y="56877"/>
                    </a:cubicBezTo>
                    <a:cubicBezTo>
                      <a:pt x="65904" y="63563"/>
                      <a:pt x="68321" y="72777"/>
                      <a:pt x="68321" y="84519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7" name="Freeform: Shape 1086">
                <a:extLst>
                  <a:ext uri="{FF2B5EF4-FFF2-40B4-BE49-F238E27FC236}">
                    <a16:creationId xmlns:a16="http://schemas.microsoft.com/office/drawing/2014/main" id="{678BF80E-3813-921D-978D-A39C5BDB320E}"/>
                  </a:ext>
                </a:extLst>
              </p:cNvPr>
              <p:cNvSpPr/>
              <p:nvPr/>
            </p:nvSpPr>
            <p:spPr>
              <a:xfrm rot="-5400000" flipV="1">
                <a:off x="1404838" y="1868092"/>
                <a:ext cx="74314" cy="102096"/>
              </a:xfrm>
              <a:custGeom>
                <a:avLst/>
                <a:gdLst>
                  <a:gd name="csX0" fmla="*/ 67449 w 74314"/>
                  <a:gd name="csY0" fmla="*/ 95282 h 102096"/>
                  <a:gd name="csX1" fmla="*/ 67449 w 74314"/>
                  <a:gd name="csY1" fmla="*/ 80169 h 102096"/>
                  <a:gd name="csX2" fmla="*/ 53392 w 74314"/>
                  <a:gd name="csY2" fmla="*/ 85364 h 102096"/>
                  <a:gd name="csX3" fmla="*/ 38279 w 74314"/>
                  <a:gd name="csY3" fmla="*/ 87114 h 102096"/>
                  <a:gd name="csX4" fmla="*/ 20443 w 74314"/>
                  <a:gd name="csY4" fmla="*/ 83475 h 102096"/>
                  <a:gd name="csX5" fmla="*/ 14498 w 74314"/>
                  <a:gd name="csY5" fmla="*/ 72529 h 102096"/>
                  <a:gd name="csX6" fmla="*/ 18748 w 74314"/>
                  <a:gd name="csY6" fmla="*/ 63806 h 102096"/>
                  <a:gd name="csX7" fmla="*/ 35862 w 74314"/>
                  <a:gd name="csY7" fmla="*/ 57777 h 102096"/>
                  <a:gd name="csX8" fmla="*/ 41335 w 74314"/>
                  <a:gd name="csY8" fmla="*/ 56555 h 102096"/>
                  <a:gd name="csX9" fmla="*/ 65504 w 74314"/>
                  <a:gd name="csY9" fmla="*/ 46276 h 102096"/>
                  <a:gd name="csX10" fmla="*/ 72672 w 74314"/>
                  <a:gd name="csY10" fmla="*/ 27746 h 102096"/>
                  <a:gd name="csX11" fmla="*/ 61948 w 74314"/>
                  <a:gd name="csY11" fmla="*/ 6271 h 102096"/>
                  <a:gd name="csX12" fmla="*/ 32472 w 74314"/>
                  <a:gd name="csY12" fmla="*/ -1619 h 102096"/>
                  <a:gd name="csX13" fmla="*/ 16193 w 74314"/>
                  <a:gd name="csY13" fmla="*/ -91 h 102096"/>
                  <a:gd name="csX14" fmla="*/ -1643 w 74314"/>
                  <a:gd name="csY14" fmla="*/ 4465 h 102096"/>
                  <a:gd name="csX15" fmla="*/ -1643 w 74314"/>
                  <a:gd name="csY15" fmla="*/ 20967 h 102096"/>
                  <a:gd name="csX16" fmla="*/ 15804 w 74314"/>
                  <a:gd name="csY16" fmla="*/ 14049 h 102096"/>
                  <a:gd name="csX17" fmla="*/ 32834 w 74314"/>
                  <a:gd name="csY17" fmla="*/ 11771 h 102096"/>
                  <a:gd name="csX18" fmla="*/ 50169 w 74314"/>
                  <a:gd name="csY18" fmla="*/ 15633 h 102096"/>
                  <a:gd name="csX19" fmla="*/ 56253 w 74314"/>
                  <a:gd name="csY19" fmla="*/ 26523 h 102096"/>
                  <a:gd name="csX20" fmla="*/ 51864 w 74314"/>
                  <a:gd name="csY20" fmla="*/ 36497 h 102096"/>
                  <a:gd name="csX21" fmla="*/ 32639 w 74314"/>
                  <a:gd name="csY21" fmla="*/ 43192 h 102096"/>
                  <a:gd name="csX22" fmla="*/ 27083 w 74314"/>
                  <a:gd name="csY22" fmla="*/ 44498 h 102096"/>
                  <a:gd name="csX23" fmla="*/ 5636 w 74314"/>
                  <a:gd name="csY23" fmla="*/ 54082 h 102096"/>
                  <a:gd name="csX24" fmla="*/ -948 w 74314"/>
                  <a:gd name="csY24" fmla="*/ 71834 h 102096"/>
                  <a:gd name="csX25" fmla="*/ 8775 w 74314"/>
                  <a:gd name="csY25" fmla="*/ 93004 h 102096"/>
                  <a:gd name="csX26" fmla="*/ 36390 w 74314"/>
                  <a:gd name="csY26" fmla="*/ 100477 h 102096"/>
                  <a:gd name="csX27" fmla="*/ 53031 w 74314"/>
                  <a:gd name="csY27" fmla="*/ 99171 h 102096"/>
                  <a:gd name="csX28" fmla="*/ 67449 w 74314"/>
                  <a:gd name="csY28" fmla="*/ 95282 h 10209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</a:cxnLst>
                <a:rect l="l" t="t" r="r" b="b"/>
                <a:pathLst>
                  <a:path w="74314" h="102096">
                    <a:moveTo>
                      <a:pt x="67449" y="95282"/>
                    </a:moveTo>
                    <a:lnTo>
                      <a:pt x="67449" y="80169"/>
                    </a:lnTo>
                    <a:cubicBezTo>
                      <a:pt x="62948" y="82484"/>
                      <a:pt x="58263" y="84216"/>
                      <a:pt x="53392" y="85364"/>
                    </a:cubicBezTo>
                    <a:cubicBezTo>
                      <a:pt x="48539" y="86531"/>
                      <a:pt x="43502" y="87114"/>
                      <a:pt x="38279" y="87114"/>
                    </a:cubicBezTo>
                    <a:cubicBezTo>
                      <a:pt x="30352" y="87114"/>
                      <a:pt x="24407" y="85901"/>
                      <a:pt x="20443" y="83475"/>
                    </a:cubicBezTo>
                    <a:cubicBezTo>
                      <a:pt x="16480" y="81049"/>
                      <a:pt x="14498" y="77400"/>
                      <a:pt x="14498" y="72529"/>
                    </a:cubicBezTo>
                    <a:cubicBezTo>
                      <a:pt x="14498" y="68825"/>
                      <a:pt x="15915" y="65917"/>
                      <a:pt x="18748" y="63806"/>
                    </a:cubicBezTo>
                    <a:cubicBezTo>
                      <a:pt x="21582" y="61694"/>
                      <a:pt x="27287" y="59685"/>
                      <a:pt x="35862" y="57777"/>
                    </a:cubicBezTo>
                    <a:lnTo>
                      <a:pt x="41335" y="56555"/>
                    </a:lnTo>
                    <a:cubicBezTo>
                      <a:pt x="52669" y="54129"/>
                      <a:pt x="60726" y="50702"/>
                      <a:pt x="65504" y="46276"/>
                    </a:cubicBezTo>
                    <a:cubicBezTo>
                      <a:pt x="70283" y="41849"/>
                      <a:pt x="72672" y="35673"/>
                      <a:pt x="72672" y="27746"/>
                    </a:cubicBezTo>
                    <a:cubicBezTo>
                      <a:pt x="72672" y="18707"/>
                      <a:pt x="69097" y="11549"/>
                      <a:pt x="61948" y="6271"/>
                    </a:cubicBezTo>
                    <a:cubicBezTo>
                      <a:pt x="54799" y="1011"/>
                      <a:pt x="44974" y="-1619"/>
                      <a:pt x="32472" y="-1619"/>
                    </a:cubicBezTo>
                    <a:cubicBezTo>
                      <a:pt x="27268" y="-1619"/>
                      <a:pt x="21841" y="-1110"/>
                      <a:pt x="16193" y="-91"/>
                    </a:cubicBezTo>
                    <a:cubicBezTo>
                      <a:pt x="10544" y="927"/>
                      <a:pt x="4599" y="2446"/>
                      <a:pt x="-1643" y="4465"/>
                    </a:cubicBezTo>
                    <a:lnTo>
                      <a:pt x="-1643" y="20967"/>
                    </a:lnTo>
                    <a:cubicBezTo>
                      <a:pt x="4265" y="17893"/>
                      <a:pt x="10081" y="15587"/>
                      <a:pt x="15804" y="14049"/>
                    </a:cubicBezTo>
                    <a:cubicBezTo>
                      <a:pt x="21527" y="12531"/>
                      <a:pt x="27203" y="11771"/>
                      <a:pt x="32834" y="11771"/>
                    </a:cubicBezTo>
                    <a:cubicBezTo>
                      <a:pt x="40353" y="11771"/>
                      <a:pt x="46132" y="13059"/>
                      <a:pt x="50169" y="15633"/>
                    </a:cubicBezTo>
                    <a:cubicBezTo>
                      <a:pt x="54225" y="18207"/>
                      <a:pt x="56253" y="21837"/>
                      <a:pt x="56253" y="26523"/>
                    </a:cubicBezTo>
                    <a:cubicBezTo>
                      <a:pt x="56253" y="30857"/>
                      <a:pt x="54790" y="34182"/>
                      <a:pt x="51864" y="36497"/>
                    </a:cubicBezTo>
                    <a:cubicBezTo>
                      <a:pt x="48956" y="38812"/>
                      <a:pt x="42548" y="41044"/>
                      <a:pt x="32639" y="43192"/>
                    </a:cubicBezTo>
                    <a:lnTo>
                      <a:pt x="27083" y="44498"/>
                    </a:lnTo>
                    <a:cubicBezTo>
                      <a:pt x="17193" y="46572"/>
                      <a:pt x="10044" y="49767"/>
                      <a:pt x="5636" y="54082"/>
                    </a:cubicBezTo>
                    <a:cubicBezTo>
                      <a:pt x="1246" y="58398"/>
                      <a:pt x="-948" y="64315"/>
                      <a:pt x="-948" y="71834"/>
                    </a:cubicBezTo>
                    <a:cubicBezTo>
                      <a:pt x="-948" y="80984"/>
                      <a:pt x="2293" y="88040"/>
                      <a:pt x="8775" y="93004"/>
                    </a:cubicBezTo>
                    <a:cubicBezTo>
                      <a:pt x="15257" y="97986"/>
                      <a:pt x="24462" y="100477"/>
                      <a:pt x="36390" y="100477"/>
                    </a:cubicBezTo>
                    <a:cubicBezTo>
                      <a:pt x="42279" y="100477"/>
                      <a:pt x="47826" y="100042"/>
                      <a:pt x="53031" y="99171"/>
                    </a:cubicBezTo>
                    <a:cubicBezTo>
                      <a:pt x="58253" y="98319"/>
                      <a:pt x="63060" y="97023"/>
                      <a:pt x="67449" y="95282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8" name="Freeform: Shape 1087">
                <a:extLst>
                  <a:ext uri="{FF2B5EF4-FFF2-40B4-BE49-F238E27FC236}">
                    <a16:creationId xmlns:a16="http://schemas.microsoft.com/office/drawing/2014/main" id="{A58EAD72-068F-3A81-4C77-9EF3BF7886D1}"/>
                  </a:ext>
                </a:extLst>
              </p:cNvPr>
              <p:cNvSpPr/>
              <p:nvPr/>
            </p:nvSpPr>
            <p:spPr>
              <a:xfrm rot="-5400000" flipV="1">
                <a:off x="1414867" y="1759957"/>
                <a:ext cx="39838" cy="158353"/>
              </a:xfrm>
              <a:custGeom>
                <a:avLst/>
                <a:gdLst>
                  <a:gd name="csX0" fmla="*/ -1189 w 39838"/>
                  <a:gd name="csY0" fmla="*/ 156468 h 158353"/>
                  <a:gd name="csX1" fmla="*/ 12702 w 39838"/>
                  <a:gd name="csY1" fmla="*/ 156468 h 158353"/>
                  <a:gd name="csX2" fmla="*/ 32176 w 39838"/>
                  <a:gd name="csY2" fmla="*/ 116352 h 158353"/>
                  <a:gd name="csX3" fmla="*/ 38649 w 39838"/>
                  <a:gd name="csY3" fmla="*/ 77375 h 158353"/>
                  <a:gd name="csX4" fmla="*/ 32176 w 39838"/>
                  <a:gd name="csY4" fmla="*/ 38231 h 158353"/>
                  <a:gd name="csX5" fmla="*/ 12702 w 39838"/>
                  <a:gd name="csY5" fmla="*/ -1885 h 158353"/>
                  <a:gd name="csX6" fmla="*/ -1189 w 39838"/>
                  <a:gd name="csY6" fmla="*/ -1885 h 158353"/>
                  <a:gd name="csX7" fmla="*/ 16035 w 39838"/>
                  <a:gd name="csY7" fmla="*/ 37676 h 158353"/>
                  <a:gd name="csX8" fmla="*/ 21731 w 39838"/>
                  <a:gd name="csY8" fmla="*/ 77375 h 158353"/>
                  <a:gd name="csX9" fmla="*/ 16035 w 39838"/>
                  <a:gd name="csY9" fmla="*/ 116963 h 158353"/>
                  <a:gd name="csX10" fmla="*/ -1189 w 39838"/>
                  <a:gd name="csY10" fmla="*/ 156468 h 15835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39838" h="158353">
                    <a:moveTo>
                      <a:pt x="-1189" y="156468"/>
                    </a:moveTo>
                    <a:lnTo>
                      <a:pt x="12702" y="156468"/>
                    </a:lnTo>
                    <a:cubicBezTo>
                      <a:pt x="21369" y="142818"/>
                      <a:pt x="27861" y="129446"/>
                      <a:pt x="32176" y="116352"/>
                    </a:cubicBezTo>
                    <a:cubicBezTo>
                      <a:pt x="36492" y="103276"/>
                      <a:pt x="38649" y="90284"/>
                      <a:pt x="38649" y="77375"/>
                    </a:cubicBezTo>
                    <a:cubicBezTo>
                      <a:pt x="38649" y="64410"/>
                      <a:pt x="36492" y="51362"/>
                      <a:pt x="32176" y="38231"/>
                    </a:cubicBezTo>
                    <a:cubicBezTo>
                      <a:pt x="27861" y="25100"/>
                      <a:pt x="21369" y="11728"/>
                      <a:pt x="12702" y="-1885"/>
                    </a:cubicBezTo>
                    <a:lnTo>
                      <a:pt x="-1189" y="-1885"/>
                    </a:lnTo>
                    <a:cubicBezTo>
                      <a:pt x="6497" y="11376"/>
                      <a:pt x="12239" y="24563"/>
                      <a:pt x="16035" y="37676"/>
                    </a:cubicBezTo>
                    <a:cubicBezTo>
                      <a:pt x="19832" y="50788"/>
                      <a:pt x="21731" y="64021"/>
                      <a:pt x="21731" y="77375"/>
                    </a:cubicBezTo>
                    <a:cubicBezTo>
                      <a:pt x="21731" y="90747"/>
                      <a:pt x="19832" y="103943"/>
                      <a:pt x="16035" y="116963"/>
                    </a:cubicBezTo>
                    <a:cubicBezTo>
                      <a:pt x="12239" y="130002"/>
                      <a:pt x="6497" y="143170"/>
                      <a:pt x="-1189" y="156468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" cap="flat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1089" name="Freeform: Shape 1088">
            <a:extLst>
              <a:ext uri="{FF2B5EF4-FFF2-40B4-BE49-F238E27FC236}">
                <a16:creationId xmlns:a16="http://schemas.microsoft.com/office/drawing/2014/main" id="{E3C5C635-2034-6DE6-3FF6-426A847A57CD}"/>
              </a:ext>
            </a:extLst>
          </p:cNvPr>
          <p:cNvSpPr/>
          <p:nvPr/>
        </p:nvSpPr>
        <p:spPr>
          <a:xfrm>
            <a:off x="2086494" y="1149881"/>
            <a:ext cx="5152903" cy="3150239"/>
          </a:xfrm>
          <a:custGeom>
            <a:avLst/>
            <a:gdLst>
              <a:gd name="csX0" fmla="*/ 0 w 5152903"/>
              <a:gd name="csY0" fmla="*/ 2202 h 3150239"/>
              <a:gd name="csX1" fmla="*/ 10339 w 5152903"/>
              <a:gd name="csY1" fmla="*/ 1316323 h 3150239"/>
              <a:gd name="csX2" fmla="*/ 20657 w 5152903"/>
              <a:gd name="csY2" fmla="*/ 1501546 h 3150239"/>
              <a:gd name="csX3" fmla="*/ 30987 w 5152903"/>
              <a:gd name="csY3" fmla="*/ 1500308 h 3150239"/>
              <a:gd name="csX4" fmla="*/ 41309 w 5152903"/>
              <a:gd name="csY4" fmla="*/ 1537442 h 3150239"/>
              <a:gd name="csX5" fmla="*/ 51635 w 5152903"/>
              <a:gd name="csY5" fmla="*/ 1500919 h 3150239"/>
              <a:gd name="csX6" fmla="*/ 61960 w 5152903"/>
              <a:gd name="csY6" fmla="*/ 1500441 h 3150239"/>
              <a:gd name="csX7" fmla="*/ 72283 w 5152903"/>
              <a:gd name="csY7" fmla="*/ 1538103 h 3150239"/>
              <a:gd name="csX8" fmla="*/ 82613 w 5152903"/>
              <a:gd name="csY8" fmla="*/ 1464048 h 3150239"/>
              <a:gd name="csX9" fmla="*/ 92937 w 5152903"/>
              <a:gd name="csY9" fmla="*/ 1537732 h 3150239"/>
              <a:gd name="csX10" fmla="*/ 103264 w 5152903"/>
              <a:gd name="csY10" fmla="*/ 1537409 h 3150239"/>
              <a:gd name="csX11" fmla="*/ 113589 w 5152903"/>
              <a:gd name="csY11" fmla="*/ 1500705 h 3150239"/>
              <a:gd name="csX12" fmla="*/ 123914 w 5152903"/>
              <a:gd name="csY12" fmla="*/ 1537522 h 3150239"/>
              <a:gd name="csX13" fmla="*/ 134239 w 5152903"/>
              <a:gd name="csY13" fmla="*/ 1500903 h 3150239"/>
              <a:gd name="csX14" fmla="*/ 144565 w 5152903"/>
              <a:gd name="csY14" fmla="*/ 1500903 h 3150239"/>
              <a:gd name="csX15" fmla="*/ 154891 w 5152903"/>
              <a:gd name="csY15" fmla="*/ 1507604 h 3150239"/>
              <a:gd name="csX16" fmla="*/ 165259 w 5152903"/>
              <a:gd name="csY16" fmla="*/ 1530948 h 3150239"/>
              <a:gd name="csX17" fmla="*/ 175543 w 5152903"/>
              <a:gd name="csY17" fmla="*/ 1537409 h 3150239"/>
              <a:gd name="csX18" fmla="*/ 185868 w 5152903"/>
              <a:gd name="csY18" fmla="*/ 1500836 h 3150239"/>
              <a:gd name="csX19" fmla="*/ 196193 w 5152903"/>
              <a:gd name="csY19" fmla="*/ 1537587 h 3150239"/>
              <a:gd name="csX20" fmla="*/ 206525 w 5152903"/>
              <a:gd name="csY20" fmla="*/ 0 h 3150239"/>
              <a:gd name="csX21" fmla="*/ 216857 w 5152903"/>
              <a:gd name="csY21" fmla="*/ 987386 h 3150239"/>
              <a:gd name="csX22" fmla="*/ 227181 w 5152903"/>
              <a:gd name="csY22" fmla="*/ 1391316 h 3150239"/>
              <a:gd name="csX23" fmla="*/ 258159 w 5152903"/>
              <a:gd name="csY23" fmla="*/ 1391035 h 3150239"/>
              <a:gd name="csX24" fmla="*/ 268486 w 5152903"/>
              <a:gd name="csY24" fmla="*/ 1391826 h 3150239"/>
              <a:gd name="csX25" fmla="*/ 278817 w 5152903"/>
              <a:gd name="csY25" fmla="*/ 1353306 h 3150239"/>
              <a:gd name="csX26" fmla="*/ 289137 w 5152903"/>
              <a:gd name="csY26" fmla="*/ 1390824 h 3150239"/>
              <a:gd name="csX27" fmla="*/ 299462 w 5152903"/>
              <a:gd name="csY27" fmla="*/ 1354582 h 3150239"/>
              <a:gd name="csX28" fmla="*/ 320113 w 5152903"/>
              <a:gd name="csY28" fmla="*/ 1427960 h 3150239"/>
              <a:gd name="csX29" fmla="*/ 330441 w 5152903"/>
              <a:gd name="csY29" fmla="*/ 1353810 h 3150239"/>
              <a:gd name="csX30" fmla="*/ 340764 w 5152903"/>
              <a:gd name="csY30" fmla="*/ 1757522 h 3150239"/>
              <a:gd name="csX31" fmla="*/ 351091 w 5152903"/>
              <a:gd name="csY31" fmla="*/ 1354169 h 3150239"/>
              <a:gd name="csX32" fmla="*/ 361416 w 5152903"/>
              <a:gd name="csY32" fmla="*/ 1391035 h 3150239"/>
              <a:gd name="csX33" fmla="*/ 371742 w 5152903"/>
              <a:gd name="csY33" fmla="*/ 1391808 h 3150239"/>
              <a:gd name="csX34" fmla="*/ 382073 w 5152903"/>
              <a:gd name="csY34" fmla="*/ 1390102 h 3150239"/>
              <a:gd name="csX35" fmla="*/ 402720 w 5152903"/>
              <a:gd name="csY35" fmla="*/ 1390929 h 3150239"/>
              <a:gd name="csX36" fmla="*/ 413052 w 5152903"/>
              <a:gd name="csY36" fmla="*/ 366335 h 3150239"/>
              <a:gd name="csX37" fmla="*/ 423384 w 5152903"/>
              <a:gd name="csY37" fmla="*/ 364664 h 3150239"/>
              <a:gd name="csX38" fmla="*/ 433709 w 5152903"/>
              <a:gd name="csY38" fmla="*/ 364609 h 3150239"/>
              <a:gd name="csX39" fmla="*/ 444035 w 5152903"/>
              <a:gd name="csY39" fmla="*/ 877047 h 3150239"/>
              <a:gd name="csX40" fmla="*/ 454357 w 5152903"/>
              <a:gd name="csY40" fmla="*/ 951827 h 3150239"/>
              <a:gd name="csX41" fmla="*/ 464686 w 5152903"/>
              <a:gd name="csY41" fmla="*/ 841075 h 3150239"/>
              <a:gd name="csX42" fmla="*/ 485338 w 5152903"/>
              <a:gd name="csY42" fmla="*/ 766433 h 3150239"/>
              <a:gd name="csX43" fmla="*/ 495657 w 5152903"/>
              <a:gd name="csY43" fmla="*/ 842506 h 3150239"/>
              <a:gd name="csX44" fmla="*/ 505989 w 5152903"/>
              <a:gd name="csY44" fmla="*/ 804398 h 3150239"/>
              <a:gd name="csX45" fmla="*/ 516314 w 5152903"/>
              <a:gd name="csY45" fmla="*/ 841098 h 3150239"/>
              <a:gd name="csX46" fmla="*/ 526640 w 5152903"/>
              <a:gd name="csY46" fmla="*/ 839966 h 3150239"/>
              <a:gd name="csX47" fmla="*/ 536960 w 5152903"/>
              <a:gd name="csY47" fmla="*/ 805758 h 3150239"/>
              <a:gd name="csX48" fmla="*/ 547292 w 5152903"/>
              <a:gd name="csY48" fmla="*/ 804750 h 3150239"/>
              <a:gd name="csX49" fmla="*/ 557619 w 5152903"/>
              <a:gd name="csY49" fmla="*/ 840752 h 3150239"/>
              <a:gd name="csX50" fmla="*/ 567943 w 5152903"/>
              <a:gd name="csY50" fmla="*/ 841098 h 3150239"/>
              <a:gd name="csX51" fmla="*/ 578268 w 5152903"/>
              <a:gd name="csY51" fmla="*/ 829670 h 3150239"/>
              <a:gd name="csX52" fmla="*/ 588706 w 5152903"/>
              <a:gd name="csY52" fmla="*/ 1001044 h 3150239"/>
              <a:gd name="csX53" fmla="*/ 598919 w 5152903"/>
              <a:gd name="csY53" fmla="*/ 804985 h 3150239"/>
              <a:gd name="csX54" fmla="*/ 609247 w 5152903"/>
              <a:gd name="csY54" fmla="*/ 840775 h 3150239"/>
              <a:gd name="csX55" fmla="*/ 619579 w 5152903"/>
              <a:gd name="csY55" fmla="*/ 1098941 h 3150239"/>
              <a:gd name="csX56" fmla="*/ 629911 w 5152903"/>
              <a:gd name="csY56" fmla="*/ 1061163 h 3150239"/>
              <a:gd name="csX57" fmla="*/ 640237 w 5152903"/>
              <a:gd name="csY57" fmla="*/ 1097526 h 3150239"/>
              <a:gd name="csX58" fmla="*/ 650562 w 5152903"/>
              <a:gd name="csY58" fmla="*/ 1097731 h 3150239"/>
              <a:gd name="csX59" fmla="*/ 660888 w 5152903"/>
              <a:gd name="csY59" fmla="*/ 1061038 h 3150239"/>
              <a:gd name="csX60" fmla="*/ 671214 w 5152903"/>
              <a:gd name="csY60" fmla="*/ 1097731 h 3150239"/>
              <a:gd name="csX61" fmla="*/ 681539 w 5152903"/>
              <a:gd name="csY61" fmla="*/ 1097670 h 3150239"/>
              <a:gd name="csX62" fmla="*/ 691865 w 5152903"/>
              <a:gd name="csY62" fmla="*/ 1061100 h 3150239"/>
              <a:gd name="csX63" fmla="*/ 702191 w 5152903"/>
              <a:gd name="csY63" fmla="*/ 1097587 h 3150239"/>
              <a:gd name="csX64" fmla="*/ 712516 w 5152903"/>
              <a:gd name="csY64" fmla="*/ 1062374 h 3150239"/>
              <a:gd name="csX65" fmla="*/ 722848 w 5152903"/>
              <a:gd name="csY65" fmla="*/ 1096376 h 3150239"/>
              <a:gd name="csX66" fmla="*/ 733167 w 5152903"/>
              <a:gd name="csY66" fmla="*/ 1062603 h 3150239"/>
              <a:gd name="csX67" fmla="*/ 743501 w 5152903"/>
              <a:gd name="csY67" fmla="*/ 1096191 h 3150239"/>
              <a:gd name="csX68" fmla="*/ 753819 w 5152903"/>
              <a:gd name="csY68" fmla="*/ 1097711 h 3150239"/>
              <a:gd name="csX69" fmla="*/ 764144 w 5152903"/>
              <a:gd name="csY69" fmla="*/ 1097772 h 3150239"/>
              <a:gd name="csX70" fmla="*/ 774471 w 5152903"/>
              <a:gd name="csY70" fmla="*/ 1061121 h 3150239"/>
              <a:gd name="csX71" fmla="*/ 784797 w 5152903"/>
              <a:gd name="csY71" fmla="*/ 1097649 h 3150239"/>
              <a:gd name="csX72" fmla="*/ 795122 w 5152903"/>
              <a:gd name="csY72" fmla="*/ 1097546 h 3150239"/>
              <a:gd name="csX73" fmla="*/ 805447 w 5152903"/>
              <a:gd name="csY73" fmla="*/ 1061246 h 3150239"/>
              <a:gd name="csX74" fmla="*/ 815773 w 5152903"/>
              <a:gd name="csY74" fmla="*/ 1097608 h 3150239"/>
              <a:gd name="csX75" fmla="*/ 826106 w 5152903"/>
              <a:gd name="csY75" fmla="*/ 1355371 h 3150239"/>
              <a:gd name="csX76" fmla="*/ 836438 w 5152903"/>
              <a:gd name="csY76" fmla="*/ 1354259 h 3150239"/>
              <a:gd name="csX77" fmla="*/ 846763 w 5152903"/>
              <a:gd name="csY77" fmla="*/ 1391175 h 3150239"/>
              <a:gd name="csX78" fmla="*/ 857090 w 5152903"/>
              <a:gd name="csY78" fmla="*/ 1353971 h 3150239"/>
              <a:gd name="csX79" fmla="*/ 877740 w 5152903"/>
              <a:gd name="csY79" fmla="*/ 1355569 h 3150239"/>
              <a:gd name="csX80" fmla="*/ 888073 w 5152903"/>
              <a:gd name="csY80" fmla="*/ 1353001 h 3150239"/>
              <a:gd name="csX81" fmla="*/ 898392 w 5152903"/>
              <a:gd name="csY81" fmla="*/ 1390964 h 3150239"/>
              <a:gd name="csX82" fmla="*/ 908717 w 5152903"/>
              <a:gd name="csY82" fmla="*/ 1354223 h 3150239"/>
              <a:gd name="csX83" fmla="*/ 919043 w 5152903"/>
              <a:gd name="csY83" fmla="*/ 1363354 h 3150239"/>
              <a:gd name="csX84" fmla="*/ 929421 w 5152903"/>
              <a:gd name="csY84" fmla="*/ 1345016 h 3150239"/>
              <a:gd name="csX85" fmla="*/ 939694 w 5152903"/>
              <a:gd name="csY85" fmla="*/ 1354259 h 3150239"/>
              <a:gd name="csX86" fmla="*/ 950019 w 5152903"/>
              <a:gd name="csY86" fmla="*/ 1390929 h 3150239"/>
              <a:gd name="csX87" fmla="*/ 960345 w 5152903"/>
              <a:gd name="csY87" fmla="*/ 1354331 h 3150239"/>
              <a:gd name="csX88" fmla="*/ 970671 w 5152903"/>
              <a:gd name="csY88" fmla="*/ 1355120 h 3150239"/>
              <a:gd name="csX89" fmla="*/ 981002 w 5152903"/>
              <a:gd name="csY89" fmla="*/ 1353324 h 3150239"/>
              <a:gd name="csX90" fmla="*/ 991322 w 5152903"/>
              <a:gd name="csY90" fmla="*/ 1354241 h 3150239"/>
              <a:gd name="csX91" fmla="*/ 1001648 w 5152903"/>
              <a:gd name="csY91" fmla="*/ 1390894 h 3150239"/>
              <a:gd name="csX92" fmla="*/ 1011973 w 5152903"/>
              <a:gd name="csY92" fmla="*/ 1354331 h 3150239"/>
              <a:gd name="csX93" fmla="*/ 1022299 w 5152903"/>
              <a:gd name="csY93" fmla="*/ 1354456 h 3150239"/>
              <a:gd name="csX94" fmla="*/ 1032631 w 5152903"/>
              <a:gd name="csY94" fmla="*/ 952420 h 3150239"/>
              <a:gd name="csX95" fmla="*/ 1053289 w 5152903"/>
              <a:gd name="csY95" fmla="*/ 951079 h 3150239"/>
              <a:gd name="csX96" fmla="*/ 1063614 w 5152903"/>
              <a:gd name="csY96" fmla="*/ 1061038 h 3150239"/>
              <a:gd name="csX97" fmla="*/ 1073940 w 5152903"/>
              <a:gd name="csY97" fmla="*/ 1390577 h 3150239"/>
              <a:gd name="csX98" fmla="*/ 1084264 w 5152903"/>
              <a:gd name="csY98" fmla="*/ 1354600 h 3150239"/>
              <a:gd name="csX99" fmla="*/ 1094591 w 5152903"/>
              <a:gd name="csY99" fmla="*/ 1390929 h 3150239"/>
              <a:gd name="csX100" fmla="*/ 1115242 w 5152903"/>
              <a:gd name="csY100" fmla="*/ 1390929 h 3150239"/>
              <a:gd name="csX101" fmla="*/ 1125568 w 5152903"/>
              <a:gd name="csY101" fmla="*/ 1537700 h 3150239"/>
              <a:gd name="csX102" fmla="*/ 1135895 w 5152903"/>
              <a:gd name="csY102" fmla="*/ 1390718 h 3150239"/>
              <a:gd name="csX103" fmla="*/ 1156545 w 5152903"/>
              <a:gd name="csY103" fmla="*/ 1390929 h 3150239"/>
              <a:gd name="csX104" fmla="*/ 1166871 w 5152903"/>
              <a:gd name="csY104" fmla="*/ 1281028 h 3150239"/>
              <a:gd name="csX105" fmla="*/ 1177197 w 5152903"/>
              <a:gd name="csY105" fmla="*/ 987624 h 3150239"/>
              <a:gd name="csX106" fmla="*/ 1208173 w 5152903"/>
              <a:gd name="csY106" fmla="*/ 987732 h 3150239"/>
              <a:gd name="csX107" fmla="*/ 1218499 w 5152903"/>
              <a:gd name="csY107" fmla="*/ 950463 h 3150239"/>
              <a:gd name="csX108" fmla="*/ 1228821 w 5152903"/>
              <a:gd name="csY108" fmla="*/ 989741 h 3150239"/>
              <a:gd name="csX109" fmla="*/ 1239153 w 5152903"/>
              <a:gd name="csY109" fmla="*/ 1355336 h 3150239"/>
              <a:gd name="csX110" fmla="*/ 1249485 w 5152903"/>
              <a:gd name="csY110" fmla="*/ 1317624 h 3150239"/>
              <a:gd name="csX111" fmla="*/ 1259811 w 5152903"/>
              <a:gd name="csY111" fmla="*/ 1425510 h 3150239"/>
              <a:gd name="csX112" fmla="*/ 1270344 w 5152903"/>
              <a:gd name="csY112" fmla="*/ 1243038 h 3150239"/>
              <a:gd name="csX113" fmla="*/ 1280464 w 5152903"/>
              <a:gd name="csY113" fmla="*/ 1354420 h 3150239"/>
              <a:gd name="csX114" fmla="*/ 1290790 w 5152903"/>
              <a:gd name="csY114" fmla="*/ 1317148 h 3150239"/>
              <a:gd name="csX115" fmla="*/ 1301113 w 5152903"/>
              <a:gd name="csY115" fmla="*/ 1354241 h 3150239"/>
              <a:gd name="csX116" fmla="*/ 1311439 w 5152903"/>
              <a:gd name="csY116" fmla="*/ 1354349 h 3150239"/>
              <a:gd name="csX117" fmla="*/ 1321765 w 5152903"/>
              <a:gd name="csY117" fmla="*/ 1317478 h 3150239"/>
              <a:gd name="csX118" fmla="*/ 1332090 w 5152903"/>
              <a:gd name="csY118" fmla="*/ 1354277 h 3150239"/>
              <a:gd name="csX119" fmla="*/ 1342416 w 5152903"/>
              <a:gd name="csY119" fmla="*/ 1317624 h 3150239"/>
              <a:gd name="csX120" fmla="*/ 1352742 w 5152903"/>
              <a:gd name="csY120" fmla="*/ 1354403 h 3150239"/>
              <a:gd name="csX121" fmla="*/ 1363068 w 5152903"/>
              <a:gd name="csY121" fmla="*/ 1354169 h 3150239"/>
              <a:gd name="csX122" fmla="*/ 1373393 w 5152903"/>
              <a:gd name="csY122" fmla="*/ 1317533 h 3150239"/>
              <a:gd name="csX123" fmla="*/ 1383718 w 5152903"/>
              <a:gd name="csY123" fmla="*/ 1354420 h 3150239"/>
              <a:gd name="csX124" fmla="*/ 1394045 w 5152903"/>
              <a:gd name="csY124" fmla="*/ 1317423 h 3150239"/>
              <a:gd name="csX125" fmla="*/ 1404370 w 5152903"/>
              <a:gd name="csY125" fmla="*/ 1354295 h 3150239"/>
              <a:gd name="csX126" fmla="*/ 1414695 w 5152903"/>
              <a:gd name="csY126" fmla="*/ 1354277 h 3150239"/>
              <a:gd name="csX127" fmla="*/ 1425021 w 5152903"/>
              <a:gd name="csY127" fmla="*/ 1317569 h 3150239"/>
              <a:gd name="csX128" fmla="*/ 1435347 w 5152903"/>
              <a:gd name="csY128" fmla="*/ 1354492 h 3150239"/>
              <a:gd name="csX129" fmla="*/ 1445679 w 5152903"/>
              <a:gd name="csY129" fmla="*/ 1941475 h 3150239"/>
              <a:gd name="csX130" fmla="*/ 1456011 w 5152903"/>
              <a:gd name="csY130" fmla="*/ 1903999 h 3150239"/>
              <a:gd name="csX131" fmla="*/ 1466336 w 5152903"/>
              <a:gd name="csY131" fmla="*/ 1940786 h 3150239"/>
              <a:gd name="csX132" fmla="*/ 1497314 w 5152903"/>
              <a:gd name="csY132" fmla="*/ 1940544 h 3150239"/>
              <a:gd name="csX133" fmla="*/ 1507639 w 5152903"/>
              <a:gd name="csY133" fmla="*/ 2087450 h 3150239"/>
              <a:gd name="csX134" fmla="*/ 1517966 w 5152903"/>
              <a:gd name="csY134" fmla="*/ 2197013 h 3150239"/>
              <a:gd name="csX135" fmla="*/ 1528289 w 5152903"/>
              <a:gd name="csY135" fmla="*/ 2234161 h 3150239"/>
              <a:gd name="csX136" fmla="*/ 1569593 w 5152903"/>
              <a:gd name="csY136" fmla="*/ 2234024 h 3150239"/>
              <a:gd name="csX137" fmla="*/ 1579920 w 5152903"/>
              <a:gd name="csY137" fmla="*/ 2198793 h 3150239"/>
              <a:gd name="csX138" fmla="*/ 1590262 w 5152903"/>
              <a:gd name="csY138" fmla="*/ 2232381 h 3150239"/>
              <a:gd name="csX139" fmla="*/ 1600570 w 5152903"/>
              <a:gd name="csY139" fmla="*/ 2233886 h 3150239"/>
              <a:gd name="csX140" fmla="*/ 1621220 w 5152903"/>
              <a:gd name="csY140" fmla="*/ 2234408 h 3150239"/>
              <a:gd name="csX141" fmla="*/ 1631552 w 5152903"/>
              <a:gd name="csY141" fmla="*/ 2276239 h 3150239"/>
              <a:gd name="csX142" fmla="*/ 1641944 w 5152903"/>
              <a:gd name="csY142" fmla="*/ 2264410 h 3150239"/>
              <a:gd name="csX143" fmla="*/ 1652279 w 5152903"/>
              <a:gd name="csY143" fmla="*/ 1978432 h 3150239"/>
              <a:gd name="csX144" fmla="*/ 1662614 w 5152903"/>
              <a:gd name="csY144" fmla="*/ 2013757 h 3150239"/>
              <a:gd name="csX145" fmla="*/ 1672938 w 5152903"/>
              <a:gd name="csY145" fmla="*/ 1977296 h 3150239"/>
              <a:gd name="csX146" fmla="*/ 1683263 w 5152903"/>
              <a:gd name="csY146" fmla="*/ 1977366 h 3150239"/>
              <a:gd name="csX147" fmla="*/ 1693589 w 5152903"/>
              <a:gd name="csY147" fmla="*/ 2018477 h 3150239"/>
              <a:gd name="csX148" fmla="*/ 1703955 w 5152903"/>
              <a:gd name="csY148" fmla="*/ 1972644 h 3150239"/>
              <a:gd name="csX149" fmla="*/ 1714239 w 5152903"/>
              <a:gd name="csY149" fmla="*/ 1977624 h 3150239"/>
              <a:gd name="csX150" fmla="*/ 1724567 w 5152903"/>
              <a:gd name="csY150" fmla="*/ 2160390 h 3150239"/>
              <a:gd name="csX151" fmla="*/ 1734891 w 5152903"/>
              <a:gd name="csY151" fmla="*/ 2233914 h 3150239"/>
              <a:gd name="csX152" fmla="*/ 1745216 w 5152903"/>
              <a:gd name="csY152" fmla="*/ 2197547 h 3150239"/>
              <a:gd name="csX153" fmla="*/ 1755545 w 5152903"/>
              <a:gd name="csY153" fmla="*/ 2306992 h 3150239"/>
              <a:gd name="csX154" fmla="*/ 1765867 w 5152903"/>
              <a:gd name="csY154" fmla="*/ 2233941 h 3150239"/>
              <a:gd name="csX155" fmla="*/ 1776193 w 5152903"/>
              <a:gd name="csY155" fmla="*/ 2233905 h 3150239"/>
              <a:gd name="csX156" fmla="*/ 1786519 w 5152903"/>
              <a:gd name="csY156" fmla="*/ 2197470 h 3150239"/>
              <a:gd name="csX157" fmla="*/ 1796847 w 5152903"/>
              <a:gd name="csY157" fmla="*/ 2233804 h 3150239"/>
              <a:gd name="csX158" fmla="*/ 1848473 w 5152903"/>
              <a:gd name="csY158" fmla="*/ 2233914 h 3150239"/>
              <a:gd name="csX159" fmla="*/ 1858805 w 5152903"/>
              <a:gd name="csY159" fmla="*/ 2857197 h 3150239"/>
              <a:gd name="csX160" fmla="*/ 1879463 w 5152903"/>
              <a:gd name="csY160" fmla="*/ 2857015 h 3150239"/>
              <a:gd name="csX161" fmla="*/ 1889788 w 5152903"/>
              <a:gd name="csY161" fmla="*/ 2893692 h 3150239"/>
              <a:gd name="csX162" fmla="*/ 1900115 w 5152903"/>
              <a:gd name="csY162" fmla="*/ 2857018 h 3150239"/>
              <a:gd name="csX163" fmla="*/ 1910440 w 5152903"/>
              <a:gd name="csY163" fmla="*/ 2857206 h 3150239"/>
              <a:gd name="csX164" fmla="*/ 1920773 w 5152903"/>
              <a:gd name="csY164" fmla="*/ 2894344 h 3150239"/>
              <a:gd name="csX165" fmla="*/ 1931125 w 5152903"/>
              <a:gd name="csY165" fmla="*/ 2856030 h 3150239"/>
              <a:gd name="csX166" fmla="*/ 1941416 w 5152903"/>
              <a:gd name="csY166" fmla="*/ 2857048 h 3150239"/>
              <a:gd name="csX167" fmla="*/ 1951743 w 5152903"/>
              <a:gd name="csY167" fmla="*/ 2893715 h 3150239"/>
              <a:gd name="csX168" fmla="*/ 1962070 w 5152903"/>
              <a:gd name="csY168" fmla="*/ 2856945 h 3150239"/>
              <a:gd name="csX169" fmla="*/ 1982719 w 5152903"/>
              <a:gd name="csY169" fmla="*/ 2857018 h 3150239"/>
              <a:gd name="csX170" fmla="*/ 1993044 w 5152903"/>
              <a:gd name="csY170" fmla="*/ 2893671 h 3150239"/>
              <a:gd name="csX171" fmla="*/ 2003370 w 5152903"/>
              <a:gd name="csY171" fmla="*/ 2857346 h 3150239"/>
              <a:gd name="csX172" fmla="*/ 2013707 w 5152903"/>
              <a:gd name="csY172" fmla="*/ 2856696 h 3150239"/>
              <a:gd name="csX173" fmla="*/ 2024022 w 5152903"/>
              <a:gd name="csY173" fmla="*/ 2893694 h 3150239"/>
              <a:gd name="csX174" fmla="*/ 2034348 w 5152903"/>
              <a:gd name="csY174" fmla="*/ 2857071 h 3150239"/>
              <a:gd name="csX175" fmla="*/ 2044676 w 5152903"/>
              <a:gd name="csY175" fmla="*/ 2856936 h 3150239"/>
              <a:gd name="csX176" fmla="*/ 2054998 w 5152903"/>
              <a:gd name="csY176" fmla="*/ 2893822 h 3150239"/>
              <a:gd name="csX177" fmla="*/ 2065331 w 5152903"/>
              <a:gd name="csY177" fmla="*/ 3003727 h 3150239"/>
              <a:gd name="csX178" fmla="*/ 2075663 w 5152903"/>
              <a:gd name="csY178" fmla="*/ 3003619 h 3150239"/>
              <a:gd name="csX179" fmla="*/ 2085988 w 5152903"/>
              <a:gd name="csY179" fmla="*/ 3040711 h 3150239"/>
              <a:gd name="csX180" fmla="*/ 2096354 w 5152903"/>
              <a:gd name="csY180" fmla="*/ 3003083 h 3150239"/>
              <a:gd name="csX181" fmla="*/ 2106642 w 5152903"/>
              <a:gd name="csY181" fmla="*/ 3003606 h 3150239"/>
              <a:gd name="csX182" fmla="*/ 2116966 w 5152903"/>
              <a:gd name="csY182" fmla="*/ 3040288 h 3150239"/>
              <a:gd name="csX183" fmla="*/ 2127292 w 5152903"/>
              <a:gd name="csY183" fmla="*/ 3003699 h 3150239"/>
              <a:gd name="csX184" fmla="*/ 2137623 w 5152903"/>
              <a:gd name="csY184" fmla="*/ 3003563 h 3150239"/>
              <a:gd name="csX185" fmla="*/ 2147944 w 5152903"/>
              <a:gd name="csY185" fmla="*/ 3040365 h 3150239"/>
              <a:gd name="csX186" fmla="*/ 2158277 w 5152903"/>
              <a:gd name="csY186" fmla="*/ 3003515 h 3150239"/>
              <a:gd name="csX187" fmla="*/ 2168595 w 5152903"/>
              <a:gd name="csY187" fmla="*/ 3040286 h 3150239"/>
              <a:gd name="csX188" fmla="*/ 2178921 w 5152903"/>
              <a:gd name="csY188" fmla="*/ 3003613 h 3150239"/>
              <a:gd name="csX189" fmla="*/ 2189245 w 5152903"/>
              <a:gd name="csY189" fmla="*/ 3003634 h 3150239"/>
              <a:gd name="csX190" fmla="*/ 2199571 w 5152903"/>
              <a:gd name="csY190" fmla="*/ 3041402 h 3150239"/>
              <a:gd name="csX191" fmla="*/ 2210003 w 5152903"/>
              <a:gd name="csY191" fmla="*/ 3002383 h 3150239"/>
              <a:gd name="csX192" fmla="*/ 2220242 w 5152903"/>
              <a:gd name="csY192" fmla="*/ 3003650 h 3150239"/>
              <a:gd name="csX193" fmla="*/ 2230569 w 5152903"/>
              <a:gd name="csY193" fmla="*/ 3040058 h 3150239"/>
              <a:gd name="csX194" fmla="*/ 2240873 w 5152903"/>
              <a:gd name="csY194" fmla="*/ 3003622 h 3150239"/>
              <a:gd name="csX195" fmla="*/ 2251199 w 5152903"/>
              <a:gd name="csY195" fmla="*/ 3003629 h 3150239"/>
              <a:gd name="csX196" fmla="*/ 2261524 w 5152903"/>
              <a:gd name="csY196" fmla="*/ 3040295 h 3150239"/>
              <a:gd name="csX197" fmla="*/ 2271856 w 5152903"/>
              <a:gd name="csY197" fmla="*/ 2783944 h 3150239"/>
              <a:gd name="csX198" fmla="*/ 2282188 w 5152903"/>
              <a:gd name="csY198" fmla="*/ 2820405 h 3150239"/>
              <a:gd name="csX199" fmla="*/ 2292515 w 5152903"/>
              <a:gd name="csY199" fmla="*/ 2783699 h 3150239"/>
              <a:gd name="csX200" fmla="*/ 2302840 w 5152903"/>
              <a:gd name="csY200" fmla="*/ 2820352 h 3150239"/>
              <a:gd name="csX201" fmla="*/ 2313166 w 5152903"/>
              <a:gd name="csY201" fmla="*/ 2820452 h 3150239"/>
              <a:gd name="csX202" fmla="*/ 2323494 w 5152903"/>
              <a:gd name="csY202" fmla="*/ 2783599 h 3150239"/>
              <a:gd name="csX203" fmla="*/ 2333816 w 5152903"/>
              <a:gd name="csY203" fmla="*/ 2820363 h 3150239"/>
              <a:gd name="csX204" fmla="*/ 2344142 w 5152903"/>
              <a:gd name="csY204" fmla="*/ 2820366 h 3150239"/>
              <a:gd name="csX205" fmla="*/ 2354467 w 5152903"/>
              <a:gd name="csY205" fmla="*/ 2783717 h 3150239"/>
              <a:gd name="csX206" fmla="*/ 2364793 w 5152903"/>
              <a:gd name="csY206" fmla="*/ 2820369 h 3150239"/>
              <a:gd name="csX207" fmla="*/ 2375119 w 5152903"/>
              <a:gd name="csY207" fmla="*/ 2820363 h 3150239"/>
              <a:gd name="csX208" fmla="*/ 2385445 w 5152903"/>
              <a:gd name="csY208" fmla="*/ 2783709 h 3150239"/>
              <a:gd name="csX209" fmla="*/ 2395770 w 5152903"/>
              <a:gd name="csY209" fmla="*/ 2820369 h 3150239"/>
              <a:gd name="csX210" fmla="*/ 2406096 w 5152903"/>
              <a:gd name="csY210" fmla="*/ 2791834 h 3150239"/>
              <a:gd name="csX211" fmla="*/ 2416656 w 5152903"/>
              <a:gd name="csY211" fmla="*/ 2812721 h 3150239"/>
              <a:gd name="csX212" fmla="*/ 2426747 w 5152903"/>
              <a:gd name="csY212" fmla="*/ 2820359 h 3150239"/>
              <a:gd name="csX213" fmla="*/ 2437072 w 5152903"/>
              <a:gd name="csY213" fmla="*/ 2783746 h 3150239"/>
              <a:gd name="csX214" fmla="*/ 2447399 w 5152903"/>
              <a:gd name="csY214" fmla="*/ 2820343 h 3150239"/>
              <a:gd name="csX215" fmla="*/ 2457724 w 5152903"/>
              <a:gd name="csY215" fmla="*/ 2820363 h 3150239"/>
              <a:gd name="csX216" fmla="*/ 2468050 w 5152903"/>
              <a:gd name="csY216" fmla="*/ 2783779 h 3150239"/>
              <a:gd name="csX217" fmla="*/ 2478381 w 5152903"/>
              <a:gd name="csY217" fmla="*/ 1501858 h 3150239"/>
              <a:gd name="csX218" fmla="*/ 2488713 w 5152903"/>
              <a:gd name="csY218" fmla="*/ 1537506 h 3150239"/>
              <a:gd name="csX219" fmla="*/ 2509365 w 5152903"/>
              <a:gd name="csY219" fmla="*/ 2233932 h 3150239"/>
              <a:gd name="csX220" fmla="*/ 2550667 w 5152903"/>
              <a:gd name="csY220" fmla="*/ 2233914 h 3150239"/>
              <a:gd name="csX221" fmla="*/ 2560993 w 5152903"/>
              <a:gd name="csY221" fmla="*/ 2197261 h 3150239"/>
              <a:gd name="csX222" fmla="*/ 2571318 w 5152903"/>
              <a:gd name="csY222" fmla="*/ 2233941 h 3150239"/>
              <a:gd name="csX223" fmla="*/ 2612621 w 5152903"/>
              <a:gd name="csY223" fmla="*/ 2233941 h 3150239"/>
              <a:gd name="csX224" fmla="*/ 2622946 w 5152903"/>
              <a:gd name="csY224" fmla="*/ 2197261 h 3150239"/>
              <a:gd name="csX225" fmla="*/ 2633272 w 5152903"/>
              <a:gd name="csY225" fmla="*/ 2233914 h 3150239"/>
              <a:gd name="csX226" fmla="*/ 2664249 w 5152903"/>
              <a:gd name="csY226" fmla="*/ 2233932 h 3150239"/>
              <a:gd name="csX227" fmla="*/ 2674575 w 5152903"/>
              <a:gd name="csY227" fmla="*/ 2270602 h 3150239"/>
              <a:gd name="csX228" fmla="*/ 2684906 w 5152903"/>
              <a:gd name="csY228" fmla="*/ 2051319 h 3150239"/>
              <a:gd name="csX229" fmla="*/ 2695238 w 5152903"/>
              <a:gd name="csY229" fmla="*/ 2087344 h 3150239"/>
              <a:gd name="csX230" fmla="*/ 2705564 w 5152903"/>
              <a:gd name="csY230" fmla="*/ 2087376 h 3150239"/>
              <a:gd name="csX231" fmla="*/ 2715890 w 5152903"/>
              <a:gd name="csY231" fmla="*/ 2050638 h 3150239"/>
              <a:gd name="csX232" fmla="*/ 2726216 w 5152903"/>
              <a:gd name="csY232" fmla="*/ 2087291 h 3150239"/>
              <a:gd name="csX233" fmla="*/ 2736541 w 5152903"/>
              <a:gd name="csY233" fmla="*/ 2050682 h 3150239"/>
              <a:gd name="csX234" fmla="*/ 2746867 w 5152903"/>
              <a:gd name="csY234" fmla="*/ 2087249 h 3150239"/>
              <a:gd name="csX235" fmla="*/ 2757192 w 5152903"/>
              <a:gd name="csY235" fmla="*/ 2050649 h 3150239"/>
              <a:gd name="csX236" fmla="*/ 2767517 w 5152903"/>
              <a:gd name="csY236" fmla="*/ 2087323 h 3150239"/>
              <a:gd name="csX237" fmla="*/ 2788169 w 5152903"/>
              <a:gd name="csY237" fmla="*/ 2087376 h 3150239"/>
              <a:gd name="csX238" fmla="*/ 2798495 w 5152903"/>
              <a:gd name="csY238" fmla="*/ 2270532 h 3150239"/>
              <a:gd name="csX239" fmla="*/ 2808820 w 5152903"/>
              <a:gd name="csY239" fmla="*/ 2233923 h 3150239"/>
              <a:gd name="csX240" fmla="*/ 2819146 w 5152903"/>
              <a:gd name="csY240" fmla="*/ 2233914 h 3150239"/>
              <a:gd name="csX241" fmla="*/ 2829471 w 5152903"/>
              <a:gd name="csY241" fmla="*/ 2197280 h 3150239"/>
              <a:gd name="csX242" fmla="*/ 2839797 w 5152903"/>
              <a:gd name="csY242" fmla="*/ 2233914 h 3150239"/>
              <a:gd name="csX243" fmla="*/ 2881100 w 5152903"/>
              <a:gd name="csY243" fmla="*/ 2233932 h 3150239"/>
              <a:gd name="csX244" fmla="*/ 2891432 w 5152903"/>
              <a:gd name="csY244" fmla="*/ 1868178 h 3150239"/>
              <a:gd name="csX245" fmla="*/ 2901764 w 5152903"/>
              <a:gd name="csY245" fmla="*/ 1830810 h 3150239"/>
              <a:gd name="csX246" fmla="*/ 2912090 w 5152903"/>
              <a:gd name="csY246" fmla="*/ 1867332 h 3150239"/>
              <a:gd name="csX247" fmla="*/ 2922415 w 5152903"/>
              <a:gd name="csY247" fmla="*/ 1867422 h 3150239"/>
              <a:gd name="csX248" fmla="*/ 2932741 w 5152903"/>
              <a:gd name="csY248" fmla="*/ 1940689 h 3150239"/>
              <a:gd name="csX249" fmla="*/ 2943066 w 5152903"/>
              <a:gd name="csY249" fmla="*/ 2233905 h 3150239"/>
              <a:gd name="csX250" fmla="*/ 2963717 w 5152903"/>
              <a:gd name="csY250" fmla="*/ 2235049 h 3150239"/>
              <a:gd name="csX251" fmla="*/ 2974056 w 5152903"/>
              <a:gd name="csY251" fmla="*/ 2196097 h 3150239"/>
              <a:gd name="csX252" fmla="*/ 2984369 w 5152903"/>
              <a:gd name="csY252" fmla="*/ 2233978 h 3150239"/>
              <a:gd name="csX253" fmla="*/ 3025671 w 5152903"/>
              <a:gd name="csY253" fmla="*/ 2233914 h 3150239"/>
              <a:gd name="csX254" fmla="*/ 3035997 w 5152903"/>
              <a:gd name="csY254" fmla="*/ 2197318 h 3150239"/>
              <a:gd name="csX255" fmla="*/ 3046323 w 5152903"/>
              <a:gd name="csY255" fmla="*/ 2233877 h 3150239"/>
              <a:gd name="csX256" fmla="*/ 3077299 w 5152903"/>
              <a:gd name="csY256" fmla="*/ 2233923 h 3150239"/>
              <a:gd name="csX257" fmla="*/ 3087625 w 5152903"/>
              <a:gd name="csY257" fmla="*/ 2343607 h 3150239"/>
              <a:gd name="csX258" fmla="*/ 3097958 w 5152903"/>
              <a:gd name="csY258" fmla="*/ 2417743 h 3150239"/>
              <a:gd name="csX259" fmla="*/ 3108292 w 5152903"/>
              <a:gd name="csY259" fmla="*/ 2453728 h 3150239"/>
              <a:gd name="csX260" fmla="*/ 3118616 w 5152903"/>
              <a:gd name="csY260" fmla="*/ 2417604 h 3150239"/>
              <a:gd name="csX261" fmla="*/ 3128947 w 5152903"/>
              <a:gd name="csY261" fmla="*/ 2416776 h 3150239"/>
              <a:gd name="csX262" fmla="*/ 3139267 w 5152903"/>
              <a:gd name="csY262" fmla="*/ 2453846 h 3150239"/>
              <a:gd name="csX263" fmla="*/ 3149593 w 5152903"/>
              <a:gd name="csY263" fmla="*/ 2417216 h 3150239"/>
              <a:gd name="csX264" fmla="*/ 3159919 w 5152903"/>
              <a:gd name="csY264" fmla="*/ 2453811 h 3150239"/>
              <a:gd name="csX265" fmla="*/ 3170244 w 5152903"/>
              <a:gd name="csY265" fmla="*/ 2417164 h 3150239"/>
              <a:gd name="csX266" fmla="*/ 3180569 w 5152903"/>
              <a:gd name="csY266" fmla="*/ 2453860 h 3150239"/>
              <a:gd name="csX267" fmla="*/ 3190895 w 5152903"/>
              <a:gd name="csY267" fmla="*/ 2417186 h 3150239"/>
              <a:gd name="csX268" fmla="*/ 3201221 w 5152903"/>
              <a:gd name="csY268" fmla="*/ 2453839 h 3150239"/>
              <a:gd name="csX269" fmla="*/ 3211547 w 5152903"/>
              <a:gd name="csY269" fmla="*/ 2417208 h 3150239"/>
              <a:gd name="csX270" fmla="*/ 3221873 w 5152903"/>
              <a:gd name="csY270" fmla="*/ 2417164 h 3150239"/>
              <a:gd name="csX271" fmla="*/ 3232198 w 5152903"/>
              <a:gd name="csY271" fmla="*/ 2453839 h 3150239"/>
              <a:gd name="csX272" fmla="*/ 3242523 w 5152903"/>
              <a:gd name="csY272" fmla="*/ 2417223 h 3150239"/>
              <a:gd name="csX273" fmla="*/ 3252849 w 5152903"/>
              <a:gd name="csY273" fmla="*/ 2453839 h 3150239"/>
              <a:gd name="csX274" fmla="*/ 3263175 w 5152903"/>
              <a:gd name="csY274" fmla="*/ 2417128 h 3150239"/>
              <a:gd name="csX275" fmla="*/ 3273500 w 5152903"/>
              <a:gd name="csY275" fmla="*/ 2453846 h 3150239"/>
              <a:gd name="csX276" fmla="*/ 3283826 w 5152903"/>
              <a:gd name="csY276" fmla="*/ 2417201 h 3150239"/>
              <a:gd name="csX277" fmla="*/ 3294152 w 5152903"/>
              <a:gd name="csY277" fmla="*/ 2417545 h 3150239"/>
              <a:gd name="csX278" fmla="*/ 3304484 w 5152903"/>
              <a:gd name="csY278" fmla="*/ 3003718 h 3150239"/>
              <a:gd name="csX279" fmla="*/ 3314815 w 5152903"/>
              <a:gd name="csY279" fmla="*/ 3040286 h 3150239"/>
              <a:gd name="csX280" fmla="*/ 3500679 w 5152903"/>
              <a:gd name="csY280" fmla="*/ 3040264 h 3150239"/>
              <a:gd name="csX281" fmla="*/ 3511015 w 5152903"/>
              <a:gd name="csY281" fmla="*/ 3113626 h 3150239"/>
              <a:gd name="csX282" fmla="*/ 3572975 w 5152903"/>
              <a:gd name="csY282" fmla="*/ 3113587 h 3150239"/>
              <a:gd name="csX283" fmla="*/ 3583301 w 5152903"/>
              <a:gd name="csY283" fmla="*/ 3150240 h 3150239"/>
              <a:gd name="csX284" fmla="*/ 3593627 w 5152903"/>
              <a:gd name="csY284" fmla="*/ 3113587 h 3150239"/>
              <a:gd name="csX285" fmla="*/ 3645262 w 5152903"/>
              <a:gd name="csY285" fmla="*/ 3113561 h 3150239"/>
              <a:gd name="csX286" fmla="*/ 3655580 w 5152903"/>
              <a:gd name="csY286" fmla="*/ 3150240 h 3150239"/>
              <a:gd name="csX287" fmla="*/ 3665906 w 5152903"/>
              <a:gd name="csY287" fmla="*/ 3113590 h 3150239"/>
              <a:gd name="csX288" fmla="*/ 3696883 w 5152903"/>
              <a:gd name="csY288" fmla="*/ 3113588 h 3150239"/>
              <a:gd name="csX289" fmla="*/ 3707209 w 5152903"/>
              <a:gd name="csY289" fmla="*/ 3116005 h 3150239"/>
              <a:gd name="csX290" fmla="*/ 3717546 w 5152903"/>
              <a:gd name="csY290" fmla="*/ 3113628 h 3150239"/>
              <a:gd name="csX291" fmla="*/ 3779506 w 5152903"/>
              <a:gd name="csY291" fmla="*/ 3113587 h 3150239"/>
              <a:gd name="csX292" fmla="*/ 3789831 w 5152903"/>
              <a:gd name="csY292" fmla="*/ 3150240 h 3150239"/>
              <a:gd name="csX293" fmla="*/ 3800157 w 5152903"/>
              <a:gd name="csY293" fmla="*/ 3113588 h 3150239"/>
              <a:gd name="csX294" fmla="*/ 3851785 w 5152903"/>
              <a:gd name="csY294" fmla="*/ 3113589 h 3150239"/>
              <a:gd name="csX295" fmla="*/ 3862111 w 5152903"/>
              <a:gd name="csY295" fmla="*/ 3150240 h 3150239"/>
              <a:gd name="csX296" fmla="*/ 3872436 w 5152903"/>
              <a:gd name="csY296" fmla="*/ 3113661 h 3150239"/>
              <a:gd name="csX297" fmla="*/ 3913739 w 5152903"/>
              <a:gd name="csY297" fmla="*/ 3113588 h 3150239"/>
              <a:gd name="csX298" fmla="*/ 3924071 w 5152903"/>
              <a:gd name="csY298" fmla="*/ 2490894 h 3150239"/>
              <a:gd name="csX299" fmla="*/ 3934403 w 5152903"/>
              <a:gd name="csY299" fmla="*/ 2527138 h 3150239"/>
              <a:gd name="csX300" fmla="*/ 3955054 w 5152903"/>
              <a:gd name="csY300" fmla="*/ 2527144 h 3150239"/>
              <a:gd name="csX301" fmla="*/ 3965380 w 5152903"/>
              <a:gd name="csY301" fmla="*/ 2490492 h 3150239"/>
              <a:gd name="csX302" fmla="*/ 3975706 w 5152903"/>
              <a:gd name="csY302" fmla="*/ 2527144 h 3150239"/>
              <a:gd name="csX303" fmla="*/ 4006682 w 5152903"/>
              <a:gd name="csY303" fmla="*/ 2527126 h 3150239"/>
              <a:gd name="csX304" fmla="*/ 4017008 w 5152903"/>
              <a:gd name="csY304" fmla="*/ 2490690 h 3150239"/>
              <a:gd name="csX305" fmla="*/ 4027337 w 5152903"/>
              <a:gd name="csY305" fmla="*/ 2526970 h 3150239"/>
              <a:gd name="csX306" fmla="*/ 4047985 w 5152903"/>
              <a:gd name="csY306" fmla="*/ 2527157 h 3150239"/>
              <a:gd name="csX307" fmla="*/ 4058310 w 5152903"/>
              <a:gd name="csY307" fmla="*/ 2490492 h 3150239"/>
              <a:gd name="csX308" fmla="*/ 4068636 w 5152903"/>
              <a:gd name="csY308" fmla="*/ 2527282 h 3150239"/>
              <a:gd name="csX309" fmla="*/ 4089288 w 5152903"/>
              <a:gd name="csY309" fmla="*/ 2527151 h 3150239"/>
              <a:gd name="csX310" fmla="*/ 4099613 w 5152903"/>
              <a:gd name="csY310" fmla="*/ 2490485 h 3150239"/>
              <a:gd name="csX311" fmla="*/ 4109939 w 5152903"/>
              <a:gd name="csY311" fmla="*/ 2527959 h 3150239"/>
              <a:gd name="csX312" fmla="*/ 4120278 w 5152903"/>
              <a:gd name="csY312" fmla="*/ 2526365 h 3150239"/>
              <a:gd name="csX313" fmla="*/ 4130609 w 5152903"/>
              <a:gd name="csY313" fmla="*/ 2271094 h 3150239"/>
              <a:gd name="csX314" fmla="*/ 4161593 w 5152903"/>
              <a:gd name="csY314" fmla="*/ 2270171 h 3150239"/>
              <a:gd name="csX315" fmla="*/ 4182244 w 5152903"/>
              <a:gd name="csY315" fmla="*/ 2270461 h 3150239"/>
              <a:gd name="csX316" fmla="*/ 4233872 w 5152903"/>
              <a:gd name="csY316" fmla="*/ 2270567 h 3150239"/>
              <a:gd name="csX317" fmla="*/ 4244198 w 5152903"/>
              <a:gd name="csY317" fmla="*/ 2307245 h 3150239"/>
              <a:gd name="csX318" fmla="*/ 4254524 w 5152903"/>
              <a:gd name="csY318" fmla="*/ 2270558 h 3150239"/>
              <a:gd name="csX319" fmla="*/ 4326803 w 5152903"/>
              <a:gd name="csY319" fmla="*/ 2270549 h 3150239"/>
              <a:gd name="csX320" fmla="*/ 4337135 w 5152903"/>
              <a:gd name="csY320" fmla="*/ 2710681 h 3150239"/>
              <a:gd name="csX321" fmla="*/ 4399095 w 5152903"/>
              <a:gd name="csY321" fmla="*/ 2710329 h 3150239"/>
              <a:gd name="csX322" fmla="*/ 4409419 w 5152903"/>
              <a:gd name="csY322" fmla="*/ 2747129 h 3150239"/>
              <a:gd name="csX323" fmla="*/ 4419747 w 5152903"/>
              <a:gd name="csY323" fmla="*/ 2710434 h 3150239"/>
              <a:gd name="csX324" fmla="*/ 4440398 w 5152903"/>
              <a:gd name="csY324" fmla="*/ 2710403 h 3150239"/>
              <a:gd name="csX325" fmla="*/ 4450724 w 5152903"/>
              <a:gd name="csY325" fmla="*/ 2730685 h 3150239"/>
              <a:gd name="csX326" fmla="*/ 4461548 w 5152903"/>
              <a:gd name="csY326" fmla="*/ 2688066 h 3150239"/>
              <a:gd name="csX327" fmla="*/ 4471375 w 5152903"/>
              <a:gd name="csY327" fmla="*/ 2710408 h 3150239"/>
              <a:gd name="csX328" fmla="*/ 4481700 w 5152903"/>
              <a:gd name="csY328" fmla="*/ 2710417 h 3150239"/>
              <a:gd name="csX329" fmla="*/ 4492026 w 5152903"/>
              <a:gd name="csY329" fmla="*/ 2747101 h 3150239"/>
              <a:gd name="csX330" fmla="*/ 4502353 w 5152903"/>
              <a:gd name="csY330" fmla="*/ 2710359 h 3150239"/>
              <a:gd name="csX331" fmla="*/ 4533329 w 5152903"/>
              <a:gd name="csY331" fmla="*/ 2710597 h 3150239"/>
              <a:gd name="csX332" fmla="*/ 4543660 w 5152903"/>
              <a:gd name="csY332" fmla="*/ 3113609 h 3150239"/>
              <a:gd name="csX333" fmla="*/ 4605620 w 5152903"/>
              <a:gd name="csY333" fmla="*/ 3113591 h 3150239"/>
              <a:gd name="csX334" fmla="*/ 4615947 w 5152903"/>
              <a:gd name="csY334" fmla="*/ 3150240 h 3150239"/>
              <a:gd name="csX335" fmla="*/ 4626272 w 5152903"/>
              <a:gd name="csY335" fmla="*/ 3113594 h 3150239"/>
              <a:gd name="csX336" fmla="*/ 4677901 w 5152903"/>
              <a:gd name="csY336" fmla="*/ 3113586 h 3150239"/>
              <a:gd name="csX337" fmla="*/ 4688226 w 5152903"/>
              <a:gd name="csY337" fmla="*/ 3150240 h 3150239"/>
              <a:gd name="csX338" fmla="*/ 4698553 w 5152903"/>
              <a:gd name="csY338" fmla="*/ 3113581 h 3150239"/>
              <a:gd name="csX339" fmla="*/ 4739854 w 5152903"/>
              <a:gd name="csY339" fmla="*/ 3113590 h 3150239"/>
              <a:gd name="csX340" fmla="*/ 4750186 w 5152903"/>
              <a:gd name="csY340" fmla="*/ 2381011 h 3150239"/>
              <a:gd name="csX341" fmla="*/ 4760518 w 5152903"/>
              <a:gd name="csY341" fmla="*/ 2417260 h 3150239"/>
              <a:gd name="csX342" fmla="*/ 4770845 w 5152903"/>
              <a:gd name="csY342" fmla="*/ 2417128 h 3150239"/>
              <a:gd name="csX343" fmla="*/ 4781169 w 5152903"/>
              <a:gd name="csY343" fmla="*/ 2380518 h 3150239"/>
              <a:gd name="csX344" fmla="*/ 4791495 w 5152903"/>
              <a:gd name="csY344" fmla="*/ 2417186 h 3150239"/>
              <a:gd name="csX345" fmla="*/ 4801821 w 5152903"/>
              <a:gd name="csY345" fmla="*/ 2417179 h 3150239"/>
              <a:gd name="csX346" fmla="*/ 4812146 w 5152903"/>
              <a:gd name="csY346" fmla="*/ 2380534 h 3150239"/>
              <a:gd name="csX347" fmla="*/ 4822472 w 5152903"/>
              <a:gd name="csY347" fmla="*/ 2417597 h 3150239"/>
              <a:gd name="csX348" fmla="*/ 4832803 w 5152903"/>
              <a:gd name="csY348" fmla="*/ 2416842 h 3150239"/>
              <a:gd name="csX349" fmla="*/ 4843124 w 5152903"/>
              <a:gd name="csY349" fmla="*/ 2380742 h 3150239"/>
              <a:gd name="csX350" fmla="*/ 4853452 w 5152903"/>
              <a:gd name="csY350" fmla="*/ 2416930 h 3150239"/>
              <a:gd name="csX351" fmla="*/ 4863774 w 5152903"/>
              <a:gd name="csY351" fmla="*/ 2417186 h 3150239"/>
              <a:gd name="csX352" fmla="*/ 4874100 w 5152903"/>
              <a:gd name="csY352" fmla="*/ 2380534 h 3150239"/>
              <a:gd name="csX353" fmla="*/ 4884425 w 5152903"/>
              <a:gd name="csY353" fmla="*/ 2417186 h 3150239"/>
              <a:gd name="csX354" fmla="*/ 4894751 w 5152903"/>
              <a:gd name="csY354" fmla="*/ 2380526 h 3150239"/>
              <a:gd name="csX355" fmla="*/ 4905077 w 5152903"/>
              <a:gd name="csY355" fmla="*/ 2421645 h 3150239"/>
              <a:gd name="csX356" fmla="*/ 4915465 w 5152903"/>
              <a:gd name="csY356" fmla="*/ 2413080 h 3150239"/>
              <a:gd name="csX357" fmla="*/ 4925734 w 5152903"/>
              <a:gd name="csY357" fmla="*/ 2380118 h 3150239"/>
              <a:gd name="csX358" fmla="*/ 4936053 w 5152903"/>
              <a:gd name="csY358" fmla="*/ 2417186 h 3150239"/>
              <a:gd name="csX359" fmla="*/ 4956711 w 5152903"/>
              <a:gd name="csY359" fmla="*/ 2417626 h 3150239"/>
              <a:gd name="csX360" fmla="*/ 4967043 w 5152903"/>
              <a:gd name="csY360" fmla="*/ 2453950 h 3150239"/>
              <a:gd name="csX361" fmla="*/ 4977370 w 5152903"/>
              <a:gd name="csY361" fmla="*/ 2417069 h 3150239"/>
              <a:gd name="csX362" fmla="*/ 4987694 w 5152903"/>
              <a:gd name="csY362" fmla="*/ 2417194 h 3150239"/>
              <a:gd name="csX363" fmla="*/ 4998020 w 5152903"/>
              <a:gd name="csY363" fmla="*/ 2453860 h 3150239"/>
              <a:gd name="csX364" fmla="*/ 5008346 w 5152903"/>
              <a:gd name="csY364" fmla="*/ 2417164 h 3150239"/>
              <a:gd name="csX365" fmla="*/ 5018671 w 5152903"/>
              <a:gd name="csY365" fmla="*/ 2453832 h 3150239"/>
              <a:gd name="csX366" fmla="*/ 5028997 w 5152903"/>
              <a:gd name="csY366" fmla="*/ 2417201 h 3150239"/>
              <a:gd name="csX367" fmla="*/ 5039322 w 5152903"/>
              <a:gd name="csY367" fmla="*/ 2453846 h 3150239"/>
              <a:gd name="csX368" fmla="*/ 5049648 w 5152903"/>
              <a:gd name="csY368" fmla="*/ 2417208 h 3150239"/>
              <a:gd name="csX369" fmla="*/ 5059974 w 5152903"/>
              <a:gd name="csY369" fmla="*/ 2454173 h 3150239"/>
              <a:gd name="csX370" fmla="*/ 5070305 w 5152903"/>
              <a:gd name="csY370" fmla="*/ 2416798 h 3150239"/>
              <a:gd name="csX371" fmla="*/ 5080625 w 5152903"/>
              <a:gd name="csY371" fmla="*/ 2417186 h 3150239"/>
              <a:gd name="csX372" fmla="*/ 5090951 w 5152903"/>
              <a:gd name="csY372" fmla="*/ 2453846 h 3150239"/>
              <a:gd name="csX373" fmla="*/ 5101276 w 5152903"/>
              <a:gd name="csY373" fmla="*/ 2417179 h 3150239"/>
              <a:gd name="csX374" fmla="*/ 5111602 w 5152903"/>
              <a:gd name="csY374" fmla="*/ 2453825 h 3150239"/>
              <a:gd name="csX375" fmla="*/ 5121927 w 5152903"/>
              <a:gd name="csY375" fmla="*/ 2419051 h 3150239"/>
              <a:gd name="csX376" fmla="*/ 5132279 w 5152903"/>
              <a:gd name="csY376" fmla="*/ 2452108 h 3150239"/>
              <a:gd name="csX377" fmla="*/ 5142579 w 5152903"/>
              <a:gd name="csY377" fmla="*/ 2417157 h 3150239"/>
              <a:gd name="csX378" fmla="*/ 5152904 w 5152903"/>
              <a:gd name="csY378" fmla="*/ 2417772 h 3150239"/>
              <a:gd name="csX379" fmla="*/ 5152904 w 5152903"/>
              <a:gd name="csY379" fmla="*/ 2417772 h 31502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</a:cxnLst>
            <a:rect l="l" t="t" r="r" b="b"/>
            <a:pathLst>
              <a:path w="5152903" h="3150239">
                <a:moveTo>
                  <a:pt x="0" y="2202"/>
                </a:moveTo>
                <a:lnTo>
                  <a:pt x="10339" y="1316323"/>
                </a:lnTo>
                <a:lnTo>
                  <a:pt x="20657" y="1501546"/>
                </a:lnTo>
                <a:lnTo>
                  <a:pt x="30987" y="1500308"/>
                </a:lnTo>
                <a:lnTo>
                  <a:pt x="41309" y="1537442"/>
                </a:lnTo>
                <a:lnTo>
                  <a:pt x="51635" y="1500919"/>
                </a:lnTo>
                <a:lnTo>
                  <a:pt x="61960" y="1500441"/>
                </a:lnTo>
                <a:lnTo>
                  <a:pt x="72283" y="1538103"/>
                </a:lnTo>
                <a:lnTo>
                  <a:pt x="82613" y="1464048"/>
                </a:lnTo>
                <a:lnTo>
                  <a:pt x="92937" y="1537732"/>
                </a:lnTo>
                <a:lnTo>
                  <a:pt x="103264" y="1537409"/>
                </a:lnTo>
                <a:lnTo>
                  <a:pt x="113589" y="1500705"/>
                </a:lnTo>
                <a:lnTo>
                  <a:pt x="123914" y="1537522"/>
                </a:lnTo>
                <a:lnTo>
                  <a:pt x="134239" y="1500903"/>
                </a:lnTo>
                <a:lnTo>
                  <a:pt x="144565" y="1500903"/>
                </a:lnTo>
                <a:lnTo>
                  <a:pt x="154891" y="1507604"/>
                </a:lnTo>
                <a:lnTo>
                  <a:pt x="165259" y="1530948"/>
                </a:lnTo>
                <a:lnTo>
                  <a:pt x="175543" y="1537409"/>
                </a:lnTo>
                <a:lnTo>
                  <a:pt x="185868" y="1500836"/>
                </a:lnTo>
                <a:lnTo>
                  <a:pt x="196193" y="1537587"/>
                </a:lnTo>
                <a:lnTo>
                  <a:pt x="206525" y="0"/>
                </a:lnTo>
                <a:lnTo>
                  <a:pt x="216857" y="987386"/>
                </a:lnTo>
                <a:lnTo>
                  <a:pt x="227181" y="1391316"/>
                </a:lnTo>
                <a:lnTo>
                  <a:pt x="258159" y="1391035"/>
                </a:lnTo>
                <a:lnTo>
                  <a:pt x="268486" y="1391826"/>
                </a:lnTo>
                <a:lnTo>
                  <a:pt x="278817" y="1353306"/>
                </a:lnTo>
                <a:lnTo>
                  <a:pt x="289137" y="1390824"/>
                </a:lnTo>
                <a:lnTo>
                  <a:pt x="299462" y="1354582"/>
                </a:lnTo>
                <a:lnTo>
                  <a:pt x="320113" y="1427960"/>
                </a:lnTo>
                <a:lnTo>
                  <a:pt x="330441" y="1353810"/>
                </a:lnTo>
                <a:lnTo>
                  <a:pt x="340764" y="1757522"/>
                </a:lnTo>
                <a:lnTo>
                  <a:pt x="351091" y="1354169"/>
                </a:lnTo>
                <a:lnTo>
                  <a:pt x="361416" y="1391035"/>
                </a:lnTo>
                <a:lnTo>
                  <a:pt x="371742" y="1391808"/>
                </a:lnTo>
                <a:lnTo>
                  <a:pt x="382073" y="1390102"/>
                </a:lnTo>
                <a:lnTo>
                  <a:pt x="402720" y="1390929"/>
                </a:lnTo>
                <a:lnTo>
                  <a:pt x="413052" y="366335"/>
                </a:lnTo>
                <a:lnTo>
                  <a:pt x="423384" y="364664"/>
                </a:lnTo>
                <a:lnTo>
                  <a:pt x="433709" y="364609"/>
                </a:lnTo>
                <a:lnTo>
                  <a:pt x="444035" y="877047"/>
                </a:lnTo>
                <a:lnTo>
                  <a:pt x="454357" y="951827"/>
                </a:lnTo>
                <a:lnTo>
                  <a:pt x="464686" y="841075"/>
                </a:lnTo>
                <a:lnTo>
                  <a:pt x="485338" y="766433"/>
                </a:lnTo>
                <a:lnTo>
                  <a:pt x="495657" y="842506"/>
                </a:lnTo>
                <a:lnTo>
                  <a:pt x="505989" y="804398"/>
                </a:lnTo>
                <a:lnTo>
                  <a:pt x="516314" y="841098"/>
                </a:lnTo>
                <a:lnTo>
                  <a:pt x="526640" y="839966"/>
                </a:lnTo>
                <a:lnTo>
                  <a:pt x="536960" y="805758"/>
                </a:lnTo>
                <a:lnTo>
                  <a:pt x="547292" y="804750"/>
                </a:lnTo>
                <a:lnTo>
                  <a:pt x="557619" y="840752"/>
                </a:lnTo>
                <a:lnTo>
                  <a:pt x="567943" y="841098"/>
                </a:lnTo>
                <a:lnTo>
                  <a:pt x="578268" y="829670"/>
                </a:lnTo>
                <a:lnTo>
                  <a:pt x="588706" y="1001044"/>
                </a:lnTo>
                <a:lnTo>
                  <a:pt x="598919" y="804985"/>
                </a:lnTo>
                <a:lnTo>
                  <a:pt x="609247" y="840775"/>
                </a:lnTo>
                <a:lnTo>
                  <a:pt x="619579" y="1098941"/>
                </a:lnTo>
                <a:lnTo>
                  <a:pt x="629911" y="1061163"/>
                </a:lnTo>
                <a:lnTo>
                  <a:pt x="640237" y="1097526"/>
                </a:lnTo>
                <a:lnTo>
                  <a:pt x="650562" y="1097731"/>
                </a:lnTo>
                <a:lnTo>
                  <a:pt x="660888" y="1061038"/>
                </a:lnTo>
                <a:lnTo>
                  <a:pt x="671214" y="1097731"/>
                </a:lnTo>
                <a:lnTo>
                  <a:pt x="681539" y="1097670"/>
                </a:lnTo>
                <a:lnTo>
                  <a:pt x="691865" y="1061100"/>
                </a:lnTo>
                <a:lnTo>
                  <a:pt x="702191" y="1097587"/>
                </a:lnTo>
                <a:lnTo>
                  <a:pt x="712516" y="1062374"/>
                </a:lnTo>
                <a:lnTo>
                  <a:pt x="722848" y="1096376"/>
                </a:lnTo>
                <a:lnTo>
                  <a:pt x="733167" y="1062603"/>
                </a:lnTo>
                <a:lnTo>
                  <a:pt x="743501" y="1096191"/>
                </a:lnTo>
                <a:lnTo>
                  <a:pt x="753819" y="1097711"/>
                </a:lnTo>
                <a:lnTo>
                  <a:pt x="764144" y="1097772"/>
                </a:lnTo>
                <a:lnTo>
                  <a:pt x="774471" y="1061121"/>
                </a:lnTo>
                <a:lnTo>
                  <a:pt x="784797" y="1097649"/>
                </a:lnTo>
                <a:lnTo>
                  <a:pt x="795122" y="1097546"/>
                </a:lnTo>
                <a:lnTo>
                  <a:pt x="805447" y="1061246"/>
                </a:lnTo>
                <a:lnTo>
                  <a:pt x="815773" y="1097608"/>
                </a:lnTo>
                <a:lnTo>
                  <a:pt x="826106" y="1355371"/>
                </a:lnTo>
                <a:lnTo>
                  <a:pt x="836438" y="1354259"/>
                </a:lnTo>
                <a:lnTo>
                  <a:pt x="846763" y="1391175"/>
                </a:lnTo>
                <a:lnTo>
                  <a:pt x="857090" y="1353971"/>
                </a:lnTo>
                <a:lnTo>
                  <a:pt x="877740" y="1355569"/>
                </a:lnTo>
                <a:lnTo>
                  <a:pt x="888073" y="1353001"/>
                </a:lnTo>
                <a:lnTo>
                  <a:pt x="898392" y="1390964"/>
                </a:lnTo>
                <a:lnTo>
                  <a:pt x="908717" y="1354223"/>
                </a:lnTo>
                <a:lnTo>
                  <a:pt x="919043" y="1363354"/>
                </a:lnTo>
                <a:lnTo>
                  <a:pt x="929421" y="1345016"/>
                </a:lnTo>
                <a:lnTo>
                  <a:pt x="939694" y="1354259"/>
                </a:lnTo>
                <a:lnTo>
                  <a:pt x="950019" y="1390929"/>
                </a:lnTo>
                <a:lnTo>
                  <a:pt x="960345" y="1354331"/>
                </a:lnTo>
                <a:lnTo>
                  <a:pt x="970671" y="1355120"/>
                </a:lnTo>
                <a:lnTo>
                  <a:pt x="981002" y="1353324"/>
                </a:lnTo>
                <a:lnTo>
                  <a:pt x="991322" y="1354241"/>
                </a:lnTo>
                <a:lnTo>
                  <a:pt x="1001648" y="1390894"/>
                </a:lnTo>
                <a:lnTo>
                  <a:pt x="1011973" y="1354331"/>
                </a:lnTo>
                <a:lnTo>
                  <a:pt x="1022299" y="1354456"/>
                </a:lnTo>
                <a:lnTo>
                  <a:pt x="1032631" y="952420"/>
                </a:lnTo>
                <a:lnTo>
                  <a:pt x="1053289" y="951079"/>
                </a:lnTo>
                <a:lnTo>
                  <a:pt x="1063614" y="1061038"/>
                </a:lnTo>
                <a:lnTo>
                  <a:pt x="1073940" y="1390577"/>
                </a:lnTo>
                <a:lnTo>
                  <a:pt x="1084264" y="1354600"/>
                </a:lnTo>
                <a:lnTo>
                  <a:pt x="1094591" y="1390929"/>
                </a:lnTo>
                <a:lnTo>
                  <a:pt x="1115242" y="1390929"/>
                </a:lnTo>
                <a:lnTo>
                  <a:pt x="1125568" y="1537700"/>
                </a:lnTo>
                <a:lnTo>
                  <a:pt x="1135895" y="1390718"/>
                </a:lnTo>
                <a:lnTo>
                  <a:pt x="1156545" y="1390929"/>
                </a:lnTo>
                <a:lnTo>
                  <a:pt x="1166871" y="1281028"/>
                </a:lnTo>
                <a:lnTo>
                  <a:pt x="1177197" y="987624"/>
                </a:lnTo>
                <a:lnTo>
                  <a:pt x="1208173" y="987732"/>
                </a:lnTo>
                <a:lnTo>
                  <a:pt x="1218499" y="950463"/>
                </a:lnTo>
                <a:lnTo>
                  <a:pt x="1228821" y="989741"/>
                </a:lnTo>
                <a:lnTo>
                  <a:pt x="1239153" y="1355336"/>
                </a:lnTo>
                <a:lnTo>
                  <a:pt x="1249485" y="1317624"/>
                </a:lnTo>
                <a:lnTo>
                  <a:pt x="1259811" y="1425510"/>
                </a:lnTo>
                <a:lnTo>
                  <a:pt x="1270344" y="1243038"/>
                </a:lnTo>
                <a:lnTo>
                  <a:pt x="1280464" y="1354420"/>
                </a:lnTo>
                <a:lnTo>
                  <a:pt x="1290790" y="1317148"/>
                </a:lnTo>
                <a:lnTo>
                  <a:pt x="1301113" y="1354241"/>
                </a:lnTo>
                <a:lnTo>
                  <a:pt x="1311439" y="1354349"/>
                </a:lnTo>
                <a:lnTo>
                  <a:pt x="1321765" y="1317478"/>
                </a:lnTo>
                <a:lnTo>
                  <a:pt x="1332090" y="1354277"/>
                </a:lnTo>
                <a:lnTo>
                  <a:pt x="1342416" y="1317624"/>
                </a:lnTo>
                <a:lnTo>
                  <a:pt x="1352742" y="1354403"/>
                </a:lnTo>
                <a:lnTo>
                  <a:pt x="1363068" y="1354169"/>
                </a:lnTo>
                <a:lnTo>
                  <a:pt x="1373393" y="1317533"/>
                </a:lnTo>
                <a:lnTo>
                  <a:pt x="1383718" y="1354420"/>
                </a:lnTo>
                <a:lnTo>
                  <a:pt x="1394045" y="1317423"/>
                </a:lnTo>
                <a:lnTo>
                  <a:pt x="1404370" y="1354295"/>
                </a:lnTo>
                <a:lnTo>
                  <a:pt x="1414695" y="1354277"/>
                </a:lnTo>
                <a:lnTo>
                  <a:pt x="1425021" y="1317569"/>
                </a:lnTo>
                <a:lnTo>
                  <a:pt x="1435347" y="1354492"/>
                </a:lnTo>
                <a:lnTo>
                  <a:pt x="1445679" y="1941475"/>
                </a:lnTo>
                <a:lnTo>
                  <a:pt x="1456011" y="1903999"/>
                </a:lnTo>
                <a:lnTo>
                  <a:pt x="1466336" y="1940786"/>
                </a:lnTo>
                <a:lnTo>
                  <a:pt x="1497314" y="1940544"/>
                </a:lnTo>
                <a:lnTo>
                  <a:pt x="1507639" y="2087450"/>
                </a:lnTo>
                <a:lnTo>
                  <a:pt x="1517966" y="2197013"/>
                </a:lnTo>
                <a:lnTo>
                  <a:pt x="1528289" y="2234161"/>
                </a:lnTo>
                <a:lnTo>
                  <a:pt x="1569593" y="2234024"/>
                </a:lnTo>
                <a:lnTo>
                  <a:pt x="1579920" y="2198793"/>
                </a:lnTo>
                <a:lnTo>
                  <a:pt x="1590262" y="2232381"/>
                </a:lnTo>
                <a:lnTo>
                  <a:pt x="1600570" y="2233886"/>
                </a:lnTo>
                <a:lnTo>
                  <a:pt x="1621220" y="2234408"/>
                </a:lnTo>
                <a:lnTo>
                  <a:pt x="1631552" y="2276239"/>
                </a:lnTo>
                <a:lnTo>
                  <a:pt x="1641944" y="2264410"/>
                </a:lnTo>
                <a:lnTo>
                  <a:pt x="1652279" y="1978432"/>
                </a:lnTo>
                <a:lnTo>
                  <a:pt x="1662614" y="2013757"/>
                </a:lnTo>
                <a:lnTo>
                  <a:pt x="1672938" y="1977296"/>
                </a:lnTo>
                <a:lnTo>
                  <a:pt x="1683263" y="1977366"/>
                </a:lnTo>
                <a:lnTo>
                  <a:pt x="1693589" y="2018477"/>
                </a:lnTo>
                <a:lnTo>
                  <a:pt x="1703955" y="1972644"/>
                </a:lnTo>
                <a:lnTo>
                  <a:pt x="1714239" y="1977624"/>
                </a:lnTo>
                <a:lnTo>
                  <a:pt x="1724567" y="2160390"/>
                </a:lnTo>
                <a:lnTo>
                  <a:pt x="1734891" y="2233914"/>
                </a:lnTo>
                <a:lnTo>
                  <a:pt x="1745216" y="2197547"/>
                </a:lnTo>
                <a:lnTo>
                  <a:pt x="1755545" y="2306992"/>
                </a:lnTo>
                <a:lnTo>
                  <a:pt x="1765867" y="2233941"/>
                </a:lnTo>
                <a:lnTo>
                  <a:pt x="1776193" y="2233905"/>
                </a:lnTo>
                <a:lnTo>
                  <a:pt x="1786519" y="2197470"/>
                </a:lnTo>
                <a:lnTo>
                  <a:pt x="1796847" y="2233804"/>
                </a:lnTo>
                <a:lnTo>
                  <a:pt x="1848473" y="2233914"/>
                </a:lnTo>
                <a:lnTo>
                  <a:pt x="1858805" y="2857197"/>
                </a:lnTo>
                <a:lnTo>
                  <a:pt x="1879463" y="2857015"/>
                </a:lnTo>
                <a:lnTo>
                  <a:pt x="1889788" y="2893692"/>
                </a:lnTo>
                <a:lnTo>
                  <a:pt x="1900115" y="2857018"/>
                </a:lnTo>
                <a:lnTo>
                  <a:pt x="1910440" y="2857206"/>
                </a:lnTo>
                <a:lnTo>
                  <a:pt x="1920773" y="2894344"/>
                </a:lnTo>
                <a:lnTo>
                  <a:pt x="1931125" y="2856030"/>
                </a:lnTo>
                <a:lnTo>
                  <a:pt x="1941416" y="2857048"/>
                </a:lnTo>
                <a:lnTo>
                  <a:pt x="1951743" y="2893715"/>
                </a:lnTo>
                <a:lnTo>
                  <a:pt x="1962070" y="2856945"/>
                </a:lnTo>
                <a:lnTo>
                  <a:pt x="1982719" y="2857018"/>
                </a:lnTo>
                <a:lnTo>
                  <a:pt x="1993044" y="2893671"/>
                </a:lnTo>
                <a:lnTo>
                  <a:pt x="2003370" y="2857346"/>
                </a:lnTo>
                <a:lnTo>
                  <a:pt x="2013707" y="2856696"/>
                </a:lnTo>
                <a:lnTo>
                  <a:pt x="2024022" y="2893694"/>
                </a:lnTo>
                <a:lnTo>
                  <a:pt x="2034348" y="2857071"/>
                </a:lnTo>
                <a:lnTo>
                  <a:pt x="2044676" y="2856936"/>
                </a:lnTo>
                <a:lnTo>
                  <a:pt x="2054998" y="2893822"/>
                </a:lnTo>
                <a:lnTo>
                  <a:pt x="2065331" y="3003727"/>
                </a:lnTo>
                <a:lnTo>
                  <a:pt x="2075663" y="3003619"/>
                </a:lnTo>
                <a:lnTo>
                  <a:pt x="2085988" y="3040711"/>
                </a:lnTo>
                <a:lnTo>
                  <a:pt x="2096354" y="3003083"/>
                </a:lnTo>
                <a:lnTo>
                  <a:pt x="2106642" y="3003606"/>
                </a:lnTo>
                <a:lnTo>
                  <a:pt x="2116966" y="3040288"/>
                </a:lnTo>
                <a:lnTo>
                  <a:pt x="2127292" y="3003699"/>
                </a:lnTo>
                <a:lnTo>
                  <a:pt x="2137623" y="3003563"/>
                </a:lnTo>
                <a:lnTo>
                  <a:pt x="2147944" y="3040365"/>
                </a:lnTo>
                <a:lnTo>
                  <a:pt x="2158277" y="3003515"/>
                </a:lnTo>
                <a:lnTo>
                  <a:pt x="2168595" y="3040286"/>
                </a:lnTo>
                <a:lnTo>
                  <a:pt x="2178921" y="3003613"/>
                </a:lnTo>
                <a:lnTo>
                  <a:pt x="2189245" y="3003634"/>
                </a:lnTo>
                <a:lnTo>
                  <a:pt x="2199571" y="3041402"/>
                </a:lnTo>
                <a:lnTo>
                  <a:pt x="2210003" y="3002383"/>
                </a:lnTo>
                <a:lnTo>
                  <a:pt x="2220242" y="3003650"/>
                </a:lnTo>
                <a:lnTo>
                  <a:pt x="2230569" y="3040058"/>
                </a:lnTo>
                <a:lnTo>
                  <a:pt x="2240873" y="3003622"/>
                </a:lnTo>
                <a:lnTo>
                  <a:pt x="2251199" y="3003629"/>
                </a:lnTo>
                <a:lnTo>
                  <a:pt x="2261524" y="3040295"/>
                </a:lnTo>
                <a:lnTo>
                  <a:pt x="2271856" y="2783944"/>
                </a:lnTo>
                <a:lnTo>
                  <a:pt x="2282188" y="2820405"/>
                </a:lnTo>
                <a:lnTo>
                  <a:pt x="2292515" y="2783699"/>
                </a:lnTo>
                <a:lnTo>
                  <a:pt x="2302840" y="2820352"/>
                </a:lnTo>
                <a:lnTo>
                  <a:pt x="2313166" y="2820452"/>
                </a:lnTo>
                <a:lnTo>
                  <a:pt x="2323494" y="2783599"/>
                </a:lnTo>
                <a:lnTo>
                  <a:pt x="2333816" y="2820363"/>
                </a:lnTo>
                <a:lnTo>
                  <a:pt x="2344142" y="2820366"/>
                </a:lnTo>
                <a:lnTo>
                  <a:pt x="2354467" y="2783717"/>
                </a:lnTo>
                <a:lnTo>
                  <a:pt x="2364793" y="2820369"/>
                </a:lnTo>
                <a:lnTo>
                  <a:pt x="2375119" y="2820363"/>
                </a:lnTo>
                <a:lnTo>
                  <a:pt x="2385445" y="2783709"/>
                </a:lnTo>
                <a:lnTo>
                  <a:pt x="2395770" y="2820369"/>
                </a:lnTo>
                <a:lnTo>
                  <a:pt x="2406096" y="2791834"/>
                </a:lnTo>
                <a:lnTo>
                  <a:pt x="2416656" y="2812721"/>
                </a:lnTo>
                <a:lnTo>
                  <a:pt x="2426747" y="2820359"/>
                </a:lnTo>
                <a:lnTo>
                  <a:pt x="2437072" y="2783746"/>
                </a:lnTo>
                <a:lnTo>
                  <a:pt x="2447399" y="2820343"/>
                </a:lnTo>
                <a:lnTo>
                  <a:pt x="2457724" y="2820363"/>
                </a:lnTo>
                <a:lnTo>
                  <a:pt x="2468050" y="2783779"/>
                </a:lnTo>
                <a:lnTo>
                  <a:pt x="2478381" y="1501858"/>
                </a:lnTo>
                <a:lnTo>
                  <a:pt x="2488713" y="1537506"/>
                </a:lnTo>
                <a:lnTo>
                  <a:pt x="2509365" y="2233932"/>
                </a:lnTo>
                <a:lnTo>
                  <a:pt x="2550667" y="2233914"/>
                </a:lnTo>
                <a:lnTo>
                  <a:pt x="2560993" y="2197261"/>
                </a:lnTo>
                <a:lnTo>
                  <a:pt x="2571318" y="2233941"/>
                </a:lnTo>
                <a:lnTo>
                  <a:pt x="2612621" y="2233941"/>
                </a:lnTo>
                <a:lnTo>
                  <a:pt x="2622946" y="2197261"/>
                </a:lnTo>
                <a:lnTo>
                  <a:pt x="2633272" y="2233914"/>
                </a:lnTo>
                <a:lnTo>
                  <a:pt x="2664249" y="2233932"/>
                </a:lnTo>
                <a:lnTo>
                  <a:pt x="2674575" y="2270602"/>
                </a:lnTo>
                <a:lnTo>
                  <a:pt x="2684906" y="2051319"/>
                </a:lnTo>
                <a:lnTo>
                  <a:pt x="2695238" y="2087344"/>
                </a:lnTo>
                <a:lnTo>
                  <a:pt x="2705564" y="2087376"/>
                </a:lnTo>
                <a:lnTo>
                  <a:pt x="2715890" y="2050638"/>
                </a:lnTo>
                <a:lnTo>
                  <a:pt x="2726216" y="2087291"/>
                </a:lnTo>
                <a:lnTo>
                  <a:pt x="2736541" y="2050682"/>
                </a:lnTo>
                <a:lnTo>
                  <a:pt x="2746867" y="2087249"/>
                </a:lnTo>
                <a:lnTo>
                  <a:pt x="2757192" y="2050649"/>
                </a:lnTo>
                <a:lnTo>
                  <a:pt x="2767517" y="2087323"/>
                </a:lnTo>
                <a:lnTo>
                  <a:pt x="2788169" y="2087376"/>
                </a:lnTo>
                <a:lnTo>
                  <a:pt x="2798495" y="2270532"/>
                </a:lnTo>
                <a:lnTo>
                  <a:pt x="2808820" y="2233923"/>
                </a:lnTo>
                <a:lnTo>
                  <a:pt x="2819146" y="2233914"/>
                </a:lnTo>
                <a:lnTo>
                  <a:pt x="2829471" y="2197280"/>
                </a:lnTo>
                <a:lnTo>
                  <a:pt x="2839797" y="2233914"/>
                </a:lnTo>
                <a:lnTo>
                  <a:pt x="2881100" y="2233932"/>
                </a:lnTo>
                <a:lnTo>
                  <a:pt x="2891432" y="1868178"/>
                </a:lnTo>
                <a:lnTo>
                  <a:pt x="2901764" y="1830810"/>
                </a:lnTo>
                <a:lnTo>
                  <a:pt x="2912090" y="1867332"/>
                </a:lnTo>
                <a:lnTo>
                  <a:pt x="2922415" y="1867422"/>
                </a:lnTo>
                <a:lnTo>
                  <a:pt x="2932741" y="1940689"/>
                </a:lnTo>
                <a:lnTo>
                  <a:pt x="2943066" y="2233905"/>
                </a:lnTo>
                <a:lnTo>
                  <a:pt x="2963717" y="2235049"/>
                </a:lnTo>
                <a:lnTo>
                  <a:pt x="2974056" y="2196097"/>
                </a:lnTo>
                <a:lnTo>
                  <a:pt x="2984369" y="2233978"/>
                </a:lnTo>
                <a:lnTo>
                  <a:pt x="3025671" y="2233914"/>
                </a:lnTo>
                <a:lnTo>
                  <a:pt x="3035997" y="2197318"/>
                </a:lnTo>
                <a:lnTo>
                  <a:pt x="3046323" y="2233877"/>
                </a:lnTo>
                <a:lnTo>
                  <a:pt x="3077299" y="2233923"/>
                </a:lnTo>
                <a:lnTo>
                  <a:pt x="3087625" y="2343607"/>
                </a:lnTo>
                <a:lnTo>
                  <a:pt x="3097958" y="2417743"/>
                </a:lnTo>
                <a:lnTo>
                  <a:pt x="3108292" y="2453728"/>
                </a:lnTo>
                <a:lnTo>
                  <a:pt x="3118616" y="2417604"/>
                </a:lnTo>
                <a:lnTo>
                  <a:pt x="3128947" y="2416776"/>
                </a:lnTo>
                <a:lnTo>
                  <a:pt x="3139267" y="2453846"/>
                </a:lnTo>
                <a:lnTo>
                  <a:pt x="3149593" y="2417216"/>
                </a:lnTo>
                <a:lnTo>
                  <a:pt x="3159919" y="2453811"/>
                </a:lnTo>
                <a:lnTo>
                  <a:pt x="3170244" y="2417164"/>
                </a:lnTo>
                <a:lnTo>
                  <a:pt x="3180569" y="2453860"/>
                </a:lnTo>
                <a:lnTo>
                  <a:pt x="3190895" y="2417186"/>
                </a:lnTo>
                <a:lnTo>
                  <a:pt x="3201221" y="2453839"/>
                </a:lnTo>
                <a:lnTo>
                  <a:pt x="3211547" y="2417208"/>
                </a:lnTo>
                <a:lnTo>
                  <a:pt x="3221873" y="2417164"/>
                </a:lnTo>
                <a:lnTo>
                  <a:pt x="3232198" y="2453839"/>
                </a:lnTo>
                <a:lnTo>
                  <a:pt x="3242523" y="2417223"/>
                </a:lnTo>
                <a:lnTo>
                  <a:pt x="3252849" y="2453839"/>
                </a:lnTo>
                <a:lnTo>
                  <a:pt x="3263175" y="2417128"/>
                </a:lnTo>
                <a:lnTo>
                  <a:pt x="3273500" y="2453846"/>
                </a:lnTo>
                <a:lnTo>
                  <a:pt x="3283826" y="2417201"/>
                </a:lnTo>
                <a:lnTo>
                  <a:pt x="3294152" y="2417545"/>
                </a:lnTo>
                <a:lnTo>
                  <a:pt x="3304484" y="3003718"/>
                </a:lnTo>
                <a:lnTo>
                  <a:pt x="3314815" y="3040286"/>
                </a:lnTo>
                <a:lnTo>
                  <a:pt x="3500679" y="3040264"/>
                </a:lnTo>
                <a:lnTo>
                  <a:pt x="3511015" y="3113626"/>
                </a:lnTo>
                <a:lnTo>
                  <a:pt x="3572975" y="3113587"/>
                </a:lnTo>
                <a:lnTo>
                  <a:pt x="3583301" y="3150240"/>
                </a:lnTo>
                <a:lnTo>
                  <a:pt x="3593627" y="3113587"/>
                </a:lnTo>
                <a:lnTo>
                  <a:pt x="3645262" y="3113561"/>
                </a:lnTo>
                <a:lnTo>
                  <a:pt x="3655580" y="3150240"/>
                </a:lnTo>
                <a:lnTo>
                  <a:pt x="3665906" y="3113590"/>
                </a:lnTo>
                <a:lnTo>
                  <a:pt x="3696883" y="3113588"/>
                </a:lnTo>
                <a:lnTo>
                  <a:pt x="3707209" y="3116005"/>
                </a:lnTo>
                <a:lnTo>
                  <a:pt x="3717546" y="3113628"/>
                </a:lnTo>
                <a:lnTo>
                  <a:pt x="3779506" y="3113587"/>
                </a:lnTo>
                <a:lnTo>
                  <a:pt x="3789831" y="3150240"/>
                </a:lnTo>
                <a:lnTo>
                  <a:pt x="3800157" y="3113588"/>
                </a:lnTo>
                <a:lnTo>
                  <a:pt x="3851785" y="3113589"/>
                </a:lnTo>
                <a:lnTo>
                  <a:pt x="3862111" y="3150240"/>
                </a:lnTo>
                <a:lnTo>
                  <a:pt x="3872436" y="3113661"/>
                </a:lnTo>
                <a:lnTo>
                  <a:pt x="3913739" y="3113588"/>
                </a:lnTo>
                <a:lnTo>
                  <a:pt x="3924071" y="2490894"/>
                </a:lnTo>
                <a:lnTo>
                  <a:pt x="3934403" y="2527138"/>
                </a:lnTo>
                <a:lnTo>
                  <a:pt x="3955054" y="2527144"/>
                </a:lnTo>
                <a:lnTo>
                  <a:pt x="3965380" y="2490492"/>
                </a:lnTo>
                <a:lnTo>
                  <a:pt x="3975706" y="2527144"/>
                </a:lnTo>
                <a:lnTo>
                  <a:pt x="4006682" y="2527126"/>
                </a:lnTo>
                <a:lnTo>
                  <a:pt x="4017008" y="2490690"/>
                </a:lnTo>
                <a:lnTo>
                  <a:pt x="4027337" y="2526970"/>
                </a:lnTo>
                <a:lnTo>
                  <a:pt x="4047985" y="2527157"/>
                </a:lnTo>
                <a:lnTo>
                  <a:pt x="4058310" y="2490492"/>
                </a:lnTo>
                <a:lnTo>
                  <a:pt x="4068636" y="2527282"/>
                </a:lnTo>
                <a:lnTo>
                  <a:pt x="4089288" y="2527151"/>
                </a:lnTo>
                <a:lnTo>
                  <a:pt x="4099613" y="2490485"/>
                </a:lnTo>
                <a:lnTo>
                  <a:pt x="4109939" y="2527959"/>
                </a:lnTo>
                <a:lnTo>
                  <a:pt x="4120278" y="2526365"/>
                </a:lnTo>
                <a:lnTo>
                  <a:pt x="4130609" y="2271094"/>
                </a:lnTo>
                <a:lnTo>
                  <a:pt x="4161593" y="2270171"/>
                </a:lnTo>
                <a:lnTo>
                  <a:pt x="4182244" y="2270461"/>
                </a:lnTo>
                <a:lnTo>
                  <a:pt x="4233872" y="2270567"/>
                </a:lnTo>
                <a:lnTo>
                  <a:pt x="4244198" y="2307245"/>
                </a:lnTo>
                <a:lnTo>
                  <a:pt x="4254524" y="2270558"/>
                </a:lnTo>
                <a:lnTo>
                  <a:pt x="4326803" y="2270549"/>
                </a:lnTo>
                <a:lnTo>
                  <a:pt x="4337135" y="2710681"/>
                </a:lnTo>
                <a:lnTo>
                  <a:pt x="4399095" y="2710329"/>
                </a:lnTo>
                <a:lnTo>
                  <a:pt x="4409419" y="2747129"/>
                </a:lnTo>
                <a:lnTo>
                  <a:pt x="4419747" y="2710434"/>
                </a:lnTo>
                <a:lnTo>
                  <a:pt x="4440398" y="2710403"/>
                </a:lnTo>
                <a:lnTo>
                  <a:pt x="4450724" y="2730685"/>
                </a:lnTo>
                <a:lnTo>
                  <a:pt x="4461548" y="2688066"/>
                </a:lnTo>
                <a:lnTo>
                  <a:pt x="4471375" y="2710408"/>
                </a:lnTo>
                <a:lnTo>
                  <a:pt x="4481700" y="2710417"/>
                </a:lnTo>
                <a:lnTo>
                  <a:pt x="4492026" y="2747101"/>
                </a:lnTo>
                <a:lnTo>
                  <a:pt x="4502353" y="2710359"/>
                </a:lnTo>
                <a:lnTo>
                  <a:pt x="4533329" y="2710597"/>
                </a:lnTo>
                <a:lnTo>
                  <a:pt x="4543660" y="3113609"/>
                </a:lnTo>
                <a:lnTo>
                  <a:pt x="4605620" y="3113591"/>
                </a:lnTo>
                <a:lnTo>
                  <a:pt x="4615947" y="3150240"/>
                </a:lnTo>
                <a:lnTo>
                  <a:pt x="4626272" y="3113594"/>
                </a:lnTo>
                <a:lnTo>
                  <a:pt x="4677901" y="3113586"/>
                </a:lnTo>
                <a:lnTo>
                  <a:pt x="4688226" y="3150240"/>
                </a:lnTo>
                <a:lnTo>
                  <a:pt x="4698553" y="3113581"/>
                </a:lnTo>
                <a:lnTo>
                  <a:pt x="4739854" y="3113590"/>
                </a:lnTo>
                <a:lnTo>
                  <a:pt x="4750186" y="2381011"/>
                </a:lnTo>
                <a:lnTo>
                  <a:pt x="4760518" y="2417260"/>
                </a:lnTo>
                <a:lnTo>
                  <a:pt x="4770845" y="2417128"/>
                </a:lnTo>
                <a:lnTo>
                  <a:pt x="4781169" y="2380518"/>
                </a:lnTo>
                <a:lnTo>
                  <a:pt x="4791495" y="2417186"/>
                </a:lnTo>
                <a:lnTo>
                  <a:pt x="4801821" y="2417179"/>
                </a:lnTo>
                <a:lnTo>
                  <a:pt x="4812146" y="2380534"/>
                </a:lnTo>
                <a:lnTo>
                  <a:pt x="4822472" y="2417597"/>
                </a:lnTo>
                <a:lnTo>
                  <a:pt x="4832803" y="2416842"/>
                </a:lnTo>
                <a:lnTo>
                  <a:pt x="4843124" y="2380742"/>
                </a:lnTo>
                <a:lnTo>
                  <a:pt x="4853452" y="2416930"/>
                </a:lnTo>
                <a:lnTo>
                  <a:pt x="4863774" y="2417186"/>
                </a:lnTo>
                <a:lnTo>
                  <a:pt x="4874100" y="2380534"/>
                </a:lnTo>
                <a:lnTo>
                  <a:pt x="4884425" y="2417186"/>
                </a:lnTo>
                <a:lnTo>
                  <a:pt x="4894751" y="2380526"/>
                </a:lnTo>
                <a:lnTo>
                  <a:pt x="4905077" y="2421645"/>
                </a:lnTo>
                <a:lnTo>
                  <a:pt x="4915465" y="2413080"/>
                </a:lnTo>
                <a:lnTo>
                  <a:pt x="4925734" y="2380118"/>
                </a:lnTo>
                <a:lnTo>
                  <a:pt x="4936053" y="2417186"/>
                </a:lnTo>
                <a:lnTo>
                  <a:pt x="4956711" y="2417626"/>
                </a:lnTo>
                <a:lnTo>
                  <a:pt x="4967043" y="2453950"/>
                </a:lnTo>
                <a:lnTo>
                  <a:pt x="4977370" y="2417069"/>
                </a:lnTo>
                <a:lnTo>
                  <a:pt x="4987694" y="2417194"/>
                </a:lnTo>
                <a:lnTo>
                  <a:pt x="4998020" y="2453860"/>
                </a:lnTo>
                <a:lnTo>
                  <a:pt x="5008346" y="2417164"/>
                </a:lnTo>
                <a:lnTo>
                  <a:pt x="5018671" y="2453832"/>
                </a:lnTo>
                <a:lnTo>
                  <a:pt x="5028997" y="2417201"/>
                </a:lnTo>
                <a:lnTo>
                  <a:pt x="5039322" y="2453846"/>
                </a:lnTo>
                <a:lnTo>
                  <a:pt x="5049648" y="2417208"/>
                </a:lnTo>
                <a:lnTo>
                  <a:pt x="5059974" y="2454173"/>
                </a:lnTo>
                <a:lnTo>
                  <a:pt x="5070305" y="2416798"/>
                </a:lnTo>
                <a:lnTo>
                  <a:pt x="5080625" y="2417186"/>
                </a:lnTo>
                <a:lnTo>
                  <a:pt x="5090951" y="2453846"/>
                </a:lnTo>
                <a:lnTo>
                  <a:pt x="5101276" y="2417179"/>
                </a:lnTo>
                <a:lnTo>
                  <a:pt x="5111602" y="2453825"/>
                </a:lnTo>
                <a:lnTo>
                  <a:pt x="5121927" y="2419051"/>
                </a:lnTo>
                <a:lnTo>
                  <a:pt x="5132279" y="2452108"/>
                </a:lnTo>
                <a:lnTo>
                  <a:pt x="5142579" y="2417157"/>
                </a:lnTo>
                <a:lnTo>
                  <a:pt x="5152904" y="2417772"/>
                </a:lnTo>
                <a:lnTo>
                  <a:pt x="5152904" y="2417772"/>
                </a:lnTo>
              </a:path>
            </a:pathLst>
          </a:custGeom>
          <a:noFill/>
          <a:ln w="19050" cap="sq">
            <a:solidFill>
              <a:srgbClr val="8DD3C7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090" name="Freeform: Shape 1089">
            <a:extLst>
              <a:ext uri="{FF2B5EF4-FFF2-40B4-BE49-F238E27FC236}">
                <a16:creationId xmlns:a16="http://schemas.microsoft.com/office/drawing/2014/main" id="{EB4A0623-839A-F95E-74FD-22AA02CCB25F}"/>
              </a:ext>
            </a:extLst>
          </p:cNvPr>
          <p:cNvSpPr/>
          <p:nvPr/>
        </p:nvSpPr>
        <p:spPr>
          <a:xfrm>
            <a:off x="2086494" y="1099720"/>
            <a:ext cx="5153891" cy="2760835"/>
          </a:xfrm>
          <a:custGeom>
            <a:avLst/>
            <a:gdLst>
              <a:gd name="csX0" fmla="*/ 0 w 5153891"/>
              <a:gd name="csY0" fmla="*/ 1772188 h 2760835"/>
              <a:gd name="csX1" fmla="*/ 10335 w 5153891"/>
              <a:gd name="csY1" fmla="*/ 1734425 h 2760835"/>
              <a:gd name="csX2" fmla="*/ 20661 w 5153891"/>
              <a:gd name="csY2" fmla="*/ 1770889 h 2760835"/>
              <a:gd name="csX3" fmla="*/ 30986 w 5153891"/>
              <a:gd name="csY3" fmla="*/ 1770646 h 2760835"/>
              <a:gd name="csX4" fmla="*/ 41310 w 5153891"/>
              <a:gd name="csY4" fmla="*/ 1734264 h 2760835"/>
              <a:gd name="csX5" fmla="*/ 51635 w 5153891"/>
              <a:gd name="csY5" fmla="*/ 1770846 h 2760835"/>
              <a:gd name="csX6" fmla="*/ 72286 w 5153891"/>
              <a:gd name="csY6" fmla="*/ 1770974 h 2760835"/>
              <a:gd name="csX7" fmla="*/ 82612 w 5153891"/>
              <a:gd name="csY7" fmla="*/ 1734322 h 2760835"/>
              <a:gd name="csX8" fmla="*/ 92938 w 5153891"/>
              <a:gd name="csY8" fmla="*/ 1770889 h 2760835"/>
              <a:gd name="csX9" fmla="*/ 113589 w 5153891"/>
              <a:gd name="csY9" fmla="*/ 1770789 h 2760835"/>
              <a:gd name="csX10" fmla="*/ 123914 w 5153891"/>
              <a:gd name="csY10" fmla="*/ 1734293 h 2760835"/>
              <a:gd name="csX11" fmla="*/ 134239 w 5153891"/>
              <a:gd name="csY11" fmla="*/ 1770960 h 2760835"/>
              <a:gd name="csX12" fmla="*/ 144565 w 5153891"/>
              <a:gd name="csY12" fmla="*/ 1770932 h 2760835"/>
              <a:gd name="csX13" fmla="*/ 154890 w 5153891"/>
              <a:gd name="csY13" fmla="*/ 1738285 h 2760835"/>
              <a:gd name="csX14" fmla="*/ 165244 w 5153891"/>
              <a:gd name="csY14" fmla="*/ 1767004 h 2760835"/>
              <a:gd name="csX15" fmla="*/ 175542 w 5153891"/>
              <a:gd name="csY15" fmla="*/ 1771003 h 2760835"/>
              <a:gd name="csX16" fmla="*/ 185868 w 5153891"/>
              <a:gd name="csY16" fmla="*/ 1770932 h 2760835"/>
              <a:gd name="csX17" fmla="*/ 196193 w 5153891"/>
              <a:gd name="csY17" fmla="*/ 1734630 h 2760835"/>
              <a:gd name="csX18" fmla="*/ 206525 w 5153891"/>
              <a:gd name="csY18" fmla="*/ 1881708 h 2760835"/>
              <a:gd name="csX19" fmla="*/ 216857 w 5153891"/>
              <a:gd name="csY19" fmla="*/ 1917274 h 2760835"/>
              <a:gd name="csX20" fmla="*/ 227180 w 5153891"/>
              <a:gd name="csY20" fmla="*/ 1881260 h 2760835"/>
              <a:gd name="csX21" fmla="*/ 237509 w 5153891"/>
              <a:gd name="csY21" fmla="*/ 1880838 h 2760835"/>
              <a:gd name="csX22" fmla="*/ 247834 w 5153891"/>
              <a:gd name="csY22" fmla="*/ 1917557 h 2760835"/>
              <a:gd name="csX23" fmla="*/ 258159 w 5153891"/>
              <a:gd name="csY23" fmla="*/ 1881247 h 2760835"/>
              <a:gd name="csX24" fmla="*/ 268488 w 5153891"/>
              <a:gd name="csY24" fmla="*/ 1880587 h 2760835"/>
              <a:gd name="csX25" fmla="*/ 278811 w 5153891"/>
              <a:gd name="csY25" fmla="*/ 1917890 h 2760835"/>
              <a:gd name="csX26" fmla="*/ 289139 w 5153891"/>
              <a:gd name="csY26" fmla="*/ 1880534 h 2760835"/>
              <a:gd name="csX27" fmla="*/ 299462 w 5153891"/>
              <a:gd name="csY27" fmla="*/ 1881458 h 2760835"/>
              <a:gd name="csX28" fmla="*/ 309792 w 5153891"/>
              <a:gd name="csY28" fmla="*/ 1917030 h 2760835"/>
              <a:gd name="csX29" fmla="*/ 320113 w 5153891"/>
              <a:gd name="csY29" fmla="*/ 1881366 h 2760835"/>
              <a:gd name="csX30" fmla="*/ 330443 w 5153891"/>
              <a:gd name="csY30" fmla="*/ 1917095 h 2760835"/>
              <a:gd name="csX31" fmla="*/ 340764 w 5153891"/>
              <a:gd name="csY31" fmla="*/ 1880957 h 2760835"/>
              <a:gd name="csX32" fmla="*/ 351091 w 5153891"/>
              <a:gd name="csY32" fmla="*/ 1880891 h 2760835"/>
              <a:gd name="csX33" fmla="*/ 361416 w 5153891"/>
              <a:gd name="csY33" fmla="*/ 1917595 h 2760835"/>
              <a:gd name="csX34" fmla="*/ 371742 w 5153891"/>
              <a:gd name="csY34" fmla="*/ 1880297 h 2760835"/>
              <a:gd name="csX35" fmla="*/ 382063 w 5153891"/>
              <a:gd name="csY35" fmla="*/ 1882169 h 2760835"/>
              <a:gd name="csX36" fmla="*/ 392398 w 5153891"/>
              <a:gd name="csY36" fmla="*/ 1916953 h 2760835"/>
              <a:gd name="csX37" fmla="*/ 402719 w 5153891"/>
              <a:gd name="csY37" fmla="*/ 1881418 h 2760835"/>
              <a:gd name="csX38" fmla="*/ 413056 w 5153891"/>
              <a:gd name="csY38" fmla="*/ 2431509 h 2760835"/>
              <a:gd name="csX39" fmla="*/ 423392 w 5153891"/>
              <a:gd name="csY39" fmla="*/ 2467024 h 2760835"/>
              <a:gd name="csX40" fmla="*/ 444039 w 5153891"/>
              <a:gd name="csY40" fmla="*/ 2468152 h 2760835"/>
              <a:gd name="csX41" fmla="*/ 454376 w 5153891"/>
              <a:gd name="csY41" fmla="*/ 2466532 h 2760835"/>
              <a:gd name="csX42" fmla="*/ 464690 w 5153891"/>
              <a:gd name="csY42" fmla="*/ 2430694 h 2760835"/>
              <a:gd name="csX43" fmla="*/ 475016 w 5153891"/>
              <a:gd name="csY43" fmla="*/ 2467369 h 2760835"/>
              <a:gd name="csX44" fmla="*/ 505999 w 5153891"/>
              <a:gd name="csY44" fmla="*/ 2467281 h 2760835"/>
              <a:gd name="csX45" fmla="*/ 516324 w 5153891"/>
              <a:gd name="csY45" fmla="*/ 2430301 h 2760835"/>
              <a:gd name="csX46" fmla="*/ 526644 w 5153891"/>
              <a:gd name="csY46" fmla="*/ 2467405 h 2760835"/>
              <a:gd name="csX47" fmla="*/ 547296 w 5153891"/>
              <a:gd name="csY47" fmla="*/ 2467317 h 2760835"/>
              <a:gd name="csX48" fmla="*/ 557621 w 5153891"/>
              <a:gd name="csY48" fmla="*/ 2430671 h 2760835"/>
              <a:gd name="csX49" fmla="*/ 567946 w 5153891"/>
              <a:gd name="csY49" fmla="*/ 2467354 h 2760835"/>
              <a:gd name="csX50" fmla="*/ 578272 w 5153891"/>
              <a:gd name="csY50" fmla="*/ 2468949 h 2760835"/>
              <a:gd name="csX51" fmla="*/ 588620 w 5153891"/>
              <a:gd name="csY51" fmla="*/ 2465738 h 2760835"/>
              <a:gd name="csX52" fmla="*/ 598923 w 5153891"/>
              <a:gd name="csY52" fmla="*/ 2467376 h 2760835"/>
              <a:gd name="csX53" fmla="*/ 609249 w 5153891"/>
              <a:gd name="csY53" fmla="*/ 2430702 h 2760835"/>
              <a:gd name="csX54" fmla="*/ 619581 w 5153891"/>
              <a:gd name="csY54" fmla="*/ 2760836 h 2760835"/>
              <a:gd name="csX55" fmla="*/ 681542 w 5153891"/>
              <a:gd name="csY55" fmla="*/ 2760559 h 2760835"/>
              <a:gd name="csX56" fmla="*/ 815775 w 5153891"/>
              <a:gd name="csY56" fmla="*/ 2760616 h 2760835"/>
              <a:gd name="csX57" fmla="*/ 826107 w 5153891"/>
              <a:gd name="csY57" fmla="*/ 2321281 h 2760835"/>
              <a:gd name="csX58" fmla="*/ 857092 w 5153891"/>
              <a:gd name="csY58" fmla="*/ 2320630 h 2760835"/>
              <a:gd name="csX59" fmla="*/ 898393 w 5153891"/>
              <a:gd name="csY59" fmla="*/ 2320771 h 2760835"/>
              <a:gd name="csX60" fmla="*/ 908719 w 5153891"/>
              <a:gd name="csY60" fmla="*/ 2284038 h 2760835"/>
              <a:gd name="csX61" fmla="*/ 919045 w 5153891"/>
              <a:gd name="csY61" fmla="*/ 2325669 h 2760835"/>
              <a:gd name="csX62" fmla="*/ 929428 w 5153891"/>
              <a:gd name="csY62" fmla="*/ 2315720 h 2760835"/>
              <a:gd name="csX63" fmla="*/ 939695 w 5153891"/>
              <a:gd name="csY63" fmla="*/ 2320745 h 2760835"/>
              <a:gd name="csX64" fmla="*/ 1022305 w 5153891"/>
              <a:gd name="csY64" fmla="*/ 2320507 h 2760835"/>
              <a:gd name="csX65" fmla="*/ 1032637 w 5153891"/>
              <a:gd name="csY65" fmla="*/ 1881708 h 2760835"/>
              <a:gd name="csX66" fmla="*/ 1042969 w 5153891"/>
              <a:gd name="csY66" fmla="*/ 1917223 h 2760835"/>
              <a:gd name="csX67" fmla="*/ 1053292 w 5153891"/>
              <a:gd name="csY67" fmla="*/ 1881247 h 2760835"/>
              <a:gd name="csX68" fmla="*/ 1063620 w 5153891"/>
              <a:gd name="csY68" fmla="*/ 1917557 h 2760835"/>
              <a:gd name="csX69" fmla="*/ 1073945 w 5153891"/>
              <a:gd name="csY69" fmla="*/ 1880904 h 2760835"/>
              <a:gd name="csX70" fmla="*/ 1084271 w 5153891"/>
              <a:gd name="csY70" fmla="*/ 1917557 h 2760835"/>
              <a:gd name="csX71" fmla="*/ 1094597 w 5153891"/>
              <a:gd name="csY71" fmla="*/ 1881009 h 2760835"/>
              <a:gd name="csX72" fmla="*/ 1104923 w 5153891"/>
              <a:gd name="csY72" fmla="*/ 1917428 h 2760835"/>
              <a:gd name="csX73" fmla="*/ 1115248 w 5153891"/>
              <a:gd name="csY73" fmla="*/ 1880943 h 2760835"/>
              <a:gd name="csX74" fmla="*/ 1125574 w 5153891"/>
              <a:gd name="csY74" fmla="*/ 1917557 h 2760835"/>
              <a:gd name="csX75" fmla="*/ 1135899 w 5153891"/>
              <a:gd name="csY75" fmla="*/ 1880877 h 2760835"/>
              <a:gd name="csX76" fmla="*/ 1146225 w 5153891"/>
              <a:gd name="csY76" fmla="*/ 1917569 h 2760835"/>
              <a:gd name="csX77" fmla="*/ 1156550 w 5153891"/>
              <a:gd name="csY77" fmla="*/ 1880904 h 2760835"/>
              <a:gd name="csX78" fmla="*/ 1166876 w 5153891"/>
              <a:gd name="csY78" fmla="*/ 1917582 h 2760835"/>
              <a:gd name="csX79" fmla="*/ 1177202 w 5153891"/>
              <a:gd name="csY79" fmla="*/ 1880877 h 2760835"/>
              <a:gd name="csX80" fmla="*/ 1187527 w 5153891"/>
              <a:gd name="csY80" fmla="*/ 1880904 h 2760835"/>
              <a:gd name="csX81" fmla="*/ 1197853 w 5153891"/>
              <a:gd name="csY81" fmla="*/ 1917544 h 2760835"/>
              <a:gd name="csX82" fmla="*/ 1208178 w 5153891"/>
              <a:gd name="csY82" fmla="*/ 1880917 h 2760835"/>
              <a:gd name="csX83" fmla="*/ 1218504 w 5153891"/>
              <a:gd name="csY83" fmla="*/ 2247440 h 2760835"/>
              <a:gd name="csX84" fmla="*/ 1228830 w 5153891"/>
              <a:gd name="csY84" fmla="*/ 2320841 h 2760835"/>
              <a:gd name="csX85" fmla="*/ 1239162 w 5153891"/>
              <a:gd name="csY85" fmla="*/ 672857 h 2760835"/>
              <a:gd name="csX86" fmla="*/ 1249493 w 5153891"/>
              <a:gd name="csY86" fmla="*/ 1404419 h 2760835"/>
              <a:gd name="csX87" fmla="*/ 1259819 w 5153891"/>
              <a:gd name="csY87" fmla="*/ 1978896 h 2760835"/>
              <a:gd name="csX88" fmla="*/ 1270353 w 5153891"/>
              <a:gd name="csY88" fmla="*/ 1965963 h 2760835"/>
              <a:gd name="csX89" fmla="*/ 1280471 w 5153891"/>
              <a:gd name="csY89" fmla="*/ 1917569 h 2760835"/>
              <a:gd name="csX90" fmla="*/ 1290796 w 5153891"/>
              <a:gd name="csY90" fmla="*/ 1990862 h 2760835"/>
              <a:gd name="csX91" fmla="*/ 1301122 w 5153891"/>
              <a:gd name="csY91" fmla="*/ 1917505 h 2760835"/>
              <a:gd name="csX92" fmla="*/ 1311447 w 5153891"/>
              <a:gd name="csY92" fmla="*/ 2027561 h 2760835"/>
              <a:gd name="csX93" fmla="*/ 1321773 w 5153891"/>
              <a:gd name="csY93" fmla="*/ 1917518 h 2760835"/>
              <a:gd name="csX94" fmla="*/ 1332099 w 5153891"/>
              <a:gd name="csY94" fmla="*/ 1954197 h 2760835"/>
              <a:gd name="csX95" fmla="*/ 1342424 w 5153891"/>
              <a:gd name="csY95" fmla="*/ 1917633 h 2760835"/>
              <a:gd name="csX96" fmla="*/ 1352750 w 5153891"/>
              <a:gd name="csY96" fmla="*/ 2027644 h 2760835"/>
              <a:gd name="csX97" fmla="*/ 1363077 w 5153891"/>
              <a:gd name="csY97" fmla="*/ 1917608 h 2760835"/>
              <a:gd name="csX98" fmla="*/ 1373403 w 5153891"/>
              <a:gd name="csY98" fmla="*/ 1917287 h 2760835"/>
              <a:gd name="csX99" fmla="*/ 1383727 w 5153891"/>
              <a:gd name="csY99" fmla="*/ 1954296 h 2760835"/>
              <a:gd name="csX100" fmla="*/ 1394053 w 5153891"/>
              <a:gd name="csY100" fmla="*/ 1954134 h 2760835"/>
              <a:gd name="csX101" fmla="*/ 1404378 w 5153891"/>
              <a:gd name="csY101" fmla="*/ 1917531 h 2760835"/>
              <a:gd name="csX102" fmla="*/ 1414703 w 5153891"/>
              <a:gd name="csY102" fmla="*/ 1954247 h 2760835"/>
              <a:gd name="csX103" fmla="*/ 1425029 w 5153891"/>
              <a:gd name="csY103" fmla="*/ 1917531 h 2760835"/>
              <a:gd name="csX104" fmla="*/ 1435355 w 5153891"/>
              <a:gd name="csY104" fmla="*/ 1954421 h 2760835"/>
              <a:gd name="csX105" fmla="*/ 1445686 w 5153891"/>
              <a:gd name="csY105" fmla="*/ 123391 h 2760835"/>
              <a:gd name="csX106" fmla="*/ 1456018 w 5153891"/>
              <a:gd name="csY106" fmla="*/ 342378 h 2760835"/>
              <a:gd name="csX107" fmla="*/ 1466347 w 5153891"/>
              <a:gd name="csY107" fmla="*/ 1037308 h 2760835"/>
              <a:gd name="csX108" fmla="*/ 1476670 w 5153891"/>
              <a:gd name="csY108" fmla="*/ 1037806 h 2760835"/>
              <a:gd name="csX109" fmla="*/ 1486995 w 5153891"/>
              <a:gd name="csY109" fmla="*/ 1111386 h 2760835"/>
              <a:gd name="csX110" fmla="*/ 1497322 w 5153891"/>
              <a:gd name="csY110" fmla="*/ 1037698 h 2760835"/>
              <a:gd name="csX111" fmla="*/ 1517973 w 5153891"/>
              <a:gd name="csY111" fmla="*/ 1037633 h 2760835"/>
              <a:gd name="csX112" fmla="*/ 1528298 w 5153891"/>
              <a:gd name="csY112" fmla="*/ 1074885 h 2760835"/>
              <a:gd name="csX113" fmla="*/ 1538625 w 5153891"/>
              <a:gd name="csY113" fmla="*/ 1037936 h 2760835"/>
              <a:gd name="csX114" fmla="*/ 1548951 w 5153891"/>
              <a:gd name="csY114" fmla="*/ 1037784 h 2760835"/>
              <a:gd name="csX115" fmla="*/ 1559276 w 5153891"/>
              <a:gd name="csY115" fmla="*/ 1074417 h 2760835"/>
              <a:gd name="csX116" fmla="*/ 1569601 w 5153891"/>
              <a:gd name="csY116" fmla="*/ 1038887 h 2760835"/>
              <a:gd name="csX117" fmla="*/ 1579931 w 5153891"/>
              <a:gd name="csY117" fmla="*/ 1038887 h 2760835"/>
              <a:gd name="csX118" fmla="*/ 1590262 w 5153891"/>
              <a:gd name="csY118" fmla="*/ 1035771 h 2760835"/>
              <a:gd name="csX119" fmla="*/ 1600577 w 5153891"/>
              <a:gd name="csY119" fmla="*/ 1074651 h 2760835"/>
              <a:gd name="csX120" fmla="*/ 1610903 w 5153891"/>
              <a:gd name="csY120" fmla="*/ 1037849 h 2760835"/>
              <a:gd name="csX121" fmla="*/ 1621229 w 5153891"/>
              <a:gd name="csY121" fmla="*/ 1037827 h 2760835"/>
              <a:gd name="csX122" fmla="*/ 1631554 w 5153891"/>
              <a:gd name="csY122" fmla="*/ 1334717 h 2760835"/>
              <a:gd name="csX123" fmla="*/ 1642914 w 5153891"/>
              <a:gd name="csY123" fmla="*/ 1041869 h 2760835"/>
              <a:gd name="csX124" fmla="*/ 1653246 w 5153891"/>
              <a:gd name="csY124" fmla="*/ 416579 h 2760835"/>
              <a:gd name="csX125" fmla="*/ 1663578 w 5153891"/>
              <a:gd name="csY125" fmla="*/ 451999 h 2760835"/>
              <a:gd name="csX126" fmla="*/ 1673906 w 5153891"/>
              <a:gd name="csY126" fmla="*/ 560774 h 2760835"/>
              <a:gd name="csX127" fmla="*/ 1684229 w 5153891"/>
              <a:gd name="csY127" fmla="*/ 1074970 h 2760835"/>
              <a:gd name="csX128" fmla="*/ 1694557 w 5153891"/>
              <a:gd name="csY128" fmla="*/ 1047623 h 2760835"/>
              <a:gd name="csX129" fmla="*/ 1704929 w 5153891"/>
              <a:gd name="csY129" fmla="*/ 1064635 h 2760835"/>
              <a:gd name="csX130" fmla="*/ 1715207 w 5153891"/>
              <a:gd name="csY130" fmla="*/ 1075650 h 2760835"/>
              <a:gd name="csX131" fmla="*/ 1725538 w 5153891"/>
              <a:gd name="csY131" fmla="*/ 1036637 h 2760835"/>
              <a:gd name="csX132" fmla="*/ 1746183 w 5153891"/>
              <a:gd name="csY132" fmla="*/ 1038843 h 2760835"/>
              <a:gd name="csX133" fmla="*/ 1756513 w 5153891"/>
              <a:gd name="csY133" fmla="*/ 1293679 h 2760835"/>
              <a:gd name="csX134" fmla="*/ 1766835 w 5153891"/>
              <a:gd name="csY134" fmla="*/ 1074609 h 2760835"/>
              <a:gd name="csX135" fmla="*/ 1777161 w 5153891"/>
              <a:gd name="csY135" fmla="*/ 1037763 h 2760835"/>
              <a:gd name="csX136" fmla="*/ 1787486 w 5153891"/>
              <a:gd name="csY136" fmla="*/ 1075097 h 2760835"/>
              <a:gd name="csX137" fmla="*/ 1797814 w 5153891"/>
              <a:gd name="csY137" fmla="*/ 1037546 h 2760835"/>
              <a:gd name="csX138" fmla="*/ 1808138 w 5153891"/>
              <a:gd name="csY138" fmla="*/ 1074396 h 2760835"/>
              <a:gd name="csX139" fmla="*/ 1818463 w 5153891"/>
              <a:gd name="csY139" fmla="*/ 1038022 h 2760835"/>
              <a:gd name="csX140" fmla="*/ 1828789 w 5153891"/>
              <a:gd name="csY140" fmla="*/ 1038130 h 2760835"/>
              <a:gd name="csX141" fmla="*/ 1839116 w 5153891"/>
              <a:gd name="csY141" fmla="*/ 1220879 h 2760835"/>
              <a:gd name="csX142" fmla="*/ 1849440 w 5153891"/>
              <a:gd name="csY142" fmla="*/ 1038671 h 2760835"/>
              <a:gd name="csX143" fmla="*/ 1859772 w 5153891"/>
              <a:gd name="csY143" fmla="*/ 746143 h 2760835"/>
              <a:gd name="csX144" fmla="*/ 1870104 w 5153891"/>
              <a:gd name="csY144" fmla="*/ 781372 h 2760835"/>
              <a:gd name="csX145" fmla="*/ 1880429 w 5153891"/>
              <a:gd name="csY145" fmla="*/ 744622 h 2760835"/>
              <a:gd name="csX146" fmla="*/ 1890755 w 5153891"/>
              <a:gd name="csY146" fmla="*/ 744695 h 2760835"/>
              <a:gd name="csX147" fmla="*/ 1901081 w 5153891"/>
              <a:gd name="csY147" fmla="*/ 781469 h 2760835"/>
              <a:gd name="csX148" fmla="*/ 1911407 w 5153891"/>
              <a:gd name="csY148" fmla="*/ 780888 h 2760835"/>
              <a:gd name="csX149" fmla="*/ 1921731 w 5153891"/>
              <a:gd name="csY149" fmla="*/ 718220 h 2760835"/>
              <a:gd name="csX150" fmla="*/ 1932099 w 5153891"/>
              <a:gd name="csY150" fmla="*/ 771633 h 2760835"/>
              <a:gd name="csX151" fmla="*/ 1942383 w 5153891"/>
              <a:gd name="csY151" fmla="*/ 744794 h 2760835"/>
              <a:gd name="csX152" fmla="*/ 1952709 w 5153891"/>
              <a:gd name="csY152" fmla="*/ 744867 h 2760835"/>
              <a:gd name="csX153" fmla="*/ 1963036 w 5153891"/>
              <a:gd name="csY153" fmla="*/ 781154 h 2760835"/>
              <a:gd name="csX154" fmla="*/ 1973361 w 5153891"/>
              <a:gd name="csY154" fmla="*/ 744499 h 2760835"/>
              <a:gd name="csX155" fmla="*/ 1994011 w 5153891"/>
              <a:gd name="csY155" fmla="*/ 744916 h 2760835"/>
              <a:gd name="csX156" fmla="*/ 2004338 w 5153891"/>
              <a:gd name="csY156" fmla="*/ 785453 h 2760835"/>
              <a:gd name="csX157" fmla="*/ 2014681 w 5153891"/>
              <a:gd name="csY157" fmla="*/ 740218 h 2760835"/>
              <a:gd name="csX158" fmla="*/ 2024988 w 5153891"/>
              <a:gd name="csY158" fmla="*/ 745506 h 2760835"/>
              <a:gd name="csX159" fmla="*/ 2035317 w 5153891"/>
              <a:gd name="csY159" fmla="*/ 746242 h 2760835"/>
              <a:gd name="csX160" fmla="*/ 2045649 w 5153891"/>
              <a:gd name="csY160" fmla="*/ 778999 h 2760835"/>
              <a:gd name="csX161" fmla="*/ 2055965 w 5153891"/>
              <a:gd name="csY161" fmla="*/ 744892 h 2760835"/>
              <a:gd name="csX162" fmla="*/ 2066298 w 5153891"/>
              <a:gd name="csY162" fmla="*/ 966084 h 2760835"/>
              <a:gd name="csX163" fmla="*/ 2076630 w 5153891"/>
              <a:gd name="csY163" fmla="*/ 965615 h 2760835"/>
              <a:gd name="csX164" fmla="*/ 2086960 w 5153891"/>
              <a:gd name="csY164" fmla="*/ 1010328 h 2760835"/>
              <a:gd name="csX165" fmla="*/ 2097329 w 5153891"/>
              <a:gd name="csY165" fmla="*/ 954006 h 2760835"/>
              <a:gd name="csX166" fmla="*/ 2107606 w 5153891"/>
              <a:gd name="csY166" fmla="*/ 965012 h 2760835"/>
              <a:gd name="csX167" fmla="*/ 2138585 w 5153891"/>
              <a:gd name="csY167" fmla="*/ 964632 h 2760835"/>
              <a:gd name="csX168" fmla="*/ 2148910 w 5153891"/>
              <a:gd name="csY168" fmla="*/ 1001262 h 2760835"/>
              <a:gd name="csX169" fmla="*/ 2159236 w 5153891"/>
              <a:gd name="csY169" fmla="*/ 964453 h 2760835"/>
              <a:gd name="csX170" fmla="*/ 2190213 w 5153891"/>
              <a:gd name="csY170" fmla="*/ 964676 h 2760835"/>
              <a:gd name="csX171" fmla="*/ 2200539 w 5153891"/>
              <a:gd name="csY171" fmla="*/ 1352567 h 2760835"/>
              <a:gd name="csX172" fmla="*/ 2210984 w 5153891"/>
              <a:gd name="csY172" fmla="*/ 611281 h 2760835"/>
              <a:gd name="csX173" fmla="*/ 2221216 w 5153891"/>
              <a:gd name="csY173" fmla="*/ 964542 h 2760835"/>
              <a:gd name="csX174" fmla="*/ 2231542 w 5153891"/>
              <a:gd name="csY174" fmla="*/ 958669 h 2760835"/>
              <a:gd name="csX175" fmla="*/ 2241840 w 5153891"/>
              <a:gd name="csY175" fmla="*/ 964430 h 2760835"/>
              <a:gd name="csX176" fmla="*/ 2252165 w 5153891"/>
              <a:gd name="csY176" fmla="*/ 964587 h 2760835"/>
              <a:gd name="csX177" fmla="*/ 2262491 w 5153891"/>
              <a:gd name="csY177" fmla="*/ 1001614 h 2760835"/>
              <a:gd name="csX178" fmla="*/ 2272823 w 5153891"/>
              <a:gd name="csY178" fmla="*/ 672933 h 2760835"/>
              <a:gd name="csX179" fmla="*/ 2293481 w 5153891"/>
              <a:gd name="csY179" fmla="*/ 671264 h 2760835"/>
              <a:gd name="csX180" fmla="*/ 2303806 w 5153891"/>
              <a:gd name="csY180" fmla="*/ 635046 h 2760835"/>
              <a:gd name="csX181" fmla="*/ 2314133 w 5153891"/>
              <a:gd name="csY181" fmla="*/ 671467 h 2760835"/>
              <a:gd name="csX182" fmla="*/ 2334783 w 5153891"/>
              <a:gd name="csY182" fmla="*/ 671315 h 2760835"/>
              <a:gd name="csX183" fmla="*/ 2355434 w 5153891"/>
              <a:gd name="csY183" fmla="*/ 671416 h 2760835"/>
              <a:gd name="csX184" fmla="*/ 2365760 w 5153891"/>
              <a:gd name="csY184" fmla="*/ 634713 h 2760835"/>
              <a:gd name="csX185" fmla="*/ 2376086 w 5153891"/>
              <a:gd name="csY185" fmla="*/ 671340 h 2760835"/>
              <a:gd name="csX186" fmla="*/ 2396737 w 5153891"/>
              <a:gd name="csY186" fmla="*/ 671391 h 2760835"/>
              <a:gd name="csX187" fmla="*/ 2407062 w 5153891"/>
              <a:gd name="csY187" fmla="*/ 673135 h 2760835"/>
              <a:gd name="csX188" fmla="*/ 2417395 w 5153891"/>
              <a:gd name="csY188" fmla="*/ 669594 h 2760835"/>
              <a:gd name="csX189" fmla="*/ 2427714 w 5153891"/>
              <a:gd name="csY189" fmla="*/ 634662 h 2760835"/>
              <a:gd name="csX190" fmla="*/ 2438039 w 5153891"/>
              <a:gd name="csY190" fmla="*/ 671568 h 2760835"/>
              <a:gd name="csX191" fmla="*/ 2458691 w 5153891"/>
              <a:gd name="csY191" fmla="*/ 671366 h 2760835"/>
              <a:gd name="csX192" fmla="*/ 2469016 w 5153891"/>
              <a:gd name="csY192" fmla="*/ 672680 h 2760835"/>
              <a:gd name="csX193" fmla="*/ 2479348 w 5153891"/>
              <a:gd name="csY193" fmla="*/ 196743 h 2760835"/>
              <a:gd name="csX194" fmla="*/ 2489680 w 5153891"/>
              <a:gd name="csY194" fmla="*/ 195061 h 2760835"/>
              <a:gd name="csX195" fmla="*/ 2500006 w 5153891"/>
              <a:gd name="csY195" fmla="*/ 1001108 h 2760835"/>
              <a:gd name="csX196" fmla="*/ 2510332 w 5153891"/>
              <a:gd name="csY196" fmla="*/ 1037871 h 2760835"/>
              <a:gd name="csX197" fmla="*/ 2530983 w 5153891"/>
              <a:gd name="csY197" fmla="*/ 1037914 h 2760835"/>
              <a:gd name="csX198" fmla="*/ 2541308 w 5153891"/>
              <a:gd name="csY198" fmla="*/ 1074502 h 2760835"/>
              <a:gd name="csX199" fmla="*/ 2551634 w 5153891"/>
              <a:gd name="csY199" fmla="*/ 1038065 h 2760835"/>
              <a:gd name="csX200" fmla="*/ 2572285 w 5153891"/>
              <a:gd name="csY200" fmla="*/ 1038174 h 2760835"/>
              <a:gd name="csX201" fmla="*/ 2582612 w 5153891"/>
              <a:gd name="csY201" fmla="*/ 1074290 h 2760835"/>
              <a:gd name="csX202" fmla="*/ 2592936 w 5153891"/>
              <a:gd name="csY202" fmla="*/ 1038411 h 2760835"/>
              <a:gd name="csX203" fmla="*/ 2603264 w 5153891"/>
              <a:gd name="csY203" fmla="*/ 1037416 h 2760835"/>
              <a:gd name="csX204" fmla="*/ 2613588 w 5153891"/>
              <a:gd name="csY204" fmla="*/ 1074524 h 2760835"/>
              <a:gd name="csX205" fmla="*/ 2623913 w 5153891"/>
              <a:gd name="csY205" fmla="*/ 1037892 h 2760835"/>
              <a:gd name="csX206" fmla="*/ 2644564 w 5153891"/>
              <a:gd name="csY206" fmla="*/ 1037892 h 2760835"/>
              <a:gd name="csX207" fmla="*/ 2654890 w 5153891"/>
              <a:gd name="csY207" fmla="*/ 1048780 h 2760835"/>
              <a:gd name="csX208" fmla="*/ 2665268 w 5153891"/>
              <a:gd name="csY208" fmla="*/ 1063733 h 2760835"/>
              <a:gd name="csX209" fmla="*/ 2675541 w 5153891"/>
              <a:gd name="csY209" fmla="*/ 1184543 h 2760835"/>
              <a:gd name="csX210" fmla="*/ 2685873 w 5153891"/>
              <a:gd name="csY210" fmla="*/ 50223 h 2760835"/>
              <a:gd name="csX211" fmla="*/ 2696206 w 5153891"/>
              <a:gd name="csY211" fmla="*/ 268157 h 2760835"/>
              <a:gd name="csX212" fmla="*/ 2706531 w 5153891"/>
              <a:gd name="csY212" fmla="*/ 1074545 h 2760835"/>
              <a:gd name="csX213" fmla="*/ 2716857 w 5153891"/>
              <a:gd name="csY213" fmla="*/ 1037892 h 2760835"/>
              <a:gd name="csX214" fmla="*/ 2727182 w 5153891"/>
              <a:gd name="csY214" fmla="*/ 1074630 h 2760835"/>
              <a:gd name="csX215" fmla="*/ 2737508 w 5153891"/>
              <a:gd name="csY215" fmla="*/ 1074566 h 2760835"/>
              <a:gd name="csX216" fmla="*/ 2747834 w 5153891"/>
              <a:gd name="csY216" fmla="*/ 1294404 h 2760835"/>
              <a:gd name="csX217" fmla="*/ 2758159 w 5153891"/>
              <a:gd name="csY217" fmla="*/ 1037914 h 2760835"/>
              <a:gd name="csX218" fmla="*/ 2778811 w 5153891"/>
              <a:gd name="csY218" fmla="*/ 1038000 h 2760835"/>
              <a:gd name="csX219" fmla="*/ 2789137 w 5153891"/>
              <a:gd name="csY219" fmla="*/ 1074481 h 2760835"/>
              <a:gd name="csX220" fmla="*/ 2799462 w 5153891"/>
              <a:gd name="csY220" fmla="*/ 1184443 h 2760835"/>
              <a:gd name="csX221" fmla="*/ 2809787 w 5153891"/>
              <a:gd name="csY221" fmla="*/ 1074545 h 2760835"/>
              <a:gd name="csX222" fmla="*/ 2820113 w 5153891"/>
              <a:gd name="csY222" fmla="*/ 1038000 h 2760835"/>
              <a:gd name="csX223" fmla="*/ 2830439 w 5153891"/>
              <a:gd name="csY223" fmla="*/ 1039923 h 2760835"/>
              <a:gd name="csX224" fmla="*/ 2840774 w 5153891"/>
              <a:gd name="csY224" fmla="*/ 1036421 h 2760835"/>
              <a:gd name="csX225" fmla="*/ 2851093 w 5153891"/>
              <a:gd name="csY225" fmla="*/ 1073971 h 2760835"/>
              <a:gd name="csX226" fmla="*/ 2861416 w 5153891"/>
              <a:gd name="csY226" fmla="*/ 1074460 h 2760835"/>
              <a:gd name="csX227" fmla="*/ 2871741 w 5153891"/>
              <a:gd name="csY227" fmla="*/ 1037914 h 2760835"/>
              <a:gd name="csX228" fmla="*/ 2882067 w 5153891"/>
              <a:gd name="csY228" fmla="*/ 1074566 h 2760835"/>
              <a:gd name="csX229" fmla="*/ 2892399 w 5153891"/>
              <a:gd name="csY229" fmla="*/ 196743 h 2760835"/>
              <a:gd name="csX230" fmla="*/ 2902731 w 5153891"/>
              <a:gd name="csY230" fmla="*/ 158228 h 2760835"/>
              <a:gd name="csX231" fmla="*/ 2913057 w 5153891"/>
              <a:gd name="csY231" fmla="*/ 1037892 h 2760835"/>
              <a:gd name="csX232" fmla="*/ 2944034 w 5153891"/>
              <a:gd name="csY232" fmla="*/ 1037027 h 2760835"/>
              <a:gd name="csX233" fmla="*/ 2954355 w 5153891"/>
              <a:gd name="csY233" fmla="*/ 1075310 h 2760835"/>
              <a:gd name="csX234" fmla="*/ 2964684 w 5153891"/>
              <a:gd name="csY234" fmla="*/ 1039060 h 2760835"/>
              <a:gd name="csX235" fmla="*/ 2975016 w 5153891"/>
              <a:gd name="csY235" fmla="*/ 1036702 h 2760835"/>
              <a:gd name="csX236" fmla="*/ 2985336 w 5153891"/>
              <a:gd name="csY236" fmla="*/ 1074545 h 2760835"/>
              <a:gd name="csX237" fmla="*/ 2995661 w 5153891"/>
              <a:gd name="csY237" fmla="*/ 1037914 h 2760835"/>
              <a:gd name="csX238" fmla="*/ 3016312 w 5153891"/>
              <a:gd name="csY238" fmla="*/ 1037957 h 2760835"/>
              <a:gd name="csX239" fmla="*/ 3026638 w 5153891"/>
              <a:gd name="csY239" fmla="*/ 1074524 h 2760835"/>
              <a:gd name="csX240" fmla="*/ 3036964 w 5153891"/>
              <a:gd name="csY240" fmla="*/ 1037871 h 2760835"/>
              <a:gd name="csX241" fmla="*/ 3057615 w 5153891"/>
              <a:gd name="csY241" fmla="*/ 1038368 h 2760835"/>
              <a:gd name="csX242" fmla="*/ 3067943 w 5153891"/>
              <a:gd name="csY242" fmla="*/ 1074077 h 2760835"/>
              <a:gd name="csX243" fmla="*/ 3078266 w 5153891"/>
              <a:gd name="csY243" fmla="*/ 1037849 h 2760835"/>
              <a:gd name="csX244" fmla="*/ 3088592 w 5153891"/>
              <a:gd name="csY244" fmla="*/ 1477879 h 2760835"/>
              <a:gd name="csX245" fmla="*/ 3098925 w 5153891"/>
              <a:gd name="csY245" fmla="*/ 50632 h 2760835"/>
              <a:gd name="csX246" fmla="*/ 3109259 w 5153891"/>
              <a:gd name="csY246" fmla="*/ 47860 h 2760835"/>
              <a:gd name="csX247" fmla="*/ 3119583 w 5153891"/>
              <a:gd name="csY247" fmla="*/ 1405675 h 2760835"/>
              <a:gd name="csX248" fmla="*/ 3129915 w 5153891"/>
              <a:gd name="csY248" fmla="*/ 1073013 h 2760835"/>
              <a:gd name="csX249" fmla="*/ 3140234 w 5153891"/>
              <a:gd name="csY249" fmla="*/ 816665 h 2760835"/>
              <a:gd name="csX250" fmla="*/ 3150554 w 5153891"/>
              <a:gd name="csY250" fmla="*/ 819881 h 2760835"/>
              <a:gd name="csX251" fmla="*/ 3160888 w 5153891"/>
              <a:gd name="csY251" fmla="*/ 854042 h 2760835"/>
              <a:gd name="csX252" fmla="*/ 3171211 w 5153891"/>
              <a:gd name="csY252" fmla="*/ 854652 h 2760835"/>
              <a:gd name="csX253" fmla="*/ 3181536 w 5153891"/>
              <a:gd name="csY253" fmla="*/ 964609 h 2760835"/>
              <a:gd name="csX254" fmla="*/ 3191862 w 5153891"/>
              <a:gd name="csY254" fmla="*/ 891282 h 2760835"/>
              <a:gd name="csX255" fmla="*/ 3202188 w 5153891"/>
              <a:gd name="csY255" fmla="*/ 854582 h 2760835"/>
              <a:gd name="csX256" fmla="*/ 3222840 w 5153891"/>
              <a:gd name="csY256" fmla="*/ 854488 h 2760835"/>
              <a:gd name="csX257" fmla="*/ 3233165 w 5153891"/>
              <a:gd name="csY257" fmla="*/ 818000 h 2760835"/>
              <a:gd name="csX258" fmla="*/ 3243490 w 5153891"/>
              <a:gd name="csY258" fmla="*/ 891328 h 2760835"/>
              <a:gd name="csX259" fmla="*/ 3253816 w 5153891"/>
              <a:gd name="csY259" fmla="*/ 818572 h 2760835"/>
              <a:gd name="csX260" fmla="*/ 3264144 w 5153891"/>
              <a:gd name="csY260" fmla="*/ 817333 h 2760835"/>
              <a:gd name="csX261" fmla="*/ 3274467 w 5153891"/>
              <a:gd name="csY261" fmla="*/ 854629 h 2760835"/>
              <a:gd name="csX262" fmla="*/ 3284793 w 5153891"/>
              <a:gd name="csY262" fmla="*/ 855426 h 2760835"/>
              <a:gd name="csX263" fmla="*/ 3295122 w 5153891"/>
              <a:gd name="csY263" fmla="*/ 853855 h 2760835"/>
              <a:gd name="csX264" fmla="*/ 3305454 w 5153891"/>
              <a:gd name="csY264" fmla="*/ 343234 h 2760835"/>
              <a:gd name="csX265" fmla="*/ 3315786 w 5153891"/>
              <a:gd name="csY265" fmla="*/ 304810 h 2760835"/>
              <a:gd name="csX266" fmla="*/ 3326111 w 5153891"/>
              <a:gd name="csY266" fmla="*/ 304868 h 2760835"/>
              <a:gd name="csX267" fmla="*/ 3336437 w 5153891"/>
              <a:gd name="csY267" fmla="*/ 343263 h 2760835"/>
              <a:gd name="csX268" fmla="*/ 3346769 w 5153891"/>
              <a:gd name="csY268" fmla="*/ 303042 h 2760835"/>
              <a:gd name="csX269" fmla="*/ 3357088 w 5153891"/>
              <a:gd name="csY269" fmla="*/ 304810 h 2760835"/>
              <a:gd name="csX270" fmla="*/ 3367414 w 5153891"/>
              <a:gd name="csY270" fmla="*/ 341463 h 2760835"/>
              <a:gd name="csX271" fmla="*/ 3377739 w 5153891"/>
              <a:gd name="csY271" fmla="*/ 305099 h 2760835"/>
              <a:gd name="csX272" fmla="*/ 3388066 w 5153891"/>
              <a:gd name="csY272" fmla="*/ 304665 h 2760835"/>
              <a:gd name="csX273" fmla="*/ 3398391 w 5153891"/>
              <a:gd name="csY273" fmla="*/ 341520 h 2760835"/>
              <a:gd name="csX274" fmla="*/ 3408717 w 5153891"/>
              <a:gd name="csY274" fmla="*/ 305041 h 2760835"/>
              <a:gd name="csX275" fmla="*/ 3419043 w 5153891"/>
              <a:gd name="csY275" fmla="*/ 334784 h 2760835"/>
              <a:gd name="csX276" fmla="*/ 3429476 w 5153891"/>
              <a:gd name="csY276" fmla="*/ 310979 h 2760835"/>
              <a:gd name="csX277" fmla="*/ 3439693 w 5153891"/>
              <a:gd name="csY277" fmla="*/ 304868 h 2760835"/>
              <a:gd name="csX278" fmla="*/ 3450019 w 5153891"/>
              <a:gd name="csY278" fmla="*/ 304897 h 2760835"/>
              <a:gd name="csX279" fmla="*/ 3460345 w 5153891"/>
              <a:gd name="csY279" fmla="*/ 341434 h 2760835"/>
              <a:gd name="csX280" fmla="*/ 3470670 w 5153891"/>
              <a:gd name="csY280" fmla="*/ 304839 h 2760835"/>
              <a:gd name="csX281" fmla="*/ 3480996 w 5153891"/>
              <a:gd name="csY281" fmla="*/ 341492 h 2760835"/>
              <a:gd name="csX282" fmla="*/ 3491321 w 5153891"/>
              <a:gd name="csY282" fmla="*/ 304810 h 2760835"/>
              <a:gd name="csX283" fmla="*/ 3501647 w 5153891"/>
              <a:gd name="csY283" fmla="*/ 305013 h 2760835"/>
              <a:gd name="csX284" fmla="*/ 3512016 w 5153891"/>
              <a:gd name="csY284" fmla="*/ 98046 h 2760835"/>
              <a:gd name="csX285" fmla="*/ 3522385 w 5153891"/>
              <a:gd name="csY285" fmla="*/ 0 h 2760835"/>
              <a:gd name="csX286" fmla="*/ 3532673 w 5153891"/>
              <a:gd name="csY286" fmla="*/ 11617 h 2760835"/>
              <a:gd name="csX287" fmla="*/ 3542999 w 5153891"/>
              <a:gd name="csY287" fmla="*/ 47923 h 2760835"/>
              <a:gd name="csX288" fmla="*/ 3553324 w 5153891"/>
              <a:gd name="csY288" fmla="*/ 48617 h 2760835"/>
              <a:gd name="csX289" fmla="*/ 3563650 w 5153891"/>
              <a:gd name="csY289" fmla="*/ 11586 h 2760835"/>
              <a:gd name="csX290" fmla="*/ 3573976 w 5153891"/>
              <a:gd name="csY290" fmla="*/ 49121 h 2760835"/>
              <a:gd name="csX291" fmla="*/ 3584304 w 5153891"/>
              <a:gd name="csY291" fmla="*/ 47450 h 2760835"/>
              <a:gd name="csX292" fmla="*/ 3594627 w 5153891"/>
              <a:gd name="csY292" fmla="*/ 11617 h 2760835"/>
              <a:gd name="csX293" fmla="*/ 3604953 w 5153891"/>
              <a:gd name="csY293" fmla="*/ 48270 h 2760835"/>
              <a:gd name="csX294" fmla="*/ 3615278 w 5153891"/>
              <a:gd name="csY294" fmla="*/ 48774 h 2760835"/>
              <a:gd name="csX295" fmla="*/ 3625606 w 5153891"/>
              <a:gd name="csY295" fmla="*/ 11075 h 2760835"/>
              <a:gd name="csX296" fmla="*/ 3635930 w 5153891"/>
              <a:gd name="csY296" fmla="*/ 50129 h 2760835"/>
              <a:gd name="csX297" fmla="*/ 3646261 w 5153891"/>
              <a:gd name="csY297" fmla="*/ 83208 h 2760835"/>
              <a:gd name="csX298" fmla="*/ 3656581 w 5153891"/>
              <a:gd name="csY298" fmla="*/ 158106 h 2760835"/>
              <a:gd name="csX299" fmla="*/ 3666907 w 5153891"/>
              <a:gd name="csY299" fmla="*/ 304868 h 2760835"/>
              <a:gd name="csX300" fmla="*/ 3677232 w 5153891"/>
              <a:gd name="csY300" fmla="*/ 488400 h 2760835"/>
              <a:gd name="csX301" fmla="*/ 3687559 w 5153891"/>
              <a:gd name="csY301" fmla="*/ 231207 h 2760835"/>
              <a:gd name="csX302" fmla="*/ 3697884 w 5153891"/>
              <a:gd name="csY302" fmla="*/ 121545 h 2760835"/>
              <a:gd name="csX303" fmla="*/ 3708209 w 5153891"/>
              <a:gd name="csY303" fmla="*/ 195031 h 2760835"/>
              <a:gd name="csX304" fmla="*/ 3718545 w 5153891"/>
              <a:gd name="csY304" fmla="*/ 51513 h 2760835"/>
              <a:gd name="csX305" fmla="*/ 3728882 w 5153891"/>
              <a:gd name="csY305" fmla="*/ 46914 h 2760835"/>
              <a:gd name="csX306" fmla="*/ 3739203 w 5153891"/>
              <a:gd name="csY306" fmla="*/ 11809 h 2760835"/>
              <a:gd name="csX307" fmla="*/ 3749529 w 5153891"/>
              <a:gd name="csY307" fmla="*/ 50790 h 2760835"/>
              <a:gd name="csX308" fmla="*/ 3759863 w 5153891"/>
              <a:gd name="csY308" fmla="*/ 45588 h 2760835"/>
              <a:gd name="csX309" fmla="*/ 3770180 w 5153891"/>
              <a:gd name="csY309" fmla="*/ 10692 h 2760835"/>
              <a:gd name="csX310" fmla="*/ 3780503 w 5153891"/>
              <a:gd name="csY310" fmla="*/ 49184 h 2760835"/>
              <a:gd name="csX311" fmla="*/ 3790831 w 5153891"/>
              <a:gd name="csY311" fmla="*/ 49152 h 2760835"/>
              <a:gd name="csX312" fmla="*/ 3801159 w 5153891"/>
              <a:gd name="csY312" fmla="*/ 11011 h 2760835"/>
              <a:gd name="csX313" fmla="*/ 3811483 w 5153891"/>
              <a:gd name="csY313" fmla="*/ 48018 h 2760835"/>
              <a:gd name="csX314" fmla="*/ 3821808 w 5153891"/>
              <a:gd name="csY314" fmla="*/ 48207 h 2760835"/>
              <a:gd name="csX315" fmla="*/ 3832133 w 5153891"/>
              <a:gd name="csY315" fmla="*/ 11617 h 2760835"/>
              <a:gd name="csX316" fmla="*/ 3842459 w 5153891"/>
              <a:gd name="csY316" fmla="*/ 48333 h 2760835"/>
              <a:gd name="csX317" fmla="*/ 3852785 w 5153891"/>
              <a:gd name="csY317" fmla="*/ 47166 h 2760835"/>
              <a:gd name="csX318" fmla="*/ 3863107 w 5153891"/>
              <a:gd name="csY318" fmla="*/ 122622 h 2760835"/>
              <a:gd name="csX319" fmla="*/ 3873436 w 5153891"/>
              <a:gd name="csY319" fmla="*/ 165360 h 2760835"/>
              <a:gd name="csX320" fmla="*/ 3883786 w 5153891"/>
              <a:gd name="csY320" fmla="*/ 224510 h 2760835"/>
              <a:gd name="csX321" fmla="*/ 3894087 w 5153891"/>
              <a:gd name="csY321" fmla="*/ 158259 h 2760835"/>
              <a:gd name="csX322" fmla="*/ 3904413 w 5153891"/>
              <a:gd name="csY322" fmla="*/ 158228 h 2760835"/>
              <a:gd name="csX323" fmla="*/ 3914738 w 5153891"/>
              <a:gd name="csY323" fmla="*/ 378201 h 2760835"/>
              <a:gd name="csX324" fmla="*/ 3925070 w 5153891"/>
              <a:gd name="csY324" fmla="*/ 50160 h 2760835"/>
              <a:gd name="csX325" fmla="*/ 3935402 w 5153891"/>
              <a:gd name="csY325" fmla="*/ 48239 h 2760835"/>
              <a:gd name="csX326" fmla="*/ 3945728 w 5153891"/>
              <a:gd name="csY326" fmla="*/ 451504 h 2760835"/>
              <a:gd name="csX327" fmla="*/ 3956053 w 5153891"/>
              <a:gd name="csY327" fmla="*/ 707993 h 2760835"/>
              <a:gd name="csX328" fmla="*/ 3966379 w 5153891"/>
              <a:gd name="csY328" fmla="*/ 854676 h 2760835"/>
              <a:gd name="csX329" fmla="*/ 3976705 w 5153891"/>
              <a:gd name="csY329" fmla="*/ 744597 h 2760835"/>
              <a:gd name="csX330" fmla="*/ 3987030 w 5153891"/>
              <a:gd name="csY330" fmla="*/ 743467 h 2760835"/>
              <a:gd name="csX331" fmla="*/ 3997351 w 5153891"/>
              <a:gd name="csY331" fmla="*/ 782581 h 2760835"/>
              <a:gd name="csX332" fmla="*/ 4007682 w 5153891"/>
              <a:gd name="csY332" fmla="*/ 744794 h 2760835"/>
              <a:gd name="csX333" fmla="*/ 4018008 w 5153891"/>
              <a:gd name="csY333" fmla="*/ 744597 h 2760835"/>
              <a:gd name="csX334" fmla="*/ 4028333 w 5153891"/>
              <a:gd name="csY334" fmla="*/ 817929 h 2760835"/>
              <a:gd name="csX335" fmla="*/ 4038659 w 5153891"/>
              <a:gd name="csY335" fmla="*/ 744646 h 2760835"/>
              <a:gd name="csX336" fmla="*/ 4059310 w 5153891"/>
              <a:gd name="csY336" fmla="*/ 744720 h 2760835"/>
              <a:gd name="csX337" fmla="*/ 4069636 w 5153891"/>
              <a:gd name="csY337" fmla="*/ 781348 h 2760835"/>
              <a:gd name="csX338" fmla="*/ 4079961 w 5153891"/>
              <a:gd name="csY338" fmla="*/ 744597 h 2760835"/>
              <a:gd name="csX339" fmla="*/ 4100612 w 5153891"/>
              <a:gd name="csY339" fmla="*/ 744474 h 2760835"/>
              <a:gd name="csX340" fmla="*/ 4110937 w 5153891"/>
              <a:gd name="csY340" fmla="*/ 781541 h 2760835"/>
              <a:gd name="csX341" fmla="*/ 4121263 w 5153891"/>
              <a:gd name="csY341" fmla="*/ 744867 h 2760835"/>
              <a:gd name="csX342" fmla="*/ 4131595 w 5153891"/>
              <a:gd name="csY342" fmla="*/ 50160 h 2760835"/>
              <a:gd name="csX343" fmla="*/ 4141927 w 5153891"/>
              <a:gd name="csY343" fmla="*/ 414936 h 2760835"/>
              <a:gd name="csX344" fmla="*/ 4152253 w 5153891"/>
              <a:gd name="csY344" fmla="*/ 1111615 h 2760835"/>
              <a:gd name="csX345" fmla="*/ 4162581 w 5153891"/>
              <a:gd name="csY345" fmla="*/ 1000888 h 2760835"/>
              <a:gd name="csX346" fmla="*/ 4172905 w 5153891"/>
              <a:gd name="csY346" fmla="*/ 1074396 h 2760835"/>
              <a:gd name="csX347" fmla="*/ 4183230 w 5153891"/>
              <a:gd name="csY347" fmla="*/ 1001240 h 2760835"/>
              <a:gd name="csX348" fmla="*/ 4193556 w 5153891"/>
              <a:gd name="csY348" fmla="*/ 1074524 h 2760835"/>
              <a:gd name="csX349" fmla="*/ 4203881 w 5153891"/>
              <a:gd name="csY349" fmla="*/ 1001218 h 2760835"/>
              <a:gd name="csX350" fmla="*/ 4214207 w 5153891"/>
              <a:gd name="csY350" fmla="*/ 964609 h 2760835"/>
              <a:gd name="csX351" fmla="*/ 4224533 w 5153891"/>
              <a:gd name="csY351" fmla="*/ 1039146 h 2760835"/>
              <a:gd name="csX352" fmla="*/ 4234864 w 5153891"/>
              <a:gd name="csY352" fmla="*/ 999985 h 2760835"/>
              <a:gd name="csX353" fmla="*/ 4245184 w 5153891"/>
              <a:gd name="csY353" fmla="*/ 1001218 h 2760835"/>
              <a:gd name="csX354" fmla="*/ 4255509 w 5153891"/>
              <a:gd name="csY354" fmla="*/ 964676 h 2760835"/>
              <a:gd name="csX355" fmla="*/ 4265835 w 5153891"/>
              <a:gd name="csY355" fmla="*/ 1037806 h 2760835"/>
              <a:gd name="csX356" fmla="*/ 4276161 w 5153891"/>
              <a:gd name="csY356" fmla="*/ 1001262 h 2760835"/>
              <a:gd name="csX357" fmla="*/ 4327789 w 5153891"/>
              <a:gd name="csY357" fmla="*/ 1002251 h 2760835"/>
              <a:gd name="csX358" fmla="*/ 4338121 w 5153891"/>
              <a:gd name="csY358" fmla="*/ 50160 h 2760835"/>
              <a:gd name="csX359" fmla="*/ 4348453 w 5153891"/>
              <a:gd name="csY359" fmla="*/ 49058 h 2760835"/>
              <a:gd name="csX360" fmla="*/ 4358781 w 5153891"/>
              <a:gd name="csY360" fmla="*/ 10884 h 2760835"/>
              <a:gd name="csX361" fmla="*/ 4369104 w 5153891"/>
              <a:gd name="csY361" fmla="*/ 378088 h 2760835"/>
              <a:gd name="csX362" fmla="*/ 4379430 w 5153891"/>
              <a:gd name="csY362" fmla="*/ 561962 h 2760835"/>
              <a:gd name="csX363" fmla="*/ 4389757 w 5153891"/>
              <a:gd name="csY363" fmla="*/ 524246 h 2760835"/>
              <a:gd name="csX364" fmla="*/ 4400081 w 5153891"/>
              <a:gd name="csY364" fmla="*/ 598060 h 2760835"/>
              <a:gd name="csX365" fmla="*/ 4410407 w 5153891"/>
              <a:gd name="csY365" fmla="*/ 561355 h 2760835"/>
              <a:gd name="csX366" fmla="*/ 4420732 w 5153891"/>
              <a:gd name="csY366" fmla="*/ 562252 h 2760835"/>
              <a:gd name="csX367" fmla="*/ 4431061 w 5153891"/>
              <a:gd name="csY367" fmla="*/ 523738 h 2760835"/>
              <a:gd name="csX368" fmla="*/ 4441383 w 5153891"/>
              <a:gd name="csY368" fmla="*/ 598190 h 2760835"/>
              <a:gd name="csX369" fmla="*/ 4451709 w 5153891"/>
              <a:gd name="csY369" fmla="*/ 561434 h 2760835"/>
              <a:gd name="csX370" fmla="*/ 4462035 w 5153891"/>
              <a:gd name="csY370" fmla="*/ 634739 h 2760835"/>
              <a:gd name="csX371" fmla="*/ 4472360 w 5153891"/>
              <a:gd name="csY371" fmla="*/ 561408 h 2760835"/>
              <a:gd name="csX372" fmla="*/ 4523989 w 5153891"/>
              <a:gd name="csY372" fmla="*/ 561302 h 2760835"/>
              <a:gd name="csX373" fmla="*/ 4534314 w 5153891"/>
              <a:gd name="csY373" fmla="*/ 598294 h 2760835"/>
              <a:gd name="csX374" fmla="*/ 4544646 w 5153891"/>
              <a:gd name="csY374" fmla="*/ 782774 h 2760835"/>
              <a:gd name="csX375" fmla="*/ 4554978 w 5153891"/>
              <a:gd name="csY375" fmla="*/ 746143 h 2760835"/>
              <a:gd name="csX376" fmla="*/ 4565310 w 5153891"/>
              <a:gd name="csY376" fmla="*/ 780356 h 2760835"/>
              <a:gd name="csX377" fmla="*/ 4575631 w 5153891"/>
              <a:gd name="csY377" fmla="*/ 745088 h 2760835"/>
              <a:gd name="csX378" fmla="*/ 4585959 w 5153891"/>
              <a:gd name="csY378" fmla="*/ 780452 h 2760835"/>
              <a:gd name="csX379" fmla="*/ 4596280 w 5153891"/>
              <a:gd name="csY379" fmla="*/ 781299 h 2760835"/>
              <a:gd name="csX380" fmla="*/ 4606606 w 5153891"/>
              <a:gd name="csY380" fmla="*/ 744671 h 2760835"/>
              <a:gd name="csX381" fmla="*/ 4616931 w 5153891"/>
              <a:gd name="csY381" fmla="*/ 781324 h 2760835"/>
              <a:gd name="csX382" fmla="*/ 4627257 w 5153891"/>
              <a:gd name="csY382" fmla="*/ 744916 h 2760835"/>
              <a:gd name="csX383" fmla="*/ 4637584 w 5153891"/>
              <a:gd name="csY383" fmla="*/ 782412 h 2760835"/>
              <a:gd name="csX384" fmla="*/ 4647914 w 5153891"/>
              <a:gd name="csY384" fmla="*/ 779992 h 2760835"/>
              <a:gd name="csX385" fmla="*/ 4658234 w 5153891"/>
              <a:gd name="csY385" fmla="*/ 746070 h 2760835"/>
              <a:gd name="csX386" fmla="*/ 4668565 w 5153891"/>
              <a:gd name="csY386" fmla="*/ 780525 h 2760835"/>
              <a:gd name="csX387" fmla="*/ 4678888 w 5153891"/>
              <a:gd name="csY387" fmla="*/ 744622 h 2760835"/>
              <a:gd name="csX388" fmla="*/ 4689213 w 5153891"/>
              <a:gd name="csY388" fmla="*/ 781662 h 2760835"/>
              <a:gd name="csX389" fmla="*/ 4699540 w 5153891"/>
              <a:gd name="csY389" fmla="*/ 780477 h 2760835"/>
              <a:gd name="csX390" fmla="*/ 4709862 w 5153891"/>
              <a:gd name="csY390" fmla="*/ 744745 h 2760835"/>
              <a:gd name="csX391" fmla="*/ 4720188 w 5153891"/>
              <a:gd name="csY391" fmla="*/ 781251 h 2760835"/>
              <a:gd name="csX392" fmla="*/ 4730514 w 5153891"/>
              <a:gd name="csY392" fmla="*/ 744695 h 2760835"/>
              <a:gd name="csX393" fmla="*/ 4740839 w 5153891"/>
              <a:gd name="csY393" fmla="*/ 781638 h 2760835"/>
              <a:gd name="csX394" fmla="*/ 4751172 w 5153891"/>
              <a:gd name="csY394" fmla="*/ 1845159 h 2760835"/>
              <a:gd name="csX395" fmla="*/ 4761504 w 5153891"/>
              <a:gd name="csY395" fmla="*/ 1807766 h 2760835"/>
              <a:gd name="csX396" fmla="*/ 4771831 w 5153891"/>
              <a:gd name="csY396" fmla="*/ 1844305 h 2760835"/>
              <a:gd name="csX397" fmla="*/ 4802807 w 5153891"/>
              <a:gd name="csY397" fmla="*/ 1844183 h 2760835"/>
              <a:gd name="csX398" fmla="*/ 4813132 w 5153891"/>
              <a:gd name="csY398" fmla="*/ 1807612 h 2760835"/>
              <a:gd name="csX399" fmla="*/ 4823458 w 5153891"/>
              <a:gd name="csY399" fmla="*/ 1844305 h 2760835"/>
              <a:gd name="csX400" fmla="*/ 4854436 w 5153891"/>
              <a:gd name="csY400" fmla="*/ 1844020 h 2760835"/>
              <a:gd name="csX401" fmla="*/ 4864760 w 5153891"/>
              <a:gd name="csY401" fmla="*/ 1807710 h 2760835"/>
              <a:gd name="csX402" fmla="*/ 4875087 w 5153891"/>
              <a:gd name="csY402" fmla="*/ 1844224 h 2760835"/>
              <a:gd name="csX403" fmla="*/ 4895737 w 5153891"/>
              <a:gd name="csY403" fmla="*/ 1844224 h 2760835"/>
              <a:gd name="csX404" fmla="*/ 4906063 w 5153891"/>
              <a:gd name="csY404" fmla="*/ 1854427 h 2760835"/>
              <a:gd name="csX405" fmla="*/ 4916467 w 5153891"/>
              <a:gd name="csY405" fmla="*/ 1796960 h 2760835"/>
              <a:gd name="csX406" fmla="*/ 4926714 w 5153891"/>
              <a:gd name="csY406" fmla="*/ 1844292 h 2760835"/>
              <a:gd name="csX407" fmla="*/ 4947366 w 5153891"/>
              <a:gd name="csY407" fmla="*/ 1844360 h 2760835"/>
              <a:gd name="csX408" fmla="*/ 4957698 w 5153891"/>
              <a:gd name="csY408" fmla="*/ 1405532 h 2760835"/>
              <a:gd name="csX409" fmla="*/ 4978355 w 5153891"/>
              <a:gd name="csY409" fmla="*/ 1404383 h 2760835"/>
              <a:gd name="csX410" fmla="*/ 5009332 w 5153891"/>
              <a:gd name="csY410" fmla="*/ 1404401 h 2760835"/>
              <a:gd name="csX411" fmla="*/ 5019658 w 5153891"/>
              <a:gd name="csY411" fmla="*/ 1441054 h 2760835"/>
              <a:gd name="csX412" fmla="*/ 5029983 w 5153891"/>
              <a:gd name="csY412" fmla="*/ 1404419 h 2760835"/>
              <a:gd name="csX413" fmla="*/ 5112588 w 5153891"/>
              <a:gd name="csY413" fmla="*/ 1404383 h 2760835"/>
              <a:gd name="csX414" fmla="*/ 5122914 w 5153891"/>
              <a:gd name="csY414" fmla="*/ 1424540 h 2760835"/>
              <a:gd name="csX415" fmla="*/ 5133356 w 5153891"/>
              <a:gd name="csY415" fmla="*/ 1383893 h 2760835"/>
              <a:gd name="csX416" fmla="*/ 5143566 w 5153891"/>
              <a:gd name="csY416" fmla="*/ 1441072 h 2760835"/>
              <a:gd name="csX417" fmla="*/ 5153891 w 5153891"/>
              <a:gd name="csY417" fmla="*/ 1406285 h 2760835"/>
              <a:gd name="csX418" fmla="*/ 5153891 w 5153891"/>
              <a:gd name="csY418" fmla="*/ 1406285 h 27608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</a:cxnLst>
            <a:rect l="l" t="t" r="r" b="b"/>
            <a:pathLst>
              <a:path w="5153891" h="2760835">
                <a:moveTo>
                  <a:pt x="0" y="1772188"/>
                </a:moveTo>
                <a:lnTo>
                  <a:pt x="10335" y="1734425"/>
                </a:lnTo>
                <a:lnTo>
                  <a:pt x="20661" y="1770889"/>
                </a:lnTo>
                <a:lnTo>
                  <a:pt x="30986" y="1770646"/>
                </a:lnTo>
                <a:lnTo>
                  <a:pt x="41310" y="1734264"/>
                </a:lnTo>
                <a:lnTo>
                  <a:pt x="51635" y="1770846"/>
                </a:lnTo>
                <a:lnTo>
                  <a:pt x="72286" y="1770974"/>
                </a:lnTo>
                <a:lnTo>
                  <a:pt x="82612" y="1734322"/>
                </a:lnTo>
                <a:lnTo>
                  <a:pt x="92938" y="1770889"/>
                </a:lnTo>
                <a:lnTo>
                  <a:pt x="113589" y="1770789"/>
                </a:lnTo>
                <a:lnTo>
                  <a:pt x="123914" y="1734293"/>
                </a:lnTo>
                <a:lnTo>
                  <a:pt x="134239" y="1770960"/>
                </a:lnTo>
                <a:lnTo>
                  <a:pt x="144565" y="1770932"/>
                </a:lnTo>
                <a:lnTo>
                  <a:pt x="154890" y="1738285"/>
                </a:lnTo>
                <a:lnTo>
                  <a:pt x="165244" y="1767004"/>
                </a:lnTo>
                <a:lnTo>
                  <a:pt x="175542" y="1771003"/>
                </a:lnTo>
                <a:lnTo>
                  <a:pt x="185868" y="1770932"/>
                </a:lnTo>
                <a:lnTo>
                  <a:pt x="196193" y="1734630"/>
                </a:lnTo>
                <a:lnTo>
                  <a:pt x="206525" y="1881708"/>
                </a:lnTo>
                <a:lnTo>
                  <a:pt x="216857" y="1917274"/>
                </a:lnTo>
                <a:lnTo>
                  <a:pt x="227180" y="1881260"/>
                </a:lnTo>
                <a:lnTo>
                  <a:pt x="237509" y="1880838"/>
                </a:lnTo>
                <a:lnTo>
                  <a:pt x="247834" y="1917557"/>
                </a:lnTo>
                <a:lnTo>
                  <a:pt x="258159" y="1881247"/>
                </a:lnTo>
                <a:lnTo>
                  <a:pt x="268488" y="1880587"/>
                </a:lnTo>
                <a:lnTo>
                  <a:pt x="278811" y="1917890"/>
                </a:lnTo>
                <a:lnTo>
                  <a:pt x="289139" y="1880534"/>
                </a:lnTo>
                <a:lnTo>
                  <a:pt x="299462" y="1881458"/>
                </a:lnTo>
                <a:lnTo>
                  <a:pt x="309792" y="1917030"/>
                </a:lnTo>
                <a:lnTo>
                  <a:pt x="320113" y="1881366"/>
                </a:lnTo>
                <a:lnTo>
                  <a:pt x="330443" y="1917095"/>
                </a:lnTo>
                <a:lnTo>
                  <a:pt x="340764" y="1880957"/>
                </a:lnTo>
                <a:lnTo>
                  <a:pt x="351091" y="1880891"/>
                </a:lnTo>
                <a:lnTo>
                  <a:pt x="361416" y="1917595"/>
                </a:lnTo>
                <a:lnTo>
                  <a:pt x="371742" y="1880297"/>
                </a:lnTo>
                <a:lnTo>
                  <a:pt x="382063" y="1882169"/>
                </a:lnTo>
                <a:lnTo>
                  <a:pt x="392398" y="1916953"/>
                </a:lnTo>
                <a:lnTo>
                  <a:pt x="402719" y="1881418"/>
                </a:lnTo>
                <a:lnTo>
                  <a:pt x="413056" y="2431509"/>
                </a:lnTo>
                <a:lnTo>
                  <a:pt x="423392" y="2467024"/>
                </a:lnTo>
                <a:lnTo>
                  <a:pt x="444039" y="2468152"/>
                </a:lnTo>
                <a:lnTo>
                  <a:pt x="454376" y="2466532"/>
                </a:lnTo>
                <a:lnTo>
                  <a:pt x="464690" y="2430694"/>
                </a:lnTo>
                <a:lnTo>
                  <a:pt x="475016" y="2467369"/>
                </a:lnTo>
                <a:lnTo>
                  <a:pt x="505999" y="2467281"/>
                </a:lnTo>
                <a:lnTo>
                  <a:pt x="516324" y="2430301"/>
                </a:lnTo>
                <a:lnTo>
                  <a:pt x="526644" y="2467405"/>
                </a:lnTo>
                <a:lnTo>
                  <a:pt x="547296" y="2467317"/>
                </a:lnTo>
                <a:lnTo>
                  <a:pt x="557621" y="2430671"/>
                </a:lnTo>
                <a:lnTo>
                  <a:pt x="567946" y="2467354"/>
                </a:lnTo>
                <a:lnTo>
                  <a:pt x="578272" y="2468949"/>
                </a:lnTo>
                <a:lnTo>
                  <a:pt x="588620" y="2465738"/>
                </a:lnTo>
                <a:lnTo>
                  <a:pt x="598923" y="2467376"/>
                </a:lnTo>
                <a:lnTo>
                  <a:pt x="609249" y="2430702"/>
                </a:lnTo>
                <a:lnTo>
                  <a:pt x="619581" y="2760836"/>
                </a:lnTo>
                <a:lnTo>
                  <a:pt x="681542" y="2760559"/>
                </a:lnTo>
                <a:lnTo>
                  <a:pt x="815775" y="2760616"/>
                </a:lnTo>
                <a:lnTo>
                  <a:pt x="826107" y="2321281"/>
                </a:lnTo>
                <a:lnTo>
                  <a:pt x="857092" y="2320630"/>
                </a:lnTo>
                <a:lnTo>
                  <a:pt x="898393" y="2320771"/>
                </a:lnTo>
                <a:lnTo>
                  <a:pt x="908719" y="2284038"/>
                </a:lnTo>
                <a:lnTo>
                  <a:pt x="919045" y="2325669"/>
                </a:lnTo>
                <a:lnTo>
                  <a:pt x="929428" y="2315720"/>
                </a:lnTo>
                <a:lnTo>
                  <a:pt x="939695" y="2320745"/>
                </a:lnTo>
                <a:lnTo>
                  <a:pt x="1022305" y="2320507"/>
                </a:lnTo>
                <a:lnTo>
                  <a:pt x="1032637" y="1881708"/>
                </a:lnTo>
                <a:lnTo>
                  <a:pt x="1042969" y="1917223"/>
                </a:lnTo>
                <a:lnTo>
                  <a:pt x="1053292" y="1881247"/>
                </a:lnTo>
                <a:lnTo>
                  <a:pt x="1063620" y="1917557"/>
                </a:lnTo>
                <a:lnTo>
                  <a:pt x="1073945" y="1880904"/>
                </a:lnTo>
                <a:lnTo>
                  <a:pt x="1084271" y="1917557"/>
                </a:lnTo>
                <a:lnTo>
                  <a:pt x="1094597" y="1881009"/>
                </a:lnTo>
                <a:lnTo>
                  <a:pt x="1104923" y="1917428"/>
                </a:lnTo>
                <a:lnTo>
                  <a:pt x="1115248" y="1880943"/>
                </a:lnTo>
                <a:lnTo>
                  <a:pt x="1125574" y="1917557"/>
                </a:lnTo>
                <a:lnTo>
                  <a:pt x="1135899" y="1880877"/>
                </a:lnTo>
                <a:lnTo>
                  <a:pt x="1146225" y="1917569"/>
                </a:lnTo>
                <a:lnTo>
                  <a:pt x="1156550" y="1880904"/>
                </a:lnTo>
                <a:lnTo>
                  <a:pt x="1166876" y="1917582"/>
                </a:lnTo>
                <a:lnTo>
                  <a:pt x="1177202" y="1880877"/>
                </a:lnTo>
                <a:lnTo>
                  <a:pt x="1187527" y="1880904"/>
                </a:lnTo>
                <a:lnTo>
                  <a:pt x="1197853" y="1917544"/>
                </a:lnTo>
                <a:lnTo>
                  <a:pt x="1208178" y="1880917"/>
                </a:lnTo>
                <a:lnTo>
                  <a:pt x="1218504" y="2247440"/>
                </a:lnTo>
                <a:lnTo>
                  <a:pt x="1228830" y="2320841"/>
                </a:lnTo>
                <a:lnTo>
                  <a:pt x="1239162" y="672857"/>
                </a:lnTo>
                <a:lnTo>
                  <a:pt x="1249493" y="1404419"/>
                </a:lnTo>
                <a:lnTo>
                  <a:pt x="1259819" y="1978896"/>
                </a:lnTo>
                <a:lnTo>
                  <a:pt x="1270353" y="1965963"/>
                </a:lnTo>
                <a:lnTo>
                  <a:pt x="1280471" y="1917569"/>
                </a:lnTo>
                <a:lnTo>
                  <a:pt x="1290796" y="1990862"/>
                </a:lnTo>
                <a:lnTo>
                  <a:pt x="1301122" y="1917505"/>
                </a:lnTo>
                <a:lnTo>
                  <a:pt x="1311447" y="2027561"/>
                </a:lnTo>
                <a:lnTo>
                  <a:pt x="1321773" y="1917518"/>
                </a:lnTo>
                <a:lnTo>
                  <a:pt x="1332099" y="1954197"/>
                </a:lnTo>
                <a:lnTo>
                  <a:pt x="1342424" y="1917633"/>
                </a:lnTo>
                <a:lnTo>
                  <a:pt x="1352750" y="2027644"/>
                </a:lnTo>
                <a:lnTo>
                  <a:pt x="1363077" y="1917608"/>
                </a:lnTo>
                <a:lnTo>
                  <a:pt x="1373403" y="1917287"/>
                </a:lnTo>
                <a:lnTo>
                  <a:pt x="1383727" y="1954296"/>
                </a:lnTo>
                <a:lnTo>
                  <a:pt x="1394053" y="1954134"/>
                </a:lnTo>
                <a:lnTo>
                  <a:pt x="1404378" y="1917531"/>
                </a:lnTo>
                <a:lnTo>
                  <a:pt x="1414703" y="1954247"/>
                </a:lnTo>
                <a:lnTo>
                  <a:pt x="1425029" y="1917531"/>
                </a:lnTo>
                <a:lnTo>
                  <a:pt x="1435355" y="1954421"/>
                </a:lnTo>
                <a:lnTo>
                  <a:pt x="1445686" y="123391"/>
                </a:lnTo>
                <a:lnTo>
                  <a:pt x="1456018" y="342378"/>
                </a:lnTo>
                <a:lnTo>
                  <a:pt x="1466347" y="1037308"/>
                </a:lnTo>
                <a:lnTo>
                  <a:pt x="1476670" y="1037806"/>
                </a:lnTo>
                <a:lnTo>
                  <a:pt x="1486995" y="1111386"/>
                </a:lnTo>
                <a:lnTo>
                  <a:pt x="1497322" y="1037698"/>
                </a:lnTo>
                <a:lnTo>
                  <a:pt x="1517973" y="1037633"/>
                </a:lnTo>
                <a:lnTo>
                  <a:pt x="1528298" y="1074885"/>
                </a:lnTo>
                <a:lnTo>
                  <a:pt x="1538625" y="1037936"/>
                </a:lnTo>
                <a:lnTo>
                  <a:pt x="1548951" y="1037784"/>
                </a:lnTo>
                <a:lnTo>
                  <a:pt x="1559276" y="1074417"/>
                </a:lnTo>
                <a:lnTo>
                  <a:pt x="1569601" y="1038887"/>
                </a:lnTo>
                <a:lnTo>
                  <a:pt x="1579931" y="1038887"/>
                </a:lnTo>
                <a:lnTo>
                  <a:pt x="1590262" y="1035771"/>
                </a:lnTo>
                <a:lnTo>
                  <a:pt x="1600577" y="1074651"/>
                </a:lnTo>
                <a:lnTo>
                  <a:pt x="1610903" y="1037849"/>
                </a:lnTo>
                <a:lnTo>
                  <a:pt x="1621229" y="1037827"/>
                </a:lnTo>
                <a:lnTo>
                  <a:pt x="1631554" y="1334717"/>
                </a:lnTo>
                <a:lnTo>
                  <a:pt x="1642914" y="1041869"/>
                </a:lnTo>
                <a:lnTo>
                  <a:pt x="1653246" y="416579"/>
                </a:lnTo>
                <a:lnTo>
                  <a:pt x="1663578" y="451999"/>
                </a:lnTo>
                <a:lnTo>
                  <a:pt x="1673906" y="560774"/>
                </a:lnTo>
                <a:lnTo>
                  <a:pt x="1684229" y="1074970"/>
                </a:lnTo>
                <a:lnTo>
                  <a:pt x="1694557" y="1047623"/>
                </a:lnTo>
                <a:lnTo>
                  <a:pt x="1704929" y="1064635"/>
                </a:lnTo>
                <a:lnTo>
                  <a:pt x="1715207" y="1075650"/>
                </a:lnTo>
                <a:lnTo>
                  <a:pt x="1725538" y="1036637"/>
                </a:lnTo>
                <a:lnTo>
                  <a:pt x="1746183" y="1038843"/>
                </a:lnTo>
                <a:lnTo>
                  <a:pt x="1756513" y="1293679"/>
                </a:lnTo>
                <a:lnTo>
                  <a:pt x="1766835" y="1074609"/>
                </a:lnTo>
                <a:lnTo>
                  <a:pt x="1777161" y="1037763"/>
                </a:lnTo>
                <a:lnTo>
                  <a:pt x="1787486" y="1075097"/>
                </a:lnTo>
                <a:lnTo>
                  <a:pt x="1797814" y="1037546"/>
                </a:lnTo>
                <a:lnTo>
                  <a:pt x="1808138" y="1074396"/>
                </a:lnTo>
                <a:lnTo>
                  <a:pt x="1818463" y="1038022"/>
                </a:lnTo>
                <a:lnTo>
                  <a:pt x="1828789" y="1038130"/>
                </a:lnTo>
                <a:lnTo>
                  <a:pt x="1839116" y="1220879"/>
                </a:lnTo>
                <a:lnTo>
                  <a:pt x="1849440" y="1038671"/>
                </a:lnTo>
                <a:lnTo>
                  <a:pt x="1859772" y="746143"/>
                </a:lnTo>
                <a:lnTo>
                  <a:pt x="1870104" y="781372"/>
                </a:lnTo>
                <a:lnTo>
                  <a:pt x="1880429" y="744622"/>
                </a:lnTo>
                <a:lnTo>
                  <a:pt x="1890755" y="744695"/>
                </a:lnTo>
                <a:lnTo>
                  <a:pt x="1901081" y="781469"/>
                </a:lnTo>
                <a:lnTo>
                  <a:pt x="1911407" y="780888"/>
                </a:lnTo>
                <a:lnTo>
                  <a:pt x="1921731" y="718220"/>
                </a:lnTo>
                <a:lnTo>
                  <a:pt x="1932099" y="771633"/>
                </a:lnTo>
                <a:lnTo>
                  <a:pt x="1942383" y="744794"/>
                </a:lnTo>
                <a:lnTo>
                  <a:pt x="1952709" y="744867"/>
                </a:lnTo>
                <a:lnTo>
                  <a:pt x="1963036" y="781154"/>
                </a:lnTo>
                <a:lnTo>
                  <a:pt x="1973361" y="744499"/>
                </a:lnTo>
                <a:lnTo>
                  <a:pt x="1994011" y="744916"/>
                </a:lnTo>
                <a:lnTo>
                  <a:pt x="2004338" y="785453"/>
                </a:lnTo>
                <a:lnTo>
                  <a:pt x="2014681" y="740218"/>
                </a:lnTo>
                <a:lnTo>
                  <a:pt x="2024988" y="745506"/>
                </a:lnTo>
                <a:lnTo>
                  <a:pt x="2035317" y="746242"/>
                </a:lnTo>
                <a:lnTo>
                  <a:pt x="2045649" y="778999"/>
                </a:lnTo>
                <a:lnTo>
                  <a:pt x="2055965" y="744892"/>
                </a:lnTo>
                <a:lnTo>
                  <a:pt x="2066298" y="966084"/>
                </a:lnTo>
                <a:lnTo>
                  <a:pt x="2076630" y="965615"/>
                </a:lnTo>
                <a:lnTo>
                  <a:pt x="2086960" y="1010328"/>
                </a:lnTo>
                <a:lnTo>
                  <a:pt x="2097329" y="954006"/>
                </a:lnTo>
                <a:lnTo>
                  <a:pt x="2107606" y="965012"/>
                </a:lnTo>
                <a:lnTo>
                  <a:pt x="2138585" y="964632"/>
                </a:lnTo>
                <a:lnTo>
                  <a:pt x="2148910" y="1001262"/>
                </a:lnTo>
                <a:lnTo>
                  <a:pt x="2159236" y="964453"/>
                </a:lnTo>
                <a:lnTo>
                  <a:pt x="2190213" y="964676"/>
                </a:lnTo>
                <a:lnTo>
                  <a:pt x="2200539" y="1352567"/>
                </a:lnTo>
                <a:lnTo>
                  <a:pt x="2210984" y="611281"/>
                </a:lnTo>
                <a:lnTo>
                  <a:pt x="2221216" y="964542"/>
                </a:lnTo>
                <a:lnTo>
                  <a:pt x="2231542" y="958669"/>
                </a:lnTo>
                <a:lnTo>
                  <a:pt x="2241840" y="964430"/>
                </a:lnTo>
                <a:lnTo>
                  <a:pt x="2252165" y="964587"/>
                </a:lnTo>
                <a:lnTo>
                  <a:pt x="2262491" y="1001614"/>
                </a:lnTo>
                <a:lnTo>
                  <a:pt x="2272823" y="672933"/>
                </a:lnTo>
                <a:lnTo>
                  <a:pt x="2293481" y="671264"/>
                </a:lnTo>
                <a:lnTo>
                  <a:pt x="2303806" y="635046"/>
                </a:lnTo>
                <a:lnTo>
                  <a:pt x="2314133" y="671467"/>
                </a:lnTo>
                <a:lnTo>
                  <a:pt x="2334783" y="671315"/>
                </a:lnTo>
                <a:lnTo>
                  <a:pt x="2355434" y="671416"/>
                </a:lnTo>
                <a:lnTo>
                  <a:pt x="2365760" y="634713"/>
                </a:lnTo>
                <a:lnTo>
                  <a:pt x="2376086" y="671340"/>
                </a:lnTo>
                <a:lnTo>
                  <a:pt x="2396737" y="671391"/>
                </a:lnTo>
                <a:lnTo>
                  <a:pt x="2407062" y="673135"/>
                </a:lnTo>
                <a:lnTo>
                  <a:pt x="2417395" y="669594"/>
                </a:lnTo>
                <a:lnTo>
                  <a:pt x="2427714" y="634662"/>
                </a:lnTo>
                <a:lnTo>
                  <a:pt x="2438039" y="671568"/>
                </a:lnTo>
                <a:lnTo>
                  <a:pt x="2458691" y="671366"/>
                </a:lnTo>
                <a:lnTo>
                  <a:pt x="2469016" y="672680"/>
                </a:lnTo>
                <a:lnTo>
                  <a:pt x="2479348" y="196743"/>
                </a:lnTo>
                <a:lnTo>
                  <a:pt x="2489680" y="195061"/>
                </a:lnTo>
                <a:lnTo>
                  <a:pt x="2500006" y="1001108"/>
                </a:lnTo>
                <a:lnTo>
                  <a:pt x="2510332" y="1037871"/>
                </a:lnTo>
                <a:lnTo>
                  <a:pt x="2530983" y="1037914"/>
                </a:lnTo>
                <a:lnTo>
                  <a:pt x="2541308" y="1074502"/>
                </a:lnTo>
                <a:lnTo>
                  <a:pt x="2551634" y="1038065"/>
                </a:lnTo>
                <a:lnTo>
                  <a:pt x="2572285" y="1038174"/>
                </a:lnTo>
                <a:lnTo>
                  <a:pt x="2582612" y="1074290"/>
                </a:lnTo>
                <a:lnTo>
                  <a:pt x="2592936" y="1038411"/>
                </a:lnTo>
                <a:lnTo>
                  <a:pt x="2603264" y="1037416"/>
                </a:lnTo>
                <a:lnTo>
                  <a:pt x="2613588" y="1074524"/>
                </a:lnTo>
                <a:lnTo>
                  <a:pt x="2623913" y="1037892"/>
                </a:lnTo>
                <a:lnTo>
                  <a:pt x="2644564" y="1037892"/>
                </a:lnTo>
                <a:lnTo>
                  <a:pt x="2654890" y="1048780"/>
                </a:lnTo>
                <a:lnTo>
                  <a:pt x="2665268" y="1063733"/>
                </a:lnTo>
                <a:lnTo>
                  <a:pt x="2675541" y="1184543"/>
                </a:lnTo>
                <a:lnTo>
                  <a:pt x="2685873" y="50223"/>
                </a:lnTo>
                <a:lnTo>
                  <a:pt x="2696206" y="268157"/>
                </a:lnTo>
                <a:lnTo>
                  <a:pt x="2706531" y="1074545"/>
                </a:lnTo>
                <a:lnTo>
                  <a:pt x="2716857" y="1037892"/>
                </a:lnTo>
                <a:lnTo>
                  <a:pt x="2727182" y="1074630"/>
                </a:lnTo>
                <a:lnTo>
                  <a:pt x="2737508" y="1074566"/>
                </a:lnTo>
                <a:lnTo>
                  <a:pt x="2747834" y="1294404"/>
                </a:lnTo>
                <a:lnTo>
                  <a:pt x="2758159" y="1037914"/>
                </a:lnTo>
                <a:lnTo>
                  <a:pt x="2778811" y="1038000"/>
                </a:lnTo>
                <a:lnTo>
                  <a:pt x="2789137" y="1074481"/>
                </a:lnTo>
                <a:lnTo>
                  <a:pt x="2799462" y="1184443"/>
                </a:lnTo>
                <a:lnTo>
                  <a:pt x="2809787" y="1074545"/>
                </a:lnTo>
                <a:lnTo>
                  <a:pt x="2820113" y="1038000"/>
                </a:lnTo>
                <a:lnTo>
                  <a:pt x="2830439" y="1039923"/>
                </a:lnTo>
                <a:lnTo>
                  <a:pt x="2840774" y="1036421"/>
                </a:lnTo>
                <a:lnTo>
                  <a:pt x="2851093" y="1073971"/>
                </a:lnTo>
                <a:lnTo>
                  <a:pt x="2861416" y="1074460"/>
                </a:lnTo>
                <a:lnTo>
                  <a:pt x="2871741" y="1037914"/>
                </a:lnTo>
                <a:lnTo>
                  <a:pt x="2882067" y="1074566"/>
                </a:lnTo>
                <a:lnTo>
                  <a:pt x="2892399" y="196743"/>
                </a:lnTo>
                <a:lnTo>
                  <a:pt x="2902731" y="158228"/>
                </a:lnTo>
                <a:lnTo>
                  <a:pt x="2913057" y="1037892"/>
                </a:lnTo>
                <a:lnTo>
                  <a:pt x="2944034" y="1037027"/>
                </a:lnTo>
                <a:lnTo>
                  <a:pt x="2954355" y="1075310"/>
                </a:lnTo>
                <a:lnTo>
                  <a:pt x="2964684" y="1039060"/>
                </a:lnTo>
                <a:lnTo>
                  <a:pt x="2975016" y="1036702"/>
                </a:lnTo>
                <a:lnTo>
                  <a:pt x="2985336" y="1074545"/>
                </a:lnTo>
                <a:lnTo>
                  <a:pt x="2995661" y="1037914"/>
                </a:lnTo>
                <a:lnTo>
                  <a:pt x="3016312" y="1037957"/>
                </a:lnTo>
                <a:lnTo>
                  <a:pt x="3026638" y="1074524"/>
                </a:lnTo>
                <a:lnTo>
                  <a:pt x="3036964" y="1037871"/>
                </a:lnTo>
                <a:lnTo>
                  <a:pt x="3057615" y="1038368"/>
                </a:lnTo>
                <a:lnTo>
                  <a:pt x="3067943" y="1074077"/>
                </a:lnTo>
                <a:lnTo>
                  <a:pt x="3078266" y="1037849"/>
                </a:lnTo>
                <a:lnTo>
                  <a:pt x="3088592" y="1477879"/>
                </a:lnTo>
                <a:lnTo>
                  <a:pt x="3098925" y="50632"/>
                </a:lnTo>
                <a:lnTo>
                  <a:pt x="3109259" y="47860"/>
                </a:lnTo>
                <a:lnTo>
                  <a:pt x="3119583" y="1405675"/>
                </a:lnTo>
                <a:lnTo>
                  <a:pt x="3129915" y="1073013"/>
                </a:lnTo>
                <a:lnTo>
                  <a:pt x="3140234" y="816665"/>
                </a:lnTo>
                <a:lnTo>
                  <a:pt x="3150554" y="819881"/>
                </a:lnTo>
                <a:lnTo>
                  <a:pt x="3160888" y="854042"/>
                </a:lnTo>
                <a:lnTo>
                  <a:pt x="3171211" y="854652"/>
                </a:lnTo>
                <a:lnTo>
                  <a:pt x="3181536" y="964609"/>
                </a:lnTo>
                <a:lnTo>
                  <a:pt x="3191862" y="891282"/>
                </a:lnTo>
                <a:lnTo>
                  <a:pt x="3202188" y="854582"/>
                </a:lnTo>
                <a:lnTo>
                  <a:pt x="3222840" y="854488"/>
                </a:lnTo>
                <a:lnTo>
                  <a:pt x="3233165" y="818000"/>
                </a:lnTo>
                <a:lnTo>
                  <a:pt x="3243490" y="891328"/>
                </a:lnTo>
                <a:lnTo>
                  <a:pt x="3253816" y="818572"/>
                </a:lnTo>
                <a:lnTo>
                  <a:pt x="3264144" y="817333"/>
                </a:lnTo>
                <a:lnTo>
                  <a:pt x="3274467" y="854629"/>
                </a:lnTo>
                <a:lnTo>
                  <a:pt x="3284793" y="855426"/>
                </a:lnTo>
                <a:lnTo>
                  <a:pt x="3295122" y="853855"/>
                </a:lnTo>
                <a:lnTo>
                  <a:pt x="3305454" y="343234"/>
                </a:lnTo>
                <a:lnTo>
                  <a:pt x="3315786" y="304810"/>
                </a:lnTo>
                <a:lnTo>
                  <a:pt x="3326111" y="304868"/>
                </a:lnTo>
                <a:lnTo>
                  <a:pt x="3336437" y="343263"/>
                </a:lnTo>
                <a:lnTo>
                  <a:pt x="3346769" y="303042"/>
                </a:lnTo>
                <a:lnTo>
                  <a:pt x="3357088" y="304810"/>
                </a:lnTo>
                <a:lnTo>
                  <a:pt x="3367414" y="341463"/>
                </a:lnTo>
                <a:lnTo>
                  <a:pt x="3377739" y="305099"/>
                </a:lnTo>
                <a:lnTo>
                  <a:pt x="3388066" y="304665"/>
                </a:lnTo>
                <a:lnTo>
                  <a:pt x="3398391" y="341520"/>
                </a:lnTo>
                <a:lnTo>
                  <a:pt x="3408717" y="305041"/>
                </a:lnTo>
                <a:lnTo>
                  <a:pt x="3419043" y="334784"/>
                </a:lnTo>
                <a:lnTo>
                  <a:pt x="3429476" y="310979"/>
                </a:lnTo>
                <a:lnTo>
                  <a:pt x="3439693" y="304868"/>
                </a:lnTo>
                <a:lnTo>
                  <a:pt x="3450019" y="304897"/>
                </a:lnTo>
                <a:lnTo>
                  <a:pt x="3460345" y="341434"/>
                </a:lnTo>
                <a:lnTo>
                  <a:pt x="3470670" y="304839"/>
                </a:lnTo>
                <a:lnTo>
                  <a:pt x="3480996" y="341492"/>
                </a:lnTo>
                <a:lnTo>
                  <a:pt x="3491321" y="304810"/>
                </a:lnTo>
                <a:lnTo>
                  <a:pt x="3501647" y="305013"/>
                </a:lnTo>
                <a:lnTo>
                  <a:pt x="3512016" y="98046"/>
                </a:lnTo>
                <a:lnTo>
                  <a:pt x="3522385" y="0"/>
                </a:lnTo>
                <a:lnTo>
                  <a:pt x="3532673" y="11617"/>
                </a:lnTo>
                <a:lnTo>
                  <a:pt x="3542999" y="47923"/>
                </a:lnTo>
                <a:lnTo>
                  <a:pt x="3553324" y="48617"/>
                </a:lnTo>
                <a:lnTo>
                  <a:pt x="3563650" y="11586"/>
                </a:lnTo>
                <a:lnTo>
                  <a:pt x="3573976" y="49121"/>
                </a:lnTo>
                <a:lnTo>
                  <a:pt x="3584304" y="47450"/>
                </a:lnTo>
                <a:lnTo>
                  <a:pt x="3594627" y="11617"/>
                </a:lnTo>
                <a:lnTo>
                  <a:pt x="3604953" y="48270"/>
                </a:lnTo>
                <a:lnTo>
                  <a:pt x="3615278" y="48774"/>
                </a:lnTo>
                <a:lnTo>
                  <a:pt x="3625606" y="11075"/>
                </a:lnTo>
                <a:lnTo>
                  <a:pt x="3635930" y="50129"/>
                </a:lnTo>
                <a:lnTo>
                  <a:pt x="3646261" y="83208"/>
                </a:lnTo>
                <a:lnTo>
                  <a:pt x="3656581" y="158106"/>
                </a:lnTo>
                <a:lnTo>
                  <a:pt x="3666907" y="304868"/>
                </a:lnTo>
                <a:lnTo>
                  <a:pt x="3677232" y="488400"/>
                </a:lnTo>
                <a:lnTo>
                  <a:pt x="3687559" y="231207"/>
                </a:lnTo>
                <a:lnTo>
                  <a:pt x="3697884" y="121545"/>
                </a:lnTo>
                <a:lnTo>
                  <a:pt x="3708209" y="195031"/>
                </a:lnTo>
                <a:lnTo>
                  <a:pt x="3718545" y="51513"/>
                </a:lnTo>
                <a:lnTo>
                  <a:pt x="3728882" y="46914"/>
                </a:lnTo>
                <a:lnTo>
                  <a:pt x="3739203" y="11809"/>
                </a:lnTo>
                <a:lnTo>
                  <a:pt x="3749529" y="50790"/>
                </a:lnTo>
                <a:lnTo>
                  <a:pt x="3759863" y="45588"/>
                </a:lnTo>
                <a:lnTo>
                  <a:pt x="3770180" y="10692"/>
                </a:lnTo>
                <a:lnTo>
                  <a:pt x="3780503" y="49184"/>
                </a:lnTo>
                <a:lnTo>
                  <a:pt x="3790831" y="49152"/>
                </a:lnTo>
                <a:lnTo>
                  <a:pt x="3801159" y="11011"/>
                </a:lnTo>
                <a:lnTo>
                  <a:pt x="3811483" y="48018"/>
                </a:lnTo>
                <a:lnTo>
                  <a:pt x="3821808" y="48207"/>
                </a:lnTo>
                <a:lnTo>
                  <a:pt x="3832133" y="11617"/>
                </a:lnTo>
                <a:lnTo>
                  <a:pt x="3842459" y="48333"/>
                </a:lnTo>
                <a:lnTo>
                  <a:pt x="3852785" y="47166"/>
                </a:lnTo>
                <a:lnTo>
                  <a:pt x="3863107" y="122622"/>
                </a:lnTo>
                <a:lnTo>
                  <a:pt x="3873436" y="165360"/>
                </a:lnTo>
                <a:lnTo>
                  <a:pt x="3883786" y="224510"/>
                </a:lnTo>
                <a:lnTo>
                  <a:pt x="3894087" y="158259"/>
                </a:lnTo>
                <a:lnTo>
                  <a:pt x="3904413" y="158228"/>
                </a:lnTo>
                <a:lnTo>
                  <a:pt x="3914738" y="378201"/>
                </a:lnTo>
                <a:lnTo>
                  <a:pt x="3925070" y="50160"/>
                </a:lnTo>
                <a:lnTo>
                  <a:pt x="3935402" y="48239"/>
                </a:lnTo>
                <a:lnTo>
                  <a:pt x="3945728" y="451504"/>
                </a:lnTo>
                <a:lnTo>
                  <a:pt x="3956053" y="707993"/>
                </a:lnTo>
                <a:lnTo>
                  <a:pt x="3966379" y="854676"/>
                </a:lnTo>
                <a:lnTo>
                  <a:pt x="3976705" y="744597"/>
                </a:lnTo>
                <a:lnTo>
                  <a:pt x="3987030" y="743467"/>
                </a:lnTo>
                <a:lnTo>
                  <a:pt x="3997351" y="782581"/>
                </a:lnTo>
                <a:lnTo>
                  <a:pt x="4007682" y="744794"/>
                </a:lnTo>
                <a:lnTo>
                  <a:pt x="4018008" y="744597"/>
                </a:lnTo>
                <a:lnTo>
                  <a:pt x="4028333" y="817929"/>
                </a:lnTo>
                <a:lnTo>
                  <a:pt x="4038659" y="744646"/>
                </a:lnTo>
                <a:lnTo>
                  <a:pt x="4059310" y="744720"/>
                </a:lnTo>
                <a:lnTo>
                  <a:pt x="4069636" y="781348"/>
                </a:lnTo>
                <a:lnTo>
                  <a:pt x="4079961" y="744597"/>
                </a:lnTo>
                <a:lnTo>
                  <a:pt x="4100612" y="744474"/>
                </a:lnTo>
                <a:lnTo>
                  <a:pt x="4110937" y="781541"/>
                </a:lnTo>
                <a:lnTo>
                  <a:pt x="4121263" y="744867"/>
                </a:lnTo>
                <a:lnTo>
                  <a:pt x="4131595" y="50160"/>
                </a:lnTo>
                <a:lnTo>
                  <a:pt x="4141927" y="414936"/>
                </a:lnTo>
                <a:lnTo>
                  <a:pt x="4152253" y="1111615"/>
                </a:lnTo>
                <a:lnTo>
                  <a:pt x="4162581" y="1000888"/>
                </a:lnTo>
                <a:lnTo>
                  <a:pt x="4172905" y="1074396"/>
                </a:lnTo>
                <a:lnTo>
                  <a:pt x="4183230" y="1001240"/>
                </a:lnTo>
                <a:lnTo>
                  <a:pt x="4193556" y="1074524"/>
                </a:lnTo>
                <a:lnTo>
                  <a:pt x="4203881" y="1001218"/>
                </a:lnTo>
                <a:lnTo>
                  <a:pt x="4214207" y="964609"/>
                </a:lnTo>
                <a:lnTo>
                  <a:pt x="4224533" y="1039146"/>
                </a:lnTo>
                <a:lnTo>
                  <a:pt x="4234864" y="999985"/>
                </a:lnTo>
                <a:lnTo>
                  <a:pt x="4245184" y="1001218"/>
                </a:lnTo>
                <a:lnTo>
                  <a:pt x="4255509" y="964676"/>
                </a:lnTo>
                <a:lnTo>
                  <a:pt x="4265835" y="1037806"/>
                </a:lnTo>
                <a:lnTo>
                  <a:pt x="4276161" y="1001262"/>
                </a:lnTo>
                <a:lnTo>
                  <a:pt x="4327789" y="1002251"/>
                </a:lnTo>
                <a:lnTo>
                  <a:pt x="4338121" y="50160"/>
                </a:lnTo>
                <a:lnTo>
                  <a:pt x="4348453" y="49058"/>
                </a:lnTo>
                <a:lnTo>
                  <a:pt x="4358781" y="10884"/>
                </a:lnTo>
                <a:lnTo>
                  <a:pt x="4369104" y="378088"/>
                </a:lnTo>
                <a:lnTo>
                  <a:pt x="4379430" y="561962"/>
                </a:lnTo>
                <a:lnTo>
                  <a:pt x="4389757" y="524246"/>
                </a:lnTo>
                <a:lnTo>
                  <a:pt x="4400081" y="598060"/>
                </a:lnTo>
                <a:lnTo>
                  <a:pt x="4410407" y="561355"/>
                </a:lnTo>
                <a:lnTo>
                  <a:pt x="4420732" y="562252"/>
                </a:lnTo>
                <a:lnTo>
                  <a:pt x="4431061" y="523738"/>
                </a:lnTo>
                <a:lnTo>
                  <a:pt x="4441383" y="598190"/>
                </a:lnTo>
                <a:lnTo>
                  <a:pt x="4451709" y="561434"/>
                </a:lnTo>
                <a:lnTo>
                  <a:pt x="4462035" y="634739"/>
                </a:lnTo>
                <a:lnTo>
                  <a:pt x="4472360" y="561408"/>
                </a:lnTo>
                <a:lnTo>
                  <a:pt x="4523989" y="561302"/>
                </a:lnTo>
                <a:lnTo>
                  <a:pt x="4534314" y="598294"/>
                </a:lnTo>
                <a:lnTo>
                  <a:pt x="4544646" y="782774"/>
                </a:lnTo>
                <a:lnTo>
                  <a:pt x="4554978" y="746143"/>
                </a:lnTo>
                <a:lnTo>
                  <a:pt x="4565310" y="780356"/>
                </a:lnTo>
                <a:lnTo>
                  <a:pt x="4575631" y="745088"/>
                </a:lnTo>
                <a:lnTo>
                  <a:pt x="4585959" y="780452"/>
                </a:lnTo>
                <a:lnTo>
                  <a:pt x="4596280" y="781299"/>
                </a:lnTo>
                <a:lnTo>
                  <a:pt x="4606606" y="744671"/>
                </a:lnTo>
                <a:lnTo>
                  <a:pt x="4616931" y="781324"/>
                </a:lnTo>
                <a:lnTo>
                  <a:pt x="4627257" y="744916"/>
                </a:lnTo>
                <a:lnTo>
                  <a:pt x="4637584" y="782412"/>
                </a:lnTo>
                <a:lnTo>
                  <a:pt x="4647914" y="779992"/>
                </a:lnTo>
                <a:lnTo>
                  <a:pt x="4658234" y="746070"/>
                </a:lnTo>
                <a:lnTo>
                  <a:pt x="4668565" y="780525"/>
                </a:lnTo>
                <a:lnTo>
                  <a:pt x="4678888" y="744622"/>
                </a:lnTo>
                <a:lnTo>
                  <a:pt x="4689213" y="781662"/>
                </a:lnTo>
                <a:lnTo>
                  <a:pt x="4699540" y="780477"/>
                </a:lnTo>
                <a:lnTo>
                  <a:pt x="4709862" y="744745"/>
                </a:lnTo>
                <a:lnTo>
                  <a:pt x="4720188" y="781251"/>
                </a:lnTo>
                <a:lnTo>
                  <a:pt x="4730514" y="744695"/>
                </a:lnTo>
                <a:lnTo>
                  <a:pt x="4740839" y="781638"/>
                </a:lnTo>
                <a:lnTo>
                  <a:pt x="4751172" y="1845159"/>
                </a:lnTo>
                <a:lnTo>
                  <a:pt x="4761504" y="1807766"/>
                </a:lnTo>
                <a:lnTo>
                  <a:pt x="4771831" y="1844305"/>
                </a:lnTo>
                <a:lnTo>
                  <a:pt x="4802807" y="1844183"/>
                </a:lnTo>
                <a:lnTo>
                  <a:pt x="4813132" y="1807612"/>
                </a:lnTo>
                <a:lnTo>
                  <a:pt x="4823458" y="1844305"/>
                </a:lnTo>
                <a:lnTo>
                  <a:pt x="4854436" y="1844020"/>
                </a:lnTo>
                <a:lnTo>
                  <a:pt x="4864760" y="1807710"/>
                </a:lnTo>
                <a:lnTo>
                  <a:pt x="4875087" y="1844224"/>
                </a:lnTo>
                <a:lnTo>
                  <a:pt x="4895737" y="1844224"/>
                </a:lnTo>
                <a:lnTo>
                  <a:pt x="4906063" y="1854427"/>
                </a:lnTo>
                <a:lnTo>
                  <a:pt x="4916467" y="1796960"/>
                </a:lnTo>
                <a:lnTo>
                  <a:pt x="4926714" y="1844292"/>
                </a:lnTo>
                <a:lnTo>
                  <a:pt x="4947366" y="1844360"/>
                </a:lnTo>
                <a:lnTo>
                  <a:pt x="4957698" y="1405532"/>
                </a:lnTo>
                <a:lnTo>
                  <a:pt x="4978355" y="1404383"/>
                </a:lnTo>
                <a:lnTo>
                  <a:pt x="5009332" y="1404401"/>
                </a:lnTo>
                <a:lnTo>
                  <a:pt x="5019658" y="1441054"/>
                </a:lnTo>
                <a:lnTo>
                  <a:pt x="5029983" y="1404419"/>
                </a:lnTo>
                <a:lnTo>
                  <a:pt x="5112588" y="1404383"/>
                </a:lnTo>
                <a:lnTo>
                  <a:pt x="5122914" y="1424540"/>
                </a:lnTo>
                <a:lnTo>
                  <a:pt x="5133356" y="1383893"/>
                </a:lnTo>
                <a:lnTo>
                  <a:pt x="5143566" y="1441072"/>
                </a:lnTo>
                <a:lnTo>
                  <a:pt x="5153891" y="1406285"/>
                </a:lnTo>
                <a:lnTo>
                  <a:pt x="5153891" y="1406285"/>
                </a:lnTo>
              </a:path>
            </a:pathLst>
          </a:custGeom>
          <a:noFill/>
          <a:ln w="19050" cap="sq">
            <a:solidFill>
              <a:srgbClr val="FEFFB3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091" name="Freeform: Shape 1090">
            <a:extLst>
              <a:ext uri="{FF2B5EF4-FFF2-40B4-BE49-F238E27FC236}">
                <a16:creationId xmlns:a16="http://schemas.microsoft.com/office/drawing/2014/main" id="{76F5E599-0A8F-08CD-353E-9441AA49527B}"/>
              </a:ext>
            </a:extLst>
          </p:cNvPr>
          <p:cNvSpPr/>
          <p:nvPr/>
        </p:nvSpPr>
        <p:spPr>
          <a:xfrm>
            <a:off x="2086494" y="1136043"/>
            <a:ext cx="4956300" cy="3132436"/>
          </a:xfrm>
          <a:custGeom>
            <a:avLst/>
            <a:gdLst>
              <a:gd name="csX0" fmla="*/ 0 w 4956300"/>
              <a:gd name="csY0" fmla="*/ 0 h 3132436"/>
              <a:gd name="csX1" fmla="*/ 206512 w 4956300"/>
              <a:gd name="csY1" fmla="*/ 0 h 3132436"/>
              <a:gd name="csX2" fmla="*/ 413025 w 4956300"/>
              <a:gd name="csY2" fmla="*/ 370066 h 3132436"/>
              <a:gd name="csX3" fmla="*/ 619538 w 4956300"/>
              <a:gd name="csY3" fmla="*/ 1098307 h 3132436"/>
              <a:gd name="csX4" fmla="*/ 826050 w 4956300"/>
              <a:gd name="csY4" fmla="*/ 1375385 h 3132436"/>
              <a:gd name="csX5" fmla="*/ 1032563 w 4956300"/>
              <a:gd name="csY5" fmla="*/ 959056 h 3132436"/>
              <a:gd name="csX6" fmla="*/ 1239075 w 4956300"/>
              <a:gd name="csY6" fmla="*/ 1352914 h 3132436"/>
              <a:gd name="csX7" fmla="*/ 1445588 w 4956300"/>
              <a:gd name="csY7" fmla="*/ 1947434 h 3132436"/>
              <a:gd name="csX8" fmla="*/ 1652100 w 4956300"/>
              <a:gd name="csY8" fmla="*/ 2005021 h 3132436"/>
              <a:gd name="csX9" fmla="*/ 1858613 w 4956300"/>
              <a:gd name="csY9" fmla="*/ 2881826 h 3132436"/>
              <a:gd name="csX10" fmla="*/ 2065125 w 4956300"/>
              <a:gd name="csY10" fmla="*/ 3030823 h 3132436"/>
              <a:gd name="csX11" fmla="*/ 2271638 w 4956300"/>
              <a:gd name="csY11" fmla="*/ 2820642 h 3132436"/>
              <a:gd name="csX12" fmla="*/ 2478151 w 4956300"/>
              <a:gd name="csY12" fmla="*/ 1533461 h 3132436"/>
              <a:gd name="csX13" fmla="*/ 2684663 w 4956300"/>
              <a:gd name="csY13" fmla="*/ 2086080 h 3132436"/>
              <a:gd name="csX14" fmla="*/ 2891175 w 4956300"/>
              <a:gd name="csY14" fmla="*/ 1871857 h 3132436"/>
              <a:gd name="csX15" fmla="*/ 3097688 w 4956300"/>
              <a:gd name="csY15" fmla="*/ 2447202 h 3132436"/>
              <a:gd name="csX16" fmla="*/ 3304201 w 4956300"/>
              <a:gd name="csY16" fmla="*/ 3052595 h 3132436"/>
              <a:gd name="csX17" fmla="*/ 3510713 w 4956300"/>
              <a:gd name="csY17" fmla="*/ 3132437 h 3132436"/>
              <a:gd name="csX18" fmla="*/ 3717226 w 4956300"/>
              <a:gd name="csY18" fmla="*/ 3132437 h 3132436"/>
              <a:gd name="csX19" fmla="*/ 3923738 w 4956300"/>
              <a:gd name="csY19" fmla="*/ 2532356 h 3132436"/>
              <a:gd name="csX20" fmla="*/ 4130251 w 4956300"/>
              <a:gd name="csY20" fmla="*/ 2286844 h 3132436"/>
              <a:gd name="csX21" fmla="*/ 4336763 w 4956300"/>
              <a:gd name="csY21" fmla="*/ 2728750 h 3132436"/>
              <a:gd name="csX22" fmla="*/ 4543276 w 4956300"/>
              <a:gd name="csY22" fmla="*/ 3132437 h 3132436"/>
              <a:gd name="csX23" fmla="*/ 4749788 w 4956300"/>
              <a:gd name="csY23" fmla="*/ 2418336 h 3132436"/>
              <a:gd name="csX24" fmla="*/ 4956301 w 4956300"/>
              <a:gd name="csY24" fmla="*/ 2447142 h 31324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4956300" h="3132436">
                <a:moveTo>
                  <a:pt x="0" y="0"/>
                </a:moveTo>
                <a:lnTo>
                  <a:pt x="206512" y="0"/>
                </a:lnTo>
                <a:lnTo>
                  <a:pt x="413025" y="370066"/>
                </a:lnTo>
                <a:lnTo>
                  <a:pt x="619538" y="1098307"/>
                </a:lnTo>
                <a:lnTo>
                  <a:pt x="826050" y="1375385"/>
                </a:lnTo>
                <a:lnTo>
                  <a:pt x="1032563" y="959056"/>
                </a:lnTo>
                <a:lnTo>
                  <a:pt x="1239075" y="1352914"/>
                </a:lnTo>
                <a:lnTo>
                  <a:pt x="1445588" y="1947434"/>
                </a:lnTo>
                <a:lnTo>
                  <a:pt x="1652100" y="2005021"/>
                </a:lnTo>
                <a:lnTo>
                  <a:pt x="1858613" y="2881826"/>
                </a:lnTo>
                <a:lnTo>
                  <a:pt x="2065125" y="3030823"/>
                </a:lnTo>
                <a:lnTo>
                  <a:pt x="2271638" y="2820642"/>
                </a:lnTo>
                <a:lnTo>
                  <a:pt x="2478151" y="1533461"/>
                </a:lnTo>
                <a:lnTo>
                  <a:pt x="2684663" y="2086080"/>
                </a:lnTo>
                <a:lnTo>
                  <a:pt x="2891175" y="1871857"/>
                </a:lnTo>
                <a:lnTo>
                  <a:pt x="3097688" y="2447202"/>
                </a:lnTo>
                <a:lnTo>
                  <a:pt x="3304201" y="3052595"/>
                </a:lnTo>
                <a:lnTo>
                  <a:pt x="3510713" y="3132437"/>
                </a:lnTo>
                <a:lnTo>
                  <a:pt x="3717226" y="3132437"/>
                </a:lnTo>
                <a:lnTo>
                  <a:pt x="3923738" y="2532356"/>
                </a:lnTo>
                <a:lnTo>
                  <a:pt x="4130251" y="2286844"/>
                </a:lnTo>
                <a:lnTo>
                  <a:pt x="4336763" y="2728750"/>
                </a:lnTo>
                <a:lnTo>
                  <a:pt x="4543276" y="3132437"/>
                </a:lnTo>
                <a:lnTo>
                  <a:pt x="4749788" y="2418336"/>
                </a:lnTo>
                <a:lnTo>
                  <a:pt x="4956301" y="2447142"/>
                </a:lnTo>
              </a:path>
            </a:pathLst>
          </a:custGeom>
          <a:noFill/>
          <a:ln w="19050" cap="sq">
            <a:solidFill>
              <a:srgbClr val="9467BD"/>
            </a:solidFill>
            <a:prstDash val="solid"/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1092" name="Freeform: Shape 1091">
            <a:extLst>
              <a:ext uri="{FF2B5EF4-FFF2-40B4-BE49-F238E27FC236}">
                <a16:creationId xmlns:a16="http://schemas.microsoft.com/office/drawing/2014/main" id="{8389960D-C134-686D-CFDF-039301263FA5}"/>
              </a:ext>
            </a:extLst>
          </p:cNvPr>
          <p:cNvSpPr/>
          <p:nvPr/>
        </p:nvSpPr>
        <p:spPr>
          <a:xfrm>
            <a:off x="2086494" y="1136043"/>
            <a:ext cx="4956300" cy="2724949"/>
          </a:xfrm>
          <a:custGeom>
            <a:avLst/>
            <a:gdLst>
              <a:gd name="csX0" fmla="*/ 0 w 4956300"/>
              <a:gd name="csY0" fmla="*/ 1724535 h 2724949"/>
              <a:gd name="csX1" fmla="*/ 206512 w 4956300"/>
              <a:gd name="csY1" fmla="*/ 1857909 h 2724949"/>
              <a:gd name="csX2" fmla="*/ 413025 w 4956300"/>
              <a:gd name="csY2" fmla="*/ 2423046 h 2724949"/>
              <a:gd name="csX3" fmla="*/ 619538 w 4956300"/>
              <a:gd name="csY3" fmla="*/ 2724949 h 2724949"/>
              <a:gd name="csX4" fmla="*/ 826050 w 4956300"/>
              <a:gd name="csY4" fmla="*/ 2283467 h 2724949"/>
              <a:gd name="csX5" fmla="*/ 1032563 w 4956300"/>
              <a:gd name="csY5" fmla="*/ 1862060 h 2724949"/>
              <a:gd name="csX6" fmla="*/ 1239075 w 4956300"/>
              <a:gd name="csY6" fmla="*/ 626779 h 2724949"/>
              <a:gd name="csX7" fmla="*/ 1445588 w 4956300"/>
              <a:gd name="csY7" fmla="*/ 76059 h 2724949"/>
              <a:gd name="csX8" fmla="*/ 1652100 w 4956300"/>
              <a:gd name="csY8" fmla="*/ 389186 h 2724949"/>
              <a:gd name="csX9" fmla="*/ 1858613 w 4956300"/>
              <a:gd name="csY9" fmla="*/ 719625 h 2724949"/>
              <a:gd name="csX10" fmla="*/ 2065125 w 4956300"/>
              <a:gd name="csY10" fmla="*/ 934622 h 2724949"/>
              <a:gd name="csX11" fmla="*/ 2271638 w 4956300"/>
              <a:gd name="csY11" fmla="*/ 628876 h 2724949"/>
              <a:gd name="csX12" fmla="*/ 2478151 w 4956300"/>
              <a:gd name="csY12" fmla="*/ 150932 h 2724949"/>
              <a:gd name="csX13" fmla="*/ 2684663 w 4956300"/>
              <a:gd name="csY13" fmla="*/ 0 h 2724949"/>
              <a:gd name="csX14" fmla="*/ 2891175 w 4956300"/>
              <a:gd name="csY14" fmla="*/ 132047 h 2724949"/>
              <a:gd name="csX15" fmla="*/ 3097688 w 4956300"/>
              <a:gd name="csY15" fmla="*/ 0 h 2724949"/>
              <a:gd name="csX16" fmla="*/ 3304201 w 4956300"/>
              <a:gd name="csY16" fmla="*/ 281697 h 2724949"/>
              <a:gd name="csX17" fmla="*/ 3510713 w 4956300"/>
              <a:gd name="csY17" fmla="*/ 0 h 2724949"/>
              <a:gd name="csX18" fmla="*/ 3717226 w 4956300"/>
              <a:gd name="csY18" fmla="*/ 0 h 2724949"/>
              <a:gd name="csX19" fmla="*/ 3923738 w 4956300"/>
              <a:gd name="csY19" fmla="*/ 0 h 2724949"/>
              <a:gd name="csX20" fmla="*/ 4130251 w 4956300"/>
              <a:gd name="csY20" fmla="*/ 0 h 2724949"/>
              <a:gd name="csX21" fmla="*/ 4336763 w 4956300"/>
              <a:gd name="csY21" fmla="*/ 0 h 2724949"/>
              <a:gd name="csX22" fmla="*/ 4543276 w 4956300"/>
              <a:gd name="csY22" fmla="*/ 729945 h 2724949"/>
              <a:gd name="csX23" fmla="*/ 4749788 w 4956300"/>
              <a:gd name="csY23" fmla="*/ 1800312 h 2724949"/>
              <a:gd name="csX24" fmla="*/ 4956301 w 4956300"/>
              <a:gd name="csY24" fmla="*/ 1371115 h 272494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4956300" h="2724949">
                <a:moveTo>
                  <a:pt x="0" y="1724535"/>
                </a:moveTo>
                <a:lnTo>
                  <a:pt x="206512" y="1857909"/>
                </a:lnTo>
                <a:lnTo>
                  <a:pt x="413025" y="2423046"/>
                </a:lnTo>
                <a:lnTo>
                  <a:pt x="619538" y="2724949"/>
                </a:lnTo>
                <a:lnTo>
                  <a:pt x="826050" y="2283467"/>
                </a:lnTo>
                <a:lnTo>
                  <a:pt x="1032563" y="1862060"/>
                </a:lnTo>
                <a:lnTo>
                  <a:pt x="1239075" y="626779"/>
                </a:lnTo>
                <a:lnTo>
                  <a:pt x="1445588" y="76059"/>
                </a:lnTo>
                <a:lnTo>
                  <a:pt x="1652100" y="389186"/>
                </a:lnTo>
                <a:lnTo>
                  <a:pt x="1858613" y="719625"/>
                </a:lnTo>
                <a:lnTo>
                  <a:pt x="2065125" y="934622"/>
                </a:lnTo>
                <a:lnTo>
                  <a:pt x="2271638" y="628876"/>
                </a:lnTo>
                <a:lnTo>
                  <a:pt x="2478151" y="150932"/>
                </a:lnTo>
                <a:lnTo>
                  <a:pt x="2684663" y="0"/>
                </a:lnTo>
                <a:lnTo>
                  <a:pt x="2891175" y="132047"/>
                </a:lnTo>
                <a:lnTo>
                  <a:pt x="3097688" y="0"/>
                </a:lnTo>
                <a:lnTo>
                  <a:pt x="3304201" y="281697"/>
                </a:lnTo>
                <a:lnTo>
                  <a:pt x="3510713" y="0"/>
                </a:lnTo>
                <a:lnTo>
                  <a:pt x="3717226" y="0"/>
                </a:lnTo>
                <a:lnTo>
                  <a:pt x="3923738" y="0"/>
                </a:lnTo>
                <a:lnTo>
                  <a:pt x="4130251" y="0"/>
                </a:lnTo>
                <a:lnTo>
                  <a:pt x="4336763" y="0"/>
                </a:lnTo>
                <a:lnTo>
                  <a:pt x="4543276" y="729945"/>
                </a:lnTo>
                <a:lnTo>
                  <a:pt x="4749788" y="1800312"/>
                </a:lnTo>
                <a:lnTo>
                  <a:pt x="4956301" y="1371115"/>
                </a:lnTo>
              </a:path>
            </a:pathLst>
          </a:custGeom>
          <a:noFill/>
          <a:ln w="19050" cap="sq">
            <a:solidFill>
              <a:srgbClr val="E377C2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093" name="Freeform: Shape 1092">
            <a:extLst>
              <a:ext uri="{FF2B5EF4-FFF2-40B4-BE49-F238E27FC236}">
                <a16:creationId xmlns:a16="http://schemas.microsoft.com/office/drawing/2014/main" id="{4F6364B3-F0BC-8AC8-8349-4C3E772C82A9}"/>
              </a:ext>
            </a:extLst>
          </p:cNvPr>
          <p:cNvSpPr/>
          <p:nvPr/>
        </p:nvSpPr>
        <p:spPr>
          <a:xfrm>
            <a:off x="1828800" y="2085266"/>
            <a:ext cx="5669280" cy="12700"/>
          </a:xfrm>
          <a:custGeom>
            <a:avLst/>
            <a:gdLst>
              <a:gd name="csX0" fmla="*/ 0 w 5669280"/>
              <a:gd name="csY0" fmla="*/ 0 h 12700"/>
              <a:gd name="csX1" fmla="*/ 5669281 w 5669280"/>
              <a:gd name="csY1" fmla="*/ 0 h 1270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669280" h="12700">
                <a:moveTo>
                  <a:pt x="0" y="0"/>
                </a:moveTo>
                <a:lnTo>
                  <a:pt x="5669281" y="0"/>
                </a:lnTo>
              </a:path>
            </a:pathLst>
          </a:custGeom>
          <a:noFill/>
          <a:ln w="25400" cap="flat">
            <a:solidFill>
              <a:srgbClr val="2CA02C"/>
            </a:solidFill>
            <a:custDash>
              <a:ds d="960000" sp="240000"/>
              <a:ds d="150000" sp="240000"/>
            </a:custDash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094" name="Freeform: Shape 1093">
            <a:extLst>
              <a:ext uri="{FF2B5EF4-FFF2-40B4-BE49-F238E27FC236}">
                <a16:creationId xmlns:a16="http://schemas.microsoft.com/office/drawing/2014/main" id="{2D31ED10-495B-DC63-DC04-2B6DD604C921}"/>
              </a:ext>
            </a:extLst>
          </p:cNvPr>
          <p:cNvSpPr/>
          <p:nvPr/>
        </p:nvSpPr>
        <p:spPr>
          <a:xfrm>
            <a:off x="1828800" y="939701"/>
            <a:ext cx="12700" cy="3520439"/>
          </a:xfrm>
          <a:custGeom>
            <a:avLst/>
            <a:gdLst>
              <a:gd name="csX0" fmla="*/ 0 w 12700"/>
              <a:gd name="csY0" fmla="*/ 3520440 h 3520439"/>
              <a:gd name="csX1" fmla="*/ 0 w 12700"/>
              <a:gd name="csY1" fmla="*/ 0 h 3520439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700" h="3520439">
                <a:moveTo>
                  <a:pt x="0" y="3520440"/>
                </a:moveTo>
                <a:lnTo>
                  <a:pt x="0" y="0"/>
                </a:lnTo>
              </a:path>
            </a:pathLst>
          </a:custGeom>
          <a:noFill/>
          <a:ln w="10160" cap="sq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095" name="Freeform: Shape 1094">
            <a:extLst>
              <a:ext uri="{FF2B5EF4-FFF2-40B4-BE49-F238E27FC236}">
                <a16:creationId xmlns:a16="http://schemas.microsoft.com/office/drawing/2014/main" id="{3D0E68BF-6117-2366-3902-9057E0F284A6}"/>
              </a:ext>
            </a:extLst>
          </p:cNvPr>
          <p:cNvSpPr/>
          <p:nvPr/>
        </p:nvSpPr>
        <p:spPr>
          <a:xfrm>
            <a:off x="7498080" y="939701"/>
            <a:ext cx="12700" cy="3520439"/>
          </a:xfrm>
          <a:custGeom>
            <a:avLst/>
            <a:gdLst>
              <a:gd name="csX0" fmla="*/ 0 w 12700"/>
              <a:gd name="csY0" fmla="*/ 3520440 h 3520439"/>
              <a:gd name="csX1" fmla="*/ 0 w 12700"/>
              <a:gd name="csY1" fmla="*/ 0 h 3520439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700" h="3520439">
                <a:moveTo>
                  <a:pt x="0" y="3520440"/>
                </a:moveTo>
                <a:lnTo>
                  <a:pt x="0" y="0"/>
                </a:lnTo>
              </a:path>
            </a:pathLst>
          </a:custGeom>
          <a:noFill/>
          <a:ln w="10160" cap="sq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096" name="Freeform: Shape 1095">
            <a:extLst>
              <a:ext uri="{FF2B5EF4-FFF2-40B4-BE49-F238E27FC236}">
                <a16:creationId xmlns:a16="http://schemas.microsoft.com/office/drawing/2014/main" id="{5B4B9B62-A079-0AA6-3B82-FDD4D79E5B88}"/>
              </a:ext>
            </a:extLst>
          </p:cNvPr>
          <p:cNvSpPr/>
          <p:nvPr/>
        </p:nvSpPr>
        <p:spPr>
          <a:xfrm>
            <a:off x="1828800" y="4460140"/>
            <a:ext cx="5669280" cy="12700"/>
          </a:xfrm>
          <a:custGeom>
            <a:avLst/>
            <a:gdLst>
              <a:gd name="csX0" fmla="*/ 0 w 5669280"/>
              <a:gd name="csY0" fmla="*/ 0 h 12700"/>
              <a:gd name="csX1" fmla="*/ 5669281 w 5669280"/>
              <a:gd name="csY1" fmla="*/ 0 h 1270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669280" h="12700">
                <a:moveTo>
                  <a:pt x="0" y="0"/>
                </a:moveTo>
                <a:lnTo>
                  <a:pt x="5669281" y="0"/>
                </a:lnTo>
              </a:path>
            </a:pathLst>
          </a:custGeom>
          <a:noFill/>
          <a:ln w="10160" cap="sq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097" name="Freeform: Shape 1096">
            <a:extLst>
              <a:ext uri="{FF2B5EF4-FFF2-40B4-BE49-F238E27FC236}">
                <a16:creationId xmlns:a16="http://schemas.microsoft.com/office/drawing/2014/main" id="{AF4ACDFA-6EDD-F096-8016-276A310D104D}"/>
              </a:ext>
            </a:extLst>
          </p:cNvPr>
          <p:cNvSpPr/>
          <p:nvPr/>
        </p:nvSpPr>
        <p:spPr>
          <a:xfrm>
            <a:off x="1828800" y="939701"/>
            <a:ext cx="5669280" cy="12700"/>
          </a:xfrm>
          <a:custGeom>
            <a:avLst/>
            <a:gdLst>
              <a:gd name="csX0" fmla="*/ 0 w 5669280"/>
              <a:gd name="csY0" fmla="*/ 0 h 12700"/>
              <a:gd name="csX1" fmla="*/ 5669281 w 5669280"/>
              <a:gd name="csY1" fmla="*/ 0 h 1270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5669280" h="12700">
                <a:moveTo>
                  <a:pt x="0" y="0"/>
                </a:moveTo>
                <a:lnTo>
                  <a:pt x="5669281" y="0"/>
                </a:lnTo>
              </a:path>
            </a:pathLst>
          </a:custGeom>
          <a:noFill/>
          <a:ln w="10160" cap="sq">
            <a:solidFill>
              <a:srgbClr val="FFFFFF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1098" name="Graphic 2">
            <a:extLst>
              <a:ext uri="{FF2B5EF4-FFF2-40B4-BE49-F238E27FC236}">
                <a16:creationId xmlns:a16="http://schemas.microsoft.com/office/drawing/2014/main" id="{773E91B5-127A-9229-9056-490393229F0C}"/>
              </a:ext>
            </a:extLst>
          </p:cNvPr>
          <p:cNvGrpSpPr/>
          <p:nvPr/>
        </p:nvGrpSpPr>
        <p:grpSpPr>
          <a:xfrm>
            <a:off x="3179587" y="747700"/>
            <a:ext cx="2958768" cy="151733"/>
            <a:chOff x="3179587" y="658492"/>
            <a:chExt cx="2958768" cy="151733"/>
          </a:xfrm>
          <a:solidFill>
            <a:srgbClr val="FFFFFF"/>
          </a:solidFill>
        </p:grpSpPr>
        <p:sp>
          <p:nvSpPr>
            <p:cNvPr id="1099" name="Freeform: Shape 1098">
              <a:extLst>
                <a:ext uri="{FF2B5EF4-FFF2-40B4-BE49-F238E27FC236}">
                  <a16:creationId xmlns:a16="http://schemas.microsoft.com/office/drawing/2014/main" id="{5607E1B9-C856-9E67-70D2-76239C9FAAA2}"/>
                </a:ext>
              </a:extLst>
            </p:cNvPr>
            <p:cNvSpPr/>
            <p:nvPr/>
          </p:nvSpPr>
          <p:spPr>
            <a:xfrm flipV="1">
              <a:off x="3179587" y="667279"/>
              <a:ext cx="52006" cy="107013"/>
            </a:xfrm>
            <a:custGeom>
              <a:avLst/>
              <a:gdLst>
                <a:gd name="csX0" fmla="*/ 22729 w 52006"/>
                <a:gd name="csY0" fmla="*/ 104799 h 107013"/>
                <a:gd name="csX1" fmla="*/ 22729 w 52006"/>
                <a:gd name="csY1" fmla="*/ 81130 h 107013"/>
                <a:gd name="csX2" fmla="*/ 50923 w 52006"/>
                <a:gd name="csY2" fmla="*/ 81130 h 107013"/>
                <a:gd name="csX3" fmla="*/ 50923 w 52006"/>
                <a:gd name="csY3" fmla="*/ 70486 h 107013"/>
                <a:gd name="csX4" fmla="*/ 22729 w 52006"/>
                <a:gd name="csY4" fmla="*/ 70486 h 107013"/>
                <a:gd name="csX5" fmla="*/ 22729 w 52006"/>
                <a:gd name="csY5" fmla="*/ 25242 h 107013"/>
                <a:gd name="csX6" fmla="*/ 25515 w 52006"/>
                <a:gd name="csY6" fmla="*/ 12145 h 107013"/>
                <a:gd name="csX7" fmla="*/ 36874 w 52006"/>
                <a:gd name="csY7" fmla="*/ 9240 h 107013"/>
                <a:gd name="csX8" fmla="*/ 50923 w 52006"/>
                <a:gd name="csY8" fmla="*/ 9240 h 107013"/>
                <a:gd name="csX9" fmla="*/ 50923 w 52006"/>
                <a:gd name="csY9" fmla="*/ -2214 h 107013"/>
                <a:gd name="csX10" fmla="*/ 36874 w 52006"/>
                <a:gd name="csY10" fmla="*/ -2214 h 107013"/>
                <a:gd name="csX11" fmla="*/ 14990 w 52006"/>
                <a:gd name="csY11" fmla="*/ 3691 h 107013"/>
                <a:gd name="csX12" fmla="*/ 8965 w 52006"/>
                <a:gd name="csY12" fmla="*/ 25242 h 107013"/>
                <a:gd name="csX13" fmla="*/ 8965 w 52006"/>
                <a:gd name="csY13" fmla="*/ 70486 h 107013"/>
                <a:gd name="csX14" fmla="*/ -1084 w 52006"/>
                <a:gd name="csY14" fmla="*/ 70486 h 107013"/>
                <a:gd name="csX15" fmla="*/ -1084 w 52006"/>
                <a:gd name="csY15" fmla="*/ 81130 h 107013"/>
                <a:gd name="csX16" fmla="*/ 8965 w 52006"/>
                <a:gd name="csY16" fmla="*/ 81130 h 107013"/>
                <a:gd name="csX17" fmla="*/ 8965 w 52006"/>
                <a:gd name="csY17" fmla="*/ 104799 h 107013"/>
                <a:gd name="csX18" fmla="*/ 22729 w 52006"/>
                <a:gd name="csY18" fmla="*/ 104799 h 1070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52006" h="107013">
                  <a:moveTo>
                    <a:pt x="22729" y="104799"/>
                  </a:moveTo>
                  <a:lnTo>
                    <a:pt x="22729" y="81130"/>
                  </a:lnTo>
                  <a:lnTo>
                    <a:pt x="50923" y="81130"/>
                  </a:lnTo>
                  <a:lnTo>
                    <a:pt x="50923" y="70486"/>
                  </a:lnTo>
                  <a:lnTo>
                    <a:pt x="22729" y="70486"/>
                  </a:lnTo>
                  <a:lnTo>
                    <a:pt x="22729" y="25242"/>
                  </a:lnTo>
                  <a:cubicBezTo>
                    <a:pt x="22729" y="18447"/>
                    <a:pt x="23658" y="14082"/>
                    <a:pt x="25515" y="12145"/>
                  </a:cubicBezTo>
                  <a:cubicBezTo>
                    <a:pt x="27372" y="10208"/>
                    <a:pt x="31159" y="9240"/>
                    <a:pt x="36874" y="9240"/>
                  </a:cubicBezTo>
                  <a:lnTo>
                    <a:pt x="50923" y="9240"/>
                  </a:lnTo>
                  <a:lnTo>
                    <a:pt x="50923" y="-2214"/>
                  </a:lnTo>
                  <a:lnTo>
                    <a:pt x="36874" y="-2214"/>
                  </a:lnTo>
                  <a:cubicBezTo>
                    <a:pt x="26301" y="-2214"/>
                    <a:pt x="19006" y="-246"/>
                    <a:pt x="14990" y="3691"/>
                  </a:cubicBezTo>
                  <a:cubicBezTo>
                    <a:pt x="10973" y="7644"/>
                    <a:pt x="8965" y="14828"/>
                    <a:pt x="8965" y="25242"/>
                  </a:cubicBezTo>
                  <a:lnTo>
                    <a:pt x="8965" y="70486"/>
                  </a:lnTo>
                  <a:lnTo>
                    <a:pt x="-1084" y="70486"/>
                  </a:lnTo>
                  <a:lnTo>
                    <a:pt x="-1084" y="81130"/>
                  </a:lnTo>
                  <a:lnTo>
                    <a:pt x="8965" y="81130"/>
                  </a:lnTo>
                  <a:lnTo>
                    <a:pt x="8965" y="104799"/>
                  </a:lnTo>
                  <a:lnTo>
                    <a:pt x="22729" y="104799"/>
                  </a:ln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00" name="Freeform: Shape 1099">
              <a:extLst>
                <a:ext uri="{FF2B5EF4-FFF2-40B4-BE49-F238E27FC236}">
                  <a16:creationId xmlns:a16="http://schemas.microsoft.com/office/drawing/2014/main" id="{B58D1E77-6438-0D82-3BAE-D3A6FEB85544}"/>
                </a:ext>
              </a:extLst>
            </p:cNvPr>
            <p:cNvSpPr/>
            <p:nvPr/>
          </p:nvSpPr>
          <p:spPr>
            <a:xfrm flipV="1">
              <a:off x="3243652" y="688949"/>
              <a:ext cx="77247" cy="87510"/>
            </a:xfrm>
            <a:custGeom>
              <a:avLst/>
              <a:gdLst>
                <a:gd name="csX0" fmla="*/ 75459 w 77247"/>
                <a:gd name="csY0" fmla="*/ 45555 h 87510"/>
                <a:gd name="csX1" fmla="*/ 75459 w 77247"/>
                <a:gd name="csY1" fmla="*/ 38864 h 87510"/>
                <a:gd name="csX2" fmla="*/ 12499 w 77247"/>
                <a:gd name="csY2" fmla="*/ 38864 h 87510"/>
                <a:gd name="csX3" fmla="*/ 21024 w 77247"/>
                <a:gd name="csY3" fmla="*/ 17314 h 87510"/>
                <a:gd name="csX4" fmla="*/ 42265 w 77247"/>
                <a:gd name="csY4" fmla="*/ 9908 h 87510"/>
                <a:gd name="csX5" fmla="*/ 57552 w 77247"/>
                <a:gd name="csY5" fmla="*/ 11837 h 87510"/>
                <a:gd name="csX6" fmla="*/ 72268 w 77247"/>
                <a:gd name="csY6" fmla="*/ 17647 h 87510"/>
                <a:gd name="csX7" fmla="*/ 72268 w 77247"/>
                <a:gd name="csY7" fmla="*/ 4693 h 87510"/>
                <a:gd name="csX8" fmla="*/ 57147 w 77247"/>
                <a:gd name="csY8" fmla="*/ -70 h 87510"/>
                <a:gd name="csX9" fmla="*/ 41455 w 77247"/>
                <a:gd name="csY9" fmla="*/ -1713 h 87510"/>
                <a:gd name="csX10" fmla="*/ 9856 w 77247"/>
                <a:gd name="csY10" fmla="*/ 9884 h 87510"/>
                <a:gd name="csX11" fmla="*/ -1789 w 77247"/>
                <a:gd name="csY11" fmla="*/ 41317 h 87510"/>
                <a:gd name="csX12" fmla="*/ 9260 w 77247"/>
                <a:gd name="csY12" fmla="*/ 73773 h 87510"/>
                <a:gd name="csX13" fmla="*/ 39074 w 77247"/>
                <a:gd name="csY13" fmla="*/ 85798 h 87510"/>
                <a:gd name="csX14" fmla="*/ 65672 w 77247"/>
                <a:gd name="csY14" fmla="*/ 74964 h 87510"/>
                <a:gd name="csX15" fmla="*/ 75459 w 77247"/>
                <a:gd name="csY15" fmla="*/ 45555 h 87510"/>
                <a:gd name="csX16" fmla="*/ 61767 w 77247"/>
                <a:gd name="csY16" fmla="*/ 49580 h 87510"/>
                <a:gd name="csX17" fmla="*/ 55481 w 77247"/>
                <a:gd name="csY17" fmla="*/ 67487 h 87510"/>
                <a:gd name="csX18" fmla="*/ 39217 w 77247"/>
                <a:gd name="csY18" fmla="*/ 74202 h 87510"/>
                <a:gd name="csX19" fmla="*/ 20881 w 77247"/>
                <a:gd name="csY19" fmla="*/ 67725 h 87510"/>
                <a:gd name="csX20" fmla="*/ 12951 w 77247"/>
                <a:gd name="csY20" fmla="*/ 49484 h 87510"/>
                <a:gd name="csX21" fmla="*/ 61767 w 77247"/>
                <a:gd name="csY21" fmla="*/ 49580 h 875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77247" h="87510">
                  <a:moveTo>
                    <a:pt x="75459" y="45555"/>
                  </a:moveTo>
                  <a:lnTo>
                    <a:pt x="75459" y="38864"/>
                  </a:lnTo>
                  <a:lnTo>
                    <a:pt x="12499" y="38864"/>
                  </a:lnTo>
                  <a:cubicBezTo>
                    <a:pt x="13102" y="29434"/>
                    <a:pt x="15944" y="22251"/>
                    <a:pt x="21024" y="17314"/>
                  </a:cubicBezTo>
                  <a:cubicBezTo>
                    <a:pt x="26104" y="12376"/>
                    <a:pt x="33184" y="9908"/>
                    <a:pt x="42265" y="9908"/>
                  </a:cubicBezTo>
                  <a:cubicBezTo>
                    <a:pt x="47519" y="9908"/>
                    <a:pt x="52615" y="10551"/>
                    <a:pt x="57552" y="11837"/>
                  </a:cubicBezTo>
                  <a:cubicBezTo>
                    <a:pt x="62489" y="13123"/>
                    <a:pt x="67395" y="15059"/>
                    <a:pt x="72268" y="17647"/>
                  </a:cubicBezTo>
                  <a:lnTo>
                    <a:pt x="72268" y="4693"/>
                  </a:lnTo>
                  <a:cubicBezTo>
                    <a:pt x="67347" y="2613"/>
                    <a:pt x="62307" y="1026"/>
                    <a:pt x="57147" y="-70"/>
                  </a:cubicBezTo>
                  <a:cubicBezTo>
                    <a:pt x="51988" y="-1165"/>
                    <a:pt x="46757" y="-1713"/>
                    <a:pt x="41455" y="-1713"/>
                  </a:cubicBezTo>
                  <a:cubicBezTo>
                    <a:pt x="28152" y="-1713"/>
                    <a:pt x="17619" y="2153"/>
                    <a:pt x="9856" y="9884"/>
                  </a:cubicBezTo>
                  <a:cubicBezTo>
                    <a:pt x="2093" y="17631"/>
                    <a:pt x="-1789" y="28109"/>
                    <a:pt x="-1789" y="41317"/>
                  </a:cubicBezTo>
                  <a:cubicBezTo>
                    <a:pt x="-1789" y="54953"/>
                    <a:pt x="1894" y="65772"/>
                    <a:pt x="9260" y="73773"/>
                  </a:cubicBezTo>
                  <a:cubicBezTo>
                    <a:pt x="16626" y="81790"/>
                    <a:pt x="26564" y="85798"/>
                    <a:pt x="39074" y="85798"/>
                  </a:cubicBezTo>
                  <a:cubicBezTo>
                    <a:pt x="50281" y="85798"/>
                    <a:pt x="59148" y="82187"/>
                    <a:pt x="65672" y="74964"/>
                  </a:cubicBezTo>
                  <a:cubicBezTo>
                    <a:pt x="72197" y="67756"/>
                    <a:pt x="75459" y="57954"/>
                    <a:pt x="75459" y="45555"/>
                  </a:cubicBezTo>
                  <a:close/>
                  <a:moveTo>
                    <a:pt x="61767" y="49580"/>
                  </a:moveTo>
                  <a:cubicBezTo>
                    <a:pt x="61672" y="57057"/>
                    <a:pt x="59576" y="63026"/>
                    <a:pt x="55481" y="67487"/>
                  </a:cubicBezTo>
                  <a:cubicBezTo>
                    <a:pt x="51385" y="71963"/>
                    <a:pt x="45963" y="74202"/>
                    <a:pt x="39217" y="74202"/>
                  </a:cubicBezTo>
                  <a:cubicBezTo>
                    <a:pt x="31581" y="74202"/>
                    <a:pt x="25469" y="72043"/>
                    <a:pt x="20881" y="67725"/>
                  </a:cubicBezTo>
                  <a:cubicBezTo>
                    <a:pt x="16293" y="63407"/>
                    <a:pt x="13650" y="57327"/>
                    <a:pt x="12951" y="49484"/>
                  </a:cubicBezTo>
                  <a:lnTo>
                    <a:pt x="61767" y="49580"/>
                  </a:ln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01" name="Freeform: Shape 1100">
              <a:extLst>
                <a:ext uri="{FF2B5EF4-FFF2-40B4-BE49-F238E27FC236}">
                  <a16:creationId xmlns:a16="http://schemas.microsoft.com/office/drawing/2014/main" id="{2DD7AD3C-31B6-42DD-A59D-6694E0DD49EA}"/>
                </a:ext>
              </a:extLst>
            </p:cNvPr>
            <p:cNvSpPr/>
            <p:nvPr/>
          </p:nvSpPr>
          <p:spPr>
            <a:xfrm flipV="1">
              <a:off x="3337271" y="688949"/>
              <a:ext cx="63698" cy="87510"/>
            </a:xfrm>
            <a:custGeom>
              <a:avLst/>
              <a:gdLst>
                <a:gd name="csX0" fmla="*/ 57730 w 63698"/>
                <a:gd name="csY0" fmla="*/ 81345 h 87510"/>
                <a:gd name="csX1" fmla="*/ 57730 w 63698"/>
                <a:gd name="csY1" fmla="*/ 68391 h 87510"/>
                <a:gd name="csX2" fmla="*/ 45681 w 63698"/>
                <a:gd name="csY2" fmla="*/ 72844 h 87510"/>
                <a:gd name="csX3" fmla="*/ 32727 w 63698"/>
                <a:gd name="csY3" fmla="*/ 74345 h 87510"/>
                <a:gd name="csX4" fmla="*/ 17440 w 63698"/>
                <a:gd name="csY4" fmla="*/ 71225 h 87510"/>
                <a:gd name="csX5" fmla="*/ 12344 w 63698"/>
                <a:gd name="csY5" fmla="*/ 61843 h 87510"/>
                <a:gd name="csX6" fmla="*/ 15987 w 63698"/>
                <a:gd name="csY6" fmla="*/ 54366 h 87510"/>
                <a:gd name="csX7" fmla="*/ 30656 w 63698"/>
                <a:gd name="csY7" fmla="*/ 49199 h 87510"/>
                <a:gd name="csX8" fmla="*/ 35347 w 63698"/>
                <a:gd name="csY8" fmla="*/ 48151 h 87510"/>
                <a:gd name="csX9" fmla="*/ 56064 w 63698"/>
                <a:gd name="csY9" fmla="*/ 39340 h 87510"/>
                <a:gd name="csX10" fmla="*/ 62207 w 63698"/>
                <a:gd name="csY10" fmla="*/ 23457 h 87510"/>
                <a:gd name="csX11" fmla="*/ 53016 w 63698"/>
                <a:gd name="csY11" fmla="*/ 5050 h 87510"/>
                <a:gd name="csX12" fmla="*/ 27751 w 63698"/>
                <a:gd name="csY12" fmla="*/ -1713 h 87510"/>
                <a:gd name="csX13" fmla="*/ 13796 w 63698"/>
                <a:gd name="csY13" fmla="*/ -403 h 87510"/>
                <a:gd name="csX14" fmla="*/ -1491 w 63698"/>
                <a:gd name="csY14" fmla="*/ 3502 h 87510"/>
                <a:gd name="csX15" fmla="*/ -1491 w 63698"/>
                <a:gd name="csY15" fmla="*/ 17647 h 87510"/>
                <a:gd name="csX16" fmla="*/ 13463 w 63698"/>
                <a:gd name="csY16" fmla="*/ 11718 h 87510"/>
                <a:gd name="csX17" fmla="*/ 28060 w 63698"/>
                <a:gd name="csY17" fmla="*/ 9765 h 87510"/>
                <a:gd name="csX18" fmla="*/ 42919 w 63698"/>
                <a:gd name="csY18" fmla="*/ 13075 h 87510"/>
                <a:gd name="csX19" fmla="*/ 48134 w 63698"/>
                <a:gd name="csY19" fmla="*/ 22409 h 87510"/>
                <a:gd name="csX20" fmla="*/ 44372 w 63698"/>
                <a:gd name="csY20" fmla="*/ 30958 h 87510"/>
                <a:gd name="csX21" fmla="*/ 27893 w 63698"/>
                <a:gd name="csY21" fmla="*/ 36697 h 87510"/>
                <a:gd name="csX22" fmla="*/ 23131 w 63698"/>
                <a:gd name="csY22" fmla="*/ 37816 h 87510"/>
                <a:gd name="csX23" fmla="*/ 4748 w 63698"/>
                <a:gd name="csY23" fmla="*/ 46031 h 87510"/>
                <a:gd name="csX24" fmla="*/ -896 w 63698"/>
                <a:gd name="csY24" fmla="*/ 61248 h 87510"/>
                <a:gd name="csX25" fmla="*/ 7438 w 63698"/>
                <a:gd name="csY25" fmla="*/ 79393 h 87510"/>
                <a:gd name="csX26" fmla="*/ 31108 w 63698"/>
                <a:gd name="csY26" fmla="*/ 85798 h 87510"/>
                <a:gd name="csX27" fmla="*/ 45372 w 63698"/>
                <a:gd name="csY27" fmla="*/ 84679 h 87510"/>
                <a:gd name="csX28" fmla="*/ 57730 w 63698"/>
                <a:gd name="csY28" fmla="*/ 81345 h 875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</a:cxnLst>
              <a:rect l="l" t="t" r="r" b="b"/>
              <a:pathLst>
                <a:path w="63698" h="87510">
                  <a:moveTo>
                    <a:pt x="57730" y="81345"/>
                  </a:moveTo>
                  <a:lnTo>
                    <a:pt x="57730" y="68391"/>
                  </a:lnTo>
                  <a:cubicBezTo>
                    <a:pt x="53873" y="70376"/>
                    <a:pt x="49856" y="71860"/>
                    <a:pt x="45681" y="72844"/>
                  </a:cubicBezTo>
                  <a:cubicBezTo>
                    <a:pt x="41522" y="73844"/>
                    <a:pt x="37204" y="74345"/>
                    <a:pt x="32727" y="74345"/>
                  </a:cubicBezTo>
                  <a:cubicBezTo>
                    <a:pt x="25933" y="74345"/>
                    <a:pt x="20837" y="73305"/>
                    <a:pt x="17440" y="71225"/>
                  </a:cubicBezTo>
                  <a:cubicBezTo>
                    <a:pt x="14042" y="69145"/>
                    <a:pt x="12344" y="66018"/>
                    <a:pt x="12344" y="61843"/>
                  </a:cubicBezTo>
                  <a:cubicBezTo>
                    <a:pt x="12344" y="58668"/>
                    <a:pt x="13558" y="56176"/>
                    <a:pt x="15987" y="54366"/>
                  </a:cubicBezTo>
                  <a:cubicBezTo>
                    <a:pt x="18416" y="52556"/>
                    <a:pt x="23306" y="50834"/>
                    <a:pt x="30656" y="49199"/>
                  </a:cubicBezTo>
                  <a:lnTo>
                    <a:pt x="35347" y="48151"/>
                  </a:lnTo>
                  <a:cubicBezTo>
                    <a:pt x="45062" y="46071"/>
                    <a:pt x="51968" y="43134"/>
                    <a:pt x="56064" y="39340"/>
                  </a:cubicBezTo>
                  <a:cubicBezTo>
                    <a:pt x="60159" y="35546"/>
                    <a:pt x="62207" y="30252"/>
                    <a:pt x="62207" y="23457"/>
                  </a:cubicBezTo>
                  <a:cubicBezTo>
                    <a:pt x="62207" y="15710"/>
                    <a:pt x="59143" y="9575"/>
                    <a:pt x="53016" y="5050"/>
                  </a:cubicBezTo>
                  <a:cubicBezTo>
                    <a:pt x="46888" y="542"/>
                    <a:pt x="38466" y="-1713"/>
                    <a:pt x="27751" y="-1713"/>
                  </a:cubicBezTo>
                  <a:cubicBezTo>
                    <a:pt x="23290" y="-1713"/>
                    <a:pt x="18638" y="-1276"/>
                    <a:pt x="13796" y="-403"/>
                  </a:cubicBezTo>
                  <a:cubicBezTo>
                    <a:pt x="8955" y="470"/>
                    <a:pt x="3859" y="1772"/>
                    <a:pt x="-1491" y="3502"/>
                  </a:cubicBezTo>
                  <a:lnTo>
                    <a:pt x="-1491" y="17647"/>
                  </a:lnTo>
                  <a:cubicBezTo>
                    <a:pt x="3573" y="15012"/>
                    <a:pt x="8558" y="13035"/>
                    <a:pt x="13463" y="11718"/>
                  </a:cubicBezTo>
                  <a:cubicBezTo>
                    <a:pt x="18368" y="10416"/>
                    <a:pt x="23234" y="9765"/>
                    <a:pt x="28060" y="9765"/>
                  </a:cubicBezTo>
                  <a:cubicBezTo>
                    <a:pt x="34505" y="9765"/>
                    <a:pt x="39458" y="10868"/>
                    <a:pt x="42919" y="13075"/>
                  </a:cubicBezTo>
                  <a:cubicBezTo>
                    <a:pt x="46396" y="15282"/>
                    <a:pt x="48134" y="18393"/>
                    <a:pt x="48134" y="22409"/>
                  </a:cubicBezTo>
                  <a:cubicBezTo>
                    <a:pt x="48134" y="26124"/>
                    <a:pt x="46880" y="28974"/>
                    <a:pt x="44372" y="30958"/>
                  </a:cubicBezTo>
                  <a:cubicBezTo>
                    <a:pt x="41879" y="32943"/>
                    <a:pt x="36387" y="34855"/>
                    <a:pt x="27893" y="36697"/>
                  </a:cubicBezTo>
                  <a:lnTo>
                    <a:pt x="23131" y="37816"/>
                  </a:lnTo>
                  <a:cubicBezTo>
                    <a:pt x="14654" y="39594"/>
                    <a:pt x="8526" y="42333"/>
                    <a:pt x="4748" y="46031"/>
                  </a:cubicBezTo>
                  <a:cubicBezTo>
                    <a:pt x="985" y="49730"/>
                    <a:pt x="-896" y="54802"/>
                    <a:pt x="-896" y="61248"/>
                  </a:cubicBezTo>
                  <a:cubicBezTo>
                    <a:pt x="-896" y="69090"/>
                    <a:pt x="1882" y="75138"/>
                    <a:pt x="7438" y="79393"/>
                  </a:cubicBezTo>
                  <a:cubicBezTo>
                    <a:pt x="12995" y="83663"/>
                    <a:pt x="20885" y="85798"/>
                    <a:pt x="31108" y="85798"/>
                  </a:cubicBezTo>
                  <a:cubicBezTo>
                    <a:pt x="36156" y="85798"/>
                    <a:pt x="40911" y="85425"/>
                    <a:pt x="45372" y="84679"/>
                  </a:cubicBezTo>
                  <a:cubicBezTo>
                    <a:pt x="49849" y="83949"/>
                    <a:pt x="53968" y="82838"/>
                    <a:pt x="57730" y="81345"/>
                  </a:cubicBez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02" name="Freeform: Shape 1101">
              <a:extLst>
                <a:ext uri="{FF2B5EF4-FFF2-40B4-BE49-F238E27FC236}">
                  <a16:creationId xmlns:a16="http://schemas.microsoft.com/office/drawing/2014/main" id="{7950418B-EB92-E75A-FAA0-46711C2D69C3}"/>
                </a:ext>
              </a:extLst>
            </p:cNvPr>
            <p:cNvSpPr/>
            <p:nvPr/>
          </p:nvSpPr>
          <p:spPr>
            <a:xfrm flipV="1">
              <a:off x="3412503" y="667279"/>
              <a:ext cx="52006" cy="107013"/>
            </a:xfrm>
            <a:custGeom>
              <a:avLst/>
              <a:gdLst>
                <a:gd name="csX0" fmla="*/ 22747 w 52006"/>
                <a:gd name="csY0" fmla="*/ 104799 h 107013"/>
                <a:gd name="csX1" fmla="*/ 22747 w 52006"/>
                <a:gd name="csY1" fmla="*/ 81130 h 107013"/>
                <a:gd name="csX2" fmla="*/ 50941 w 52006"/>
                <a:gd name="csY2" fmla="*/ 81130 h 107013"/>
                <a:gd name="csX3" fmla="*/ 50941 w 52006"/>
                <a:gd name="csY3" fmla="*/ 70486 h 107013"/>
                <a:gd name="csX4" fmla="*/ 22747 w 52006"/>
                <a:gd name="csY4" fmla="*/ 70486 h 107013"/>
                <a:gd name="csX5" fmla="*/ 22747 w 52006"/>
                <a:gd name="csY5" fmla="*/ 25242 h 107013"/>
                <a:gd name="csX6" fmla="*/ 25533 w 52006"/>
                <a:gd name="csY6" fmla="*/ 12145 h 107013"/>
                <a:gd name="csX7" fmla="*/ 36892 w 52006"/>
                <a:gd name="csY7" fmla="*/ 9240 h 107013"/>
                <a:gd name="csX8" fmla="*/ 50941 w 52006"/>
                <a:gd name="csY8" fmla="*/ 9240 h 107013"/>
                <a:gd name="csX9" fmla="*/ 50941 w 52006"/>
                <a:gd name="csY9" fmla="*/ -2214 h 107013"/>
                <a:gd name="csX10" fmla="*/ 36892 w 52006"/>
                <a:gd name="csY10" fmla="*/ -2214 h 107013"/>
                <a:gd name="csX11" fmla="*/ 15008 w 52006"/>
                <a:gd name="csY11" fmla="*/ 3691 h 107013"/>
                <a:gd name="csX12" fmla="*/ 8984 w 52006"/>
                <a:gd name="csY12" fmla="*/ 25242 h 107013"/>
                <a:gd name="csX13" fmla="*/ 8984 w 52006"/>
                <a:gd name="csY13" fmla="*/ 70486 h 107013"/>
                <a:gd name="csX14" fmla="*/ -1065 w 52006"/>
                <a:gd name="csY14" fmla="*/ 70486 h 107013"/>
                <a:gd name="csX15" fmla="*/ -1065 w 52006"/>
                <a:gd name="csY15" fmla="*/ 81130 h 107013"/>
                <a:gd name="csX16" fmla="*/ 8984 w 52006"/>
                <a:gd name="csY16" fmla="*/ 81130 h 107013"/>
                <a:gd name="csX17" fmla="*/ 8984 w 52006"/>
                <a:gd name="csY17" fmla="*/ 104799 h 107013"/>
                <a:gd name="csX18" fmla="*/ 22747 w 52006"/>
                <a:gd name="csY18" fmla="*/ 104799 h 1070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52006" h="107013">
                  <a:moveTo>
                    <a:pt x="22747" y="104799"/>
                  </a:moveTo>
                  <a:lnTo>
                    <a:pt x="22747" y="81130"/>
                  </a:lnTo>
                  <a:lnTo>
                    <a:pt x="50941" y="81130"/>
                  </a:lnTo>
                  <a:lnTo>
                    <a:pt x="50941" y="70486"/>
                  </a:lnTo>
                  <a:lnTo>
                    <a:pt x="22747" y="70486"/>
                  </a:lnTo>
                  <a:lnTo>
                    <a:pt x="22747" y="25242"/>
                  </a:lnTo>
                  <a:cubicBezTo>
                    <a:pt x="22747" y="18447"/>
                    <a:pt x="23676" y="14082"/>
                    <a:pt x="25533" y="12145"/>
                  </a:cubicBezTo>
                  <a:cubicBezTo>
                    <a:pt x="27391" y="10208"/>
                    <a:pt x="31177" y="9240"/>
                    <a:pt x="36892" y="9240"/>
                  </a:cubicBezTo>
                  <a:lnTo>
                    <a:pt x="50941" y="9240"/>
                  </a:lnTo>
                  <a:lnTo>
                    <a:pt x="50941" y="-2214"/>
                  </a:lnTo>
                  <a:lnTo>
                    <a:pt x="36892" y="-2214"/>
                  </a:lnTo>
                  <a:cubicBezTo>
                    <a:pt x="26319" y="-2214"/>
                    <a:pt x="19025" y="-246"/>
                    <a:pt x="15008" y="3691"/>
                  </a:cubicBezTo>
                  <a:cubicBezTo>
                    <a:pt x="10992" y="7644"/>
                    <a:pt x="8984" y="14828"/>
                    <a:pt x="8984" y="25242"/>
                  </a:cubicBezTo>
                  <a:lnTo>
                    <a:pt x="8984" y="70486"/>
                  </a:lnTo>
                  <a:lnTo>
                    <a:pt x="-1065" y="70486"/>
                  </a:lnTo>
                  <a:lnTo>
                    <a:pt x="-1065" y="81130"/>
                  </a:lnTo>
                  <a:lnTo>
                    <a:pt x="8984" y="81130"/>
                  </a:lnTo>
                  <a:lnTo>
                    <a:pt x="8984" y="104799"/>
                  </a:lnTo>
                  <a:lnTo>
                    <a:pt x="22747" y="104799"/>
                  </a:ln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03" name="Freeform: Shape 1102">
              <a:extLst>
                <a:ext uri="{FF2B5EF4-FFF2-40B4-BE49-F238E27FC236}">
                  <a16:creationId xmlns:a16="http://schemas.microsoft.com/office/drawing/2014/main" id="{AB8B88F3-5903-DB8B-02CF-0F4D253DA322}"/>
                </a:ext>
              </a:extLst>
            </p:cNvPr>
            <p:cNvSpPr/>
            <p:nvPr/>
          </p:nvSpPr>
          <p:spPr>
            <a:xfrm flipV="1">
              <a:off x="3466662" y="799605"/>
              <a:ext cx="79200" cy="10620"/>
            </a:xfrm>
            <a:custGeom>
              <a:avLst/>
              <a:gdLst>
                <a:gd name="csX0" fmla="*/ 77804 w 79200"/>
                <a:gd name="csY0" fmla="*/ 11946 h 10620"/>
                <a:gd name="csX1" fmla="*/ 77804 w 79200"/>
                <a:gd name="csY1" fmla="*/ 1326 h 10620"/>
                <a:gd name="csX2" fmla="*/ -1396 w 79200"/>
                <a:gd name="csY2" fmla="*/ 1326 h 10620"/>
                <a:gd name="csX3" fmla="*/ -1396 w 79200"/>
                <a:gd name="csY3" fmla="*/ 11946 h 10620"/>
                <a:gd name="csX4" fmla="*/ 77804 w 79200"/>
                <a:gd name="csY4" fmla="*/ 11946 h 106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9200" h="10620">
                  <a:moveTo>
                    <a:pt x="77804" y="11946"/>
                  </a:moveTo>
                  <a:lnTo>
                    <a:pt x="77804" y="1326"/>
                  </a:lnTo>
                  <a:lnTo>
                    <a:pt x="-1396" y="1326"/>
                  </a:lnTo>
                  <a:lnTo>
                    <a:pt x="-1396" y="11946"/>
                  </a:lnTo>
                  <a:lnTo>
                    <a:pt x="77804" y="11946"/>
                  </a:ln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04" name="Freeform: Shape 1103">
              <a:extLst>
                <a:ext uri="{FF2B5EF4-FFF2-40B4-BE49-F238E27FC236}">
                  <a16:creationId xmlns:a16="http://schemas.microsoft.com/office/drawing/2014/main" id="{A7D316EF-13C0-2D2F-84A9-EDF5EDA8B99B}"/>
                </a:ext>
              </a:extLst>
            </p:cNvPr>
            <p:cNvSpPr/>
            <p:nvPr/>
          </p:nvSpPr>
          <p:spPr>
            <a:xfrm flipV="1">
              <a:off x="3553506" y="688949"/>
              <a:ext cx="70413" cy="87510"/>
            </a:xfrm>
            <a:custGeom>
              <a:avLst/>
              <a:gdLst>
                <a:gd name="csX0" fmla="*/ 41449 w 70413"/>
                <a:gd name="csY0" fmla="*/ 42341 h 87510"/>
                <a:gd name="csX1" fmla="*/ 18446 w 70413"/>
                <a:gd name="csY1" fmla="*/ 38554 h 87510"/>
                <a:gd name="csX2" fmla="*/ 12040 w 70413"/>
                <a:gd name="csY2" fmla="*/ 25600 h 87510"/>
                <a:gd name="csX3" fmla="*/ 16850 w 70413"/>
                <a:gd name="csY3" fmla="*/ 14027 h 87510"/>
                <a:gd name="csX4" fmla="*/ 29900 w 70413"/>
                <a:gd name="csY4" fmla="*/ 9765 h 87510"/>
                <a:gd name="csX5" fmla="*/ 48188 w 70413"/>
                <a:gd name="csY5" fmla="*/ 17837 h 87510"/>
                <a:gd name="csX6" fmla="*/ 55069 w 70413"/>
                <a:gd name="csY6" fmla="*/ 39293 h 87510"/>
                <a:gd name="csX7" fmla="*/ 55069 w 70413"/>
                <a:gd name="csY7" fmla="*/ 42341 h 87510"/>
                <a:gd name="csX8" fmla="*/ 41449 w 70413"/>
                <a:gd name="csY8" fmla="*/ 42341 h 87510"/>
                <a:gd name="csX9" fmla="*/ 68762 w 70413"/>
                <a:gd name="csY9" fmla="*/ 48008 h 87510"/>
                <a:gd name="csX10" fmla="*/ 68762 w 70413"/>
                <a:gd name="csY10" fmla="*/ 454 h 87510"/>
                <a:gd name="csX11" fmla="*/ 55069 w 70413"/>
                <a:gd name="csY11" fmla="*/ 454 h 87510"/>
                <a:gd name="csX12" fmla="*/ 55069 w 70413"/>
                <a:gd name="csY12" fmla="*/ 13099 h 87510"/>
                <a:gd name="csX13" fmla="*/ 43378 w 70413"/>
                <a:gd name="csY13" fmla="*/ 1907 h 87510"/>
                <a:gd name="csX14" fmla="*/ 26256 w 70413"/>
                <a:gd name="csY14" fmla="*/ -1713 h 87510"/>
                <a:gd name="csX15" fmla="*/ 5897 w 70413"/>
                <a:gd name="csY15" fmla="*/ 5479 h 87510"/>
                <a:gd name="csX16" fmla="*/ -1652 w 70413"/>
                <a:gd name="csY16" fmla="*/ 24719 h 87510"/>
                <a:gd name="csX17" fmla="*/ 7754 w 70413"/>
                <a:gd name="csY17" fmla="*/ 45912 h 87510"/>
                <a:gd name="csX18" fmla="*/ 35853 w 70413"/>
                <a:gd name="csY18" fmla="*/ 53056 h 87510"/>
                <a:gd name="csX19" fmla="*/ 55069 w 70413"/>
                <a:gd name="csY19" fmla="*/ 53056 h 87510"/>
                <a:gd name="csX20" fmla="*/ 55069 w 70413"/>
                <a:gd name="csY20" fmla="*/ 54413 h 87510"/>
                <a:gd name="csX21" fmla="*/ 48854 w 70413"/>
                <a:gd name="csY21" fmla="*/ 69034 h 87510"/>
                <a:gd name="csX22" fmla="*/ 31400 w 70413"/>
                <a:gd name="csY22" fmla="*/ 74202 h 87510"/>
                <a:gd name="csX23" fmla="*/ 17470 w 70413"/>
                <a:gd name="csY23" fmla="*/ 72487 h 87510"/>
                <a:gd name="csX24" fmla="*/ 4468 w 70413"/>
                <a:gd name="csY24" fmla="*/ 67344 h 87510"/>
                <a:gd name="csX25" fmla="*/ 4468 w 70413"/>
                <a:gd name="csY25" fmla="*/ 80012 h 87510"/>
                <a:gd name="csX26" fmla="*/ 19041 w 70413"/>
                <a:gd name="csY26" fmla="*/ 84346 h 87510"/>
                <a:gd name="csX27" fmla="*/ 32805 w 70413"/>
                <a:gd name="csY27" fmla="*/ 85798 h 87510"/>
                <a:gd name="csX28" fmla="*/ 59832 w 70413"/>
                <a:gd name="csY28" fmla="*/ 76416 h 87510"/>
                <a:gd name="csX29" fmla="*/ 68762 w 70413"/>
                <a:gd name="csY29" fmla="*/ 48008 h 875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70413" h="87510">
                  <a:moveTo>
                    <a:pt x="41449" y="42341"/>
                  </a:moveTo>
                  <a:cubicBezTo>
                    <a:pt x="30384" y="42341"/>
                    <a:pt x="22716" y="41078"/>
                    <a:pt x="18446" y="38554"/>
                  </a:cubicBezTo>
                  <a:cubicBezTo>
                    <a:pt x="14175" y="36030"/>
                    <a:pt x="12040" y="31712"/>
                    <a:pt x="12040" y="25600"/>
                  </a:cubicBezTo>
                  <a:cubicBezTo>
                    <a:pt x="12040" y="20743"/>
                    <a:pt x="13644" y="16885"/>
                    <a:pt x="16850" y="14027"/>
                  </a:cubicBezTo>
                  <a:cubicBezTo>
                    <a:pt x="20057" y="11186"/>
                    <a:pt x="24407" y="9765"/>
                    <a:pt x="29900" y="9765"/>
                  </a:cubicBezTo>
                  <a:cubicBezTo>
                    <a:pt x="37504" y="9765"/>
                    <a:pt x="43600" y="12456"/>
                    <a:pt x="48188" y="17837"/>
                  </a:cubicBezTo>
                  <a:cubicBezTo>
                    <a:pt x="52776" y="23219"/>
                    <a:pt x="55069" y="30371"/>
                    <a:pt x="55069" y="39293"/>
                  </a:cubicBezTo>
                  <a:lnTo>
                    <a:pt x="55069" y="42341"/>
                  </a:lnTo>
                  <a:lnTo>
                    <a:pt x="41449" y="42341"/>
                  </a:lnTo>
                  <a:close/>
                  <a:moveTo>
                    <a:pt x="68762" y="48008"/>
                  </a:moveTo>
                  <a:lnTo>
                    <a:pt x="68762" y="454"/>
                  </a:lnTo>
                  <a:lnTo>
                    <a:pt x="55069" y="454"/>
                  </a:lnTo>
                  <a:lnTo>
                    <a:pt x="55069" y="13099"/>
                  </a:lnTo>
                  <a:cubicBezTo>
                    <a:pt x="51942" y="8051"/>
                    <a:pt x="48045" y="4320"/>
                    <a:pt x="43378" y="1907"/>
                  </a:cubicBezTo>
                  <a:cubicBezTo>
                    <a:pt x="38710" y="-506"/>
                    <a:pt x="33003" y="-1713"/>
                    <a:pt x="26256" y="-1713"/>
                  </a:cubicBezTo>
                  <a:cubicBezTo>
                    <a:pt x="17731" y="-1713"/>
                    <a:pt x="10945" y="685"/>
                    <a:pt x="5897" y="5479"/>
                  </a:cubicBezTo>
                  <a:cubicBezTo>
                    <a:pt x="864" y="10273"/>
                    <a:pt x="-1652" y="16687"/>
                    <a:pt x="-1652" y="24719"/>
                  </a:cubicBezTo>
                  <a:cubicBezTo>
                    <a:pt x="-1652" y="34086"/>
                    <a:pt x="1483" y="41150"/>
                    <a:pt x="7754" y="45912"/>
                  </a:cubicBezTo>
                  <a:cubicBezTo>
                    <a:pt x="14041" y="50675"/>
                    <a:pt x="23407" y="53056"/>
                    <a:pt x="35853" y="53056"/>
                  </a:cubicBezTo>
                  <a:lnTo>
                    <a:pt x="55069" y="53056"/>
                  </a:lnTo>
                  <a:lnTo>
                    <a:pt x="55069" y="54413"/>
                  </a:lnTo>
                  <a:cubicBezTo>
                    <a:pt x="55069" y="60716"/>
                    <a:pt x="52998" y="65589"/>
                    <a:pt x="48854" y="69034"/>
                  </a:cubicBezTo>
                  <a:cubicBezTo>
                    <a:pt x="44711" y="72479"/>
                    <a:pt x="38893" y="74202"/>
                    <a:pt x="31400" y="74202"/>
                  </a:cubicBezTo>
                  <a:cubicBezTo>
                    <a:pt x="26637" y="74202"/>
                    <a:pt x="21994" y="73630"/>
                    <a:pt x="17470" y="72487"/>
                  </a:cubicBezTo>
                  <a:cubicBezTo>
                    <a:pt x="12961" y="71344"/>
                    <a:pt x="8627" y="69630"/>
                    <a:pt x="4468" y="67344"/>
                  </a:cubicBezTo>
                  <a:lnTo>
                    <a:pt x="4468" y="80012"/>
                  </a:lnTo>
                  <a:cubicBezTo>
                    <a:pt x="9469" y="81949"/>
                    <a:pt x="14326" y="83393"/>
                    <a:pt x="19041" y="84346"/>
                  </a:cubicBezTo>
                  <a:cubicBezTo>
                    <a:pt x="23756" y="85314"/>
                    <a:pt x="28344" y="85798"/>
                    <a:pt x="32805" y="85798"/>
                  </a:cubicBezTo>
                  <a:cubicBezTo>
                    <a:pt x="44870" y="85798"/>
                    <a:pt x="53879" y="82671"/>
                    <a:pt x="59832" y="76416"/>
                  </a:cubicBezTo>
                  <a:cubicBezTo>
                    <a:pt x="65785" y="70177"/>
                    <a:pt x="68762" y="60708"/>
                    <a:pt x="68762" y="48008"/>
                  </a:cubicBez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05" name="Freeform: Shape 1104">
              <a:extLst>
                <a:ext uri="{FF2B5EF4-FFF2-40B4-BE49-F238E27FC236}">
                  <a16:creationId xmlns:a16="http://schemas.microsoft.com/office/drawing/2014/main" id="{C9497185-8672-DA97-74CD-BADA2113D956}"/>
                </a:ext>
              </a:extLst>
            </p:cNvPr>
            <p:cNvSpPr/>
            <p:nvPr/>
          </p:nvSpPr>
          <p:spPr>
            <a:xfrm flipV="1">
              <a:off x="3652111" y="658492"/>
              <a:ext cx="13692" cy="115800"/>
            </a:xfrm>
            <a:custGeom>
              <a:avLst/>
              <a:gdLst>
                <a:gd name="csX0" fmla="*/ -674 w 13692"/>
                <a:gd name="csY0" fmla="*/ 80945 h 115800"/>
                <a:gd name="csX1" fmla="*/ 13018 w 13692"/>
                <a:gd name="csY1" fmla="*/ 80945 h 115800"/>
                <a:gd name="csX2" fmla="*/ 13018 w 13692"/>
                <a:gd name="csY2" fmla="*/ -2399 h 115800"/>
                <a:gd name="csX3" fmla="*/ -674 w 13692"/>
                <a:gd name="csY3" fmla="*/ -2399 h 115800"/>
                <a:gd name="csX4" fmla="*/ -674 w 13692"/>
                <a:gd name="csY4" fmla="*/ 80945 h 115800"/>
                <a:gd name="csX5" fmla="*/ -674 w 13692"/>
                <a:gd name="csY5" fmla="*/ 113401 h 115800"/>
                <a:gd name="csX6" fmla="*/ 13018 w 13692"/>
                <a:gd name="csY6" fmla="*/ 113401 h 115800"/>
                <a:gd name="csX7" fmla="*/ 13018 w 13692"/>
                <a:gd name="csY7" fmla="*/ 96042 h 115800"/>
                <a:gd name="csX8" fmla="*/ -674 w 13692"/>
                <a:gd name="csY8" fmla="*/ 96042 h 115800"/>
                <a:gd name="csX9" fmla="*/ -674 w 13692"/>
                <a:gd name="csY9" fmla="*/ 113401 h 1158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3692" h="115800">
                  <a:moveTo>
                    <a:pt x="-674" y="80945"/>
                  </a:moveTo>
                  <a:lnTo>
                    <a:pt x="13018" y="80945"/>
                  </a:lnTo>
                  <a:lnTo>
                    <a:pt x="13018" y="-2399"/>
                  </a:lnTo>
                  <a:lnTo>
                    <a:pt x="-674" y="-2399"/>
                  </a:lnTo>
                  <a:lnTo>
                    <a:pt x="-674" y="80945"/>
                  </a:lnTo>
                  <a:close/>
                  <a:moveTo>
                    <a:pt x="-674" y="113401"/>
                  </a:moveTo>
                  <a:lnTo>
                    <a:pt x="13018" y="113401"/>
                  </a:lnTo>
                  <a:lnTo>
                    <a:pt x="13018" y="96042"/>
                  </a:lnTo>
                  <a:lnTo>
                    <a:pt x="-674" y="96042"/>
                  </a:lnTo>
                  <a:lnTo>
                    <a:pt x="-674" y="113401"/>
                  </a:ln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06" name="Freeform: Shape 1105">
              <a:extLst>
                <a:ext uri="{FF2B5EF4-FFF2-40B4-BE49-F238E27FC236}">
                  <a16:creationId xmlns:a16="http://schemas.microsoft.com/office/drawing/2014/main" id="{CB064369-29AD-9020-E0C1-BDAC5E38176A}"/>
                </a:ext>
              </a:extLst>
            </p:cNvPr>
            <p:cNvSpPr/>
            <p:nvPr/>
          </p:nvSpPr>
          <p:spPr>
            <a:xfrm flipV="1">
              <a:off x="3693190" y="658492"/>
              <a:ext cx="31551" cy="135897"/>
            </a:xfrm>
            <a:custGeom>
              <a:avLst/>
              <a:gdLst>
                <a:gd name="csX0" fmla="*/ -992 w 31551"/>
                <a:gd name="csY0" fmla="*/ 133922 h 135897"/>
                <a:gd name="csX1" fmla="*/ 30559 w 31551"/>
                <a:gd name="csY1" fmla="*/ 133922 h 135897"/>
                <a:gd name="csX2" fmla="*/ 30559 w 31551"/>
                <a:gd name="csY2" fmla="*/ 123278 h 135897"/>
                <a:gd name="csX3" fmla="*/ 12700 w 31551"/>
                <a:gd name="csY3" fmla="*/ 123278 h 135897"/>
                <a:gd name="csX4" fmla="*/ 12700 w 31551"/>
                <a:gd name="csY4" fmla="*/ 8668 h 135897"/>
                <a:gd name="csX5" fmla="*/ 30559 w 31551"/>
                <a:gd name="csY5" fmla="*/ 8668 h 135897"/>
                <a:gd name="csX6" fmla="*/ 30559 w 31551"/>
                <a:gd name="csY6" fmla="*/ -1976 h 135897"/>
                <a:gd name="csX7" fmla="*/ -992 w 31551"/>
                <a:gd name="csY7" fmla="*/ -1976 h 135897"/>
                <a:gd name="csX8" fmla="*/ -992 w 31551"/>
                <a:gd name="csY8" fmla="*/ 133922 h 1358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1551" h="135897">
                  <a:moveTo>
                    <a:pt x="-992" y="133922"/>
                  </a:moveTo>
                  <a:lnTo>
                    <a:pt x="30559" y="133922"/>
                  </a:lnTo>
                  <a:lnTo>
                    <a:pt x="30559" y="123278"/>
                  </a:lnTo>
                  <a:lnTo>
                    <a:pt x="12700" y="123278"/>
                  </a:lnTo>
                  <a:lnTo>
                    <a:pt x="12700" y="8668"/>
                  </a:lnTo>
                  <a:lnTo>
                    <a:pt x="30559" y="8668"/>
                  </a:lnTo>
                  <a:lnTo>
                    <a:pt x="30559" y="-1976"/>
                  </a:lnTo>
                  <a:lnTo>
                    <a:pt x="-992" y="-1976"/>
                  </a:lnTo>
                  <a:lnTo>
                    <a:pt x="-992" y="133922"/>
                  </a:ln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07" name="Freeform: Shape 1106">
              <a:extLst>
                <a:ext uri="{FF2B5EF4-FFF2-40B4-BE49-F238E27FC236}">
                  <a16:creationId xmlns:a16="http://schemas.microsoft.com/office/drawing/2014/main" id="{34F7A045-883B-0C8F-0A46-DCFBC8A75FA4}"/>
                </a:ext>
              </a:extLst>
            </p:cNvPr>
            <p:cNvSpPr/>
            <p:nvPr/>
          </p:nvSpPr>
          <p:spPr>
            <a:xfrm flipV="1">
              <a:off x="3752790" y="663183"/>
              <a:ext cx="85058" cy="113276"/>
            </a:xfrm>
            <a:custGeom>
              <a:avLst/>
              <a:gdLst>
                <a:gd name="csX0" fmla="*/ -2115 w 85058"/>
                <a:gd name="csY0" fmla="*/ 111021 h 113276"/>
                <a:gd name="csX1" fmla="*/ 13006 w 85058"/>
                <a:gd name="csY1" fmla="*/ 111021 h 113276"/>
                <a:gd name="csX2" fmla="*/ 13006 w 85058"/>
                <a:gd name="csY2" fmla="*/ 43513 h 113276"/>
                <a:gd name="csX3" fmla="*/ 19459 w 85058"/>
                <a:gd name="csY3" fmla="*/ 17796 h 113276"/>
                <a:gd name="csX4" fmla="*/ 40462 w 85058"/>
                <a:gd name="csY4" fmla="*/ 9961 h 113276"/>
                <a:gd name="csX5" fmla="*/ 61369 w 85058"/>
                <a:gd name="csY5" fmla="*/ 17796 h 113276"/>
                <a:gd name="csX6" fmla="*/ 67846 w 85058"/>
                <a:gd name="csY6" fmla="*/ 43513 h 113276"/>
                <a:gd name="csX7" fmla="*/ 67846 w 85058"/>
                <a:gd name="csY7" fmla="*/ 111021 h 113276"/>
                <a:gd name="csX8" fmla="*/ 82943 w 85058"/>
                <a:gd name="csY8" fmla="*/ 111021 h 113276"/>
                <a:gd name="csX9" fmla="*/ 82943 w 85058"/>
                <a:gd name="csY9" fmla="*/ 41656 h 113276"/>
                <a:gd name="csX10" fmla="*/ 72180 w 85058"/>
                <a:gd name="csY10" fmla="*/ 8842 h 113276"/>
                <a:gd name="csX11" fmla="*/ 40462 w 85058"/>
                <a:gd name="csY11" fmla="*/ -2255 h 113276"/>
                <a:gd name="csX12" fmla="*/ 8624 w 85058"/>
                <a:gd name="csY12" fmla="*/ 8842 h 113276"/>
                <a:gd name="csX13" fmla="*/ -2115 w 85058"/>
                <a:gd name="csY13" fmla="*/ 41656 h 113276"/>
                <a:gd name="csX14" fmla="*/ -2115 w 85058"/>
                <a:gd name="csY14" fmla="*/ 111021 h 1132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85058" h="113276">
                  <a:moveTo>
                    <a:pt x="-2115" y="111021"/>
                  </a:moveTo>
                  <a:lnTo>
                    <a:pt x="13006" y="111021"/>
                  </a:lnTo>
                  <a:lnTo>
                    <a:pt x="13006" y="43513"/>
                  </a:lnTo>
                  <a:cubicBezTo>
                    <a:pt x="13006" y="31607"/>
                    <a:pt x="15157" y="23034"/>
                    <a:pt x="19459" y="17796"/>
                  </a:cubicBezTo>
                  <a:cubicBezTo>
                    <a:pt x="23777" y="12573"/>
                    <a:pt x="30778" y="9961"/>
                    <a:pt x="40462" y="9961"/>
                  </a:cubicBezTo>
                  <a:cubicBezTo>
                    <a:pt x="50082" y="9961"/>
                    <a:pt x="57051" y="12573"/>
                    <a:pt x="61369" y="17796"/>
                  </a:cubicBezTo>
                  <a:cubicBezTo>
                    <a:pt x="65687" y="23034"/>
                    <a:pt x="67846" y="31607"/>
                    <a:pt x="67846" y="43513"/>
                  </a:cubicBezTo>
                  <a:lnTo>
                    <a:pt x="67846" y="111021"/>
                  </a:lnTo>
                  <a:lnTo>
                    <a:pt x="82943" y="111021"/>
                  </a:lnTo>
                  <a:lnTo>
                    <a:pt x="82943" y="41656"/>
                  </a:lnTo>
                  <a:cubicBezTo>
                    <a:pt x="82943" y="27178"/>
                    <a:pt x="79355" y="16240"/>
                    <a:pt x="72180" y="8842"/>
                  </a:cubicBezTo>
                  <a:cubicBezTo>
                    <a:pt x="65020" y="1444"/>
                    <a:pt x="54447" y="-2255"/>
                    <a:pt x="40462" y="-2255"/>
                  </a:cubicBezTo>
                  <a:cubicBezTo>
                    <a:pt x="26412" y="-2255"/>
                    <a:pt x="15800" y="1444"/>
                    <a:pt x="8624" y="8842"/>
                  </a:cubicBezTo>
                  <a:cubicBezTo>
                    <a:pt x="1465" y="16240"/>
                    <a:pt x="-2115" y="27178"/>
                    <a:pt x="-2115" y="41656"/>
                  </a:cubicBezTo>
                  <a:lnTo>
                    <a:pt x="-2115" y="111021"/>
                  </a:ln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08" name="Freeform: Shape 1107">
              <a:extLst>
                <a:ext uri="{FF2B5EF4-FFF2-40B4-BE49-F238E27FC236}">
                  <a16:creationId xmlns:a16="http://schemas.microsoft.com/office/drawing/2014/main" id="{C3943B77-BB00-836A-A056-E6701DBB310C}"/>
                </a:ext>
              </a:extLst>
            </p:cNvPr>
            <p:cNvSpPr/>
            <p:nvPr/>
          </p:nvSpPr>
          <p:spPr>
            <a:xfrm flipV="1">
              <a:off x="3866051" y="663183"/>
              <a:ext cx="93392" cy="111109"/>
            </a:xfrm>
            <a:custGeom>
              <a:avLst/>
              <a:gdLst>
                <a:gd name="csX0" fmla="*/ 12673 w 93392"/>
                <a:gd name="csY0" fmla="*/ 96450 h 111109"/>
                <a:gd name="csX1" fmla="*/ 12673 w 93392"/>
                <a:gd name="csY1" fmla="*/ 10059 h 111109"/>
                <a:gd name="csX2" fmla="*/ 30842 w 93392"/>
                <a:gd name="csY2" fmla="*/ 10059 h 111109"/>
                <a:gd name="csX3" fmla="*/ 64513 w 93392"/>
                <a:gd name="csY3" fmla="*/ 20465 h 111109"/>
                <a:gd name="csX4" fmla="*/ 75181 w 93392"/>
                <a:gd name="csY4" fmla="*/ 53373 h 111109"/>
                <a:gd name="csX5" fmla="*/ 64513 w 93392"/>
                <a:gd name="csY5" fmla="*/ 86068 h 111109"/>
                <a:gd name="csX6" fmla="*/ 30842 w 93392"/>
                <a:gd name="csY6" fmla="*/ 96450 h 111109"/>
                <a:gd name="csX7" fmla="*/ 12673 w 93392"/>
                <a:gd name="csY7" fmla="*/ 96450 h 111109"/>
                <a:gd name="csX8" fmla="*/ -2353 w 93392"/>
                <a:gd name="csY8" fmla="*/ 108809 h 111109"/>
                <a:gd name="csX9" fmla="*/ 28532 w 93392"/>
                <a:gd name="csY9" fmla="*/ 108809 h 111109"/>
                <a:gd name="csX10" fmla="*/ 75919 w 93392"/>
                <a:gd name="csY10" fmla="*/ 95379 h 111109"/>
                <a:gd name="csX11" fmla="*/ 91040 w 93392"/>
                <a:gd name="csY11" fmla="*/ 53373 h 111109"/>
                <a:gd name="csX12" fmla="*/ 75847 w 93392"/>
                <a:gd name="csY12" fmla="*/ 11154 h 111109"/>
                <a:gd name="csX13" fmla="*/ 28532 w 93392"/>
                <a:gd name="csY13" fmla="*/ -2300 h 111109"/>
                <a:gd name="csX14" fmla="*/ -2353 w 93392"/>
                <a:gd name="csY14" fmla="*/ -2300 h 111109"/>
                <a:gd name="csX15" fmla="*/ -2353 w 93392"/>
                <a:gd name="csY15" fmla="*/ 108809 h 11110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93392" h="111109">
                  <a:moveTo>
                    <a:pt x="12673" y="96450"/>
                  </a:moveTo>
                  <a:lnTo>
                    <a:pt x="12673" y="10059"/>
                  </a:lnTo>
                  <a:lnTo>
                    <a:pt x="30842" y="10059"/>
                  </a:lnTo>
                  <a:cubicBezTo>
                    <a:pt x="46177" y="10059"/>
                    <a:pt x="57401" y="13527"/>
                    <a:pt x="64513" y="20465"/>
                  </a:cubicBezTo>
                  <a:cubicBezTo>
                    <a:pt x="71625" y="27418"/>
                    <a:pt x="75181" y="38387"/>
                    <a:pt x="75181" y="53373"/>
                  </a:cubicBezTo>
                  <a:cubicBezTo>
                    <a:pt x="75181" y="68248"/>
                    <a:pt x="71625" y="79147"/>
                    <a:pt x="64513" y="86068"/>
                  </a:cubicBezTo>
                  <a:cubicBezTo>
                    <a:pt x="57401" y="92990"/>
                    <a:pt x="46177" y="96450"/>
                    <a:pt x="30842" y="96450"/>
                  </a:cubicBezTo>
                  <a:lnTo>
                    <a:pt x="12673" y="96450"/>
                  </a:lnTo>
                  <a:close/>
                  <a:moveTo>
                    <a:pt x="-2353" y="108809"/>
                  </a:moveTo>
                  <a:lnTo>
                    <a:pt x="28532" y="108809"/>
                  </a:lnTo>
                  <a:cubicBezTo>
                    <a:pt x="50058" y="108809"/>
                    <a:pt x="65854" y="104332"/>
                    <a:pt x="75919" y="95379"/>
                  </a:cubicBezTo>
                  <a:cubicBezTo>
                    <a:pt x="85999" y="86425"/>
                    <a:pt x="91040" y="72423"/>
                    <a:pt x="91040" y="53373"/>
                  </a:cubicBezTo>
                  <a:cubicBezTo>
                    <a:pt x="91040" y="34212"/>
                    <a:pt x="85976" y="20139"/>
                    <a:pt x="75847" y="11154"/>
                  </a:cubicBezTo>
                  <a:cubicBezTo>
                    <a:pt x="65735" y="2185"/>
                    <a:pt x="49963" y="-2300"/>
                    <a:pt x="28532" y="-2300"/>
                  </a:cubicBezTo>
                  <a:lnTo>
                    <a:pt x="-2353" y="-2300"/>
                  </a:lnTo>
                  <a:lnTo>
                    <a:pt x="-2353" y="108809"/>
                  </a:ln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09" name="Freeform: Shape 1108">
              <a:extLst>
                <a:ext uri="{FF2B5EF4-FFF2-40B4-BE49-F238E27FC236}">
                  <a16:creationId xmlns:a16="http://schemas.microsoft.com/office/drawing/2014/main" id="{44F1CC98-5710-CB56-3537-D3C859C94AB0}"/>
                </a:ext>
              </a:extLst>
            </p:cNvPr>
            <p:cNvSpPr/>
            <p:nvPr/>
          </p:nvSpPr>
          <p:spPr>
            <a:xfrm flipV="1">
              <a:off x="3983402" y="663183"/>
              <a:ext cx="71747" cy="111109"/>
            </a:xfrm>
            <a:custGeom>
              <a:avLst/>
              <a:gdLst>
                <a:gd name="csX0" fmla="*/ 13136 w 71747"/>
                <a:gd name="csY0" fmla="*/ 96450 h 111109"/>
                <a:gd name="csX1" fmla="*/ 13136 w 71747"/>
                <a:gd name="csY1" fmla="*/ 54707 h 111109"/>
                <a:gd name="csX2" fmla="*/ 32043 w 71747"/>
                <a:gd name="csY2" fmla="*/ 54707 h 111109"/>
                <a:gd name="csX3" fmla="*/ 48259 w 71747"/>
                <a:gd name="csY3" fmla="*/ 60136 h 111109"/>
                <a:gd name="csX4" fmla="*/ 53998 w 71747"/>
                <a:gd name="csY4" fmla="*/ 75614 h 111109"/>
                <a:gd name="csX5" fmla="*/ 48259 w 71747"/>
                <a:gd name="csY5" fmla="*/ 91021 h 111109"/>
                <a:gd name="csX6" fmla="*/ 32043 w 71747"/>
                <a:gd name="csY6" fmla="*/ 96450 h 111109"/>
                <a:gd name="csX7" fmla="*/ 13136 w 71747"/>
                <a:gd name="csY7" fmla="*/ 96450 h 111109"/>
                <a:gd name="csX8" fmla="*/ -1890 w 71747"/>
                <a:gd name="csY8" fmla="*/ 108809 h 111109"/>
                <a:gd name="csX9" fmla="*/ 32043 w 71747"/>
                <a:gd name="csY9" fmla="*/ 108809 h 111109"/>
                <a:gd name="csX10" fmla="*/ 60284 w 71747"/>
                <a:gd name="csY10" fmla="*/ 100356 h 111109"/>
                <a:gd name="csX11" fmla="*/ 69857 w 71747"/>
                <a:gd name="csY11" fmla="*/ 75614 h 111109"/>
                <a:gd name="csX12" fmla="*/ 60284 w 71747"/>
                <a:gd name="csY12" fmla="*/ 50754 h 111109"/>
                <a:gd name="csX13" fmla="*/ 32043 w 71747"/>
                <a:gd name="csY13" fmla="*/ 42348 h 111109"/>
                <a:gd name="csX14" fmla="*/ 13136 w 71747"/>
                <a:gd name="csY14" fmla="*/ 42348 h 111109"/>
                <a:gd name="csX15" fmla="*/ 13136 w 71747"/>
                <a:gd name="csY15" fmla="*/ -2300 h 111109"/>
                <a:gd name="csX16" fmla="*/ -1890 w 71747"/>
                <a:gd name="csY16" fmla="*/ -2300 h 111109"/>
                <a:gd name="csX17" fmla="*/ -1890 w 71747"/>
                <a:gd name="csY17" fmla="*/ 108809 h 11110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71747" h="111109">
                  <a:moveTo>
                    <a:pt x="13136" y="96450"/>
                  </a:moveTo>
                  <a:lnTo>
                    <a:pt x="13136" y="54707"/>
                  </a:lnTo>
                  <a:lnTo>
                    <a:pt x="32043" y="54707"/>
                  </a:lnTo>
                  <a:cubicBezTo>
                    <a:pt x="39044" y="54707"/>
                    <a:pt x="44449" y="56517"/>
                    <a:pt x="48259" y="60136"/>
                  </a:cubicBezTo>
                  <a:cubicBezTo>
                    <a:pt x="52085" y="63756"/>
                    <a:pt x="53998" y="68915"/>
                    <a:pt x="53998" y="75614"/>
                  </a:cubicBezTo>
                  <a:cubicBezTo>
                    <a:pt x="53998" y="82266"/>
                    <a:pt x="52085" y="87402"/>
                    <a:pt x="48259" y="91021"/>
                  </a:cubicBezTo>
                  <a:cubicBezTo>
                    <a:pt x="44449" y="94641"/>
                    <a:pt x="39044" y="96450"/>
                    <a:pt x="32043" y="96450"/>
                  </a:cubicBezTo>
                  <a:lnTo>
                    <a:pt x="13136" y="96450"/>
                  </a:lnTo>
                  <a:close/>
                  <a:moveTo>
                    <a:pt x="-1890" y="108809"/>
                  </a:moveTo>
                  <a:lnTo>
                    <a:pt x="32043" y="108809"/>
                  </a:lnTo>
                  <a:cubicBezTo>
                    <a:pt x="44505" y="108809"/>
                    <a:pt x="53919" y="105991"/>
                    <a:pt x="60284" y="100356"/>
                  </a:cubicBezTo>
                  <a:cubicBezTo>
                    <a:pt x="66666" y="94720"/>
                    <a:pt x="69857" y="86473"/>
                    <a:pt x="69857" y="75614"/>
                  </a:cubicBezTo>
                  <a:cubicBezTo>
                    <a:pt x="69857" y="64645"/>
                    <a:pt x="66666" y="56358"/>
                    <a:pt x="60284" y="50754"/>
                  </a:cubicBezTo>
                  <a:cubicBezTo>
                    <a:pt x="53919" y="45150"/>
                    <a:pt x="44505" y="42348"/>
                    <a:pt x="32043" y="42348"/>
                  </a:cubicBezTo>
                  <a:lnTo>
                    <a:pt x="13136" y="42348"/>
                  </a:lnTo>
                  <a:lnTo>
                    <a:pt x="13136" y="-2300"/>
                  </a:lnTo>
                  <a:lnTo>
                    <a:pt x="-1890" y="-2300"/>
                  </a:lnTo>
                  <a:lnTo>
                    <a:pt x="-1890" y="108809"/>
                  </a:ln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10" name="Freeform: Shape 1109">
              <a:extLst>
                <a:ext uri="{FF2B5EF4-FFF2-40B4-BE49-F238E27FC236}">
                  <a16:creationId xmlns:a16="http://schemas.microsoft.com/office/drawing/2014/main" id="{C25EA20A-8901-BDB4-70D1-9D118B3B97FE}"/>
                </a:ext>
              </a:extLst>
            </p:cNvPr>
            <p:cNvSpPr/>
            <p:nvPr/>
          </p:nvSpPr>
          <p:spPr>
            <a:xfrm flipV="1">
              <a:off x="4064374" y="726453"/>
              <a:ext cx="40100" cy="12192"/>
            </a:xfrm>
            <a:custGeom>
              <a:avLst/>
              <a:gdLst>
                <a:gd name="csX0" fmla="*/ -905 w 40100"/>
                <a:gd name="csY0" fmla="*/ 10473 h 12192"/>
                <a:gd name="csX1" fmla="*/ 39195 w 40100"/>
                <a:gd name="csY1" fmla="*/ 10473 h 12192"/>
                <a:gd name="csX2" fmla="*/ 39195 w 40100"/>
                <a:gd name="csY2" fmla="*/ -1719 h 12192"/>
                <a:gd name="csX3" fmla="*/ -905 w 40100"/>
                <a:gd name="csY3" fmla="*/ -1719 h 12192"/>
                <a:gd name="csX4" fmla="*/ -905 w 40100"/>
                <a:gd name="csY4" fmla="*/ 10473 h 121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0100" h="12192">
                  <a:moveTo>
                    <a:pt x="-905" y="10473"/>
                  </a:moveTo>
                  <a:lnTo>
                    <a:pt x="39195" y="10473"/>
                  </a:lnTo>
                  <a:lnTo>
                    <a:pt x="39195" y="-1719"/>
                  </a:lnTo>
                  <a:lnTo>
                    <a:pt x="-905" y="-1719"/>
                  </a:lnTo>
                  <a:lnTo>
                    <a:pt x="-905" y="10473"/>
                  </a:ln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11" name="Freeform: Shape 1110">
              <a:extLst>
                <a:ext uri="{FF2B5EF4-FFF2-40B4-BE49-F238E27FC236}">
                  <a16:creationId xmlns:a16="http://schemas.microsoft.com/office/drawing/2014/main" id="{9BEF1E33-CC81-1BD2-36A1-FD6B5966615C}"/>
                </a:ext>
              </a:extLst>
            </p:cNvPr>
            <p:cNvSpPr/>
            <p:nvPr/>
          </p:nvSpPr>
          <p:spPr>
            <a:xfrm flipV="1">
              <a:off x="4126866" y="663183"/>
              <a:ext cx="101655" cy="111109"/>
            </a:xfrm>
            <a:custGeom>
              <a:avLst/>
              <a:gdLst>
                <a:gd name="csX0" fmla="*/ -2506 w 101655"/>
                <a:gd name="csY0" fmla="*/ 108809 h 111109"/>
                <a:gd name="csX1" fmla="*/ 19902 w 101655"/>
                <a:gd name="csY1" fmla="*/ 108809 h 111109"/>
                <a:gd name="csX2" fmla="*/ 48239 w 101655"/>
                <a:gd name="csY2" fmla="*/ 33204 h 111109"/>
                <a:gd name="csX3" fmla="*/ 76742 w 101655"/>
                <a:gd name="csY3" fmla="*/ 108809 h 111109"/>
                <a:gd name="csX4" fmla="*/ 99150 w 101655"/>
                <a:gd name="csY4" fmla="*/ 108809 h 111109"/>
                <a:gd name="csX5" fmla="*/ 99150 w 101655"/>
                <a:gd name="csY5" fmla="*/ -2300 h 111109"/>
                <a:gd name="csX6" fmla="*/ 84482 w 101655"/>
                <a:gd name="csY6" fmla="*/ -2300 h 111109"/>
                <a:gd name="csX7" fmla="*/ 84482 w 101655"/>
                <a:gd name="csY7" fmla="*/ 95260 h 111109"/>
                <a:gd name="csX8" fmla="*/ 55835 w 101655"/>
                <a:gd name="csY8" fmla="*/ 19060 h 111109"/>
                <a:gd name="csX9" fmla="*/ 40738 w 101655"/>
                <a:gd name="csY9" fmla="*/ 19060 h 111109"/>
                <a:gd name="csX10" fmla="*/ 12092 w 101655"/>
                <a:gd name="csY10" fmla="*/ 95260 h 111109"/>
                <a:gd name="csX11" fmla="*/ 12092 w 101655"/>
                <a:gd name="csY11" fmla="*/ -2300 h 111109"/>
                <a:gd name="csX12" fmla="*/ -2506 w 101655"/>
                <a:gd name="csY12" fmla="*/ -2300 h 111109"/>
                <a:gd name="csX13" fmla="*/ -2506 w 101655"/>
                <a:gd name="csY13" fmla="*/ 108809 h 11110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101655" h="111109">
                  <a:moveTo>
                    <a:pt x="-2506" y="108809"/>
                  </a:moveTo>
                  <a:lnTo>
                    <a:pt x="19902" y="108809"/>
                  </a:lnTo>
                  <a:lnTo>
                    <a:pt x="48239" y="33204"/>
                  </a:lnTo>
                  <a:lnTo>
                    <a:pt x="76742" y="108809"/>
                  </a:lnTo>
                  <a:lnTo>
                    <a:pt x="99150" y="108809"/>
                  </a:lnTo>
                  <a:lnTo>
                    <a:pt x="99150" y="-2300"/>
                  </a:lnTo>
                  <a:lnTo>
                    <a:pt x="84482" y="-2300"/>
                  </a:lnTo>
                  <a:lnTo>
                    <a:pt x="84482" y="95260"/>
                  </a:lnTo>
                  <a:lnTo>
                    <a:pt x="55835" y="19060"/>
                  </a:lnTo>
                  <a:lnTo>
                    <a:pt x="40738" y="19060"/>
                  </a:lnTo>
                  <a:lnTo>
                    <a:pt x="12092" y="95260"/>
                  </a:lnTo>
                  <a:lnTo>
                    <a:pt x="12092" y="-2300"/>
                  </a:lnTo>
                  <a:lnTo>
                    <a:pt x="-2506" y="-2300"/>
                  </a:lnTo>
                  <a:lnTo>
                    <a:pt x="-2506" y="108809"/>
                  </a:ln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12" name="Freeform: Shape 1111">
              <a:extLst>
                <a:ext uri="{FF2B5EF4-FFF2-40B4-BE49-F238E27FC236}">
                  <a16:creationId xmlns:a16="http://schemas.microsoft.com/office/drawing/2014/main" id="{6B02EE02-DA9E-8319-815A-A366B4B4A29F}"/>
                </a:ext>
              </a:extLst>
            </p:cNvPr>
            <p:cNvSpPr/>
            <p:nvPr/>
          </p:nvSpPr>
          <p:spPr>
            <a:xfrm flipV="1">
              <a:off x="4251808" y="688949"/>
              <a:ext cx="77247" cy="87510"/>
            </a:xfrm>
            <a:custGeom>
              <a:avLst/>
              <a:gdLst>
                <a:gd name="csX0" fmla="*/ 75539 w 77247"/>
                <a:gd name="csY0" fmla="*/ 45555 h 87510"/>
                <a:gd name="csX1" fmla="*/ 75539 w 77247"/>
                <a:gd name="csY1" fmla="*/ 38864 h 87510"/>
                <a:gd name="csX2" fmla="*/ 12578 w 77247"/>
                <a:gd name="csY2" fmla="*/ 38864 h 87510"/>
                <a:gd name="csX3" fmla="*/ 21103 w 77247"/>
                <a:gd name="csY3" fmla="*/ 17314 h 87510"/>
                <a:gd name="csX4" fmla="*/ 42344 w 77247"/>
                <a:gd name="csY4" fmla="*/ 9908 h 87510"/>
                <a:gd name="csX5" fmla="*/ 57632 w 77247"/>
                <a:gd name="csY5" fmla="*/ 11837 h 87510"/>
                <a:gd name="csX6" fmla="*/ 72348 w 77247"/>
                <a:gd name="csY6" fmla="*/ 17647 h 87510"/>
                <a:gd name="csX7" fmla="*/ 72348 w 77247"/>
                <a:gd name="csY7" fmla="*/ 4693 h 87510"/>
                <a:gd name="csX8" fmla="*/ 57227 w 77247"/>
                <a:gd name="csY8" fmla="*/ -70 h 87510"/>
                <a:gd name="csX9" fmla="*/ 41534 w 77247"/>
                <a:gd name="csY9" fmla="*/ -1713 h 87510"/>
                <a:gd name="csX10" fmla="*/ 9935 w 77247"/>
                <a:gd name="csY10" fmla="*/ 9884 h 87510"/>
                <a:gd name="csX11" fmla="*/ -1709 w 77247"/>
                <a:gd name="csY11" fmla="*/ 41317 h 87510"/>
                <a:gd name="csX12" fmla="*/ 9340 w 77247"/>
                <a:gd name="csY12" fmla="*/ 73773 h 87510"/>
                <a:gd name="csX13" fmla="*/ 39153 w 77247"/>
                <a:gd name="csY13" fmla="*/ 85798 h 87510"/>
                <a:gd name="csX14" fmla="*/ 65752 w 77247"/>
                <a:gd name="csY14" fmla="*/ 74964 h 87510"/>
                <a:gd name="csX15" fmla="*/ 75539 w 77247"/>
                <a:gd name="csY15" fmla="*/ 45555 h 87510"/>
                <a:gd name="csX16" fmla="*/ 61846 w 77247"/>
                <a:gd name="csY16" fmla="*/ 49580 h 87510"/>
                <a:gd name="csX17" fmla="*/ 55560 w 77247"/>
                <a:gd name="csY17" fmla="*/ 67487 h 87510"/>
                <a:gd name="csX18" fmla="*/ 39296 w 77247"/>
                <a:gd name="csY18" fmla="*/ 74202 h 87510"/>
                <a:gd name="csX19" fmla="*/ 20960 w 77247"/>
                <a:gd name="csY19" fmla="*/ 67725 h 87510"/>
                <a:gd name="csX20" fmla="*/ 13031 w 77247"/>
                <a:gd name="csY20" fmla="*/ 49484 h 87510"/>
                <a:gd name="csX21" fmla="*/ 61846 w 77247"/>
                <a:gd name="csY21" fmla="*/ 49580 h 875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77247" h="87510">
                  <a:moveTo>
                    <a:pt x="75539" y="45555"/>
                  </a:moveTo>
                  <a:lnTo>
                    <a:pt x="75539" y="38864"/>
                  </a:lnTo>
                  <a:lnTo>
                    <a:pt x="12578" y="38864"/>
                  </a:lnTo>
                  <a:cubicBezTo>
                    <a:pt x="13182" y="29434"/>
                    <a:pt x="16023" y="22251"/>
                    <a:pt x="21103" y="17314"/>
                  </a:cubicBezTo>
                  <a:cubicBezTo>
                    <a:pt x="26183" y="12376"/>
                    <a:pt x="33263" y="9908"/>
                    <a:pt x="42344" y="9908"/>
                  </a:cubicBezTo>
                  <a:cubicBezTo>
                    <a:pt x="47599" y="9908"/>
                    <a:pt x="52694" y="10551"/>
                    <a:pt x="57632" y="11837"/>
                  </a:cubicBezTo>
                  <a:cubicBezTo>
                    <a:pt x="62569" y="13123"/>
                    <a:pt x="67474" y="15059"/>
                    <a:pt x="72348" y="17647"/>
                  </a:cubicBezTo>
                  <a:lnTo>
                    <a:pt x="72348" y="4693"/>
                  </a:lnTo>
                  <a:cubicBezTo>
                    <a:pt x="67426" y="2613"/>
                    <a:pt x="62386" y="1026"/>
                    <a:pt x="57227" y="-70"/>
                  </a:cubicBezTo>
                  <a:cubicBezTo>
                    <a:pt x="52067" y="-1165"/>
                    <a:pt x="46837" y="-1713"/>
                    <a:pt x="41534" y="-1713"/>
                  </a:cubicBezTo>
                  <a:cubicBezTo>
                    <a:pt x="28231" y="-1713"/>
                    <a:pt x="17698" y="2153"/>
                    <a:pt x="9935" y="9884"/>
                  </a:cubicBezTo>
                  <a:cubicBezTo>
                    <a:pt x="2172" y="17631"/>
                    <a:pt x="-1709" y="28109"/>
                    <a:pt x="-1709" y="41317"/>
                  </a:cubicBezTo>
                  <a:cubicBezTo>
                    <a:pt x="-1709" y="54953"/>
                    <a:pt x="1974" y="65772"/>
                    <a:pt x="9340" y="73773"/>
                  </a:cubicBezTo>
                  <a:cubicBezTo>
                    <a:pt x="16706" y="81790"/>
                    <a:pt x="26644" y="85798"/>
                    <a:pt x="39153" y="85798"/>
                  </a:cubicBezTo>
                  <a:cubicBezTo>
                    <a:pt x="50361" y="85798"/>
                    <a:pt x="59227" y="82187"/>
                    <a:pt x="65752" y="74964"/>
                  </a:cubicBezTo>
                  <a:cubicBezTo>
                    <a:pt x="72276" y="67756"/>
                    <a:pt x="75539" y="57954"/>
                    <a:pt x="75539" y="45555"/>
                  </a:cubicBezTo>
                  <a:close/>
                  <a:moveTo>
                    <a:pt x="61846" y="49580"/>
                  </a:moveTo>
                  <a:cubicBezTo>
                    <a:pt x="61751" y="57057"/>
                    <a:pt x="59656" y="63026"/>
                    <a:pt x="55560" y="67487"/>
                  </a:cubicBezTo>
                  <a:cubicBezTo>
                    <a:pt x="51464" y="71963"/>
                    <a:pt x="46043" y="74202"/>
                    <a:pt x="39296" y="74202"/>
                  </a:cubicBezTo>
                  <a:cubicBezTo>
                    <a:pt x="31660" y="74202"/>
                    <a:pt x="25548" y="72043"/>
                    <a:pt x="20960" y="67725"/>
                  </a:cubicBezTo>
                  <a:cubicBezTo>
                    <a:pt x="16372" y="63407"/>
                    <a:pt x="13729" y="57327"/>
                    <a:pt x="13031" y="49484"/>
                  </a:cubicBezTo>
                  <a:lnTo>
                    <a:pt x="61846" y="49580"/>
                  </a:ln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13" name="Freeform: Shape 1112">
              <a:extLst>
                <a:ext uri="{FF2B5EF4-FFF2-40B4-BE49-F238E27FC236}">
                  <a16:creationId xmlns:a16="http://schemas.microsoft.com/office/drawing/2014/main" id="{3B9C671F-1FDC-24A6-70BE-03CB78D6DA13}"/>
                </a:ext>
              </a:extLst>
            </p:cNvPr>
            <p:cNvSpPr/>
            <p:nvPr/>
          </p:nvSpPr>
          <p:spPr>
            <a:xfrm flipV="1">
              <a:off x="4346308" y="688949"/>
              <a:ext cx="70413" cy="87510"/>
            </a:xfrm>
            <a:custGeom>
              <a:avLst/>
              <a:gdLst>
                <a:gd name="csX0" fmla="*/ 41511 w 70413"/>
                <a:gd name="csY0" fmla="*/ 42341 h 87510"/>
                <a:gd name="csX1" fmla="*/ 18508 w 70413"/>
                <a:gd name="csY1" fmla="*/ 38554 h 87510"/>
                <a:gd name="csX2" fmla="*/ 12103 w 70413"/>
                <a:gd name="csY2" fmla="*/ 25600 h 87510"/>
                <a:gd name="csX3" fmla="*/ 16913 w 70413"/>
                <a:gd name="csY3" fmla="*/ 14027 h 87510"/>
                <a:gd name="csX4" fmla="*/ 29962 w 70413"/>
                <a:gd name="csY4" fmla="*/ 9765 h 87510"/>
                <a:gd name="csX5" fmla="*/ 48250 w 70413"/>
                <a:gd name="csY5" fmla="*/ 17837 h 87510"/>
                <a:gd name="csX6" fmla="*/ 55132 w 70413"/>
                <a:gd name="csY6" fmla="*/ 39293 h 87510"/>
                <a:gd name="csX7" fmla="*/ 55132 w 70413"/>
                <a:gd name="csY7" fmla="*/ 42341 h 87510"/>
                <a:gd name="csX8" fmla="*/ 41511 w 70413"/>
                <a:gd name="csY8" fmla="*/ 42341 h 87510"/>
                <a:gd name="csX9" fmla="*/ 68824 w 70413"/>
                <a:gd name="csY9" fmla="*/ 48008 h 87510"/>
                <a:gd name="csX10" fmla="*/ 68824 w 70413"/>
                <a:gd name="csY10" fmla="*/ 454 h 87510"/>
                <a:gd name="csX11" fmla="*/ 55132 w 70413"/>
                <a:gd name="csY11" fmla="*/ 454 h 87510"/>
                <a:gd name="csX12" fmla="*/ 55132 w 70413"/>
                <a:gd name="csY12" fmla="*/ 13099 h 87510"/>
                <a:gd name="csX13" fmla="*/ 43440 w 70413"/>
                <a:gd name="csY13" fmla="*/ 1907 h 87510"/>
                <a:gd name="csX14" fmla="*/ 26319 w 70413"/>
                <a:gd name="csY14" fmla="*/ -1713 h 87510"/>
                <a:gd name="csX15" fmla="*/ 5959 w 70413"/>
                <a:gd name="csY15" fmla="*/ 5479 h 87510"/>
                <a:gd name="csX16" fmla="*/ -1589 w 70413"/>
                <a:gd name="csY16" fmla="*/ 24719 h 87510"/>
                <a:gd name="csX17" fmla="*/ 7816 w 70413"/>
                <a:gd name="csY17" fmla="*/ 45912 h 87510"/>
                <a:gd name="csX18" fmla="*/ 35915 w 70413"/>
                <a:gd name="csY18" fmla="*/ 53056 h 87510"/>
                <a:gd name="csX19" fmla="*/ 55132 w 70413"/>
                <a:gd name="csY19" fmla="*/ 53056 h 87510"/>
                <a:gd name="csX20" fmla="*/ 55132 w 70413"/>
                <a:gd name="csY20" fmla="*/ 54413 h 87510"/>
                <a:gd name="csX21" fmla="*/ 48917 w 70413"/>
                <a:gd name="csY21" fmla="*/ 69034 h 87510"/>
                <a:gd name="csX22" fmla="*/ 31462 w 70413"/>
                <a:gd name="csY22" fmla="*/ 74202 h 87510"/>
                <a:gd name="csX23" fmla="*/ 17532 w 70413"/>
                <a:gd name="csY23" fmla="*/ 72487 h 87510"/>
                <a:gd name="csX24" fmla="*/ 4530 w 70413"/>
                <a:gd name="csY24" fmla="*/ 67344 h 87510"/>
                <a:gd name="csX25" fmla="*/ 4530 w 70413"/>
                <a:gd name="csY25" fmla="*/ 80012 h 87510"/>
                <a:gd name="csX26" fmla="*/ 19104 w 70413"/>
                <a:gd name="csY26" fmla="*/ 84346 h 87510"/>
                <a:gd name="csX27" fmla="*/ 32867 w 70413"/>
                <a:gd name="csY27" fmla="*/ 85798 h 87510"/>
                <a:gd name="csX28" fmla="*/ 59894 w 70413"/>
                <a:gd name="csY28" fmla="*/ 76416 h 87510"/>
                <a:gd name="csX29" fmla="*/ 68824 w 70413"/>
                <a:gd name="csY29" fmla="*/ 48008 h 875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70413" h="87510">
                  <a:moveTo>
                    <a:pt x="41511" y="42341"/>
                  </a:moveTo>
                  <a:cubicBezTo>
                    <a:pt x="30446" y="42341"/>
                    <a:pt x="22779" y="41078"/>
                    <a:pt x="18508" y="38554"/>
                  </a:cubicBezTo>
                  <a:cubicBezTo>
                    <a:pt x="14238" y="36030"/>
                    <a:pt x="12103" y="31712"/>
                    <a:pt x="12103" y="25600"/>
                  </a:cubicBezTo>
                  <a:cubicBezTo>
                    <a:pt x="12103" y="20743"/>
                    <a:pt x="13706" y="16885"/>
                    <a:pt x="16913" y="14027"/>
                  </a:cubicBezTo>
                  <a:cubicBezTo>
                    <a:pt x="20120" y="11186"/>
                    <a:pt x="24469" y="9765"/>
                    <a:pt x="29962" y="9765"/>
                  </a:cubicBezTo>
                  <a:cubicBezTo>
                    <a:pt x="37566" y="9765"/>
                    <a:pt x="43662" y="12456"/>
                    <a:pt x="48250" y="17837"/>
                  </a:cubicBezTo>
                  <a:cubicBezTo>
                    <a:pt x="52838" y="23219"/>
                    <a:pt x="55132" y="30371"/>
                    <a:pt x="55132" y="39293"/>
                  </a:cubicBezTo>
                  <a:lnTo>
                    <a:pt x="55132" y="42341"/>
                  </a:lnTo>
                  <a:lnTo>
                    <a:pt x="41511" y="42341"/>
                  </a:lnTo>
                  <a:close/>
                  <a:moveTo>
                    <a:pt x="68824" y="48008"/>
                  </a:moveTo>
                  <a:lnTo>
                    <a:pt x="68824" y="454"/>
                  </a:lnTo>
                  <a:lnTo>
                    <a:pt x="55132" y="454"/>
                  </a:lnTo>
                  <a:lnTo>
                    <a:pt x="55132" y="13099"/>
                  </a:lnTo>
                  <a:cubicBezTo>
                    <a:pt x="52005" y="8051"/>
                    <a:pt x="48107" y="4320"/>
                    <a:pt x="43440" y="1907"/>
                  </a:cubicBezTo>
                  <a:cubicBezTo>
                    <a:pt x="38773" y="-506"/>
                    <a:pt x="33066" y="-1713"/>
                    <a:pt x="26319" y="-1713"/>
                  </a:cubicBezTo>
                  <a:cubicBezTo>
                    <a:pt x="17794" y="-1713"/>
                    <a:pt x="11007" y="685"/>
                    <a:pt x="5959" y="5479"/>
                  </a:cubicBezTo>
                  <a:cubicBezTo>
                    <a:pt x="927" y="10273"/>
                    <a:pt x="-1589" y="16687"/>
                    <a:pt x="-1589" y="24719"/>
                  </a:cubicBezTo>
                  <a:cubicBezTo>
                    <a:pt x="-1589" y="34086"/>
                    <a:pt x="1546" y="41150"/>
                    <a:pt x="7816" y="45912"/>
                  </a:cubicBezTo>
                  <a:cubicBezTo>
                    <a:pt x="14103" y="50675"/>
                    <a:pt x="23469" y="53056"/>
                    <a:pt x="35915" y="53056"/>
                  </a:cubicBezTo>
                  <a:lnTo>
                    <a:pt x="55132" y="53056"/>
                  </a:lnTo>
                  <a:lnTo>
                    <a:pt x="55132" y="54413"/>
                  </a:lnTo>
                  <a:cubicBezTo>
                    <a:pt x="55132" y="60716"/>
                    <a:pt x="53060" y="65589"/>
                    <a:pt x="48917" y="69034"/>
                  </a:cubicBezTo>
                  <a:cubicBezTo>
                    <a:pt x="44773" y="72479"/>
                    <a:pt x="38955" y="74202"/>
                    <a:pt x="31462" y="74202"/>
                  </a:cubicBezTo>
                  <a:cubicBezTo>
                    <a:pt x="26700" y="74202"/>
                    <a:pt x="22056" y="73630"/>
                    <a:pt x="17532" y="72487"/>
                  </a:cubicBezTo>
                  <a:cubicBezTo>
                    <a:pt x="13023" y="71344"/>
                    <a:pt x="8690" y="69630"/>
                    <a:pt x="4530" y="67344"/>
                  </a:cubicBezTo>
                  <a:lnTo>
                    <a:pt x="4530" y="80012"/>
                  </a:lnTo>
                  <a:cubicBezTo>
                    <a:pt x="9531" y="81949"/>
                    <a:pt x="14389" y="83393"/>
                    <a:pt x="19104" y="84346"/>
                  </a:cubicBezTo>
                  <a:cubicBezTo>
                    <a:pt x="23818" y="85314"/>
                    <a:pt x="28406" y="85798"/>
                    <a:pt x="32867" y="85798"/>
                  </a:cubicBezTo>
                  <a:cubicBezTo>
                    <a:pt x="44932" y="85798"/>
                    <a:pt x="53941" y="82671"/>
                    <a:pt x="59894" y="76416"/>
                  </a:cubicBezTo>
                  <a:cubicBezTo>
                    <a:pt x="65848" y="70177"/>
                    <a:pt x="68824" y="60708"/>
                    <a:pt x="68824" y="48008"/>
                  </a:cubicBez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14" name="Freeform: Shape 1113">
              <a:extLst>
                <a:ext uri="{FF2B5EF4-FFF2-40B4-BE49-F238E27FC236}">
                  <a16:creationId xmlns:a16="http://schemas.microsoft.com/office/drawing/2014/main" id="{49DBC7FA-05AE-60E8-4E5F-5CC3D55952EA}"/>
                </a:ext>
              </a:extLst>
            </p:cNvPr>
            <p:cNvSpPr/>
            <p:nvPr/>
          </p:nvSpPr>
          <p:spPr>
            <a:xfrm flipV="1">
              <a:off x="4444388" y="688949"/>
              <a:ext cx="69818" cy="85343"/>
            </a:xfrm>
            <a:custGeom>
              <a:avLst/>
              <a:gdLst>
                <a:gd name="csX0" fmla="*/ 68052 w 69818"/>
                <a:gd name="csY0" fmla="*/ 48558 h 85343"/>
                <a:gd name="csX1" fmla="*/ 68052 w 69818"/>
                <a:gd name="csY1" fmla="*/ -1758 h 85343"/>
                <a:gd name="csX2" fmla="*/ 54360 w 69818"/>
                <a:gd name="csY2" fmla="*/ -1758 h 85343"/>
                <a:gd name="csX3" fmla="*/ 54360 w 69818"/>
                <a:gd name="csY3" fmla="*/ 48105 h 85343"/>
                <a:gd name="csX4" fmla="*/ 49740 w 69818"/>
                <a:gd name="csY4" fmla="*/ 65798 h 85343"/>
                <a:gd name="csX5" fmla="*/ 35905 w 69818"/>
                <a:gd name="csY5" fmla="*/ 71680 h 85343"/>
                <a:gd name="csX6" fmla="*/ 18403 w 69818"/>
                <a:gd name="csY6" fmla="*/ 64607 h 85343"/>
                <a:gd name="csX7" fmla="*/ 11997 w 69818"/>
                <a:gd name="csY7" fmla="*/ 45343 h 85343"/>
                <a:gd name="csX8" fmla="*/ 11997 w 69818"/>
                <a:gd name="csY8" fmla="*/ -1758 h 85343"/>
                <a:gd name="csX9" fmla="*/ -1766 w 69818"/>
                <a:gd name="csY9" fmla="*/ -1758 h 85343"/>
                <a:gd name="csX10" fmla="*/ -1766 w 69818"/>
                <a:gd name="csY10" fmla="*/ 81586 h 85343"/>
                <a:gd name="csX11" fmla="*/ 11997 w 69818"/>
                <a:gd name="csY11" fmla="*/ 81586 h 85343"/>
                <a:gd name="csX12" fmla="*/ 11997 w 69818"/>
                <a:gd name="csY12" fmla="*/ 68632 h 85343"/>
                <a:gd name="csX13" fmla="*/ 23570 w 69818"/>
                <a:gd name="csY13" fmla="*/ 79871 h 85343"/>
                <a:gd name="csX14" fmla="*/ 38953 w 69818"/>
                <a:gd name="csY14" fmla="*/ 83586 h 85343"/>
                <a:gd name="csX15" fmla="*/ 60670 w 69818"/>
                <a:gd name="csY15" fmla="*/ 74704 h 85343"/>
                <a:gd name="csX16" fmla="*/ 68052 w 69818"/>
                <a:gd name="csY16" fmla="*/ 48558 h 853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69818" h="85343">
                  <a:moveTo>
                    <a:pt x="68052" y="48558"/>
                  </a:moveTo>
                  <a:lnTo>
                    <a:pt x="68052" y="-1758"/>
                  </a:lnTo>
                  <a:lnTo>
                    <a:pt x="54360" y="-1758"/>
                  </a:lnTo>
                  <a:lnTo>
                    <a:pt x="54360" y="48105"/>
                  </a:lnTo>
                  <a:cubicBezTo>
                    <a:pt x="54360" y="55995"/>
                    <a:pt x="52820" y="61893"/>
                    <a:pt x="49740" y="65798"/>
                  </a:cubicBezTo>
                  <a:cubicBezTo>
                    <a:pt x="46660" y="69719"/>
                    <a:pt x="42049" y="71680"/>
                    <a:pt x="35905" y="71680"/>
                  </a:cubicBezTo>
                  <a:cubicBezTo>
                    <a:pt x="28507" y="71680"/>
                    <a:pt x="22673" y="69322"/>
                    <a:pt x="18403" y="64607"/>
                  </a:cubicBezTo>
                  <a:cubicBezTo>
                    <a:pt x="14133" y="59908"/>
                    <a:pt x="11997" y="53487"/>
                    <a:pt x="11997" y="45343"/>
                  </a:cubicBezTo>
                  <a:lnTo>
                    <a:pt x="11997" y="-1758"/>
                  </a:lnTo>
                  <a:lnTo>
                    <a:pt x="-1766" y="-1758"/>
                  </a:lnTo>
                  <a:lnTo>
                    <a:pt x="-1766" y="81586"/>
                  </a:lnTo>
                  <a:lnTo>
                    <a:pt x="11997" y="81586"/>
                  </a:lnTo>
                  <a:lnTo>
                    <a:pt x="11997" y="68632"/>
                  </a:lnTo>
                  <a:cubicBezTo>
                    <a:pt x="15283" y="73648"/>
                    <a:pt x="19141" y="77395"/>
                    <a:pt x="23570" y="79871"/>
                  </a:cubicBezTo>
                  <a:cubicBezTo>
                    <a:pt x="28015" y="82348"/>
                    <a:pt x="33143" y="83586"/>
                    <a:pt x="38953" y="83586"/>
                  </a:cubicBezTo>
                  <a:cubicBezTo>
                    <a:pt x="48526" y="83586"/>
                    <a:pt x="55765" y="80625"/>
                    <a:pt x="60670" y="74704"/>
                  </a:cubicBezTo>
                  <a:cubicBezTo>
                    <a:pt x="65591" y="68782"/>
                    <a:pt x="68052" y="60067"/>
                    <a:pt x="68052" y="48558"/>
                  </a:cubicBez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15" name="Freeform: Shape 1114">
              <a:extLst>
                <a:ext uri="{FF2B5EF4-FFF2-40B4-BE49-F238E27FC236}">
                  <a16:creationId xmlns:a16="http://schemas.microsoft.com/office/drawing/2014/main" id="{F278F4F5-992C-59BC-58A4-90880FACD1E5}"/>
                </a:ext>
              </a:extLst>
            </p:cNvPr>
            <p:cNvSpPr/>
            <p:nvPr/>
          </p:nvSpPr>
          <p:spPr>
            <a:xfrm flipV="1">
              <a:off x="4525643" y="799605"/>
              <a:ext cx="79200" cy="10620"/>
            </a:xfrm>
            <a:custGeom>
              <a:avLst/>
              <a:gdLst>
                <a:gd name="csX0" fmla="*/ 77888 w 79200"/>
                <a:gd name="csY0" fmla="*/ 11946 h 10620"/>
                <a:gd name="csX1" fmla="*/ 77888 w 79200"/>
                <a:gd name="csY1" fmla="*/ 1326 h 10620"/>
                <a:gd name="csX2" fmla="*/ -1313 w 79200"/>
                <a:gd name="csY2" fmla="*/ 1326 h 10620"/>
                <a:gd name="csX3" fmla="*/ -1313 w 79200"/>
                <a:gd name="csY3" fmla="*/ 11946 h 10620"/>
                <a:gd name="csX4" fmla="*/ 77888 w 79200"/>
                <a:gd name="csY4" fmla="*/ 11946 h 106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9200" h="10620">
                  <a:moveTo>
                    <a:pt x="77888" y="11946"/>
                  </a:moveTo>
                  <a:lnTo>
                    <a:pt x="77888" y="1326"/>
                  </a:lnTo>
                  <a:lnTo>
                    <a:pt x="-1313" y="1326"/>
                  </a:lnTo>
                  <a:lnTo>
                    <a:pt x="-1313" y="11946"/>
                  </a:lnTo>
                  <a:lnTo>
                    <a:pt x="77888" y="11946"/>
                  </a:ln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16" name="Freeform: Shape 1115">
              <a:extLst>
                <a:ext uri="{FF2B5EF4-FFF2-40B4-BE49-F238E27FC236}">
                  <a16:creationId xmlns:a16="http://schemas.microsoft.com/office/drawing/2014/main" id="{5F765D66-47BF-8D47-DCD7-4D1228BE22A0}"/>
                </a:ext>
              </a:extLst>
            </p:cNvPr>
            <p:cNvSpPr/>
            <p:nvPr/>
          </p:nvSpPr>
          <p:spPr>
            <a:xfrm flipV="1">
              <a:off x="4611891" y="661183"/>
              <a:ext cx="97035" cy="115276"/>
            </a:xfrm>
            <a:custGeom>
              <a:avLst/>
              <a:gdLst>
                <a:gd name="csX0" fmla="*/ 80052 w 97035"/>
                <a:gd name="csY0" fmla="*/ 15729 h 115276"/>
                <a:gd name="csX1" fmla="*/ 80052 w 97035"/>
                <a:gd name="csY1" fmla="*/ 45566 h 115276"/>
                <a:gd name="csX2" fmla="*/ 55501 w 97035"/>
                <a:gd name="csY2" fmla="*/ 45566 h 115276"/>
                <a:gd name="csX3" fmla="*/ 55501 w 97035"/>
                <a:gd name="csY3" fmla="*/ 57925 h 115276"/>
                <a:gd name="csX4" fmla="*/ 94934 w 97035"/>
                <a:gd name="csY4" fmla="*/ 57925 h 115276"/>
                <a:gd name="csX5" fmla="*/ 94934 w 97035"/>
                <a:gd name="csY5" fmla="*/ 10205 h 115276"/>
                <a:gd name="csX6" fmla="*/ 75742 w 97035"/>
                <a:gd name="csY6" fmla="*/ 870 h 115276"/>
                <a:gd name="csX7" fmla="*/ 53358 w 97035"/>
                <a:gd name="csY7" fmla="*/ -2297 h 115276"/>
                <a:gd name="csX8" fmla="*/ 12591 w 97035"/>
                <a:gd name="csY8" fmla="*/ 12920 h 115276"/>
                <a:gd name="csX9" fmla="*/ -2102 w 97035"/>
                <a:gd name="csY9" fmla="*/ 55306 h 115276"/>
                <a:gd name="csX10" fmla="*/ 12591 w 97035"/>
                <a:gd name="csY10" fmla="*/ 97763 h 115276"/>
                <a:gd name="csX11" fmla="*/ 53358 w 97035"/>
                <a:gd name="csY11" fmla="*/ 112980 h 115276"/>
                <a:gd name="csX12" fmla="*/ 74003 w 97035"/>
                <a:gd name="csY12" fmla="*/ 110289 h 115276"/>
                <a:gd name="csX13" fmla="*/ 92053 w 97035"/>
                <a:gd name="csY13" fmla="*/ 102407 h 115276"/>
                <a:gd name="csX14" fmla="*/ 92053 w 97035"/>
                <a:gd name="csY14" fmla="*/ 86405 h 115276"/>
                <a:gd name="csX15" fmla="*/ 74337 w 97035"/>
                <a:gd name="csY15" fmla="*/ 97049 h 115276"/>
                <a:gd name="csX16" fmla="*/ 54620 w 97035"/>
                <a:gd name="csY16" fmla="*/ 100621 h 115276"/>
                <a:gd name="csX17" fmla="*/ 23973 w 97035"/>
                <a:gd name="csY17" fmla="*/ 89239 h 115276"/>
                <a:gd name="csX18" fmla="*/ 13758 w 97035"/>
                <a:gd name="csY18" fmla="*/ 55306 h 115276"/>
                <a:gd name="csX19" fmla="*/ 23973 w 97035"/>
                <a:gd name="csY19" fmla="*/ 21444 h 115276"/>
                <a:gd name="csX20" fmla="*/ 54620 w 97035"/>
                <a:gd name="csY20" fmla="*/ 10062 h 115276"/>
                <a:gd name="csX21" fmla="*/ 68812 w 97035"/>
                <a:gd name="csY21" fmla="*/ 11443 h 115276"/>
                <a:gd name="csX22" fmla="*/ 80052 w 97035"/>
                <a:gd name="csY22" fmla="*/ 15729 h 1152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</a:cxnLst>
              <a:rect l="l" t="t" r="r" b="b"/>
              <a:pathLst>
                <a:path w="97035" h="115276">
                  <a:moveTo>
                    <a:pt x="80052" y="15729"/>
                  </a:moveTo>
                  <a:lnTo>
                    <a:pt x="80052" y="45566"/>
                  </a:lnTo>
                  <a:lnTo>
                    <a:pt x="55501" y="45566"/>
                  </a:lnTo>
                  <a:lnTo>
                    <a:pt x="55501" y="57925"/>
                  </a:lnTo>
                  <a:lnTo>
                    <a:pt x="94934" y="57925"/>
                  </a:lnTo>
                  <a:lnTo>
                    <a:pt x="94934" y="10205"/>
                  </a:lnTo>
                  <a:cubicBezTo>
                    <a:pt x="89140" y="6093"/>
                    <a:pt x="82742" y="2982"/>
                    <a:pt x="75742" y="870"/>
                  </a:cubicBezTo>
                  <a:cubicBezTo>
                    <a:pt x="68757" y="-1241"/>
                    <a:pt x="61295" y="-2297"/>
                    <a:pt x="53358" y="-2297"/>
                  </a:cubicBezTo>
                  <a:cubicBezTo>
                    <a:pt x="35991" y="-2297"/>
                    <a:pt x="22402" y="2775"/>
                    <a:pt x="12591" y="12920"/>
                  </a:cubicBezTo>
                  <a:cubicBezTo>
                    <a:pt x="2796" y="23080"/>
                    <a:pt x="-2102" y="37208"/>
                    <a:pt x="-2102" y="55306"/>
                  </a:cubicBezTo>
                  <a:cubicBezTo>
                    <a:pt x="-2102" y="73467"/>
                    <a:pt x="2796" y="87619"/>
                    <a:pt x="12591" y="97763"/>
                  </a:cubicBezTo>
                  <a:cubicBezTo>
                    <a:pt x="22402" y="107908"/>
                    <a:pt x="35991" y="112980"/>
                    <a:pt x="53358" y="112980"/>
                  </a:cubicBezTo>
                  <a:cubicBezTo>
                    <a:pt x="60597" y="112980"/>
                    <a:pt x="67479" y="112083"/>
                    <a:pt x="74003" y="110289"/>
                  </a:cubicBezTo>
                  <a:cubicBezTo>
                    <a:pt x="80528" y="108511"/>
                    <a:pt x="86544" y="105884"/>
                    <a:pt x="92053" y="102407"/>
                  </a:cubicBezTo>
                  <a:lnTo>
                    <a:pt x="92053" y="86405"/>
                  </a:lnTo>
                  <a:cubicBezTo>
                    <a:pt x="86497" y="91120"/>
                    <a:pt x="80591" y="94668"/>
                    <a:pt x="74337" y="97049"/>
                  </a:cubicBezTo>
                  <a:cubicBezTo>
                    <a:pt x="68082" y="99430"/>
                    <a:pt x="61510" y="100621"/>
                    <a:pt x="54620" y="100621"/>
                  </a:cubicBezTo>
                  <a:cubicBezTo>
                    <a:pt x="41015" y="100621"/>
                    <a:pt x="30799" y="96827"/>
                    <a:pt x="23973" y="89239"/>
                  </a:cubicBezTo>
                  <a:cubicBezTo>
                    <a:pt x="17163" y="81650"/>
                    <a:pt x="13758" y="70339"/>
                    <a:pt x="13758" y="55306"/>
                  </a:cubicBezTo>
                  <a:cubicBezTo>
                    <a:pt x="13758" y="40320"/>
                    <a:pt x="17163" y="29033"/>
                    <a:pt x="23973" y="21444"/>
                  </a:cubicBezTo>
                  <a:cubicBezTo>
                    <a:pt x="30799" y="13856"/>
                    <a:pt x="41015" y="10062"/>
                    <a:pt x="54620" y="10062"/>
                  </a:cubicBezTo>
                  <a:cubicBezTo>
                    <a:pt x="59922" y="10062"/>
                    <a:pt x="64653" y="10522"/>
                    <a:pt x="68812" y="11443"/>
                  </a:cubicBezTo>
                  <a:cubicBezTo>
                    <a:pt x="72987" y="12364"/>
                    <a:pt x="76734" y="13793"/>
                    <a:pt x="80052" y="15729"/>
                  </a:cubicBez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17" name="Freeform: Shape 1116">
              <a:extLst>
                <a:ext uri="{FF2B5EF4-FFF2-40B4-BE49-F238E27FC236}">
                  <a16:creationId xmlns:a16="http://schemas.microsoft.com/office/drawing/2014/main" id="{255C2347-10CD-D8D0-97B6-E7FB849CF90F}"/>
                </a:ext>
              </a:extLst>
            </p:cNvPr>
            <p:cNvSpPr/>
            <p:nvPr/>
          </p:nvSpPr>
          <p:spPr>
            <a:xfrm flipV="1">
              <a:off x="4732082" y="661183"/>
              <a:ext cx="76723" cy="115276"/>
            </a:xfrm>
            <a:custGeom>
              <a:avLst/>
              <a:gdLst>
                <a:gd name="csX0" fmla="*/ 37917 w 76723"/>
                <a:gd name="csY0" fmla="*/ 61402 h 115276"/>
                <a:gd name="csX1" fmla="*/ 21868 w 76723"/>
                <a:gd name="csY1" fmla="*/ 54472 h 115276"/>
                <a:gd name="csX2" fmla="*/ 15962 w 76723"/>
                <a:gd name="csY2" fmla="*/ 35518 h 115276"/>
                <a:gd name="csX3" fmla="*/ 21868 w 76723"/>
                <a:gd name="csY3" fmla="*/ 16563 h 115276"/>
                <a:gd name="csX4" fmla="*/ 37917 w 76723"/>
                <a:gd name="csY4" fmla="*/ 9610 h 115276"/>
                <a:gd name="csX5" fmla="*/ 53943 w 76723"/>
                <a:gd name="csY5" fmla="*/ 16563 h 115276"/>
                <a:gd name="csX6" fmla="*/ 59849 w 76723"/>
                <a:gd name="csY6" fmla="*/ 35518 h 115276"/>
                <a:gd name="csX7" fmla="*/ 53943 w 76723"/>
                <a:gd name="csY7" fmla="*/ 54472 h 115276"/>
                <a:gd name="csX8" fmla="*/ 37917 w 76723"/>
                <a:gd name="csY8" fmla="*/ 61402 h 115276"/>
                <a:gd name="csX9" fmla="*/ 67754 w 76723"/>
                <a:gd name="csY9" fmla="*/ 108527 h 115276"/>
                <a:gd name="csX10" fmla="*/ 67754 w 76723"/>
                <a:gd name="csY10" fmla="*/ 94835 h 115276"/>
                <a:gd name="csX11" fmla="*/ 56324 w 76723"/>
                <a:gd name="csY11" fmla="*/ 98906 h 115276"/>
                <a:gd name="csX12" fmla="*/ 44894 w 76723"/>
                <a:gd name="csY12" fmla="*/ 100335 h 115276"/>
                <a:gd name="csX13" fmla="*/ 22153 w 76723"/>
                <a:gd name="csY13" fmla="*/ 90286 h 115276"/>
                <a:gd name="csX14" fmla="*/ 13200 w 76723"/>
                <a:gd name="csY14" fmla="*/ 59925 h 115276"/>
                <a:gd name="csX15" fmla="*/ 24201 w 76723"/>
                <a:gd name="csY15" fmla="*/ 69855 h 115276"/>
                <a:gd name="csX16" fmla="*/ 38798 w 76723"/>
                <a:gd name="csY16" fmla="*/ 73308 h 115276"/>
                <a:gd name="csX17" fmla="*/ 65254 w 76723"/>
                <a:gd name="csY17" fmla="*/ 63140 h 115276"/>
                <a:gd name="csX18" fmla="*/ 74970 w 76723"/>
                <a:gd name="csY18" fmla="*/ 35518 h 115276"/>
                <a:gd name="csX19" fmla="*/ 64849 w 76723"/>
                <a:gd name="csY19" fmla="*/ 8038 h 115276"/>
                <a:gd name="csX20" fmla="*/ 37917 w 76723"/>
                <a:gd name="csY20" fmla="*/ -2297 h 115276"/>
                <a:gd name="csX21" fmla="*/ 8437 w 76723"/>
                <a:gd name="csY21" fmla="*/ 12467 h 115276"/>
                <a:gd name="csX22" fmla="*/ -1754 w 76723"/>
                <a:gd name="csY22" fmla="*/ 55306 h 115276"/>
                <a:gd name="csX23" fmla="*/ 10747 w 76723"/>
                <a:gd name="csY23" fmla="*/ 97311 h 115276"/>
                <a:gd name="csX24" fmla="*/ 44299 w 76723"/>
                <a:gd name="csY24" fmla="*/ 112980 h 115276"/>
                <a:gd name="csX25" fmla="*/ 55729 w 76723"/>
                <a:gd name="csY25" fmla="*/ 111860 h 115276"/>
                <a:gd name="csX26" fmla="*/ 67754 w 76723"/>
                <a:gd name="csY26" fmla="*/ 108527 h 1152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76723" h="115276">
                  <a:moveTo>
                    <a:pt x="37917" y="61402"/>
                  </a:moveTo>
                  <a:cubicBezTo>
                    <a:pt x="31170" y="61402"/>
                    <a:pt x="25821" y="59092"/>
                    <a:pt x="21868" y="54472"/>
                  </a:cubicBezTo>
                  <a:cubicBezTo>
                    <a:pt x="17931" y="49869"/>
                    <a:pt x="15962" y="43550"/>
                    <a:pt x="15962" y="35518"/>
                  </a:cubicBezTo>
                  <a:cubicBezTo>
                    <a:pt x="15962" y="27532"/>
                    <a:pt x="17931" y="21214"/>
                    <a:pt x="21868" y="16563"/>
                  </a:cubicBezTo>
                  <a:cubicBezTo>
                    <a:pt x="25821" y="11927"/>
                    <a:pt x="31170" y="9610"/>
                    <a:pt x="37917" y="9610"/>
                  </a:cubicBezTo>
                  <a:cubicBezTo>
                    <a:pt x="44664" y="9610"/>
                    <a:pt x="50006" y="11927"/>
                    <a:pt x="53943" y="16563"/>
                  </a:cubicBezTo>
                  <a:cubicBezTo>
                    <a:pt x="57880" y="21214"/>
                    <a:pt x="59849" y="27532"/>
                    <a:pt x="59849" y="35518"/>
                  </a:cubicBezTo>
                  <a:cubicBezTo>
                    <a:pt x="59849" y="43550"/>
                    <a:pt x="57880" y="49869"/>
                    <a:pt x="53943" y="54472"/>
                  </a:cubicBezTo>
                  <a:cubicBezTo>
                    <a:pt x="50006" y="59092"/>
                    <a:pt x="44664" y="61402"/>
                    <a:pt x="37917" y="61402"/>
                  </a:cubicBezTo>
                  <a:close/>
                  <a:moveTo>
                    <a:pt x="67754" y="108527"/>
                  </a:moveTo>
                  <a:lnTo>
                    <a:pt x="67754" y="94835"/>
                  </a:lnTo>
                  <a:cubicBezTo>
                    <a:pt x="63976" y="96613"/>
                    <a:pt x="60166" y="97970"/>
                    <a:pt x="56324" y="98906"/>
                  </a:cubicBezTo>
                  <a:cubicBezTo>
                    <a:pt x="52483" y="99859"/>
                    <a:pt x="48673" y="100335"/>
                    <a:pt x="44894" y="100335"/>
                  </a:cubicBezTo>
                  <a:cubicBezTo>
                    <a:pt x="34972" y="100335"/>
                    <a:pt x="27392" y="96986"/>
                    <a:pt x="22153" y="90286"/>
                  </a:cubicBezTo>
                  <a:cubicBezTo>
                    <a:pt x="16931" y="83587"/>
                    <a:pt x="13946" y="73467"/>
                    <a:pt x="13200" y="59925"/>
                  </a:cubicBezTo>
                  <a:cubicBezTo>
                    <a:pt x="16121" y="64243"/>
                    <a:pt x="19788" y="67553"/>
                    <a:pt x="24201" y="69855"/>
                  </a:cubicBezTo>
                  <a:cubicBezTo>
                    <a:pt x="28630" y="72157"/>
                    <a:pt x="33496" y="73308"/>
                    <a:pt x="38798" y="73308"/>
                  </a:cubicBezTo>
                  <a:cubicBezTo>
                    <a:pt x="49958" y="73308"/>
                    <a:pt x="58777" y="69919"/>
                    <a:pt x="65254" y="63140"/>
                  </a:cubicBezTo>
                  <a:cubicBezTo>
                    <a:pt x="71731" y="56377"/>
                    <a:pt x="74970" y="47170"/>
                    <a:pt x="74970" y="35518"/>
                  </a:cubicBezTo>
                  <a:cubicBezTo>
                    <a:pt x="74970" y="24103"/>
                    <a:pt x="71596" y="14944"/>
                    <a:pt x="64849" y="8038"/>
                  </a:cubicBezTo>
                  <a:cubicBezTo>
                    <a:pt x="58102" y="1148"/>
                    <a:pt x="49125" y="-2297"/>
                    <a:pt x="37917" y="-2297"/>
                  </a:cubicBezTo>
                  <a:cubicBezTo>
                    <a:pt x="25059" y="-2297"/>
                    <a:pt x="15232" y="2625"/>
                    <a:pt x="8437" y="12467"/>
                  </a:cubicBezTo>
                  <a:cubicBezTo>
                    <a:pt x="1643" y="22325"/>
                    <a:pt x="-1754" y="36605"/>
                    <a:pt x="-1754" y="55306"/>
                  </a:cubicBezTo>
                  <a:cubicBezTo>
                    <a:pt x="-1754" y="72864"/>
                    <a:pt x="2413" y="86865"/>
                    <a:pt x="10747" y="97311"/>
                  </a:cubicBezTo>
                  <a:cubicBezTo>
                    <a:pt x="19082" y="107757"/>
                    <a:pt x="30266" y="112980"/>
                    <a:pt x="44299" y="112980"/>
                  </a:cubicBezTo>
                  <a:cubicBezTo>
                    <a:pt x="48077" y="112980"/>
                    <a:pt x="51887" y="112607"/>
                    <a:pt x="55729" y="111860"/>
                  </a:cubicBezTo>
                  <a:cubicBezTo>
                    <a:pt x="59571" y="111114"/>
                    <a:pt x="63579" y="110003"/>
                    <a:pt x="67754" y="108527"/>
                  </a:cubicBez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18" name="Freeform: Shape 1117">
              <a:extLst>
                <a:ext uri="{FF2B5EF4-FFF2-40B4-BE49-F238E27FC236}">
                  <a16:creationId xmlns:a16="http://schemas.microsoft.com/office/drawing/2014/main" id="{63516468-676E-A9F1-9A7D-9DFF6553E4CE}"/>
                </a:ext>
              </a:extLst>
            </p:cNvPr>
            <p:cNvSpPr/>
            <p:nvPr/>
          </p:nvSpPr>
          <p:spPr>
            <a:xfrm flipV="1">
              <a:off x="4833354" y="663183"/>
              <a:ext cx="78819" cy="111109"/>
            </a:xfrm>
            <a:custGeom>
              <a:avLst/>
              <a:gdLst>
                <a:gd name="csX0" fmla="*/ 13054 w 78819"/>
                <a:gd name="csY0" fmla="*/ 50754 h 111109"/>
                <a:gd name="csX1" fmla="*/ 13054 w 78819"/>
                <a:gd name="csY1" fmla="*/ 10059 h 111109"/>
                <a:gd name="csX2" fmla="*/ 37176 w 78819"/>
                <a:gd name="csY2" fmla="*/ 10059 h 111109"/>
                <a:gd name="csX3" fmla="*/ 55131 w 78819"/>
                <a:gd name="csY3" fmla="*/ 15083 h 111109"/>
                <a:gd name="csX4" fmla="*/ 60989 w 78819"/>
                <a:gd name="csY4" fmla="*/ 30442 h 111109"/>
                <a:gd name="csX5" fmla="*/ 55131 w 78819"/>
                <a:gd name="csY5" fmla="*/ 45801 h 111109"/>
                <a:gd name="csX6" fmla="*/ 37176 w 78819"/>
                <a:gd name="csY6" fmla="*/ 50754 h 111109"/>
                <a:gd name="csX7" fmla="*/ 13054 w 78819"/>
                <a:gd name="csY7" fmla="*/ 50754 h 111109"/>
                <a:gd name="csX8" fmla="*/ 13054 w 78819"/>
                <a:gd name="csY8" fmla="*/ 96450 h 111109"/>
                <a:gd name="csX9" fmla="*/ 13054 w 78819"/>
                <a:gd name="csY9" fmla="*/ 62970 h 111109"/>
                <a:gd name="csX10" fmla="*/ 35319 w 78819"/>
                <a:gd name="csY10" fmla="*/ 62970 h 111109"/>
                <a:gd name="csX11" fmla="*/ 51702 w 78819"/>
                <a:gd name="csY11" fmla="*/ 67089 h 111109"/>
                <a:gd name="csX12" fmla="*/ 57107 w 78819"/>
                <a:gd name="csY12" fmla="*/ 79710 h 111109"/>
                <a:gd name="csX13" fmla="*/ 51702 w 78819"/>
                <a:gd name="csY13" fmla="*/ 92283 h 111109"/>
                <a:gd name="csX14" fmla="*/ 35319 w 78819"/>
                <a:gd name="csY14" fmla="*/ 96450 h 111109"/>
                <a:gd name="csX15" fmla="*/ 13054 w 78819"/>
                <a:gd name="csY15" fmla="*/ 96450 h 111109"/>
                <a:gd name="csX16" fmla="*/ -1971 w 78819"/>
                <a:gd name="csY16" fmla="*/ 108809 h 111109"/>
                <a:gd name="csX17" fmla="*/ 36438 w 78819"/>
                <a:gd name="csY17" fmla="*/ 108809 h 111109"/>
                <a:gd name="csX18" fmla="*/ 62918 w 78819"/>
                <a:gd name="csY18" fmla="*/ 101665 h 111109"/>
                <a:gd name="csX19" fmla="*/ 72228 w 78819"/>
                <a:gd name="csY19" fmla="*/ 81353 h 111109"/>
                <a:gd name="csX20" fmla="*/ 67466 w 78819"/>
                <a:gd name="csY20" fmla="*/ 65113 h 111109"/>
                <a:gd name="csX21" fmla="*/ 53464 w 78819"/>
                <a:gd name="csY21" fmla="*/ 57612 h 111109"/>
                <a:gd name="csX22" fmla="*/ 70704 w 78819"/>
                <a:gd name="csY22" fmla="*/ 47658 h 111109"/>
                <a:gd name="csX23" fmla="*/ 76848 w 78819"/>
                <a:gd name="csY23" fmla="*/ 28799 h 111109"/>
                <a:gd name="csX24" fmla="*/ 66728 w 78819"/>
                <a:gd name="csY24" fmla="*/ 5796 h 111109"/>
                <a:gd name="csX25" fmla="*/ 37915 w 78819"/>
                <a:gd name="csY25" fmla="*/ -2300 h 111109"/>
                <a:gd name="csX26" fmla="*/ -1971 w 78819"/>
                <a:gd name="csY26" fmla="*/ -2300 h 111109"/>
                <a:gd name="csX27" fmla="*/ -1971 w 78819"/>
                <a:gd name="csY27" fmla="*/ 108809 h 11110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78819" h="111109">
                  <a:moveTo>
                    <a:pt x="13054" y="50754"/>
                  </a:moveTo>
                  <a:lnTo>
                    <a:pt x="13054" y="10059"/>
                  </a:lnTo>
                  <a:lnTo>
                    <a:pt x="37176" y="10059"/>
                  </a:lnTo>
                  <a:cubicBezTo>
                    <a:pt x="45257" y="10059"/>
                    <a:pt x="51242" y="11733"/>
                    <a:pt x="55131" y="15083"/>
                  </a:cubicBezTo>
                  <a:cubicBezTo>
                    <a:pt x="59036" y="18433"/>
                    <a:pt x="60989" y="23552"/>
                    <a:pt x="60989" y="30442"/>
                  </a:cubicBezTo>
                  <a:cubicBezTo>
                    <a:pt x="60989" y="37395"/>
                    <a:pt x="59036" y="42515"/>
                    <a:pt x="55131" y="45801"/>
                  </a:cubicBezTo>
                  <a:cubicBezTo>
                    <a:pt x="51242" y="49103"/>
                    <a:pt x="45257" y="50754"/>
                    <a:pt x="37176" y="50754"/>
                  </a:cubicBezTo>
                  <a:lnTo>
                    <a:pt x="13054" y="50754"/>
                  </a:lnTo>
                  <a:close/>
                  <a:moveTo>
                    <a:pt x="13054" y="96450"/>
                  </a:moveTo>
                  <a:lnTo>
                    <a:pt x="13054" y="62970"/>
                  </a:lnTo>
                  <a:lnTo>
                    <a:pt x="35319" y="62970"/>
                  </a:lnTo>
                  <a:cubicBezTo>
                    <a:pt x="42653" y="62970"/>
                    <a:pt x="48114" y="64343"/>
                    <a:pt x="51702" y="67089"/>
                  </a:cubicBezTo>
                  <a:cubicBezTo>
                    <a:pt x="55306" y="69852"/>
                    <a:pt x="57107" y="74059"/>
                    <a:pt x="57107" y="79710"/>
                  </a:cubicBezTo>
                  <a:cubicBezTo>
                    <a:pt x="57107" y="85314"/>
                    <a:pt x="55306" y="89505"/>
                    <a:pt x="51702" y="92283"/>
                  </a:cubicBezTo>
                  <a:cubicBezTo>
                    <a:pt x="48114" y="95061"/>
                    <a:pt x="42653" y="96450"/>
                    <a:pt x="35319" y="96450"/>
                  </a:cubicBezTo>
                  <a:lnTo>
                    <a:pt x="13054" y="96450"/>
                  </a:lnTo>
                  <a:close/>
                  <a:moveTo>
                    <a:pt x="-1971" y="108809"/>
                  </a:moveTo>
                  <a:lnTo>
                    <a:pt x="36438" y="108809"/>
                  </a:lnTo>
                  <a:cubicBezTo>
                    <a:pt x="47900" y="108809"/>
                    <a:pt x="56726" y="106428"/>
                    <a:pt x="62918" y="101665"/>
                  </a:cubicBezTo>
                  <a:cubicBezTo>
                    <a:pt x="69125" y="96903"/>
                    <a:pt x="72228" y="90132"/>
                    <a:pt x="72228" y="81353"/>
                  </a:cubicBezTo>
                  <a:cubicBezTo>
                    <a:pt x="72228" y="74543"/>
                    <a:pt x="70641" y="69129"/>
                    <a:pt x="67466" y="65113"/>
                  </a:cubicBezTo>
                  <a:cubicBezTo>
                    <a:pt x="64291" y="61097"/>
                    <a:pt x="59624" y="58596"/>
                    <a:pt x="53464" y="57612"/>
                  </a:cubicBezTo>
                  <a:cubicBezTo>
                    <a:pt x="60862" y="56025"/>
                    <a:pt x="66609" y="52707"/>
                    <a:pt x="70704" y="47658"/>
                  </a:cubicBezTo>
                  <a:cubicBezTo>
                    <a:pt x="74800" y="42626"/>
                    <a:pt x="76848" y="36340"/>
                    <a:pt x="76848" y="28799"/>
                  </a:cubicBezTo>
                  <a:cubicBezTo>
                    <a:pt x="76848" y="18877"/>
                    <a:pt x="73475" y="11209"/>
                    <a:pt x="66728" y="5796"/>
                  </a:cubicBezTo>
                  <a:cubicBezTo>
                    <a:pt x="59981" y="399"/>
                    <a:pt x="50376" y="-2300"/>
                    <a:pt x="37915" y="-2300"/>
                  </a:cubicBezTo>
                  <a:lnTo>
                    <a:pt x="-1971" y="-2300"/>
                  </a:lnTo>
                  <a:lnTo>
                    <a:pt x="-1971" y="108809"/>
                  </a:ln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19" name="Freeform: Shape 1118">
              <a:extLst>
                <a:ext uri="{FF2B5EF4-FFF2-40B4-BE49-F238E27FC236}">
                  <a16:creationId xmlns:a16="http://schemas.microsoft.com/office/drawing/2014/main" id="{0A348DEE-E8E8-AE39-ACDB-048BAC48D401}"/>
                </a:ext>
              </a:extLst>
            </p:cNvPr>
            <p:cNvSpPr/>
            <p:nvPr/>
          </p:nvSpPr>
          <p:spPr>
            <a:xfrm flipV="1">
              <a:off x="4933286" y="661183"/>
              <a:ext cx="76200" cy="115276"/>
            </a:xfrm>
            <a:custGeom>
              <a:avLst/>
              <a:gdLst>
                <a:gd name="csX0" fmla="*/ 36385 w 76200"/>
                <a:gd name="csY0" fmla="*/ 52639 h 115276"/>
                <a:gd name="csX1" fmla="*/ 19526 w 76200"/>
                <a:gd name="csY1" fmla="*/ 46900 h 115276"/>
                <a:gd name="csX2" fmla="*/ 13406 w 76200"/>
                <a:gd name="csY2" fmla="*/ 31136 h 115276"/>
                <a:gd name="csX3" fmla="*/ 19526 w 76200"/>
                <a:gd name="csY3" fmla="*/ 15348 h 115276"/>
                <a:gd name="csX4" fmla="*/ 36385 w 76200"/>
                <a:gd name="csY4" fmla="*/ 9610 h 115276"/>
                <a:gd name="csX5" fmla="*/ 53269 w 76200"/>
                <a:gd name="csY5" fmla="*/ 15372 h 115276"/>
                <a:gd name="csX6" fmla="*/ 59460 w 76200"/>
                <a:gd name="csY6" fmla="*/ 31136 h 115276"/>
                <a:gd name="csX7" fmla="*/ 53316 w 76200"/>
                <a:gd name="csY7" fmla="*/ 46900 h 115276"/>
                <a:gd name="csX8" fmla="*/ 36385 w 76200"/>
                <a:gd name="csY8" fmla="*/ 52639 h 115276"/>
                <a:gd name="csX9" fmla="*/ 21360 w 76200"/>
                <a:gd name="csY9" fmla="*/ 59021 h 115276"/>
                <a:gd name="csX10" fmla="*/ 6286 w 76200"/>
                <a:gd name="csY10" fmla="*/ 68022 h 115276"/>
                <a:gd name="csX11" fmla="*/ 905 w 76200"/>
                <a:gd name="csY11" fmla="*/ 84190 h 115276"/>
                <a:gd name="csX12" fmla="*/ 10382 w 76200"/>
                <a:gd name="csY12" fmla="*/ 105241 h 115276"/>
                <a:gd name="csX13" fmla="*/ 36385 w 76200"/>
                <a:gd name="csY13" fmla="*/ 112980 h 115276"/>
                <a:gd name="csX14" fmla="*/ 62436 w 76200"/>
                <a:gd name="csY14" fmla="*/ 105241 h 115276"/>
                <a:gd name="csX15" fmla="*/ 71890 w 76200"/>
                <a:gd name="csY15" fmla="*/ 84190 h 115276"/>
                <a:gd name="csX16" fmla="*/ 66484 w 76200"/>
                <a:gd name="csY16" fmla="*/ 68022 h 115276"/>
                <a:gd name="csX17" fmla="*/ 51506 w 76200"/>
                <a:gd name="csY17" fmla="*/ 59021 h 115276"/>
                <a:gd name="csX18" fmla="*/ 68413 w 76200"/>
                <a:gd name="csY18" fmla="*/ 49115 h 115276"/>
                <a:gd name="csX19" fmla="*/ 74485 w 76200"/>
                <a:gd name="csY19" fmla="*/ 31136 h 115276"/>
                <a:gd name="csX20" fmla="*/ 64627 w 76200"/>
                <a:gd name="csY20" fmla="*/ 6323 h 115276"/>
                <a:gd name="csX21" fmla="*/ 36385 w 76200"/>
                <a:gd name="csY21" fmla="*/ -2297 h 115276"/>
                <a:gd name="csX22" fmla="*/ 8144 w 76200"/>
                <a:gd name="csY22" fmla="*/ 6323 h 115276"/>
                <a:gd name="csX23" fmla="*/ -1715 w 76200"/>
                <a:gd name="csY23" fmla="*/ 31136 h 115276"/>
                <a:gd name="csX24" fmla="*/ 4381 w 76200"/>
                <a:gd name="csY24" fmla="*/ 49115 h 115276"/>
                <a:gd name="csX25" fmla="*/ 21360 w 76200"/>
                <a:gd name="csY25" fmla="*/ 59021 h 115276"/>
                <a:gd name="csX26" fmla="*/ 15859 w 76200"/>
                <a:gd name="csY26" fmla="*/ 82762 h 115276"/>
                <a:gd name="csX27" fmla="*/ 21241 w 76200"/>
                <a:gd name="csY27" fmla="*/ 69308 h 115276"/>
                <a:gd name="csX28" fmla="*/ 36385 w 76200"/>
                <a:gd name="csY28" fmla="*/ 64474 h 115276"/>
                <a:gd name="csX29" fmla="*/ 51530 w 76200"/>
                <a:gd name="csY29" fmla="*/ 69308 h 115276"/>
                <a:gd name="csX30" fmla="*/ 57007 w 76200"/>
                <a:gd name="csY30" fmla="*/ 82762 h 115276"/>
                <a:gd name="csX31" fmla="*/ 51530 w 76200"/>
                <a:gd name="csY31" fmla="*/ 96239 h 115276"/>
                <a:gd name="csX32" fmla="*/ 36385 w 76200"/>
                <a:gd name="csY32" fmla="*/ 101073 h 115276"/>
                <a:gd name="csX33" fmla="*/ 21241 w 76200"/>
                <a:gd name="csY33" fmla="*/ 96239 h 115276"/>
                <a:gd name="csX34" fmla="*/ 15859 w 76200"/>
                <a:gd name="csY34" fmla="*/ 82762 h 1152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</a:cxnLst>
              <a:rect l="l" t="t" r="r" b="b"/>
              <a:pathLst>
                <a:path w="76200" h="115276">
                  <a:moveTo>
                    <a:pt x="36385" y="52639"/>
                  </a:moveTo>
                  <a:cubicBezTo>
                    <a:pt x="29242" y="52639"/>
                    <a:pt x="23622" y="50726"/>
                    <a:pt x="19526" y="46900"/>
                  </a:cubicBezTo>
                  <a:cubicBezTo>
                    <a:pt x="15446" y="43074"/>
                    <a:pt x="13406" y="37819"/>
                    <a:pt x="13406" y="31136"/>
                  </a:cubicBezTo>
                  <a:cubicBezTo>
                    <a:pt x="13406" y="24437"/>
                    <a:pt x="15446" y="19174"/>
                    <a:pt x="19526" y="15348"/>
                  </a:cubicBezTo>
                  <a:cubicBezTo>
                    <a:pt x="23622" y="11523"/>
                    <a:pt x="29242" y="9610"/>
                    <a:pt x="36385" y="9610"/>
                  </a:cubicBezTo>
                  <a:cubicBezTo>
                    <a:pt x="43529" y="9610"/>
                    <a:pt x="49157" y="11530"/>
                    <a:pt x="53269" y="15372"/>
                  </a:cubicBezTo>
                  <a:cubicBezTo>
                    <a:pt x="57396" y="19230"/>
                    <a:pt x="59460" y="24484"/>
                    <a:pt x="59460" y="31136"/>
                  </a:cubicBezTo>
                  <a:cubicBezTo>
                    <a:pt x="59460" y="37819"/>
                    <a:pt x="57412" y="43074"/>
                    <a:pt x="53316" y="46900"/>
                  </a:cubicBezTo>
                  <a:cubicBezTo>
                    <a:pt x="49236" y="50726"/>
                    <a:pt x="43593" y="52639"/>
                    <a:pt x="36385" y="52639"/>
                  </a:cubicBezTo>
                  <a:close/>
                  <a:moveTo>
                    <a:pt x="21360" y="59021"/>
                  </a:moveTo>
                  <a:cubicBezTo>
                    <a:pt x="14915" y="60608"/>
                    <a:pt x="9890" y="63608"/>
                    <a:pt x="6286" y="68022"/>
                  </a:cubicBezTo>
                  <a:cubicBezTo>
                    <a:pt x="2699" y="72451"/>
                    <a:pt x="905" y="77840"/>
                    <a:pt x="905" y="84190"/>
                  </a:cubicBezTo>
                  <a:cubicBezTo>
                    <a:pt x="905" y="93064"/>
                    <a:pt x="4064" y="100081"/>
                    <a:pt x="10382" y="105241"/>
                  </a:cubicBezTo>
                  <a:cubicBezTo>
                    <a:pt x="16716" y="110400"/>
                    <a:pt x="25384" y="112980"/>
                    <a:pt x="36385" y="112980"/>
                  </a:cubicBezTo>
                  <a:cubicBezTo>
                    <a:pt x="47450" y="112980"/>
                    <a:pt x="56134" y="110400"/>
                    <a:pt x="62436" y="105241"/>
                  </a:cubicBezTo>
                  <a:cubicBezTo>
                    <a:pt x="68739" y="100081"/>
                    <a:pt x="71890" y="93064"/>
                    <a:pt x="71890" y="84190"/>
                  </a:cubicBezTo>
                  <a:cubicBezTo>
                    <a:pt x="71890" y="77840"/>
                    <a:pt x="70088" y="72451"/>
                    <a:pt x="66484" y="68022"/>
                  </a:cubicBezTo>
                  <a:cubicBezTo>
                    <a:pt x="62897" y="63608"/>
                    <a:pt x="57904" y="60608"/>
                    <a:pt x="51506" y="59021"/>
                  </a:cubicBezTo>
                  <a:cubicBezTo>
                    <a:pt x="58745" y="57338"/>
                    <a:pt x="64381" y="54036"/>
                    <a:pt x="68413" y="49115"/>
                  </a:cubicBezTo>
                  <a:cubicBezTo>
                    <a:pt x="72461" y="44209"/>
                    <a:pt x="74485" y="38216"/>
                    <a:pt x="74485" y="31136"/>
                  </a:cubicBezTo>
                  <a:cubicBezTo>
                    <a:pt x="74485" y="20357"/>
                    <a:pt x="71199" y="12086"/>
                    <a:pt x="64627" y="6323"/>
                  </a:cubicBezTo>
                  <a:cubicBezTo>
                    <a:pt x="58055" y="577"/>
                    <a:pt x="48641" y="-2297"/>
                    <a:pt x="36385" y="-2297"/>
                  </a:cubicBezTo>
                  <a:cubicBezTo>
                    <a:pt x="24146" y="-2297"/>
                    <a:pt x="14732" y="577"/>
                    <a:pt x="8144" y="6323"/>
                  </a:cubicBezTo>
                  <a:cubicBezTo>
                    <a:pt x="1572" y="12086"/>
                    <a:pt x="-1715" y="20357"/>
                    <a:pt x="-1715" y="31136"/>
                  </a:cubicBezTo>
                  <a:cubicBezTo>
                    <a:pt x="-1715" y="38216"/>
                    <a:pt x="317" y="44209"/>
                    <a:pt x="4381" y="49115"/>
                  </a:cubicBezTo>
                  <a:cubicBezTo>
                    <a:pt x="8461" y="54036"/>
                    <a:pt x="14121" y="57338"/>
                    <a:pt x="21360" y="59021"/>
                  </a:cubicBezTo>
                  <a:close/>
                  <a:moveTo>
                    <a:pt x="15859" y="82762"/>
                  </a:moveTo>
                  <a:cubicBezTo>
                    <a:pt x="15859" y="77015"/>
                    <a:pt x="17653" y="72530"/>
                    <a:pt x="21241" y="69308"/>
                  </a:cubicBezTo>
                  <a:cubicBezTo>
                    <a:pt x="24844" y="66085"/>
                    <a:pt x="29893" y="64474"/>
                    <a:pt x="36385" y="64474"/>
                  </a:cubicBezTo>
                  <a:cubicBezTo>
                    <a:pt x="42847" y="64474"/>
                    <a:pt x="47895" y="66085"/>
                    <a:pt x="51530" y="69308"/>
                  </a:cubicBezTo>
                  <a:cubicBezTo>
                    <a:pt x="55181" y="72530"/>
                    <a:pt x="57007" y="77015"/>
                    <a:pt x="57007" y="82762"/>
                  </a:cubicBezTo>
                  <a:cubicBezTo>
                    <a:pt x="57007" y="88524"/>
                    <a:pt x="55181" y="93017"/>
                    <a:pt x="51530" y="96239"/>
                  </a:cubicBezTo>
                  <a:cubicBezTo>
                    <a:pt x="47895" y="99462"/>
                    <a:pt x="42847" y="101073"/>
                    <a:pt x="36385" y="101073"/>
                  </a:cubicBezTo>
                  <a:cubicBezTo>
                    <a:pt x="29893" y="101073"/>
                    <a:pt x="24844" y="99462"/>
                    <a:pt x="21241" y="96239"/>
                  </a:cubicBezTo>
                  <a:cubicBezTo>
                    <a:pt x="17653" y="93017"/>
                    <a:pt x="15859" y="88524"/>
                    <a:pt x="15859" y="82762"/>
                  </a:cubicBez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0" name="Freeform: Shape 1119">
              <a:extLst>
                <a:ext uri="{FF2B5EF4-FFF2-40B4-BE49-F238E27FC236}">
                  <a16:creationId xmlns:a16="http://schemas.microsoft.com/office/drawing/2014/main" id="{9D150987-3329-DF9F-E0E5-FD7BE8205E3C}"/>
                </a:ext>
              </a:extLst>
            </p:cNvPr>
            <p:cNvSpPr/>
            <p:nvPr/>
          </p:nvSpPr>
          <p:spPr>
            <a:xfrm flipV="1">
              <a:off x="5027366" y="726453"/>
              <a:ext cx="40100" cy="12192"/>
            </a:xfrm>
            <a:custGeom>
              <a:avLst/>
              <a:gdLst>
                <a:gd name="csX0" fmla="*/ -830 w 40100"/>
                <a:gd name="csY0" fmla="*/ 10473 h 12192"/>
                <a:gd name="csX1" fmla="*/ 39271 w 40100"/>
                <a:gd name="csY1" fmla="*/ 10473 h 12192"/>
                <a:gd name="csX2" fmla="*/ 39271 w 40100"/>
                <a:gd name="csY2" fmla="*/ -1719 h 12192"/>
                <a:gd name="csX3" fmla="*/ -830 w 40100"/>
                <a:gd name="csY3" fmla="*/ -1719 h 12192"/>
                <a:gd name="csX4" fmla="*/ -830 w 40100"/>
                <a:gd name="csY4" fmla="*/ 10473 h 121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0100" h="12192">
                  <a:moveTo>
                    <a:pt x="-830" y="10473"/>
                  </a:moveTo>
                  <a:lnTo>
                    <a:pt x="39271" y="10473"/>
                  </a:lnTo>
                  <a:lnTo>
                    <a:pt x="39271" y="-1719"/>
                  </a:lnTo>
                  <a:lnTo>
                    <a:pt x="-830" y="-1719"/>
                  </a:lnTo>
                  <a:lnTo>
                    <a:pt x="-830" y="10473"/>
                  </a:ln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1" name="Freeform: Shape 1120">
              <a:extLst>
                <a:ext uri="{FF2B5EF4-FFF2-40B4-BE49-F238E27FC236}">
                  <a16:creationId xmlns:a16="http://schemas.microsoft.com/office/drawing/2014/main" id="{C94D9045-43D9-3A2A-08AB-758E5A064AB5}"/>
                </a:ext>
              </a:extLst>
            </p:cNvPr>
            <p:cNvSpPr/>
            <p:nvPr/>
          </p:nvSpPr>
          <p:spPr>
            <a:xfrm flipV="1">
              <a:off x="5067142" y="663183"/>
              <a:ext cx="101798" cy="111109"/>
            </a:xfrm>
            <a:custGeom>
              <a:avLst/>
              <a:gdLst>
                <a:gd name="csX0" fmla="*/ 40554 w 101798"/>
                <a:gd name="csY0" fmla="*/ -2300 h 111109"/>
                <a:gd name="csX1" fmla="*/ -1857 w 101798"/>
                <a:gd name="csY1" fmla="*/ 108809 h 111109"/>
                <a:gd name="csX2" fmla="*/ 13836 w 101798"/>
                <a:gd name="csY2" fmla="*/ 108809 h 111109"/>
                <a:gd name="csX3" fmla="*/ 49055 w 101798"/>
                <a:gd name="csY3" fmla="*/ 15273 h 111109"/>
                <a:gd name="csX4" fmla="*/ 84321 w 101798"/>
                <a:gd name="csY4" fmla="*/ 108809 h 111109"/>
                <a:gd name="csX5" fmla="*/ 99942 w 101798"/>
                <a:gd name="csY5" fmla="*/ 108809 h 111109"/>
                <a:gd name="csX6" fmla="*/ 57603 w 101798"/>
                <a:gd name="csY6" fmla="*/ -2300 h 111109"/>
                <a:gd name="csX7" fmla="*/ 40554 w 101798"/>
                <a:gd name="csY7" fmla="*/ -2300 h 11110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01798" h="111109">
                  <a:moveTo>
                    <a:pt x="40554" y="-2300"/>
                  </a:moveTo>
                  <a:lnTo>
                    <a:pt x="-1857" y="108809"/>
                  </a:lnTo>
                  <a:lnTo>
                    <a:pt x="13836" y="108809"/>
                  </a:lnTo>
                  <a:lnTo>
                    <a:pt x="49055" y="15273"/>
                  </a:lnTo>
                  <a:lnTo>
                    <a:pt x="84321" y="108809"/>
                  </a:lnTo>
                  <a:lnTo>
                    <a:pt x="99942" y="108809"/>
                  </a:lnTo>
                  <a:lnTo>
                    <a:pt x="57603" y="-2300"/>
                  </a:lnTo>
                  <a:lnTo>
                    <a:pt x="40554" y="-2300"/>
                  </a:ln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2" name="Freeform: Shape 1121">
              <a:extLst>
                <a:ext uri="{FF2B5EF4-FFF2-40B4-BE49-F238E27FC236}">
                  <a16:creationId xmlns:a16="http://schemas.microsoft.com/office/drawing/2014/main" id="{D0A9E62E-4FAC-0826-206E-99ADCE7B5439}"/>
                </a:ext>
              </a:extLst>
            </p:cNvPr>
            <p:cNvSpPr/>
            <p:nvPr/>
          </p:nvSpPr>
          <p:spPr>
            <a:xfrm flipV="1">
              <a:off x="5167538" y="688949"/>
              <a:ext cx="70413" cy="87510"/>
            </a:xfrm>
            <a:custGeom>
              <a:avLst/>
              <a:gdLst>
                <a:gd name="csX0" fmla="*/ 41576 w 70413"/>
                <a:gd name="csY0" fmla="*/ 42341 h 87510"/>
                <a:gd name="csX1" fmla="*/ 18573 w 70413"/>
                <a:gd name="csY1" fmla="*/ 38554 h 87510"/>
                <a:gd name="csX2" fmla="*/ 12167 w 70413"/>
                <a:gd name="csY2" fmla="*/ 25600 h 87510"/>
                <a:gd name="csX3" fmla="*/ 16977 w 70413"/>
                <a:gd name="csY3" fmla="*/ 14027 h 87510"/>
                <a:gd name="csX4" fmla="*/ 30027 w 70413"/>
                <a:gd name="csY4" fmla="*/ 9765 h 87510"/>
                <a:gd name="csX5" fmla="*/ 48315 w 70413"/>
                <a:gd name="csY5" fmla="*/ 17837 h 87510"/>
                <a:gd name="csX6" fmla="*/ 55197 w 70413"/>
                <a:gd name="csY6" fmla="*/ 39293 h 87510"/>
                <a:gd name="csX7" fmla="*/ 55197 w 70413"/>
                <a:gd name="csY7" fmla="*/ 42341 h 87510"/>
                <a:gd name="csX8" fmla="*/ 41576 w 70413"/>
                <a:gd name="csY8" fmla="*/ 42341 h 87510"/>
                <a:gd name="csX9" fmla="*/ 68889 w 70413"/>
                <a:gd name="csY9" fmla="*/ 48008 h 87510"/>
                <a:gd name="csX10" fmla="*/ 68889 w 70413"/>
                <a:gd name="csY10" fmla="*/ 454 h 87510"/>
                <a:gd name="csX11" fmla="*/ 55197 w 70413"/>
                <a:gd name="csY11" fmla="*/ 454 h 87510"/>
                <a:gd name="csX12" fmla="*/ 55197 w 70413"/>
                <a:gd name="csY12" fmla="*/ 13099 h 87510"/>
                <a:gd name="csX13" fmla="*/ 43505 w 70413"/>
                <a:gd name="csY13" fmla="*/ 1907 h 87510"/>
                <a:gd name="csX14" fmla="*/ 26383 w 70413"/>
                <a:gd name="csY14" fmla="*/ -1713 h 87510"/>
                <a:gd name="csX15" fmla="*/ 6024 w 70413"/>
                <a:gd name="csY15" fmla="*/ 5479 h 87510"/>
                <a:gd name="csX16" fmla="*/ -1525 w 70413"/>
                <a:gd name="csY16" fmla="*/ 24719 h 87510"/>
                <a:gd name="csX17" fmla="*/ 7881 w 70413"/>
                <a:gd name="csY17" fmla="*/ 45912 h 87510"/>
                <a:gd name="csX18" fmla="*/ 35980 w 70413"/>
                <a:gd name="csY18" fmla="*/ 53056 h 87510"/>
                <a:gd name="csX19" fmla="*/ 55197 w 70413"/>
                <a:gd name="csY19" fmla="*/ 53056 h 87510"/>
                <a:gd name="csX20" fmla="*/ 55197 w 70413"/>
                <a:gd name="csY20" fmla="*/ 54413 h 87510"/>
                <a:gd name="csX21" fmla="*/ 48981 w 70413"/>
                <a:gd name="csY21" fmla="*/ 69034 h 87510"/>
                <a:gd name="csX22" fmla="*/ 31527 w 70413"/>
                <a:gd name="csY22" fmla="*/ 74202 h 87510"/>
                <a:gd name="csX23" fmla="*/ 17597 w 70413"/>
                <a:gd name="csY23" fmla="*/ 72487 h 87510"/>
                <a:gd name="csX24" fmla="*/ 4595 w 70413"/>
                <a:gd name="csY24" fmla="*/ 67344 h 87510"/>
                <a:gd name="csX25" fmla="*/ 4595 w 70413"/>
                <a:gd name="csY25" fmla="*/ 80012 h 87510"/>
                <a:gd name="csX26" fmla="*/ 19168 w 70413"/>
                <a:gd name="csY26" fmla="*/ 84346 h 87510"/>
                <a:gd name="csX27" fmla="*/ 32932 w 70413"/>
                <a:gd name="csY27" fmla="*/ 85798 h 87510"/>
                <a:gd name="csX28" fmla="*/ 59959 w 70413"/>
                <a:gd name="csY28" fmla="*/ 76416 h 87510"/>
                <a:gd name="csX29" fmla="*/ 68889 w 70413"/>
                <a:gd name="csY29" fmla="*/ 48008 h 875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70413" h="87510">
                  <a:moveTo>
                    <a:pt x="41576" y="42341"/>
                  </a:moveTo>
                  <a:cubicBezTo>
                    <a:pt x="30511" y="42341"/>
                    <a:pt x="22843" y="41078"/>
                    <a:pt x="18573" y="38554"/>
                  </a:cubicBezTo>
                  <a:cubicBezTo>
                    <a:pt x="14303" y="36030"/>
                    <a:pt x="12167" y="31712"/>
                    <a:pt x="12167" y="25600"/>
                  </a:cubicBezTo>
                  <a:cubicBezTo>
                    <a:pt x="12167" y="20743"/>
                    <a:pt x="13771" y="16885"/>
                    <a:pt x="16977" y="14027"/>
                  </a:cubicBezTo>
                  <a:cubicBezTo>
                    <a:pt x="20184" y="11186"/>
                    <a:pt x="24534" y="9765"/>
                    <a:pt x="30027" y="9765"/>
                  </a:cubicBezTo>
                  <a:cubicBezTo>
                    <a:pt x="37631" y="9765"/>
                    <a:pt x="43727" y="12456"/>
                    <a:pt x="48315" y="17837"/>
                  </a:cubicBezTo>
                  <a:cubicBezTo>
                    <a:pt x="52903" y="23219"/>
                    <a:pt x="55197" y="30371"/>
                    <a:pt x="55197" y="39293"/>
                  </a:cubicBezTo>
                  <a:lnTo>
                    <a:pt x="55197" y="42341"/>
                  </a:lnTo>
                  <a:lnTo>
                    <a:pt x="41576" y="42341"/>
                  </a:lnTo>
                  <a:close/>
                  <a:moveTo>
                    <a:pt x="68889" y="48008"/>
                  </a:moveTo>
                  <a:lnTo>
                    <a:pt x="68889" y="454"/>
                  </a:lnTo>
                  <a:lnTo>
                    <a:pt x="55197" y="454"/>
                  </a:lnTo>
                  <a:lnTo>
                    <a:pt x="55197" y="13099"/>
                  </a:lnTo>
                  <a:cubicBezTo>
                    <a:pt x="52069" y="8051"/>
                    <a:pt x="48172" y="4320"/>
                    <a:pt x="43505" y="1907"/>
                  </a:cubicBezTo>
                  <a:cubicBezTo>
                    <a:pt x="38837" y="-506"/>
                    <a:pt x="33130" y="-1713"/>
                    <a:pt x="26383" y="-1713"/>
                  </a:cubicBezTo>
                  <a:cubicBezTo>
                    <a:pt x="17859" y="-1713"/>
                    <a:pt x="11072" y="685"/>
                    <a:pt x="6024" y="5479"/>
                  </a:cubicBezTo>
                  <a:cubicBezTo>
                    <a:pt x="991" y="10273"/>
                    <a:pt x="-1525" y="16687"/>
                    <a:pt x="-1525" y="24719"/>
                  </a:cubicBezTo>
                  <a:cubicBezTo>
                    <a:pt x="-1525" y="34086"/>
                    <a:pt x="1610" y="41150"/>
                    <a:pt x="7881" y="45912"/>
                  </a:cubicBezTo>
                  <a:cubicBezTo>
                    <a:pt x="14168" y="50675"/>
                    <a:pt x="23534" y="53056"/>
                    <a:pt x="35980" y="53056"/>
                  </a:cubicBezTo>
                  <a:lnTo>
                    <a:pt x="55197" y="53056"/>
                  </a:lnTo>
                  <a:lnTo>
                    <a:pt x="55197" y="54413"/>
                  </a:lnTo>
                  <a:cubicBezTo>
                    <a:pt x="55197" y="60716"/>
                    <a:pt x="53125" y="65589"/>
                    <a:pt x="48981" y="69034"/>
                  </a:cubicBezTo>
                  <a:cubicBezTo>
                    <a:pt x="44838" y="72479"/>
                    <a:pt x="39020" y="74202"/>
                    <a:pt x="31527" y="74202"/>
                  </a:cubicBezTo>
                  <a:cubicBezTo>
                    <a:pt x="26764" y="74202"/>
                    <a:pt x="22121" y="73630"/>
                    <a:pt x="17597" y="72487"/>
                  </a:cubicBezTo>
                  <a:cubicBezTo>
                    <a:pt x="13088" y="71344"/>
                    <a:pt x="8754" y="69630"/>
                    <a:pt x="4595" y="67344"/>
                  </a:cubicBezTo>
                  <a:lnTo>
                    <a:pt x="4595" y="80012"/>
                  </a:lnTo>
                  <a:cubicBezTo>
                    <a:pt x="9596" y="81949"/>
                    <a:pt x="14453" y="83393"/>
                    <a:pt x="19168" y="84346"/>
                  </a:cubicBezTo>
                  <a:cubicBezTo>
                    <a:pt x="23883" y="85314"/>
                    <a:pt x="28471" y="85798"/>
                    <a:pt x="32932" y="85798"/>
                  </a:cubicBezTo>
                  <a:cubicBezTo>
                    <a:pt x="44997" y="85798"/>
                    <a:pt x="54006" y="82671"/>
                    <a:pt x="59959" y="76416"/>
                  </a:cubicBezTo>
                  <a:cubicBezTo>
                    <a:pt x="65912" y="70177"/>
                    <a:pt x="68889" y="60708"/>
                    <a:pt x="68889" y="48008"/>
                  </a:cubicBez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3" name="Freeform: Shape 1122">
              <a:extLst>
                <a:ext uri="{FF2B5EF4-FFF2-40B4-BE49-F238E27FC236}">
                  <a16:creationId xmlns:a16="http://schemas.microsoft.com/office/drawing/2014/main" id="{F574CFFF-18A9-D1D5-9153-1297D151747F}"/>
                </a:ext>
              </a:extLst>
            </p:cNvPr>
            <p:cNvSpPr/>
            <p:nvPr/>
          </p:nvSpPr>
          <p:spPr>
            <a:xfrm flipV="1">
              <a:off x="5265619" y="688949"/>
              <a:ext cx="48815" cy="85343"/>
            </a:xfrm>
            <a:custGeom>
              <a:avLst/>
              <a:gdLst>
                <a:gd name="csX0" fmla="*/ 47554 w 48815"/>
                <a:gd name="csY0" fmla="*/ 68798 h 85343"/>
                <a:gd name="csX1" fmla="*/ 42530 w 48815"/>
                <a:gd name="csY1" fmla="*/ 70751 h 85343"/>
                <a:gd name="csX2" fmla="*/ 36553 w 48815"/>
                <a:gd name="csY2" fmla="*/ 71394 h 85343"/>
                <a:gd name="csX3" fmla="*/ 18717 w 48815"/>
                <a:gd name="csY3" fmla="*/ 63845 h 85343"/>
                <a:gd name="csX4" fmla="*/ 12502 w 48815"/>
                <a:gd name="csY4" fmla="*/ 42152 h 85343"/>
                <a:gd name="csX5" fmla="*/ 12502 w 48815"/>
                <a:gd name="csY5" fmla="*/ -1758 h 85343"/>
                <a:gd name="csX6" fmla="*/ -1261 w 48815"/>
                <a:gd name="csY6" fmla="*/ -1758 h 85343"/>
                <a:gd name="csX7" fmla="*/ -1261 w 48815"/>
                <a:gd name="csY7" fmla="*/ 81586 h 85343"/>
                <a:gd name="csX8" fmla="*/ 12502 w 48815"/>
                <a:gd name="csY8" fmla="*/ 81586 h 85343"/>
                <a:gd name="csX9" fmla="*/ 12502 w 48815"/>
                <a:gd name="csY9" fmla="*/ 68632 h 85343"/>
                <a:gd name="csX10" fmla="*/ 23742 w 48815"/>
                <a:gd name="csY10" fmla="*/ 79895 h 85343"/>
                <a:gd name="csX11" fmla="*/ 40577 w 48815"/>
                <a:gd name="csY11" fmla="*/ 83586 h 85343"/>
                <a:gd name="csX12" fmla="*/ 43697 w 48815"/>
                <a:gd name="csY12" fmla="*/ 83395 h 85343"/>
                <a:gd name="csX13" fmla="*/ 47483 w 48815"/>
                <a:gd name="csY13" fmla="*/ 82848 h 85343"/>
                <a:gd name="csX14" fmla="*/ 47554 w 48815"/>
                <a:gd name="csY14" fmla="*/ 68798 h 853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48815" h="85343">
                  <a:moveTo>
                    <a:pt x="47554" y="68798"/>
                  </a:moveTo>
                  <a:cubicBezTo>
                    <a:pt x="46014" y="69687"/>
                    <a:pt x="44339" y="70338"/>
                    <a:pt x="42530" y="70751"/>
                  </a:cubicBezTo>
                  <a:cubicBezTo>
                    <a:pt x="40720" y="71180"/>
                    <a:pt x="38728" y="71394"/>
                    <a:pt x="36553" y="71394"/>
                  </a:cubicBezTo>
                  <a:cubicBezTo>
                    <a:pt x="28806" y="71394"/>
                    <a:pt x="22861" y="68878"/>
                    <a:pt x="18717" y="63845"/>
                  </a:cubicBezTo>
                  <a:cubicBezTo>
                    <a:pt x="14574" y="58813"/>
                    <a:pt x="12502" y="51582"/>
                    <a:pt x="12502" y="42152"/>
                  </a:cubicBezTo>
                  <a:lnTo>
                    <a:pt x="12502" y="-1758"/>
                  </a:lnTo>
                  <a:lnTo>
                    <a:pt x="-1261" y="-1758"/>
                  </a:lnTo>
                  <a:lnTo>
                    <a:pt x="-1261" y="81586"/>
                  </a:lnTo>
                  <a:lnTo>
                    <a:pt x="12502" y="81586"/>
                  </a:lnTo>
                  <a:lnTo>
                    <a:pt x="12502" y="68632"/>
                  </a:lnTo>
                  <a:cubicBezTo>
                    <a:pt x="15391" y="73696"/>
                    <a:pt x="19138" y="77450"/>
                    <a:pt x="23742" y="79895"/>
                  </a:cubicBezTo>
                  <a:cubicBezTo>
                    <a:pt x="28361" y="82356"/>
                    <a:pt x="33973" y="83586"/>
                    <a:pt x="40577" y="83586"/>
                  </a:cubicBezTo>
                  <a:cubicBezTo>
                    <a:pt x="41514" y="83586"/>
                    <a:pt x="42554" y="83522"/>
                    <a:pt x="43697" y="83395"/>
                  </a:cubicBezTo>
                  <a:cubicBezTo>
                    <a:pt x="44840" y="83284"/>
                    <a:pt x="46102" y="83102"/>
                    <a:pt x="47483" y="82848"/>
                  </a:cubicBezTo>
                  <a:lnTo>
                    <a:pt x="47554" y="68798"/>
                  </a:ln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4" name="Freeform: Shape 1123">
              <a:extLst>
                <a:ext uri="{FF2B5EF4-FFF2-40B4-BE49-F238E27FC236}">
                  <a16:creationId xmlns:a16="http://schemas.microsoft.com/office/drawing/2014/main" id="{9B0CF807-D513-7023-9748-83D2A7001497}"/>
                </a:ext>
              </a:extLst>
            </p:cNvPr>
            <p:cNvSpPr/>
            <p:nvPr/>
          </p:nvSpPr>
          <p:spPr>
            <a:xfrm flipV="1">
              <a:off x="5312940" y="799605"/>
              <a:ext cx="79200" cy="10620"/>
            </a:xfrm>
            <a:custGeom>
              <a:avLst/>
              <a:gdLst>
                <a:gd name="csX0" fmla="*/ 77950 w 79200"/>
                <a:gd name="csY0" fmla="*/ 11946 h 10620"/>
                <a:gd name="csX1" fmla="*/ 77950 w 79200"/>
                <a:gd name="csY1" fmla="*/ 1326 h 10620"/>
                <a:gd name="csX2" fmla="*/ -1251 w 79200"/>
                <a:gd name="csY2" fmla="*/ 1326 h 10620"/>
                <a:gd name="csX3" fmla="*/ -1251 w 79200"/>
                <a:gd name="csY3" fmla="*/ 11946 h 10620"/>
                <a:gd name="csX4" fmla="*/ 77950 w 79200"/>
                <a:gd name="csY4" fmla="*/ 11946 h 106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9200" h="10620">
                  <a:moveTo>
                    <a:pt x="77950" y="11946"/>
                  </a:moveTo>
                  <a:lnTo>
                    <a:pt x="77950" y="1326"/>
                  </a:lnTo>
                  <a:lnTo>
                    <a:pt x="-1251" y="1326"/>
                  </a:lnTo>
                  <a:lnTo>
                    <a:pt x="-1251" y="11946"/>
                  </a:lnTo>
                  <a:lnTo>
                    <a:pt x="77950" y="11946"/>
                  </a:ln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5" name="Freeform: Shape 1124">
              <a:extLst>
                <a:ext uri="{FF2B5EF4-FFF2-40B4-BE49-F238E27FC236}">
                  <a16:creationId xmlns:a16="http://schemas.microsoft.com/office/drawing/2014/main" id="{EAF78921-8CBC-5432-8A3A-4E1877A1A1C0}"/>
                </a:ext>
              </a:extLst>
            </p:cNvPr>
            <p:cNvSpPr/>
            <p:nvPr/>
          </p:nvSpPr>
          <p:spPr>
            <a:xfrm flipV="1">
              <a:off x="5401809" y="661183"/>
              <a:ext cx="70532" cy="113109"/>
            </a:xfrm>
            <a:custGeom>
              <a:avLst/>
              <a:gdLst>
                <a:gd name="csX0" fmla="*/ 16480 w 70532"/>
                <a:gd name="csY0" fmla="*/ 10302 h 113109"/>
                <a:gd name="csX1" fmla="*/ 68939 w 70532"/>
                <a:gd name="csY1" fmla="*/ 10302 h 113109"/>
                <a:gd name="csX2" fmla="*/ 68939 w 70532"/>
                <a:gd name="csY2" fmla="*/ -2342 h 113109"/>
                <a:gd name="csX3" fmla="*/ -1594 w 70532"/>
                <a:gd name="csY3" fmla="*/ -2342 h 113109"/>
                <a:gd name="csX4" fmla="*/ -1594 w 70532"/>
                <a:gd name="csY4" fmla="*/ 10302 h 113109"/>
                <a:gd name="csX5" fmla="*/ 21719 w 70532"/>
                <a:gd name="csY5" fmla="*/ 34067 h 113109"/>
                <a:gd name="csX6" fmla="*/ 40292 w 70532"/>
                <a:gd name="csY6" fmla="*/ 53331 h 113109"/>
                <a:gd name="csX7" fmla="*/ 50365 w 70532"/>
                <a:gd name="csY7" fmla="*/ 67047 h 113109"/>
                <a:gd name="csX8" fmla="*/ 53246 w 70532"/>
                <a:gd name="csY8" fmla="*/ 78096 h 113109"/>
                <a:gd name="csX9" fmla="*/ 47031 w 70532"/>
                <a:gd name="csY9" fmla="*/ 92527 h 113109"/>
                <a:gd name="csX10" fmla="*/ 30839 w 70532"/>
                <a:gd name="csY10" fmla="*/ 98123 h 113109"/>
                <a:gd name="csX11" fmla="*/ 15908 w 70532"/>
                <a:gd name="csY11" fmla="*/ 95670 h 113109"/>
                <a:gd name="csX12" fmla="*/ -856 w 70532"/>
                <a:gd name="csY12" fmla="*/ 88217 h 113109"/>
                <a:gd name="csX13" fmla="*/ -856 w 70532"/>
                <a:gd name="csY13" fmla="*/ 103409 h 113109"/>
                <a:gd name="csX14" fmla="*/ 16099 w 70532"/>
                <a:gd name="csY14" fmla="*/ 108910 h 113109"/>
                <a:gd name="csX15" fmla="*/ 30553 w 70532"/>
                <a:gd name="csY15" fmla="*/ 110767 h 113109"/>
                <a:gd name="csX16" fmla="*/ 58080 w 70532"/>
                <a:gd name="csY16" fmla="*/ 102123 h 113109"/>
                <a:gd name="csX17" fmla="*/ 68343 w 70532"/>
                <a:gd name="csY17" fmla="*/ 79073 h 113109"/>
                <a:gd name="csX18" fmla="*/ 65772 w 70532"/>
                <a:gd name="csY18" fmla="*/ 66071 h 113109"/>
                <a:gd name="csX19" fmla="*/ 56437 w 70532"/>
                <a:gd name="csY19" fmla="*/ 51617 h 113109"/>
                <a:gd name="csX20" fmla="*/ 44602 w 70532"/>
                <a:gd name="csY20" fmla="*/ 39139 h 113109"/>
                <a:gd name="csX21" fmla="*/ 16480 w 70532"/>
                <a:gd name="csY21" fmla="*/ 10302 h 11310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70532" h="113109">
                  <a:moveTo>
                    <a:pt x="16480" y="10302"/>
                  </a:moveTo>
                  <a:lnTo>
                    <a:pt x="68939" y="10302"/>
                  </a:lnTo>
                  <a:lnTo>
                    <a:pt x="68939" y="-2342"/>
                  </a:lnTo>
                  <a:lnTo>
                    <a:pt x="-1594" y="-2342"/>
                  </a:lnTo>
                  <a:lnTo>
                    <a:pt x="-1594" y="10302"/>
                  </a:lnTo>
                  <a:cubicBezTo>
                    <a:pt x="4105" y="16208"/>
                    <a:pt x="11876" y="24129"/>
                    <a:pt x="21719" y="34067"/>
                  </a:cubicBezTo>
                  <a:cubicBezTo>
                    <a:pt x="31577" y="44021"/>
                    <a:pt x="37768" y="50442"/>
                    <a:pt x="40292" y="53331"/>
                  </a:cubicBezTo>
                  <a:cubicBezTo>
                    <a:pt x="45102" y="58729"/>
                    <a:pt x="48460" y="63301"/>
                    <a:pt x="50365" y="67047"/>
                  </a:cubicBezTo>
                  <a:cubicBezTo>
                    <a:pt x="52286" y="70794"/>
                    <a:pt x="53246" y="74477"/>
                    <a:pt x="53246" y="78096"/>
                  </a:cubicBezTo>
                  <a:cubicBezTo>
                    <a:pt x="53246" y="84002"/>
                    <a:pt x="51175" y="88812"/>
                    <a:pt x="47031" y="92527"/>
                  </a:cubicBezTo>
                  <a:cubicBezTo>
                    <a:pt x="42888" y="96257"/>
                    <a:pt x="37490" y="98123"/>
                    <a:pt x="30839" y="98123"/>
                  </a:cubicBezTo>
                  <a:cubicBezTo>
                    <a:pt x="26124" y="98123"/>
                    <a:pt x="21147" y="97305"/>
                    <a:pt x="15908" y="95670"/>
                  </a:cubicBezTo>
                  <a:cubicBezTo>
                    <a:pt x="10685" y="94035"/>
                    <a:pt x="5097" y="91550"/>
                    <a:pt x="-856" y="88217"/>
                  </a:cubicBezTo>
                  <a:lnTo>
                    <a:pt x="-856" y="103409"/>
                  </a:lnTo>
                  <a:cubicBezTo>
                    <a:pt x="5193" y="105838"/>
                    <a:pt x="10844" y="107672"/>
                    <a:pt x="16099" y="108910"/>
                  </a:cubicBezTo>
                  <a:cubicBezTo>
                    <a:pt x="21369" y="110148"/>
                    <a:pt x="26187" y="110767"/>
                    <a:pt x="30553" y="110767"/>
                  </a:cubicBezTo>
                  <a:cubicBezTo>
                    <a:pt x="42062" y="110767"/>
                    <a:pt x="51238" y="107886"/>
                    <a:pt x="58080" y="102123"/>
                  </a:cubicBezTo>
                  <a:cubicBezTo>
                    <a:pt x="64922" y="96376"/>
                    <a:pt x="68343" y="88693"/>
                    <a:pt x="68343" y="79073"/>
                  </a:cubicBezTo>
                  <a:cubicBezTo>
                    <a:pt x="68343" y="74501"/>
                    <a:pt x="67486" y="70167"/>
                    <a:pt x="65772" y="66071"/>
                  </a:cubicBezTo>
                  <a:cubicBezTo>
                    <a:pt x="64073" y="61991"/>
                    <a:pt x="60962" y="57173"/>
                    <a:pt x="56437" y="51617"/>
                  </a:cubicBezTo>
                  <a:cubicBezTo>
                    <a:pt x="55199" y="50172"/>
                    <a:pt x="51254" y="46013"/>
                    <a:pt x="44602" y="39139"/>
                  </a:cubicBezTo>
                  <a:cubicBezTo>
                    <a:pt x="37967" y="32265"/>
                    <a:pt x="28592" y="22653"/>
                    <a:pt x="16480" y="10302"/>
                  </a:cubicBez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6" name="Freeform: Shape 1125">
              <a:extLst>
                <a:ext uri="{FF2B5EF4-FFF2-40B4-BE49-F238E27FC236}">
                  <a16:creationId xmlns:a16="http://schemas.microsoft.com/office/drawing/2014/main" id="{BA7A48BA-E5FC-9CC6-F386-9F3912C1254A}"/>
                </a:ext>
              </a:extLst>
            </p:cNvPr>
            <p:cNvSpPr/>
            <p:nvPr/>
          </p:nvSpPr>
          <p:spPr>
            <a:xfrm flipV="1">
              <a:off x="5495055" y="726453"/>
              <a:ext cx="40100" cy="12192"/>
            </a:xfrm>
            <a:custGeom>
              <a:avLst/>
              <a:gdLst>
                <a:gd name="csX0" fmla="*/ -793 w 40100"/>
                <a:gd name="csY0" fmla="*/ 10473 h 12192"/>
                <a:gd name="csX1" fmla="*/ 39308 w 40100"/>
                <a:gd name="csY1" fmla="*/ 10473 h 12192"/>
                <a:gd name="csX2" fmla="*/ 39308 w 40100"/>
                <a:gd name="csY2" fmla="*/ -1719 h 12192"/>
                <a:gd name="csX3" fmla="*/ -793 w 40100"/>
                <a:gd name="csY3" fmla="*/ -1719 h 12192"/>
                <a:gd name="csX4" fmla="*/ -793 w 40100"/>
                <a:gd name="csY4" fmla="*/ 10473 h 121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0100" h="12192">
                  <a:moveTo>
                    <a:pt x="-793" y="10473"/>
                  </a:moveTo>
                  <a:lnTo>
                    <a:pt x="39308" y="10473"/>
                  </a:lnTo>
                  <a:lnTo>
                    <a:pt x="39308" y="-1719"/>
                  </a:lnTo>
                  <a:lnTo>
                    <a:pt x="-793" y="-1719"/>
                  </a:lnTo>
                  <a:lnTo>
                    <a:pt x="-793" y="10473"/>
                  </a:ln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7" name="Freeform: Shape 1126">
              <a:extLst>
                <a:ext uri="{FF2B5EF4-FFF2-40B4-BE49-F238E27FC236}">
                  <a16:creationId xmlns:a16="http://schemas.microsoft.com/office/drawing/2014/main" id="{880191AC-F506-916C-4864-DEFFED985E30}"/>
                </a:ext>
              </a:extLst>
            </p:cNvPr>
            <p:cNvSpPr/>
            <p:nvPr/>
          </p:nvSpPr>
          <p:spPr>
            <a:xfrm flipV="1">
              <a:off x="5557548" y="663183"/>
              <a:ext cx="71747" cy="111109"/>
            </a:xfrm>
            <a:custGeom>
              <a:avLst/>
              <a:gdLst>
                <a:gd name="csX0" fmla="*/ 13260 w 71747"/>
                <a:gd name="csY0" fmla="*/ 96450 h 111109"/>
                <a:gd name="csX1" fmla="*/ 13260 w 71747"/>
                <a:gd name="csY1" fmla="*/ 54707 h 111109"/>
                <a:gd name="csX2" fmla="*/ 32167 w 71747"/>
                <a:gd name="csY2" fmla="*/ 54707 h 111109"/>
                <a:gd name="csX3" fmla="*/ 48383 w 71747"/>
                <a:gd name="csY3" fmla="*/ 60136 h 111109"/>
                <a:gd name="csX4" fmla="*/ 54122 w 71747"/>
                <a:gd name="csY4" fmla="*/ 75614 h 111109"/>
                <a:gd name="csX5" fmla="*/ 48383 w 71747"/>
                <a:gd name="csY5" fmla="*/ 91021 h 111109"/>
                <a:gd name="csX6" fmla="*/ 32167 w 71747"/>
                <a:gd name="csY6" fmla="*/ 96450 h 111109"/>
                <a:gd name="csX7" fmla="*/ 13260 w 71747"/>
                <a:gd name="csY7" fmla="*/ 96450 h 111109"/>
                <a:gd name="csX8" fmla="*/ -1766 w 71747"/>
                <a:gd name="csY8" fmla="*/ 108809 h 111109"/>
                <a:gd name="csX9" fmla="*/ 32167 w 71747"/>
                <a:gd name="csY9" fmla="*/ 108809 h 111109"/>
                <a:gd name="csX10" fmla="*/ 60408 w 71747"/>
                <a:gd name="csY10" fmla="*/ 100356 h 111109"/>
                <a:gd name="csX11" fmla="*/ 69981 w 71747"/>
                <a:gd name="csY11" fmla="*/ 75614 h 111109"/>
                <a:gd name="csX12" fmla="*/ 60408 w 71747"/>
                <a:gd name="csY12" fmla="*/ 50754 h 111109"/>
                <a:gd name="csX13" fmla="*/ 32167 w 71747"/>
                <a:gd name="csY13" fmla="*/ 42348 h 111109"/>
                <a:gd name="csX14" fmla="*/ 13260 w 71747"/>
                <a:gd name="csY14" fmla="*/ 42348 h 111109"/>
                <a:gd name="csX15" fmla="*/ 13260 w 71747"/>
                <a:gd name="csY15" fmla="*/ -2300 h 111109"/>
                <a:gd name="csX16" fmla="*/ -1766 w 71747"/>
                <a:gd name="csY16" fmla="*/ -2300 h 111109"/>
                <a:gd name="csX17" fmla="*/ -1766 w 71747"/>
                <a:gd name="csY17" fmla="*/ 108809 h 11110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71747" h="111109">
                  <a:moveTo>
                    <a:pt x="13260" y="96450"/>
                  </a:moveTo>
                  <a:lnTo>
                    <a:pt x="13260" y="54707"/>
                  </a:lnTo>
                  <a:lnTo>
                    <a:pt x="32167" y="54707"/>
                  </a:lnTo>
                  <a:cubicBezTo>
                    <a:pt x="39168" y="54707"/>
                    <a:pt x="44573" y="56517"/>
                    <a:pt x="48383" y="60136"/>
                  </a:cubicBezTo>
                  <a:cubicBezTo>
                    <a:pt x="52209" y="63756"/>
                    <a:pt x="54122" y="68915"/>
                    <a:pt x="54122" y="75614"/>
                  </a:cubicBezTo>
                  <a:cubicBezTo>
                    <a:pt x="54122" y="82266"/>
                    <a:pt x="52209" y="87402"/>
                    <a:pt x="48383" y="91021"/>
                  </a:cubicBezTo>
                  <a:cubicBezTo>
                    <a:pt x="44573" y="94641"/>
                    <a:pt x="39168" y="96450"/>
                    <a:pt x="32167" y="96450"/>
                  </a:cubicBezTo>
                  <a:lnTo>
                    <a:pt x="13260" y="96450"/>
                  </a:lnTo>
                  <a:close/>
                  <a:moveTo>
                    <a:pt x="-1766" y="108809"/>
                  </a:moveTo>
                  <a:lnTo>
                    <a:pt x="32167" y="108809"/>
                  </a:lnTo>
                  <a:cubicBezTo>
                    <a:pt x="44629" y="108809"/>
                    <a:pt x="54042" y="105991"/>
                    <a:pt x="60408" y="100356"/>
                  </a:cubicBezTo>
                  <a:cubicBezTo>
                    <a:pt x="66790" y="94720"/>
                    <a:pt x="69981" y="86473"/>
                    <a:pt x="69981" y="75614"/>
                  </a:cubicBezTo>
                  <a:cubicBezTo>
                    <a:pt x="69981" y="64645"/>
                    <a:pt x="66790" y="56358"/>
                    <a:pt x="60408" y="50754"/>
                  </a:cubicBezTo>
                  <a:cubicBezTo>
                    <a:pt x="54042" y="45150"/>
                    <a:pt x="44629" y="42348"/>
                    <a:pt x="32167" y="42348"/>
                  </a:cubicBezTo>
                  <a:lnTo>
                    <a:pt x="13260" y="42348"/>
                  </a:lnTo>
                  <a:lnTo>
                    <a:pt x="13260" y="-2300"/>
                  </a:lnTo>
                  <a:lnTo>
                    <a:pt x="-1766" y="-2300"/>
                  </a:lnTo>
                  <a:lnTo>
                    <a:pt x="-1766" y="108809"/>
                  </a:ln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8" name="Freeform: Shape 1127">
              <a:extLst>
                <a:ext uri="{FF2B5EF4-FFF2-40B4-BE49-F238E27FC236}">
                  <a16:creationId xmlns:a16="http://schemas.microsoft.com/office/drawing/2014/main" id="{CAE75240-34B4-C23E-3BEB-A16E527C1E36}"/>
                </a:ext>
              </a:extLst>
            </p:cNvPr>
            <p:cNvSpPr/>
            <p:nvPr/>
          </p:nvSpPr>
          <p:spPr>
            <a:xfrm flipV="1">
              <a:off x="5648330" y="658492"/>
              <a:ext cx="69818" cy="115800"/>
            </a:xfrm>
            <a:custGeom>
              <a:avLst/>
              <a:gdLst>
                <a:gd name="csX0" fmla="*/ 68147 w 69818"/>
                <a:gd name="csY0" fmla="*/ 47917 h 115800"/>
                <a:gd name="csX1" fmla="*/ 68147 w 69818"/>
                <a:gd name="csY1" fmla="*/ -2399 h 115800"/>
                <a:gd name="csX2" fmla="*/ 54455 w 69818"/>
                <a:gd name="csY2" fmla="*/ -2399 h 115800"/>
                <a:gd name="csX3" fmla="*/ 54455 w 69818"/>
                <a:gd name="csY3" fmla="*/ 47465 h 115800"/>
                <a:gd name="csX4" fmla="*/ 49835 w 69818"/>
                <a:gd name="csY4" fmla="*/ 65157 h 115800"/>
                <a:gd name="csX5" fmla="*/ 36000 w 69818"/>
                <a:gd name="csY5" fmla="*/ 71039 h 115800"/>
                <a:gd name="csX6" fmla="*/ 18498 w 69818"/>
                <a:gd name="csY6" fmla="*/ 63967 h 115800"/>
                <a:gd name="csX7" fmla="*/ 12092 w 69818"/>
                <a:gd name="csY7" fmla="*/ 44702 h 115800"/>
                <a:gd name="csX8" fmla="*/ 12092 w 69818"/>
                <a:gd name="csY8" fmla="*/ -2399 h 115800"/>
                <a:gd name="csX9" fmla="*/ -1672 w 69818"/>
                <a:gd name="csY9" fmla="*/ -2399 h 115800"/>
                <a:gd name="csX10" fmla="*/ -1672 w 69818"/>
                <a:gd name="csY10" fmla="*/ 113401 h 115800"/>
                <a:gd name="csX11" fmla="*/ 12092 w 69818"/>
                <a:gd name="csY11" fmla="*/ 113401 h 115800"/>
                <a:gd name="csX12" fmla="*/ 12092 w 69818"/>
                <a:gd name="csY12" fmla="*/ 67991 h 115800"/>
                <a:gd name="csX13" fmla="*/ 23665 w 69818"/>
                <a:gd name="csY13" fmla="*/ 79230 h 115800"/>
                <a:gd name="csX14" fmla="*/ 39048 w 69818"/>
                <a:gd name="csY14" fmla="*/ 82945 h 115800"/>
                <a:gd name="csX15" fmla="*/ 60765 w 69818"/>
                <a:gd name="csY15" fmla="*/ 74063 h 115800"/>
                <a:gd name="csX16" fmla="*/ 68147 w 69818"/>
                <a:gd name="csY16" fmla="*/ 47917 h 1158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69818" h="115800">
                  <a:moveTo>
                    <a:pt x="68147" y="47917"/>
                  </a:moveTo>
                  <a:lnTo>
                    <a:pt x="68147" y="-2399"/>
                  </a:lnTo>
                  <a:lnTo>
                    <a:pt x="54455" y="-2399"/>
                  </a:lnTo>
                  <a:lnTo>
                    <a:pt x="54455" y="47465"/>
                  </a:lnTo>
                  <a:cubicBezTo>
                    <a:pt x="54455" y="55354"/>
                    <a:pt x="52915" y="61252"/>
                    <a:pt x="49835" y="65157"/>
                  </a:cubicBezTo>
                  <a:cubicBezTo>
                    <a:pt x="46755" y="69078"/>
                    <a:pt x="42144" y="71039"/>
                    <a:pt x="36000" y="71039"/>
                  </a:cubicBezTo>
                  <a:cubicBezTo>
                    <a:pt x="28602" y="71039"/>
                    <a:pt x="22768" y="68681"/>
                    <a:pt x="18498" y="63967"/>
                  </a:cubicBezTo>
                  <a:cubicBezTo>
                    <a:pt x="14227" y="59268"/>
                    <a:pt x="12092" y="52846"/>
                    <a:pt x="12092" y="44702"/>
                  </a:cubicBezTo>
                  <a:lnTo>
                    <a:pt x="12092" y="-2399"/>
                  </a:lnTo>
                  <a:lnTo>
                    <a:pt x="-1672" y="-2399"/>
                  </a:lnTo>
                  <a:lnTo>
                    <a:pt x="-1672" y="113401"/>
                  </a:lnTo>
                  <a:lnTo>
                    <a:pt x="12092" y="113401"/>
                  </a:lnTo>
                  <a:lnTo>
                    <a:pt x="12092" y="67991"/>
                  </a:lnTo>
                  <a:cubicBezTo>
                    <a:pt x="15378" y="73007"/>
                    <a:pt x="19236" y="76754"/>
                    <a:pt x="23665" y="79230"/>
                  </a:cubicBezTo>
                  <a:cubicBezTo>
                    <a:pt x="28110" y="81707"/>
                    <a:pt x="33238" y="82945"/>
                    <a:pt x="39048" y="82945"/>
                  </a:cubicBezTo>
                  <a:cubicBezTo>
                    <a:pt x="48621" y="82945"/>
                    <a:pt x="55860" y="79984"/>
                    <a:pt x="60765" y="74063"/>
                  </a:cubicBezTo>
                  <a:cubicBezTo>
                    <a:pt x="65686" y="68142"/>
                    <a:pt x="68147" y="59426"/>
                    <a:pt x="68147" y="47917"/>
                  </a:cubicBez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9" name="Freeform: Shape 1128">
              <a:extLst>
                <a:ext uri="{FF2B5EF4-FFF2-40B4-BE49-F238E27FC236}">
                  <a16:creationId xmlns:a16="http://schemas.microsoft.com/office/drawing/2014/main" id="{23A2CA4D-3D05-37B7-3F77-CA6A16366405}"/>
                </a:ext>
              </a:extLst>
            </p:cNvPr>
            <p:cNvSpPr/>
            <p:nvPr/>
          </p:nvSpPr>
          <p:spPr>
            <a:xfrm flipV="1">
              <a:off x="5745444" y="658492"/>
              <a:ext cx="13692" cy="115800"/>
            </a:xfrm>
            <a:custGeom>
              <a:avLst/>
              <a:gdLst>
                <a:gd name="csX0" fmla="*/ -510 w 13692"/>
                <a:gd name="csY0" fmla="*/ 80945 h 115800"/>
                <a:gd name="csX1" fmla="*/ 13183 w 13692"/>
                <a:gd name="csY1" fmla="*/ 80945 h 115800"/>
                <a:gd name="csX2" fmla="*/ 13183 w 13692"/>
                <a:gd name="csY2" fmla="*/ -2399 h 115800"/>
                <a:gd name="csX3" fmla="*/ -510 w 13692"/>
                <a:gd name="csY3" fmla="*/ -2399 h 115800"/>
                <a:gd name="csX4" fmla="*/ -510 w 13692"/>
                <a:gd name="csY4" fmla="*/ 80945 h 115800"/>
                <a:gd name="csX5" fmla="*/ -510 w 13692"/>
                <a:gd name="csY5" fmla="*/ 113401 h 115800"/>
                <a:gd name="csX6" fmla="*/ 13183 w 13692"/>
                <a:gd name="csY6" fmla="*/ 113401 h 115800"/>
                <a:gd name="csX7" fmla="*/ 13183 w 13692"/>
                <a:gd name="csY7" fmla="*/ 96042 h 115800"/>
                <a:gd name="csX8" fmla="*/ -510 w 13692"/>
                <a:gd name="csY8" fmla="*/ 96042 h 115800"/>
                <a:gd name="csX9" fmla="*/ -510 w 13692"/>
                <a:gd name="csY9" fmla="*/ 113401 h 1158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3692" h="115800">
                  <a:moveTo>
                    <a:pt x="-510" y="80945"/>
                  </a:moveTo>
                  <a:lnTo>
                    <a:pt x="13183" y="80945"/>
                  </a:lnTo>
                  <a:lnTo>
                    <a:pt x="13183" y="-2399"/>
                  </a:lnTo>
                  <a:lnTo>
                    <a:pt x="-510" y="-2399"/>
                  </a:lnTo>
                  <a:lnTo>
                    <a:pt x="-510" y="80945"/>
                  </a:lnTo>
                  <a:close/>
                  <a:moveTo>
                    <a:pt x="-510" y="113401"/>
                  </a:moveTo>
                  <a:lnTo>
                    <a:pt x="13183" y="113401"/>
                  </a:lnTo>
                  <a:lnTo>
                    <a:pt x="13183" y="96042"/>
                  </a:lnTo>
                  <a:lnTo>
                    <a:pt x="-510" y="96042"/>
                  </a:lnTo>
                  <a:lnTo>
                    <a:pt x="-510" y="113401"/>
                  </a:ln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30" name="Freeform: Shape 1129">
              <a:extLst>
                <a:ext uri="{FF2B5EF4-FFF2-40B4-BE49-F238E27FC236}">
                  <a16:creationId xmlns:a16="http://schemas.microsoft.com/office/drawing/2014/main" id="{256D6EEA-A5B8-E62B-DDC7-EA3F16074263}"/>
                </a:ext>
              </a:extLst>
            </p:cNvPr>
            <p:cNvSpPr/>
            <p:nvPr/>
          </p:nvSpPr>
          <p:spPr>
            <a:xfrm flipV="1">
              <a:off x="5771926" y="799605"/>
              <a:ext cx="79200" cy="10620"/>
            </a:xfrm>
            <a:custGeom>
              <a:avLst/>
              <a:gdLst>
                <a:gd name="csX0" fmla="*/ 77986 w 79200"/>
                <a:gd name="csY0" fmla="*/ 11946 h 10620"/>
                <a:gd name="csX1" fmla="*/ 77986 w 79200"/>
                <a:gd name="csY1" fmla="*/ 1326 h 10620"/>
                <a:gd name="csX2" fmla="*/ -1214 w 79200"/>
                <a:gd name="csY2" fmla="*/ 1326 h 10620"/>
                <a:gd name="csX3" fmla="*/ -1214 w 79200"/>
                <a:gd name="csY3" fmla="*/ 11946 h 10620"/>
                <a:gd name="csX4" fmla="*/ 77986 w 79200"/>
                <a:gd name="csY4" fmla="*/ 11946 h 106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9200" h="10620">
                  <a:moveTo>
                    <a:pt x="77986" y="11946"/>
                  </a:moveTo>
                  <a:lnTo>
                    <a:pt x="77986" y="1326"/>
                  </a:lnTo>
                  <a:lnTo>
                    <a:pt x="-1214" y="1326"/>
                  </a:lnTo>
                  <a:lnTo>
                    <a:pt x="-1214" y="11946"/>
                  </a:lnTo>
                  <a:lnTo>
                    <a:pt x="77986" y="11946"/>
                  </a:ln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31" name="Freeform: Shape 1130">
              <a:extLst>
                <a:ext uri="{FF2B5EF4-FFF2-40B4-BE49-F238E27FC236}">
                  <a16:creationId xmlns:a16="http://schemas.microsoft.com/office/drawing/2014/main" id="{6A05B044-CE48-B745-68B5-CD44790CFCF8}"/>
                </a:ext>
              </a:extLst>
            </p:cNvPr>
            <p:cNvSpPr/>
            <p:nvPr/>
          </p:nvSpPr>
          <p:spPr>
            <a:xfrm flipV="1">
              <a:off x="5859675" y="661183"/>
              <a:ext cx="76795" cy="115276"/>
            </a:xfrm>
            <a:custGeom>
              <a:avLst/>
              <a:gdLst>
                <a:gd name="csX0" fmla="*/ 36744 w 76795"/>
                <a:gd name="csY0" fmla="*/ 101073 h 115276"/>
                <a:gd name="csX1" fmla="*/ 19289 w 76795"/>
                <a:gd name="csY1" fmla="*/ 89643 h 115276"/>
                <a:gd name="csX2" fmla="*/ 13455 w 76795"/>
                <a:gd name="csY2" fmla="*/ 55306 h 115276"/>
                <a:gd name="csX3" fmla="*/ 19289 w 76795"/>
                <a:gd name="csY3" fmla="*/ 21040 h 115276"/>
                <a:gd name="csX4" fmla="*/ 36744 w 76795"/>
                <a:gd name="csY4" fmla="*/ 9610 h 115276"/>
                <a:gd name="csX5" fmla="*/ 54270 w 76795"/>
                <a:gd name="csY5" fmla="*/ 21040 h 115276"/>
                <a:gd name="csX6" fmla="*/ 60128 w 76795"/>
                <a:gd name="csY6" fmla="*/ 55306 h 115276"/>
                <a:gd name="csX7" fmla="*/ 54270 w 76795"/>
                <a:gd name="csY7" fmla="*/ 89643 h 115276"/>
                <a:gd name="csX8" fmla="*/ 36744 w 76795"/>
                <a:gd name="csY8" fmla="*/ 101073 h 115276"/>
                <a:gd name="csX9" fmla="*/ 36744 w 76795"/>
                <a:gd name="csY9" fmla="*/ 112980 h 115276"/>
                <a:gd name="csX10" fmla="*/ 65295 w 76795"/>
                <a:gd name="csY10" fmla="*/ 98192 h 115276"/>
                <a:gd name="csX11" fmla="*/ 75153 w 76795"/>
                <a:gd name="csY11" fmla="*/ 55306 h 115276"/>
                <a:gd name="csX12" fmla="*/ 65295 w 76795"/>
                <a:gd name="csY12" fmla="*/ 12467 h 115276"/>
                <a:gd name="csX13" fmla="*/ 36744 w 76795"/>
                <a:gd name="csY13" fmla="*/ -2297 h 115276"/>
                <a:gd name="csX14" fmla="*/ 8216 w 76795"/>
                <a:gd name="csY14" fmla="*/ 12467 h 115276"/>
                <a:gd name="csX15" fmla="*/ -1642 w 76795"/>
                <a:gd name="csY15" fmla="*/ 55306 h 115276"/>
                <a:gd name="csX16" fmla="*/ 8216 w 76795"/>
                <a:gd name="csY16" fmla="*/ 98192 h 115276"/>
                <a:gd name="csX17" fmla="*/ 36744 w 76795"/>
                <a:gd name="csY17" fmla="*/ 112980 h 1152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</a:cxnLst>
              <a:rect l="l" t="t" r="r" b="b"/>
              <a:pathLst>
                <a:path w="76795" h="115276">
                  <a:moveTo>
                    <a:pt x="36744" y="101073"/>
                  </a:moveTo>
                  <a:cubicBezTo>
                    <a:pt x="29013" y="101073"/>
                    <a:pt x="23194" y="97263"/>
                    <a:pt x="19289" y="89643"/>
                  </a:cubicBezTo>
                  <a:cubicBezTo>
                    <a:pt x="15400" y="82039"/>
                    <a:pt x="13455" y="70593"/>
                    <a:pt x="13455" y="55306"/>
                  </a:cubicBezTo>
                  <a:cubicBezTo>
                    <a:pt x="13455" y="40082"/>
                    <a:pt x="15400" y="28660"/>
                    <a:pt x="19289" y="21040"/>
                  </a:cubicBezTo>
                  <a:cubicBezTo>
                    <a:pt x="23194" y="13420"/>
                    <a:pt x="29013" y="9610"/>
                    <a:pt x="36744" y="9610"/>
                  </a:cubicBezTo>
                  <a:cubicBezTo>
                    <a:pt x="44538" y="9610"/>
                    <a:pt x="50380" y="13420"/>
                    <a:pt x="54270" y="21040"/>
                  </a:cubicBezTo>
                  <a:cubicBezTo>
                    <a:pt x="58175" y="28660"/>
                    <a:pt x="60128" y="40082"/>
                    <a:pt x="60128" y="55306"/>
                  </a:cubicBezTo>
                  <a:cubicBezTo>
                    <a:pt x="60128" y="70593"/>
                    <a:pt x="58175" y="82039"/>
                    <a:pt x="54270" y="89643"/>
                  </a:cubicBezTo>
                  <a:cubicBezTo>
                    <a:pt x="50380" y="97263"/>
                    <a:pt x="44538" y="101073"/>
                    <a:pt x="36744" y="101073"/>
                  </a:cubicBezTo>
                  <a:close/>
                  <a:moveTo>
                    <a:pt x="36744" y="112980"/>
                  </a:moveTo>
                  <a:cubicBezTo>
                    <a:pt x="49206" y="112980"/>
                    <a:pt x="58723" y="108050"/>
                    <a:pt x="65295" y="98192"/>
                  </a:cubicBezTo>
                  <a:cubicBezTo>
                    <a:pt x="71867" y="88350"/>
                    <a:pt x="75153" y="74054"/>
                    <a:pt x="75153" y="55306"/>
                  </a:cubicBezTo>
                  <a:cubicBezTo>
                    <a:pt x="75153" y="36605"/>
                    <a:pt x="71867" y="22325"/>
                    <a:pt x="65295" y="12467"/>
                  </a:cubicBezTo>
                  <a:cubicBezTo>
                    <a:pt x="58723" y="2625"/>
                    <a:pt x="49206" y="-2297"/>
                    <a:pt x="36744" y="-2297"/>
                  </a:cubicBezTo>
                  <a:cubicBezTo>
                    <a:pt x="24298" y="-2297"/>
                    <a:pt x="14789" y="2625"/>
                    <a:pt x="8216" y="12467"/>
                  </a:cubicBezTo>
                  <a:cubicBezTo>
                    <a:pt x="1644" y="22325"/>
                    <a:pt x="-1642" y="36605"/>
                    <a:pt x="-1642" y="55306"/>
                  </a:cubicBezTo>
                  <a:cubicBezTo>
                    <a:pt x="-1642" y="74054"/>
                    <a:pt x="1644" y="88350"/>
                    <a:pt x="8216" y="98192"/>
                  </a:cubicBezTo>
                  <a:cubicBezTo>
                    <a:pt x="14789" y="108050"/>
                    <a:pt x="24298" y="112980"/>
                    <a:pt x="36744" y="112980"/>
                  </a:cubicBez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32" name="Freeform: Shape 1131">
              <a:extLst>
                <a:ext uri="{FF2B5EF4-FFF2-40B4-BE49-F238E27FC236}">
                  <a16:creationId xmlns:a16="http://schemas.microsoft.com/office/drawing/2014/main" id="{C1940A42-95D9-3650-33E3-6E9954AB5D7D}"/>
                </a:ext>
              </a:extLst>
            </p:cNvPr>
            <p:cNvSpPr/>
            <p:nvPr/>
          </p:nvSpPr>
          <p:spPr>
            <a:xfrm flipV="1">
              <a:off x="5962876" y="755385"/>
              <a:ext cx="15716" cy="18907"/>
            </a:xfrm>
            <a:custGeom>
              <a:avLst/>
              <a:gdLst>
                <a:gd name="csX0" fmla="*/ -616 w 15716"/>
                <a:gd name="csY0" fmla="*/ 18547 h 18907"/>
                <a:gd name="csX1" fmla="*/ 15100 w 15716"/>
                <a:gd name="csY1" fmla="*/ 18547 h 18907"/>
                <a:gd name="csX2" fmla="*/ 15100 w 15716"/>
                <a:gd name="csY2" fmla="*/ -361 h 18907"/>
                <a:gd name="csX3" fmla="*/ -616 w 15716"/>
                <a:gd name="csY3" fmla="*/ -361 h 18907"/>
                <a:gd name="csX4" fmla="*/ -616 w 15716"/>
                <a:gd name="csY4" fmla="*/ 18547 h 189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5716" h="18907">
                  <a:moveTo>
                    <a:pt x="-616" y="18547"/>
                  </a:moveTo>
                  <a:lnTo>
                    <a:pt x="15100" y="18547"/>
                  </a:lnTo>
                  <a:lnTo>
                    <a:pt x="15100" y="-361"/>
                  </a:lnTo>
                  <a:lnTo>
                    <a:pt x="-616" y="-361"/>
                  </a:lnTo>
                  <a:lnTo>
                    <a:pt x="-616" y="18547"/>
                  </a:ln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33" name="Freeform: Shape 1132">
              <a:extLst>
                <a:ext uri="{FF2B5EF4-FFF2-40B4-BE49-F238E27FC236}">
                  <a16:creationId xmlns:a16="http://schemas.microsoft.com/office/drawing/2014/main" id="{472D9C84-366F-220E-7B85-7165F71652AF}"/>
                </a:ext>
              </a:extLst>
            </p:cNvPr>
            <p:cNvSpPr/>
            <p:nvPr/>
          </p:nvSpPr>
          <p:spPr>
            <a:xfrm flipV="1">
              <a:off x="6004628" y="661183"/>
              <a:ext cx="76652" cy="115276"/>
            </a:xfrm>
            <a:custGeom>
              <a:avLst/>
              <a:gdLst>
                <a:gd name="csX0" fmla="*/ 5535 w 76652"/>
                <a:gd name="csY0" fmla="*/ 2180 h 115276"/>
                <a:gd name="csX1" fmla="*/ 5535 w 76652"/>
                <a:gd name="csY1" fmla="*/ 15872 h 115276"/>
                <a:gd name="csX2" fmla="*/ 16989 w 76652"/>
                <a:gd name="csY2" fmla="*/ 11777 h 115276"/>
                <a:gd name="csX3" fmla="*/ 28395 w 76652"/>
                <a:gd name="csY3" fmla="*/ 10372 h 115276"/>
                <a:gd name="csX4" fmla="*/ 51112 w 76652"/>
                <a:gd name="csY4" fmla="*/ 20373 h 115276"/>
                <a:gd name="csX5" fmla="*/ 60090 w 76652"/>
                <a:gd name="csY5" fmla="*/ 50781 h 115276"/>
                <a:gd name="csX6" fmla="*/ 49136 w 76652"/>
                <a:gd name="csY6" fmla="*/ 40947 h 115276"/>
                <a:gd name="csX7" fmla="*/ 34491 w 76652"/>
                <a:gd name="csY7" fmla="*/ 37518 h 115276"/>
                <a:gd name="csX8" fmla="*/ 8107 w 76652"/>
                <a:gd name="csY8" fmla="*/ 47591 h 115276"/>
                <a:gd name="csX9" fmla="*/ -1609 w 76652"/>
                <a:gd name="csY9" fmla="*/ 75189 h 115276"/>
                <a:gd name="csX10" fmla="*/ 8512 w 76652"/>
                <a:gd name="csY10" fmla="*/ 102621 h 115276"/>
                <a:gd name="csX11" fmla="*/ 35444 w 76652"/>
                <a:gd name="csY11" fmla="*/ 112980 h 115276"/>
                <a:gd name="csX12" fmla="*/ 64876 w 76652"/>
                <a:gd name="csY12" fmla="*/ 98192 h 115276"/>
                <a:gd name="csX13" fmla="*/ 75044 w 76652"/>
                <a:gd name="csY13" fmla="*/ 55306 h 115276"/>
                <a:gd name="csX14" fmla="*/ 62566 w 76652"/>
                <a:gd name="csY14" fmla="*/ 13372 h 115276"/>
                <a:gd name="csX15" fmla="*/ 29062 w 76652"/>
                <a:gd name="csY15" fmla="*/ -2297 h 115276"/>
                <a:gd name="csX16" fmla="*/ 17584 w 76652"/>
                <a:gd name="csY16" fmla="*/ -1177 h 115276"/>
                <a:gd name="csX17" fmla="*/ 5535 w 76652"/>
                <a:gd name="csY17" fmla="*/ 2180 h 115276"/>
                <a:gd name="csX18" fmla="*/ 35444 w 76652"/>
                <a:gd name="csY18" fmla="*/ 49281 h 115276"/>
                <a:gd name="csX19" fmla="*/ 51469 w 76652"/>
                <a:gd name="csY19" fmla="*/ 56187 h 115276"/>
                <a:gd name="csX20" fmla="*/ 57399 w 76652"/>
                <a:gd name="csY20" fmla="*/ 75189 h 115276"/>
                <a:gd name="csX21" fmla="*/ 51469 w 76652"/>
                <a:gd name="csY21" fmla="*/ 94120 h 115276"/>
                <a:gd name="csX22" fmla="*/ 35444 w 76652"/>
                <a:gd name="csY22" fmla="*/ 101073 h 115276"/>
                <a:gd name="csX23" fmla="*/ 19418 w 76652"/>
                <a:gd name="csY23" fmla="*/ 94120 h 115276"/>
                <a:gd name="csX24" fmla="*/ 13512 w 76652"/>
                <a:gd name="csY24" fmla="*/ 75189 h 115276"/>
                <a:gd name="csX25" fmla="*/ 19418 w 76652"/>
                <a:gd name="csY25" fmla="*/ 56187 h 115276"/>
                <a:gd name="csX26" fmla="*/ 35444 w 76652"/>
                <a:gd name="csY26" fmla="*/ 49281 h 1152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</a:cxnLst>
              <a:rect l="l" t="t" r="r" b="b"/>
              <a:pathLst>
                <a:path w="76652" h="115276">
                  <a:moveTo>
                    <a:pt x="5535" y="2180"/>
                  </a:moveTo>
                  <a:lnTo>
                    <a:pt x="5535" y="15872"/>
                  </a:lnTo>
                  <a:cubicBezTo>
                    <a:pt x="9313" y="14078"/>
                    <a:pt x="13131" y="12713"/>
                    <a:pt x="16989" y="11777"/>
                  </a:cubicBezTo>
                  <a:cubicBezTo>
                    <a:pt x="20862" y="10840"/>
                    <a:pt x="24664" y="10372"/>
                    <a:pt x="28395" y="10372"/>
                  </a:cubicBezTo>
                  <a:cubicBezTo>
                    <a:pt x="38317" y="10372"/>
                    <a:pt x="45889" y="13705"/>
                    <a:pt x="51112" y="20373"/>
                  </a:cubicBezTo>
                  <a:cubicBezTo>
                    <a:pt x="56351" y="27040"/>
                    <a:pt x="59343" y="37177"/>
                    <a:pt x="60090" y="50781"/>
                  </a:cubicBezTo>
                  <a:cubicBezTo>
                    <a:pt x="57216" y="46511"/>
                    <a:pt x="53565" y="43233"/>
                    <a:pt x="49136" y="40947"/>
                  </a:cubicBezTo>
                  <a:cubicBezTo>
                    <a:pt x="44723" y="38661"/>
                    <a:pt x="39841" y="37518"/>
                    <a:pt x="34491" y="37518"/>
                  </a:cubicBezTo>
                  <a:cubicBezTo>
                    <a:pt x="23379" y="37518"/>
                    <a:pt x="14584" y="40875"/>
                    <a:pt x="8107" y="47591"/>
                  </a:cubicBezTo>
                  <a:cubicBezTo>
                    <a:pt x="1630" y="54322"/>
                    <a:pt x="-1609" y="63521"/>
                    <a:pt x="-1609" y="75189"/>
                  </a:cubicBezTo>
                  <a:cubicBezTo>
                    <a:pt x="-1609" y="86587"/>
                    <a:pt x="1765" y="95731"/>
                    <a:pt x="8512" y="102621"/>
                  </a:cubicBezTo>
                  <a:cubicBezTo>
                    <a:pt x="15259" y="109527"/>
                    <a:pt x="24236" y="112980"/>
                    <a:pt x="35444" y="112980"/>
                  </a:cubicBezTo>
                  <a:cubicBezTo>
                    <a:pt x="48302" y="112980"/>
                    <a:pt x="58113" y="108050"/>
                    <a:pt x="64876" y="98192"/>
                  </a:cubicBezTo>
                  <a:cubicBezTo>
                    <a:pt x="71654" y="88350"/>
                    <a:pt x="75044" y="74054"/>
                    <a:pt x="75044" y="55306"/>
                  </a:cubicBezTo>
                  <a:cubicBezTo>
                    <a:pt x="75044" y="37796"/>
                    <a:pt x="70885" y="23818"/>
                    <a:pt x="62566" y="13372"/>
                  </a:cubicBezTo>
                  <a:cubicBezTo>
                    <a:pt x="54263" y="2926"/>
                    <a:pt x="43095" y="-2297"/>
                    <a:pt x="29062" y="-2297"/>
                  </a:cubicBezTo>
                  <a:cubicBezTo>
                    <a:pt x="25284" y="-2297"/>
                    <a:pt x="21458" y="-1924"/>
                    <a:pt x="17584" y="-1177"/>
                  </a:cubicBezTo>
                  <a:cubicBezTo>
                    <a:pt x="13727" y="-431"/>
                    <a:pt x="9710" y="688"/>
                    <a:pt x="5535" y="2180"/>
                  </a:cubicBezTo>
                  <a:close/>
                  <a:moveTo>
                    <a:pt x="35444" y="49281"/>
                  </a:moveTo>
                  <a:cubicBezTo>
                    <a:pt x="42190" y="49281"/>
                    <a:pt x="47532" y="51583"/>
                    <a:pt x="51469" y="56187"/>
                  </a:cubicBezTo>
                  <a:cubicBezTo>
                    <a:pt x="55422" y="60806"/>
                    <a:pt x="57399" y="67141"/>
                    <a:pt x="57399" y="75189"/>
                  </a:cubicBezTo>
                  <a:cubicBezTo>
                    <a:pt x="57399" y="83174"/>
                    <a:pt x="55422" y="89485"/>
                    <a:pt x="51469" y="94120"/>
                  </a:cubicBezTo>
                  <a:cubicBezTo>
                    <a:pt x="47532" y="98756"/>
                    <a:pt x="42190" y="101073"/>
                    <a:pt x="35444" y="101073"/>
                  </a:cubicBezTo>
                  <a:cubicBezTo>
                    <a:pt x="28697" y="101073"/>
                    <a:pt x="23355" y="98756"/>
                    <a:pt x="19418" y="94120"/>
                  </a:cubicBezTo>
                  <a:cubicBezTo>
                    <a:pt x="15481" y="89485"/>
                    <a:pt x="13512" y="83174"/>
                    <a:pt x="13512" y="75189"/>
                  </a:cubicBezTo>
                  <a:cubicBezTo>
                    <a:pt x="13512" y="67141"/>
                    <a:pt x="15481" y="60806"/>
                    <a:pt x="19418" y="56187"/>
                  </a:cubicBezTo>
                  <a:cubicBezTo>
                    <a:pt x="23355" y="51583"/>
                    <a:pt x="28697" y="49281"/>
                    <a:pt x="35444" y="49281"/>
                  </a:cubicBez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34" name="Freeform: Shape 1133">
              <a:extLst>
                <a:ext uri="{FF2B5EF4-FFF2-40B4-BE49-F238E27FC236}">
                  <a16:creationId xmlns:a16="http://schemas.microsoft.com/office/drawing/2014/main" id="{1A71F099-C368-03F8-D003-CF36C251312B}"/>
                </a:ext>
              </a:extLst>
            </p:cNvPr>
            <p:cNvSpPr/>
            <p:nvPr/>
          </p:nvSpPr>
          <p:spPr>
            <a:xfrm flipV="1">
              <a:off x="6106804" y="658492"/>
              <a:ext cx="31551" cy="135897"/>
            </a:xfrm>
            <a:custGeom>
              <a:avLst/>
              <a:gdLst>
                <a:gd name="csX0" fmla="*/ 30677 w 31551"/>
                <a:gd name="csY0" fmla="*/ 133922 h 135897"/>
                <a:gd name="csX1" fmla="*/ 30677 w 31551"/>
                <a:gd name="csY1" fmla="*/ -1976 h 135897"/>
                <a:gd name="csX2" fmla="*/ -874 w 31551"/>
                <a:gd name="csY2" fmla="*/ -1976 h 135897"/>
                <a:gd name="csX3" fmla="*/ -874 w 31551"/>
                <a:gd name="csY3" fmla="*/ 8668 h 135897"/>
                <a:gd name="csX4" fmla="*/ 16914 w 31551"/>
                <a:gd name="csY4" fmla="*/ 8668 h 135897"/>
                <a:gd name="csX5" fmla="*/ 16914 w 31551"/>
                <a:gd name="csY5" fmla="*/ 123278 h 135897"/>
                <a:gd name="csX6" fmla="*/ -874 w 31551"/>
                <a:gd name="csY6" fmla="*/ 123278 h 135897"/>
                <a:gd name="csX7" fmla="*/ -874 w 31551"/>
                <a:gd name="csY7" fmla="*/ 133922 h 135897"/>
                <a:gd name="csX8" fmla="*/ 30677 w 31551"/>
                <a:gd name="csY8" fmla="*/ 133922 h 1358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1551" h="135897">
                  <a:moveTo>
                    <a:pt x="30677" y="133922"/>
                  </a:moveTo>
                  <a:lnTo>
                    <a:pt x="30677" y="-1976"/>
                  </a:lnTo>
                  <a:lnTo>
                    <a:pt x="-874" y="-1976"/>
                  </a:lnTo>
                  <a:lnTo>
                    <a:pt x="-874" y="8668"/>
                  </a:lnTo>
                  <a:lnTo>
                    <a:pt x="16914" y="8668"/>
                  </a:lnTo>
                  <a:lnTo>
                    <a:pt x="16914" y="123278"/>
                  </a:lnTo>
                  <a:lnTo>
                    <a:pt x="-874" y="123278"/>
                  </a:lnTo>
                  <a:lnTo>
                    <a:pt x="-874" y="133922"/>
                  </a:lnTo>
                  <a:lnTo>
                    <a:pt x="30677" y="133922"/>
                  </a:lnTo>
                  <a:close/>
                </a:path>
              </a:pathLst>
            </a:custGeom>
            <a:solidFill>
              <a:srgbClr val="FFFFFF"/>
            </a:solidFill>
            <a:ln w="24" cap="flat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01" name="Oval 1200">
            <a:extLst>
              <a:ext uri="{FF2B5EF4-FFF2-40B4-BE49-F238E27FC236}">
                <a16:creationId xmlns:a16="http://schemas.microsoft.com/office/drawing/2014/main" id="{089BDF6E-22FD-EF9C-4E17-411F9165D60A}"/>
              </a:ext>
            </a:extLst>
          </p:cNvPr>
          <p:cNvSpPr/>
          <p:nvPr/>
        </p:nvSpPr>
        <p:spPr>
          <a:xfrm>
            <a:off x="2817541" y="1382749"/>
            <a:ext cx="1020307" cy="2267095"/>
          </a:xfrm>
          <a:prstGeom prst="ellipse">
            <a:avLst/>
          </a:prstGeom>
          <a:noFill/>
          <a:ln w="76200">
            <a:solidFill>
              <a:schemeClr val="accent4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5424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99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99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" dur="1000"/>
                                        <p:tgtEl>
                                          <p:spTgt spid="1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0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0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9" grpId="0" animBg="1"/>
      <p:bldP spid="1091" grpId="0" animBg="1"/>
      <p:bldP spid="120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2998089-44B0-6564-8F6F-C7C517739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</a:t>
            </a:r>
            <a:r>
              <a:rPr lang="en-US" dirty="0">
                <a:solidFill>
                  <a:schemeClr val="accent1"/>
                </a:solidFill>
              </a:rPr>
              <a:t>You</a:t>
            </a:r>
            <a:r>
              <a:rPr lang="en-US" dirty="0"/>
              <a:t>!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B7126F-9A6B-D8B6-2F9B-E07CB055F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Omar T. Amer</a:t>
            </a:r>
          </a:p>
        </p:txBody>
      </p:sp>
    </p:spTree>
    <p:extLst>
      <p:ext uri="{BB962C8B-B14F-4D97-AF65-F5344CB8AC3E}">
        <p14:creationId xmlns:p14="http://schemas.microsoft.com/office/powerpoint/2010/main" val="5785179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Back at it">
      <a:dk1>
        <a:srgbClr val="000000"/>
      </a:dk1>
      <a:lt1>
        <a:sysClr val="window" lastClr="FFFFFF"/>
      </a:lt1>
      <a:dk2>
        <a:srgbClr val="000000"/>
      </a:dk2>
      <a:lt2>
        <a:srgbClr val="FFFFFF"/>
      </a:lt2>
      <a:accent1>
        <a:srgbClr val="006DF0"/>
      </a:accent1>
      <a:accent2>
        <a:srgbClr val="FF61D2"/>
      </a:accent2>
      <a:accent3>
        <a:srgbClr val="FFFF00"/>
      </a:accent3>
      <a:accent4>
        <a:srgbClr val="FF1D1D"/>
      </a:accent4>
      <a:accent5>
        <a:srgbClr val="FFAFE8"/>
      </a:accent5>
      <a:accent6>
        <a:srgbClr val="4F9FFF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762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2519</TotalTime>
  <Words>382</Words>
  <Application>Microsoft Office PowerPoint</Application>
  <PresentationFormat>On-screen Show (4:3)</PresentationFormat>
  <Paragraphs>91</Paragraphs>
  <Slides>27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Aptos</vt:lpstr>
      <vt:lpstr>Aptos Narrow</vt:lpstr>
      <vt:lpstr>Arial</vt:lpstr>
      <vt:lpstr>Consolas</vt:lpstr>
      <vt:lpstr>Office Theme</vt:lpstr>
      <vt:lpstr>ELC681 Final Project By Omar T. Amer ID 202410224</vt:lpstr>
      <vt:lpstr>The Plan</vt:lpstr>
      <vt:lpstr>PowerPoint Presentation</vt:lpstr>
      <vt:lpstr>Phase 1: Best Effort</vt:lpstr>
      <vt:lpstr>Phase 1: Best Effort</vt:lpstr>
      <vt:lpstr>PowerPoint Presentation</vt:lpstr>
      <vt:lpstr>PowerPoint Presentation</vt:lpstr>
      <vt:lpstr>Phase 2: Hardcoded Rules</vt:lpstr>
      <vt:lpstr>Phase 2: Hardcoded Rules</vt:lpstr>
      <vt:lpstr>Topology: Who manages the link?</vt:lpstr>
      <vt:lpstr>PowerPoint Presentation</vt:lpstr>
      <vt:lpstr>Phase 3: ML-Enforced QoS</vt:lpstr>
      <vt:lpstr>Phase 3: ML-Enforced QoS</vt:lpstr>
      <vt:lpstr>PowerPoint Presentation</vt:lpstr>
      <vt:lpstr>PowerPoint Presentation</vt:lpstr>
      <vt:lpstr>How do we get the Bandwidth?</vt:lpstr>
      <vt:lpstr>Analysis of Requirements</vt:lpstr>
      <vt:lpstr>Analysis of Requirements</vt:lpstr>
      <vt:lpstr>“Quiet?”</vt:lpstr>
      <vt:lpstr>“Temporarily” ?</vt:lpstr>
      <vt:lpstr>“Temporarily” ?</vt:lpstr>
      <vt:lpstr>“That Bandwidth” ?</vt:lpstr>
      <vt:lpstr>“That Bandwidth” ?</vt:lpstr>
      <vt:lpstr>PowerPoint Presentation</vt:lpstr>
      <vt:lpstr>PowerPoint Presentation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Build A Super Computer</dc:title>
  <dc:creator>Omar Amer</dc:creator>
  <cp:lastModifiedBy>Omar Amer</cp:lastModifiedBy>
  <cp:revision>803</cp:revision>
  <dcterms:created xsi:type="dcterms:W3CDTF">2025-03-12T11:57:39Z</dcterms:created>
  <dcterms:modified xsi:type="dcterms:W3CDTF">2026-02-07T15:48:17Z</dcterms:modified>
</cp:coreProperties>
</file>